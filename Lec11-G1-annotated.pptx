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notesSlides/notesSlide12.xml" ContentType="application/vnd.openxmlformats-officedocument.presentationml.notesSlide+xml"/>
  <Override PartName="/ppt/ink/ink10.xml" ContentType="application/inkml+xml"/>
  <Override PartName="/ppt/notesSlides/notesSlide13.xml" ContentType="application/vnd.openxmlformats-officedocument.presentationml.notesSlide+xml"/>
  <Override PartName="/ppt/ink/ink11.xml" ContentType="application/inkml+xml"/>
  <Override PartName="/ppt/notesSlides/notesSlide14.xml" ContentType="application/vnd.openxmlformats-officedocument.presentationml.notesSlide+xml"/>
  <Override PartName="/ppt/ink/ink12.xml" ContentType="application/inkml+xml"/>
  <Override PartName="/ppt/notesSlides/notesSlide15.xml" ContentType="application/vnd.openxmlformats-officedocument.presentationml.notesSlide+xml"/>
  <Override PartName="/ppt/ink/ink13.xml" ContentType="application/inkml+xml"/>
  <Override PartName="/ppt/notesSlides/notesSlide16.xml" ContentType="application/vnd.openxmlformats-officedocument.presentationml.notesSlide+xml"/>
  <Override PartName="/ppt/ink/ink14.xml" ContentType="application/inkml+xml"/>
  <Override PartName="/ppt/notesSlides/notesSlide17.xml" ContentType="application/vnd.openxmlformats-officedocument.presentationml.notesSlide+xml"/>
  <Override PartName="/ppt/ink/ink15.xml" ContentType="application/inkml+xml"/>
  <Override PartName="/ppt/notesSlides/notesSlide18.xml" ContentType="application/vnd.openxmlformats-officedocument.presentationml.notesSlide+xml"/>
  <Override PartName="/ppt/ink/ink1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45" r:id="rId3"/>
    <p:sldId id="2647" r:id="rId4"/>
    <p:sldId id="2648" r:id="rId5"/>
    <p:sldId id="2649" r:id="rId6"/>
    <p:sldId id="2650" r:id="rId7"/>
    <p:sldId id="2640" r:id="rId8"/>
    <p:sldId id="2642" r:id="rId9"/>
    <p:sldId id="2639" r:id="rId10"/>
    <p:sldId id="2644" r:id="rId11"/>
    <p:sldId id="2641" r:id="rId12"/>
    <p:sldId id="2651" r:id="rId13"/>
    <p:sldId id="2652" r:id="rId14"/>
    <p:sldId id="2653" r:id="rId15"/>
    <p:sldId id="270" r:id="rId16"/>
    <p:sldId id="271" r:id="rId17"/>
    <p:sldId id="272" r:id="rId18"/>
    <p:sldId id="273" r:id="rId19"/>
    <p:sldId id="2654" r:id="rId20"/>
    <p:sldId id="264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5CCCD"/>
    <a:srgbClr val="FFDBDE"/>
    <a:srgbClr val="D5A1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99413-73DB-984A-B6C2-39DAB3810B16}" v="66" dt="2026-04-03T21:31:58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033"/>
    <p:restoredTop sz="52746"/>
  </p:normalViewPr>
  <p:slideViewPr>
    <p:cSldViewPr snapToGrid="0">
      <p:cViewPr varScale="1">
        <p:scale>
          <a:sx n="72" d="100"/>
          <a:sy n="72" d="100"/>
        </p:scale>
        <p:origin x="240" y="312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33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ze LI" userId="dcf8469b-f633-4120-85bb-8d33589baf96" providerId="ADAL" clId="{194D58AA-B549-5E18-AF40-6DE772E7051C}"/>
    <pc:docChg chg="undo redo custSel addSld delSld modSld sldOrd">
      <pc:chgData name="Zhize LI" userId="dcf8469b-f633-4120-85bb-8d33589baf96" providerId="ADAL" clId="{194D58AA-B549-5E18-AF40-6DE772E7051C}" dt="2026-04-03T21:27:28.004" v="10048" actId="20577"/>
      <pc:docMkLst>
        <pc:docMk/>
      </pc:docMkLst>
      <pc:sldChg chg="modSp mod">
        <pc:chgData name="Zhize LI" userId="dcf8469b-f633-4120-85bb-8d33589baf96" providerId="ADAL" clId="{194D58AA-B549-5E18-AF40-6DE772E7051C}" dt="2026-03-23T08:30:49.177" v="4842" actId="14100"/>
        <pc:sldMkLst>
          <pc:docMk/>
          <pc:sldMk cId="500568030" sldId="256"/>
        </pc:sldMkLst>
        <pc:spChg chg="mod">
          <ac:chgData name="Zhize LI" userId="dcf8469b-f633-4120-85bb-8d33589baf96" providerId="ADAL" clId="{194D58AA-B549-5E18-AF40-6DE772E7051C}" dt="2026-03-23T08:30:49.177" v="4842" actId="14100"/>
          <ac:spMkLst>
            <pc:docMk/>
            <pc:sldMk cId="500568030" sldId="256"/>
            <ac:spMk id="2" creationId="{AC1BA2C9-A06B-0D70-FCD5-B75317E195CA}"/>
          </ac:spMkLst>
        </pc:spChg>
      </pc:sldChg>
      <pc:sldChg chg="addSp modSp add mod modAnim modNotesTx">
        <pc:chgData name="Zhize LI" userId="dcf8469b-f633-4120-85bb-8d33589baf96" providerId="ADAL" clId="{194D58AA-B549-5E18-AF40-6DE772E7051C}" dt="2026-04-03T21:21:09.679" v="10022" actId="20577"/>
        <pc:sldMkLst>
          <pc:docMk/>
          <pc:sldMk cId="2084692521" sldId="270"/>
        </pc:sldMkLst>
        <pc:spChg chg="mod">
          <ac:chgData name="Zhize LI" userId="dcf8469b-f633-4120-85bb-8d33589baf96" providerId="ADAL" clId="{194D58AA-B549-5E18-AF40-6DE772E7051C}" dt="2026-04-03T21:16:02.478" v="10006"/>
          <ac:spMkLst>
            <pc:docMk/>
            <pc:sldMk cId="2084692521" sldId="270"/>
            <ac:spMk id="2" creationId="{BA0C0A30-94D5-8F46-E365-5D21091D3133}"/>
          </ac:spMkLst>
        </pc:spChg>
        <pc:spChg chg="mod">
          <ac:chgData name="Zhize LI" userId="dcf8469b-f633-4120-85bb-8d33589baf96" providerId="ADAL" clId="{194D58AA-B549-5E18-AF40-6DE772E7051C}" dt="2026-04-03T21:17:34.941" v="10014" actId="14100"/>
          <ac:spMkLst>
            <pc:docMk/>
            <pc:sldMk cId="2084692521" sldId="270"/>
            <ac:spMk id="3" creationId="{9BA51BED-54C9-0C2B-969C-B26710A20848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2084692521" sldId="270"/>
            <ac:inkMk id="4" creationId="{176326B0-B300-0037-5EBD-A71A232AA9F2}"/>
          </ac:inkMkLst>
        </pc:inkChg>
      </pc:sldChg>
      <pc:sldChg chg="addSp add modNotesTx">
        <pc:chgData name="Zhize LI" userId="dcf8469b-f633-4120-85bb-8d33589baf96" providerId="ADAL" clId="{194D58AA-B549-5E18-AF40-6DE772E7051C}" dt="2026-04-03T21:22:42.655" v="10027" actId="20577"/>
        <pc:sldMkLst>
          <pc:docMk/>
          <pc:sldMk cId="286156218" sldId="271"/>
        </pc:sldMkLst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286156218" sldId="271"/>
            <ac:inkMk id="12" creationId="{2F1E673F-AC12-4E5B-7DD4-297B001F712C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4-03T21:23:51.399" v="10029" actId="20577"/>
        <pc:sldMkLst>
          <pc:docMk/>
          <pc:sldMk cId="305896423" sldId="272"/>
        </pc:sldMkLst>
        <pc:spChg chg="add mod">
          <ac:chgData name="Zhize LI" userId="dcf8469b-f633-4120-85bb-8d33589baf96" providerId="ADAL" clId="{194D58AA-B549-5E18-AF40-6DE772E7051C}" dt="2026-03-25T03:18:45.299" v="9289" actId="20577"/>
          <ac:spMkLst>
            <pc:docMk/>
            <pc:sldMk cId="305896423" sldId="272"/>
            <ac:spMk id="3" creationId="{3CDFD0BE-F2C0-1EB4-39B0-D87BA83230F6}"/>
          </ac:spMkLst>
        </pc:spChg>
        <pc:spChg chg="mod">
          <ac:chgData name="Zhize LI" userId="dcf8469b-f633-4120-85bb-8d33589baf96" providerId="ADAL" clId="{194D58AA-B549-5E18-AF40-6DE772E7051C}" dt="2026-03-25T03:18:57.177" v="9297" actId="1036"/>
          <ac:spMkLst>
            <pc:docMk/>
            <pc:sldMk cId="305896423" sldId="272"/>
            <ac:spMk id="7" creationId="{39EC1F83-1849-7AE5-BA00-AEA8897F3E3F}"/>
          </ac:spMkLst>
        </pc:spChg>
        <pc:spChg chg="mod">
          <ac:chgData name="Zhize LI" userId="dcf8469b-f633-4120-85bb-8d33589baf96" providerId="ADAL" clId="{194D58AA-B549-5E18-AF40-6DE772E7051C}" dt="2026-03-25T03:18:49.793" v="9295" actId="1035"/>
          <ac:spMkLst>
            <pc:docMk/>
            <pc:sldMk cId="305896423" sldId="272"/>
            <ac:spMk id="8" creationId="{DBCB9068-2D43-5C31-C5F2-9E91638A5E44}"/>
          </ac:spMkLst>
        </pc:spChg>
        <pc:spChg chg="mod">
          <ac:chgData name="Zhize LI" userId="dcf8469b-f633-4120-85bb-8d33589baf96" providerId="ADAL" clId="{194D58AA-B549-5E18-AF40-6DE772E7051C}" dt="2026-03-25T03:22:26.957" v="9344" actId="115"/>
          <ac:spMkLst>
            <pc:docMk/>
            <pc:sldMk cId="305896423" sldId="272"/>
            <ac:spMk id="16" creationId="{4BC8DDF6-728D-A4F7-9B5D-5BFDDF08C46A}"/>
          </ac:spMkLst>
        </pc:spChg>
        <pc:spChg chg="mod">
          <ac:chgData name="Zhize LI" userId="dcf8469b-f633-4120-85bb-8d33589baf96" providerId="ADAL" clId="{194D58AA-B549-5E18-AF40-6DE772E7051C}" dt="2026-03-25T03:18:21.213" v="9270" actId="1036"/>
          <ac:spMkLst>
            <pc:docMk/>
            <pc:sldMk cId="305896423" sldId="272"/>
            <ac:spMk id="18" creationId="{78C8E213-516A-A500-F4C3-28AC28770DCC}"/>
          </ac:spMkLst>
        </pc:spChg>
        <pc:spChg chg="mod">
          <ac:chgData name="Zhize LI" userId="dcf8469b-f633-4120-85bb-8d33589baf96" providerId="ADAL" clId="{194D58AA-B549-5E18-AF40-6DE772E7051C}" dt="2026-03-25T03:18:21.213" v="9270" actId="1036"/>
          <ac:spMkLst>
            <pc:docMk/>
            <pc:sldMk cId="305896423" sldId="272"/>
            <ac:spMk id="19" creationId="{F1B52251-5D22-71F0-C60E-C4E9810A92E8}"/>
          </ac:spMkLst>
        </pc:spChg>
        <pc:spChg chg="mod">
          <ac:chgData name="Zhize LI" userId="dcf8469b-f633-4120-85bb-8d33589baf96" providerId="ADAL" clId="{194D58AA-B549-5E18-AF40-6DE772E7051C}" dt="2026-03-25T03:18:21.213" v="9270" actId="1036"/>
          <ac:spMkLst>
            <pc:docMk/>
            <pc:sldMk cId="305896423" sldId="272"/>
            <ac:spMk id="21" creationId="{83E443E6-54C3-32BF-E21E-405C93A70C45}"/>
          </ac:spMkLst>
        </pc:spChg>
        <pc:spChg chg="mod">
          <ac:chgData name="Zhize LI" userId="dcf8469b-f633-4120-85bb-8d33589baf96" providerId="ADAL" clId="{194D58AA-B549-5E18-AF40-6DE772E7051C}" dt="2026-03-25T03:22:30.392" v="9346"/>
          <ac:spMkLst>
            <pc:docMk/>
            <pc:sldMk cId="305896423" sldId="272"/>
            <ac:spMk id="23" creationId="{5757557A-6F7D-BF9F-A9A3-CE9306062645}"/>
          </ac:spMkLst>
        </pc:spChg>
        <pc:graphicFrameChg chg="mod">
          <ac:chgData name="Zhize LI" userId="dcf8469b-f633-4120-85bb-8d33589baf96" providerId="ADAL" clId="{194D58AA-B549-5E18-AF40-6DE772E7051C}" dt="2026-03-25T03:18:21.213" v="9270" actId="1036"/>
          <ac:graphicFrameMkLst>
            <pc:docMk/>
            <pc:sldMk cId="305896423" sldId="272"/>
            <ac:graphicFrameMk id="17" creationId="{63D933CA-3A5D-4714-3B5C-47F931DE62FE}"/>
          </ac:graphicFrameMkLst>
        </pc:graphicFrameChg>
        <pc:graphicFrameChg chg="mod">
          <ac:chgData name="Zhize LI" userId="dcf8469b-f633-4120-85bb-8d33589baf96" providerId="ADAL" clId="{194D58AA-B549-5E18-AF40-6DE772E7051C}" dt="2026-03-25T03:18:21.213" v="9270" actId="1036"/>
          <ac:graphicFrameMkLst>
            <pc:docMk/>
            <pc:sldMk cId="305896423" sldId="272"/>
            <ac:graphicFrameMk id="22" creationId="{60767BB3-D0D4-E9E3-8839-E729D145BF7A}"/>
          </ac:graphicFrameMkLst>
        </pc:graphicFrame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305896423" sldId="272"/>
            <ac:inkMk id="24" creationId="{31B6220F-93DD-38F8-41F9-A43A76180DBD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3-25T06:28:48.225" v="9796"/>
        <pc:sldMkLst>
          <pc:docMk/>
          <pc:sldMk cId="3056643305" sldId="273"/>
        </pc:sldMkLst>
        <pc:spChg chg="mod">
          <ac:chgData name="Zhize LI" userId="dcf8469b-f633-4120-85bb-8d33589baf96" providerId="ADAL" clId="{194D58AA-B549-5E18-AF40-6DE772E7051C}" dt="2026-03-25T03:20:40.492" v="9329" actId="113"/>
          <ac:spMkLst>
            <pc:docMk/>
            <pc:sldMk cId="3056643305" sldId="273"/>
            <ac:spMk id="3" creationId="{E30A9672-7B6B-8A88-23AE-915910F5BCE0}"/>
          </ac:spMkLst>
        </pc:spChg>
        <pc:spChg chg="mod">
          <ac:chgData name="Zhize LI" userId="dcf8469b-f633-4120-85bb-8d33589baf96" providerId="ADAL" clId="{194D58AA-B549-5E18-AF40-6DE772E7051C}" dt="2026-03-25T03:20:50.954" v="9330" actId="1076"/>
          <ac:spMkLst>
            <pc:docMk/>
            <pc:sldMk cId="3056643305" sldId="273"/>
            <ac:spMk id="5" creationId="{78123FCD-7937-5B0D-E529-E577E31FC0D5}"/>
          </ac:spMkLst>
        </pc:spChg>
        <pc:graphicFrameChg chg="mod">
          <ac:chgData name="Zhize LI" userId="dcf8469b-f633-4120-85bb-8d33589baf96" providerId="ADAL" clId="{194D58AA-B549-5E18-AF40-6DE772E7051C}" dt="2026-03-25T03:20:36.791" v="9328" actId="1076"/>
          <ac:graphicFrameMkLst>
            <pc:docMk/>
            <pc:sldMk cId="3056643305" sldId="273"/>
            <ac:graphicFrameMk id="4" creationId="{56800706-F7A1-891F-350A-2113DB00BCE3}"/>
          </ac:graphicFrameMkLst>
        </pc:graphicFrame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3056643305" sldId="273"/>
            <ac:inkMk id="6" creationId="{70B13CD1-628D-14BE-8D7C-AD077E507973}"/>
          </ac:inkMkLst>
        </pc:inkChg>
      </pc:sldChg>
      <pc:sldChg chg="addSp delSp modSp new mod ord modNotesTx">
        <pc:chgData name="Zhize LI" userId="dcf8469b-f633-4120-85bb-8d33589baf96" providerId="ADAL" clId="{194D58AA-B549-5E18-AF40-6DE772E7051C}" dt="2026-04-03T20:51:27.416" v="9873" actId="20577"/>
        <pc:sldMkLst>
          <pc:docMk/>
          <pc:sldMk cId="3179772717" sldId="2639"/>
        </pc:sldMkLst>
        <pc:spChg chg="mod">
          <ac:chgData name="Zhize LI" userId="dcf8469b-f633-4120-85bb-8d33589baf96" providerId="ADAL" clId="{194D58AA-B549-5E18-AF40-6DE772E7051C}" dt="2026-03-24T07:23:42.933" v="5149" actId="20577"/>
          <ac:spMkLst>
            <pc:docMk/>
            <pc:sldMk cId="3179772717" sldId="2639"/>
            <ac:spMk id="2" creationId="{FBF2CADB-F112-B20B-104E-DB519E91AC60}"/>
          </ac:spMkLst>
        </pc:spChg>
        <pc:spChg chg="add mod">
          <ac:chgData name="Zhize LI" userId="dcf8469b-f633-4120-85bb-8d33589baf96" providerId="ADAL" clId="{194D58AA-B549-5E18-AF40-6DE772E7051C}" dt="2026-03-24T07:22:46.001" v="5131" actId="1076"/>
          <ac:spMkLst>
            <pc:docMk/>
            <pc:sldMk cId="3179772717" sldId="2639"/>
            <ac:spMk id="5" creationId="{AD4C813C-9F10-04C3-B0FD-E8680DBB1D59}"/>
          </ac:spMkLst>
        </pc:spChg>
        <pc:picChg chg="add mod">
          <ac:chgData name="Zhize LI" userId="dcf8469b-f633-4120-85bb-8d33589baf96" providerId="ADAL" clId="{194D58AA-B549-5E18-AF40-6DE772E7051C}" dt="2026-03-24T07:22:40.560" v="5130" actId="1076"/>
          <ac:picMkLst>
            <pc:docMk/>
            <pc:sldMk cId="3179772717" sldId="2639"/>
            <ac:picMk id="1026" creationId="{D1CE9F42-F2F4-5886-558B-1A178C92F046}"/>
          </ac:picMkLst>
        </pc:picChg>
        <pc:inkChg chg="add del">
          <ac:chgData name="Zhize LI" userId="dcf8469b-f633-4120-85bb-8d33589baf96" providerId="ADAL" clId="{194D58AA-B549-5E18-AF40-6DE772E7051C}" dt="2026-04-03T20:50:31.932" v="9872" actId="478"/>
          <ac:inkMkLst>
            <pc:docMk/>
            <pc:sldMk cId="3179772717" sldId="2639"/>
            <ac:inkMk id="3" creationId="{B71919A7-CC07-B605-8AE9-30830A7E8BFB}"/>
          </ac:inkMkLst>
        </pc:inkChg>
      </pc:sldChg>
      <pc:sldChg chg="addSp modSp add mod modAnim modNotes modNotesTx">
        <pc:chgData name="Zhize LI" userId="dcf8469b-f633-4120-85bb-8d33589baf96" providerId="ADAL" clId="{194D58AA-B549-5E18-AF40-6DE772E7051C}" dt="2026-04-03T20:48:18.207" v="9869" actId="20577"/>
        <pc:sldMkLst>
          <pc:docMk/>
          <pc:sldMk cId="2985834794" sldId="2640"/>
        </pc:sldMkLst>
        <pc:spChg chg="mod">
          <ac:chgData name="Zhize LI" userId="dcf8469b-f633-4120-85bb-8d33589baf96" providerId="ADAL" clId="{194D58AA-B549-5E18-AF40-6DE772E7051C}" dt="2026-03-25T03:40:55.719" v="9769" actId="14100"/>
          <ac:spMkLst>
            <pc:docMk/>
            <pc:sldMk cId="2985834794" sldId="2640"/>
            <ac:spMk id="3" creationId="{F863DE7E-49A3-81E9-E137-31BA3C37B7E6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2985834794" sldId="2640"/>
            <ac:inkMk id="4" creationId="{04C0418F-A913-5BB5-91D6-7B2A30120A85}"/>
          </ac:inkMkLst>
        </pc:inkChg>
      </pc:sldChg>
      <pc:sldChg chg="addSp modSp new mod modAnim modNotesTx">
        <pc:chgData name="Zhize LI" userId="dcf8469b-f633-4120-85bb-8d33589baf96" providerId="ADAL" clId="{194D58AA-B549-5E18-AF40-6DE772E7051C}" dt="2026-04-03T21:02:14.657" v="9945" actId="20577"/>
        <pc:sldMkLst>
          <pc:docMk/>
          <pc:sldMk cId="4076589987" sldId="2641"/>
        </pc:sldMkLst>
        <pc:spChg chg="mod">
          <ac:chgData name="Zhize LI" userId="dcf8469b-f633-4120-85bb-8d33589baf96" providerId="ADAL" clId="{194D58AA-B549-5E18-AF40-6DE772E7051C}" dt="2026-03-24T23:58:06.002" v="7533"/>
          <ac:spMkLst>
            <pc:docMk/>
            <pc:sldMk cId="4076589987" sldId="2641"/>
            <ac:spMk id="2" creationId="{39E8C6B4-5A73-0F66-BD9D-0778801BE312}"/>
          </ac:spMkLst>
        </pc:spChg>
        <pc:spChg chg="mod">
          <ac:chgData name="Zhize LI" userId="dcf8469b-f633-4120-85bb-8d33589baf96" providerId="ADAL" clId="{194D58AA-B549-5E18-AF40-6DE772E7051C}" dt="2026-03-25T02:22:31.086" v="8725" actId="114"/>
          <ac:spMkLst>
            <pc:docMk/>
            <pc:sldMk cId="4076589987" sldId="2641"/>
            <ac:spMk id="3" creationId="{43364BB0-28EE-49A8-6198-D97AF27D5B51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4076589987" sldId="2641"/>
            <ac:inkMk id="4" creationId="{CF010CB9-59F2-7D5A-61F0-D587B6D1A6E5}"/>
          </ac:inkMkLst>
        </pc:inkChg>
      </pc:sldChg>
      <pc:sldChg chg="addSp modSp add mod modAnim modNotesTx">
        <pc:chgData name="Zhize LI" userId="dcf8469b-f633-4120-85bb-8d33589baf96" providerId="ADAL" clId="{194D58AA-B549-5E18-AF40-6DE772E7051C}" dt="2026-04-03T20:50:08.311" v="9871" actId="20577"/>
        <pc:sldMkLst>
          <pc:docMk/>
          <pc:sldMk cId="3740047083" sldId="2642"/>
        </pc:sldMkLst>
        <pc:spChg chg="mod">
          <ac:chgData name="Zhize LI" userId="dcf8469b-f633-4120-85bb-8d33589baf96" providerId="ADAL" clId="{194D58AA-B549-5E18-AF40-6DE772E7051C}" dt="2026-03-24T07:25:42.678" v="5164" actId="20577"/>
          <ac:spMkLst>
            <pc:docMk/>
            <pc:sldMk cId="3740047083" sldId="2642"/>
            <ac:spMk id="2" creationId="{A146F291-D5E7-31DC-16C2-F5E9A2894A07}"/>
          </ac:spMkLst>
        </pc:spChg>
        <pc:spChg chg="mod">
          <ac:chgData name="Zhize LI" userId="dcf8469b-f633-4120-85bb-8d33589baf96" providerId="ADAL" clId="{194D58AA-B549-5E18-AF40-6DE772E7051C}" dt="2026-03-24T07:41:34.215" v="5418" actId="14100"/>
          <ac:spMkLst>
            <pc:docMk/>
            <pc:sldMk cId="3740047083" sldId="2642"/>
            <ac:spMk id="3" creationId="{237339C0-352E-61A2-A8A0-BF12B52D6509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3740047083" sldId="2642"/>
            <ac:inkMk id="4" creationId="{4C18DD88-095F-0C8F-AB48-CBACB3B45482}"/>
          </ac:inkMkLst>
        </pc:inkChg>
      </pc:sldChg>
      <pc:sldChg chg="addSp modSp new mod modAnim modNotes modNotesTx">
        <pc:chgData name="Zhize LI" userId="dcf8469b-f633-4120-85bb-8d33589baf96" providerId="ADAL" clId="{194D58AA-B549-5E18-AF40-6DE772E7051C}" dt="2026-04-03T20:59:07.244" v="9931" actId="20577"/>
        <pc:sldMkLst>
          <pc:docMk/>
          <pc:sldMk cId="1903590661" sldId="2644"/>
        </pc:sldMkLst>
        <pc:spChg chg="mod">
          <ac:chgData name="Zhize LI" userId="dcf8469b-f633-4120-85bb-8d33589baf96" providerId="ADAL" clId="{194D58AA-B549-5E18-AF40-6DE772E7051C}" dt="2026-03-24T07:55:46.799" v="5508"/>
          <ac:spMkLst>
            <pc:docMk/>
            <pc:sldMk cId="1903590661" sldId="2644"/>
            <ac:spMk id="2" creationId="{47B0447D-3D20-076E-E10A-F351D6EADE87}"/>
          </ac:spMkLst>
        </pc:spChg>
        <pc:spChg chg="mod">
          <ac:chgData name="Zhize LI" userId="dcf8469b-f633-4120-85bb-8d33589baf96" providerId="ADAL" clId="{194D58AA-B549-5E18-AF40-6DE772E7051C}" dt="2026-04-03T20:52:52.238" v="9879" actId="20577"/>
          <ac:spMkLst>
            <pc:docMk/>
            <pc:sldMk cId="1903590661" sldId="2644"/>
            <ac:spMk id="3" creationId="{24D0299C-B06E-8E38-EF1A-09626144FB23}"/>
          </ac:spMkLst>
        </pc:spChg>
        <pc:picChg chg="add mod">
          <ac:chgData name="Zhize LI" userId="dcf8469b-f633-4120-85bb-8d33589baf96" providerId="ADAL" clId="{194D58AA-B549-5E18-AF40-6DE772E7051C}" dt="2026-03-25T00:27:38.409" v="7926" actId="1036"/>
          <ac:picMkLst>
            <pc:docMk/>
            <pc:sldMk cId="1903590661" sldId="2644"/>
            <ac:picMk id="4" creationId="{1395F195-809E-901D-FD24-712FE552BA82}"/>
          </ac:picMkLst>
        </pc:pic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1903590661" sldId="2644"/>
            <ac:inkMk id="5" creationId="{DE52C1E7-99C2-E0E5-C3B2-74D96EC0B7F5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4-03T19:26:55.706" v="9802" actId="20577"/>
        <pc:sldMkLst>
          <pc:docMk/>
          <pc:sldMk cId="3471027483" sldId="2645"/>
        </pc:sldMkLst>
        <pc:spChg chg="mod">
          <ac:chgData name="Zhize LI" userId="dcf8469b-f633-4120-85bb-8d33589baf96" providerId="ADAL" clId="{194D58AA-B549-5E18-AF40-6DE772E7051C}" dt="2026-03-24T14:45:01.247" v="6328" actId="20577"/>
          <ac:spMkLst>
            <pc:docMk/>
            <pc:sldMk cId="3471027483" sldId="2645"/>
            <ac:spMk id="2" creationId="{461A8D92-CA22-D8C2-CE55-AAB70A624AAB}"/>
          </ac:spMkLst>
        </pc:spChg>
        <pc:spChg chg="mod">
          <ac:chgData name="Zhize LI" userId="dcf8469b-f633-4120-85bb-8d33589baf96" providerId="ADAL" clId="{194D58AA-B549-5E18-AF40-6DE772E7051C}" dt="2026-03-24T16:59:58.337" v="7528" actId="27636"/>
          <ac:spMkLst>
            <pc:docMk/>
            <pc:sldMk cId="3471027483" sldId="2645"/>
            <ac:spMk id="3" creationId="{98B133C8-796F-83FD-5BEC-8B48873E873D}"/>
          </ac:spMkLst>
        </pc:spChg>
        <pc:spChg chg="add mod">
          <ac:chgData name="Zhize LI" userId="dcf8469b-f633-4120-85bb-8d33589baf96" providerId="ADAL" clId="{194D58AA-B549-5E18-AF40-6DE772E7051C}" dt="2026-03-24T16:42:27.656" v="7348" actId="27636"/>
          <ac:spMkLst>
            <pc:docMk/>
            <pc:sldMk cId="3471027483" sldId="2645"/>
            <ac:spMk id="13" creationId="{08571BB3-D84C-5667-8972-31A562609277}"/>
          </ac:spMkLst>
        </pc:spChg>
        <pc:spChg chg="mod">
          <ac:chgData name="Zhize LI" userId="dcf8469b-f633-4120-85bb-8d33589baf96" providerId="ADAL" clId="{194D58AA-B549-5E18-AF40-6DE772E7051C}" dt="2026-03-24T16:41:55.476" v="7331" actId="1076"/>
          <ac:spMkLst>
            <pc:docMk/>
            <pc:sldMk cId="3471027483" sldId="2645"/>
            <ac:spMk id="16" creationId="{D0EADC12-CE1C-CC9B-E7A1-C17A8EB3A663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3471027483" sldId="2645"/>
            <ac:inkMk id="14" creationId="{D015486A-E712-4053-7545-C2027DA13234}"/>
          </ac:inkMkLst>
        </pc:inkChg>
      </pc:sldChg>
      <pc:sldChg chg="modSp add mod">
        <pc:chgData name="Zhize LI" userId="dcf8469b-f633-4120-85bb-8d33589baf96" providerId="ADAL" clId="{194D58AA-B549-5E18-AF40-6DE772E7051C}" dt="2026-04-03T21:17:33.549" v="10012" actId="20577"/>
        <pc:sldMkLst>
          <pc:docMk/>
          <pc:sldMk cId="1525780863" sldId="2646"/>
        </pc:sldMkLst>
        <pc:spChg chg="mod">
          <ac:chgData name="Zhize LI" userId="dcf8469b-f633-4120-85bb-8d33589baf96" providerId="ADAL" clId="{194D58AA-B549-5E18-AF40-6DE772E7051C}" dt="2026-04-03T21:17:33.549" v="10012" actId="20577"/>
          <ac:spMkLst>
            <pc:docMk/>
            <pc:sldMk cId="1525780863" sldId="2646"/>
            <ac:spMk id="3" creationId="{206DBEAF-0D20-AF42-CE23-F0F7BAA6ACAD}"/>
          </ac:spMkLst>
        </pc:spChg>
      </pc:sldChg>
      <pc:sldChg chg="addSp modSp add mod modNotesTx">
        <pc:chgData name="Zhize LI" userId="dcf8469b-f633-4120-85bb-8d33589baf96" providerId="ADAL" clId="{194D58AA-B549-5E18-AF40-6DE772E7051C}" dt="2026-04-03T19:33:52.433" v="9866" actId="20577"/>
        <pc:sldMkLst>
          <pc:docMk/>
          <pc:sldMk cId="1171118682" sldId="2647"/>
        </pc:sldMkLst>
        <pc:spChg chg="mod">
          <ac:chgData name="Zhize LI" userId="dcf8469b-f633-4120-85bb-8d33589baf96" providerId="ADAL" clId="{194D58AA-B549-5E18-AF40-6DE772E7051C}" dt="2026-03-24T15:22:35.994" v="7048" actId="20577"/>
          <ac:spMkLst>
            <pc:docMk/>
            <pc:sldMk cId="1171118682" sldId="2647"/>
            <ac:spMk id="2" creationId="{609CFB5D-8ED9-E34D-2D23-1A67A2DD57D4}"/>
          </ac:spMkLst>
        </pc:spChg>
        <pc:spChg chg="mod">
          <ac:chgData name="Zhize LI" userId="dcf8469b-f633-4120-85bb-8d33589baf96" providerId="ADAL" clId="{194D58AA-B549-5E18-AF40-6DE772E7051C}" dt="2026-03-24T16:52:13.996" v="7452" actId="20577"/>
          <ac:spMkLst>
            <pc:docMk/>
            <pc:sldMk cId="1171118682" sldId="2647"/>
            <ac:spMk id="3" creationId="{70BDF901-92D6-304D-E927-980A54456173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1171118682" sldId="2647"/>
            <ac:inkMk id="4" creationId="{8C5D4FA4-11AF-ACCC-4629-293D9E632028}"/>
          </ac:inkMkLst>
        </pc:inkChg>
      </pc:sldChg>
      <pc:sldChg chg="addSp modSp add mod">
        <pc:chgData name="Zhize LI" userId="dcf8469b-f633-4120-85bb-8d33589baf96" providerId="ADAL" clId="{194D58AA-B549-5E18-AF40-6DE772E7051C}" dt="2026-03-25T06:28:48.225" v="9796"/>
        <pc:sldMkLst>
          <pc:docMk/>
          <pc:sldMk cId="456006764" sldId="2648"/>
        </pc:sldMkLst>
        <pc:spChg chg="mod">
          <ac:chgData name="Zhize LI" userId="dcf8469b-f633-4120-85bb-8d33589baf96" providerId="ADAL" clId="{194D58AA-B549-5E18-AF40-6DE772E7051C}" dt="2026-03-24T16:28:22.959" v="7231" actId="20577"/>
          <ac:spMkLst>
            <pc:docMk/>
            <pc:sldMk cId="456006764" sldId="2648"/>
            <ac:spMk id="2" creationId="{F6A87B36-639C-CF8B-4C42-028D5A4D58B4}"/>
          </ac:spMkLst>
        </pc:spChg>
        <pc:spChg chg="mod">
          <ac:chgData name="Zhize LI" userId="dcf8469b-f633-4120-85bb-8d33589baf96" providerId="ADAL" clId="{194D58AA-B549-5E18-AF40-6DE772E7051C}" dt="2026-03-24T16:57:04.450" v="7520" actId="20577"/>
          <ac:spMkLst>
            <pc:docMk/>
            <pc:sldMk cId="456006764" sldId="2648"/>
            <ac:spMk id="3" creationId="{A76B5487-8844-E017-7F30-A891DAC69CEB}"/>
          </ac:spMkLst>
        </pc:spChg>
        <pc:graphicFrameChg chg="mod">
          <ac:chgData name="Zhize LI" userId="dcf8469b-f633-4120-85bb-8d33589baf96" providerId="ADAL" clId="{194D58AA-B549-5E18-AF40-6DE772E7051C}" dt="2026-03-24T16:55:43.670" v="7493" actId="1076"/>
          <ac:graphicFrameMkLst>
            <pc:docMk/>
            <pc:sldMk cId="456006764" sldId="2648"/>
            <ac:graphicFrameMk id="4" creationId="{B0BE86ED-8028-2C28-016A-FAFD35ECE472}"/>
          </ac:graphicFrameMkLst>
        </pc:graphicFrameChg>
        <pc:graphicFrameChg chg="mod">
          <ac:chgData name="Zhize LI" userId="dcf8469b-f633-4120-85bb-8d33589baf96" providerId="ADAL" clId="{194D58AA-B549-5E18-AF40-6DE772E7051C}" dt="2026-03-24T16:55:43.670" v="7493" actId="1076"/>
          <ac:graphicFrameMkLst>
            <pc:docMk/>
            <pc:sldMk cId="456006764" sldId="2648"/>
            <ac:graphicFrameMk id="5" creationId="{44556E97-B70E-EF24-A1B4-9F560072270A}"/>
          </ac:graphicFrameMkLst>
        </pc:graphicFrame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456006764" sldId="2648"/>
            <ac:inkMk id="6" creationId="{AC4789EA-C01A-E680-962C-36173E765911}"/>
          </ac:inkMkLst>
        </pc:inkChg>
      </pc:sldChg>
      <pc:sldChg chg="addSp modSp add mod">
        <pc:chgData name="Zhize LI" userId="dcf8469b-f633-4120-85bb-8d33589baf96" providerId="ADAL" clId="{194D58AA-B549-5E18-AF40-6DE772E7051C}" dt="2026-03-25T06:28:48.225" v="9796"/>
        <pc:sldMkLst>
          <pc:docMk/>
          <pc:sldMk cId="34597964" sldId="2649"/>
        </pc:sldMkLst>
        <pc:spChg chg="add mod">
          <ac:chgData name="Zhize LI" userId="dcf8469b-f633-4120-85bb-8d33589baf96" providerId="ADAL" clId="{194D58AA-B549-5E18-AF40-6DE772E7051C}" dt="2026-03-24T23:53:18.326" v="7531" actId="1076"/>
          <ac:spMkLst>
            <pc:docMk/>
            <pc:sldMk cId="34597964" sldId="2649"/>
            <ac:spMk id="3" creationId="{4DC0FE08-8548-4F33-D31B-4692B50B5870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34597964" sldId="2649"/>
            <ac:inkMk id="2" creationId="{8FC96CCA-22D4-D9D1-03AD-B86AA4363F7B}"/>
          </ac:inkMkLst>
        </pc:inkChg>
      </pc:sldChg>
      <pc:sldChg chg="addSp add modNotesTx">
        <pc:chgData name="Zhize LI" userId="dcf8469b-f633-4120-85bb-8d33589baf96" providerId="ADAL" clId="{194D58AA-B549-5E18-AF40-6DE772E7051C}" dt="2026-03-25T06:28:48.225" v="9796"/>
        <pc:sldMkLst>
          <pc:docMk/>
          <pc:sldMk cId="1875469570" sldId="2650"/>
        </pc:sldMkLst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1875469570" sldId="2650"/>
            <ac:inkMk id="3" creationId="{901D74C7-B102-5A75-04D4-A29E65357BFC}"/>
          </ac:inkMkLst>
        </pc:inkChg>
      </pc:sldChg>
      <pc:sldChg chg="addSp modSp new mod modNotesTx">
        <pc:chgData name="Zhize LI" userId="dcf8469b-f633-4120-85bb-8d33589baf96" providerId="ADAL" clId="{194D58AA-B549-5E18-AF40-6DE772E7051C}" dt="2026-04-03T21:03:07.120" v="9951" actId="20577"/>
        <pc:sldMkLst>
          <pc:docMk/>
          <pc:sldMk cId="313745440" sldId="2651"/>
        </pc:sldMkLst>
        <pc:spChg chg="mod">
          <ac:chgData name="Zhize LI" userId="dcf8469b-f633-4120-85bb-8d33589baf96" providerId="ADAL" clId="{194D58AA-B549-5E18-AF40-6DE772E7051C}" dt="2026-03-25T02:07:07.760" v="8541" actId="20577"/>
          <ac:spMkLst>
            <pc:docMk/>
            <pc:sldMk cId="313745440" sldId="2651"/>
            <ac:spMk id="2" creationId="{7BFE3B4C-DA2F-BEA2-3A06-F361EDB4C2C4}"/>
          </ac:spMkLst>
        </pc:spChg>
        <pc:spChg chg="mod">
          <ac:chgData name="Zhize LI" userId="dcf8469b-f633-4120-85bb-8d33589baf96" providerId="ADAL" clId="{194D58AA-B549-5E18-AF40-6DE772E7051C}" dt="2026-03-25T02:13:21.929" v="8718" actId="20577"/>
          <ac:spMkLst>
            <pc:docMk/>
            <pc:sldMk cId="313745440" sldId="2651"/>
            <ac:spMk id="3" creationId="{A6FCED50-CD15-D56B-E726-C47092EB168A}"/>
          </ac:spMkLst>
        </pc:spChg>
        <pc:graphicFrameChg chg="add mod modGraphic">
          <ac:chgData name="Zhize LI" userId="dcf8469b-f633-4120-85bb-8d33589baf96" providerId="ADAL" clId="{194D58AA-B549-5E18-AF40-6DE772E7051C}" dt="2026-03-25T02:35:19.885" v="8754" actId="255"/>
          <ac:graphicFrameMkLst>
            <pc:docMk/>
            <pc:sldMk cId="313745440" sldId="2651"/>
            <ac:graphicFrameMk id="5" creationId="{2723FA71-350A-A9BE-472D-D0CB1C6E907A}"/>
          </ac:graphicFrameMkLst>
        </pc:graphicFrame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313745440" sldId="2651"/>
            <ac:inkMk id="4" creationId="{7285DEF5-026C-7178-713D-60AE5C0DF1CB}"/>
          </ac:inkMkLst>
        </pc:inkChg>
      </pc:sldChg>
      <pc:sldChg chg="addSp modSp new mod modNotesTx">
        <pc:chgData name="Zhize LI" userId="dcf8469b-f633-4120-85bb-8d33589baf96" providerId="ADAL" clId="{194D58AA-B549-5E18-AF40-6DE772E7051C}" dt="2026-04-03T21:08:38.816" v="9957" actId="20577"/>
        <pc:sldMkLst>
          <pc:docMk/>
          <pc:sldMk cId="804160066" sldId="2652"/>
        </pc:sldMkLst>
        <pc:spChg chg="mod">
          <ac:chgData name="Zhize LI" userId="dcf8469b-f633-4120-85bb-8d33589baf96" providerId="ADAL" clId="{194D58AA-B549-5E18-AF40-6DE772E7051C}" dt="2026-03-25T02:42:02.673" v="8854" actId="20577"/>
          <ac:spMkLst>
            <pc:docMk/>
            <pc:sldMk cId="804160066" sldId="2652"/>
            <ac:spMk id="2" creationId="{7DF5C726-38AF-D137-26EF-2CC28926B6B2}"/>
          </ac:spMkLst>
        </pc:spChg>
        <pc:spChg chg="mod">
          <ac:chgData name="Zhize LI" userId="dcf8469b-f633-4120-85bb-8d33589baf96" providerId="ADAL" clId="{194D58AA-B549-5E18-AF40-6DE772E7051C}" dt="2026-04-03T21:06:26.705" v="9952"/>
          <ac:spMkLst>
            <pc:docMk/>
            <pc:sldMk cId="804160066" sldId="2652"/>
            <ac:spMk id="3" creationId="{F87C0B10-700C-00D7-AD71-7E4BF1655713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804160066" sldId="2652"/>
            <ac:inkMk id="4" creationId="{DE025193-6534-DD40-A07F-8011251156E3}"/>
          </ac:inkMkLst>
        </pc:inkChg>
      </pc:sldChg>
      <pc:sldChg chg="addSp delSp modSp new mod modNotesTx">
        <pc:chgData name="Zhize LI" userId="dcf8469b-f633-4120-85bb-8d33589baf96" providerId="ADAL" clId="{194D58AA-B549-5E18-AF40-6DE772E7051C}" dt="2026-04-03T21:13:53.542" v="10001"/>
        <pc:sldMkLst>
          <pc:docMk/>
          <pc:sldMk cId="3055790836" sldId="2653"/>
        </pc:sldMkLst>
        <pc:spChg chg="mod">
          <ac:chgData name="Zhize LI" userId="dcf8469b-f633-4120-85bb-8d33589baf96" providerId="ADAL" clId="{194D58AA-B549-5E18-AF40-6DE772E7051C}" dt="2026-04-03T21:13:53.542" v="10001"/>
          <ac:spMkLst>
            <pc:docMk/>
            <pc:sldMk cId="3055790836" sldId="2653"/>
            <ac:spMk id="2" creationId="{0F618BFA-B897-3DB5-BE54-6097DDAD39EE}"/>
          </ac:spMkLst>
        </pc:spChg>
        <pc:spChg chg="add mod">
          <ac:chgData name="Zhize LI" userId="dcf8469b-f633-4120-85bb-8d33589baf96" providerId="ADAL" clId="{194D58AA-B549-5E18-AF40-6DE772E7051C}" dt="2026-03-25T03:08:18.208" v="9170" actId="207"/>
          <ac:spMkLst>
            <pc:docMk/>
            <pc:sldMk cId="3055790836" sldId="2653"/>
            <ac:spMk id="4" creationId="{7D1EB35D-F9B3-6CD4-C172-F5628273E46F}"/>
          </ac:spMkLst>
        </pc:spChg>
        <pc:spChg chg="add mod">
          <ac:chgData name="Zhize LI" userId="dcf8469b-f633-4120-85bb-8d33589baf96" providerId="ADAL" clId="{194D58AA-B549-5E18-AF40-6DE772E7051C}" dt="2026-03-25T03:07:05.374" v="9152" actId="1076"/>
          <ac:spMkLst>
            <pc:docMk/>
            <pc:sldMk cId="3055790836" sldId="2653"/>
            <ac:spMk id="5" creationId="{29333E3F-D82C-F7EE-B339-89F0C045454E}"/>
          </ac:spMkLst>
        </pc:spChg>
        <pc:spChg chg="add mod">
          <ac:chgData name="Zhize LI" userId="dcf8469b-f633-4120-85bb-8d33589baf96" providerId="ADAL" clId="{194D58AA-B549-5E18-AF40-6DE772E7051C}" dt="2026-03-25T03:07:05.374" v="9152" actId="1076"/>
          <ac:spMkLst>
            <pc:docMk/>
            <pc:sldMk cId="3055790836" sldId="2653"/>
            <ac:spMk id="6" creationId="{7CC003AD-CC80-EE05-2307-C4BA178195E2}"/>
          </ac:spMkLst>
        </pc:spChg>
        <pc:spChg chg="add mod">
          <ac:chgData name="Zhize LI" userId="dcf8469b-f633-4120-85bb-8d33589baf96" providerId="ADAL" clId="{194D58AA-B549-5E18-AF40-6DE772E7051C}" dt="2026-03-25T03:07:05.374" v="9152" actId="1076"/>
          <ac:spMkLst>
            <pc:docMk/>
            <pc:sldMk cId="3055790836" sldId="2653"/>
            <ac:spMk id="7" creationId="{C9DE1FC1-CF69-3CD2-94A3-D26EE387CEF3}"/>
          </ac:spMkLst>
        </pc:spChg>
        <pc:spChg chg="add mod">
          <ac:chgData name="Zhize LI" userId="dcf8469b-f633-4120-85bb-8d33589baf96" providerId="ADAL" clId="{194D58AA-B549-5E18-AF40-6DE772E7051C}" dt="2026-03-25T03:07:05.374" v="9152" actId="1076"/>
          <ac:spMkLst>
            <pc:docMk/>
            <pc:sldMk cId="3055790836" sldId="2653"/>
            <ac:spMk id="8" creationId="{46927710-88EE-82DE-E1C1-959619EB99DD}"/>
          </ac:spMkLst>
        </pc:spChg>
        <pc:spChg chg="add mod">
          <ac:chgData name="Zhize LI" userId="dcf8469b-f633-4120-85bb-8d33589baf96" providerId="ADAL" clId="{194D58AA-B549-5E18-AF40-6DE772E7051C}" dt="2026-03-25T03:07:05.374" v="9152" actId="1076"/>
          <ac:spMkLst>
            <pc:docMk/>
            <pc:sldMk cId="3055790836" sldId="2653"/>
            <ac:spMk id="9" creationId="{8AA390E0-C1D3-AC28-51C6-027E25353B7C}"/>
          </ac:spMkLst>
        </pc:spChg>
        <pc:inkChg chg="add">
          <ac:chgData name="Zhize LI" userId="dcf8469b-f633-4120-85bb-8d33589baf96" providerId="ADAL" clId="{194D58AA-B549-5E18-AF40-6DE772E7051C}" dt="2026-03-25T06:28:48.225" v="9796"/>
          <ac:inkMkLst>
            <pc:docMk/>
            <pc:sldMk cId="3055790836" sldId="2653"/>
            <ac:inkMk id="3" creationId="{694C5668-003D-7D04-3A35-F61597E1FD46}"/>
          </ac:inkMkLst>
        </pc:inkChg>
      </pc:sldChg>
      <pc:sldChg chg="modSp new mod modNotesTx">
        <pc:chgData name="Zhize LI" userId="dcf8469b-f633-4120-85bb-8d33589baf96" providerId="ADAL" clId="{194D58AA-B549-5E18-AF40-6DE772E7051C}" dt="2026-04-03T21:27:28.004" v="10048" actId="20577"/>
        <pc:sldMkLst>
          <pc:docMk/>
          <pc:sldMk cId="20186981" sldId="2654"/>
        </pc:sldMkLst>
        <pc:spChg chg="mod">
          <ac:chgData name="Zhize LI" userId="dcf8469b-f633-4120-85bb-8d33589baf96" providerId="ADAL" clId="{194D58AA-B549-5E18-AF40-6DE772E7051C}" dt="2026-03-25T03:42:44.504" v="9794" actId="20577"/>
          <ac:spMkLst>
            <pc:docMk/>
            <pc:sldMk cId="20186981" sldId="2654"/>
            <ac:spMk id="2" creationId="{05284052-D082-27ED-192D-7947D521351D}"/>
          </ac:spMkLst>
        </pc:spChg>
        <pc:spChg chg="mod">
          <ac:chgData name="Zhize LI" userId="dcf8469b-f633-4120-85bb-8d33589baf96" providerId="ADAL" clId="{194D58AA-B549-5E18-AF40-6DE772E7051C}" dt="2026-04-03T21:25:23.982" v="10031" actId="14100"/>
          <ac:spMkLst>
            <pc:docMk/>
            <pc:sldMk cId="20186981" sldId="2654"/>
            <ac:spMk id="3" creationId="{E5CCB66D-885D-FECB-859D-7EBAFA413D5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03:12.92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14058 7412 7533,'-35'-28'-1709,"-8"23"1709,15 35 0,3 16 0,9-15 0,0 3 0,1 2 0,-1 2-431,1-2 0,-1 2 0,0 1 0,0 1 0,1-2 431,0 1 0,0 0 0,1-1 0,-1 0 0,1-3 221,-5 11 0,0-4 0,2-5-221,1-2 0,7-16 0,11-22 0,16-29 0</inkml:trace>
  <inkml:trace contextRef="#ctx0" brushRef="#br0" timeOffset="266">13847 7425 0,'17'-25'0,"-7"44"0,-5 18 0,-2 11 0,0-8 0,-1 5 0,2 2 0,2-3 0,3-3 0,1 0 0,2-2 0,1-2 386,0 9 0,2-2 0,6-20-386,10-29 0,7-18 0,-7-3 0,-12-1 0,-1-6 0,4-4 0,4-8 0,0 1 0,-6 10 0,-8 7 0,1 10 0,30 15 0,-38 38 0,-10 16 83,5-11 0,-1 5 0,0 1 0,0-1-83,-2-4 0,0 1 0,1-2 0,2-1 0,3 6 0,3-1 0,2-3 0,6 4 0,0 1 0</inkml:trace>
  <inkml:trace contextRef="#ctx0" brushRef="#br0" timeOffset="766">14764 7821 7533,'-27'18'-570,"1"0"0,-1 3 1,1 2 569,2 1 0,3 3 0,0 13 0,7 2 0,9-12 0,8-3 0,11 0 0,7-10 0,10-25 0,3-14 0,-9-1 0,0-4 0,-3-2 0,4-11 0,-7 0 0,-7 11 0,-8 10 0,-14 22 0,-8 40 0,7-11 0,5 3 0,10-1 0,5-2 0,0-1 0,4-5 0,24-3 0,-3-24 0</inkml:trace>
  <inkml:trace contextRef="#ctx0" brushRef="#br0" timeOffset="968">14940 7933 5824,'-9'25'0,"1"-1"0,1 14 0,4 1 0,1-2 0,4-1 0,0 4 0,6-15 0,25-51 0,-14-13 0,-1-10 0,-2 7 0,-1-3 0,-1 2 0,0-6 0,0 4 0,1 14 0,1 6 0,4 11 0,15-4 0</inkml:trace>
  <inkml:trace contextRef="#ctx0" brushRef="#br0" timeOffset="1282">15240 7350 5824,'-10'47'0,"6"-22"0,0 2 0,3 10 0,2 6-468,2 2 0,0 6 0,-1 0 468,-1-8 0,-1 0 0,0 2 0,1-1 0,1 3 0,0 2 0,0-2 0,0-2 0,0 2 0,0-3 0,2-6 0,-1-7 0,4-11 0,10-21 0</inkml:trace>
  <inkml:trace contextRef="#ctx0" brushRef="#br0" timeOffset="1499">15434 7635 6183,'-29'32'-120,"-1"-1"0,5-6 1,1 2 119,0 10 0,3-2 0,5-3 0,42-4 0,3-20 0,-1 10 0,3 16 0,-19-10 0,13 12 0,-7-19 0</inkml:trace>
  <inkml:trace contextRef="#ctx0" brushRef="#br0" timeOffset="1752">15610 7821 7533,'-13'40'-570,"-1"0"0,3 2 1,4-3 569,9-11 0,4-2 0,14 14 0,4-45 0,3-12 0,-2-16 0,-3-7 0,-3 2 0,-9-1 0,-13-4 0,-11 11 0,-13 32 0,-3 11 0,-1 8 0,5 6 0,5 10 0,9-1 0,14 4 0,23-16 0,2-16 0</inkml:trace>
  <inkml:trace contextRef="#ctx0" brushRef="#br0" timeOffset="1966">15840 7808 6633,'-4'39'-158,"1"0"1,0-1 0,-3 12 0,4-2 67,6-2 0,8-11 90,31-21 0,-18-39 0,-1-12 0,4 8 0,-3-2 0,-12-3 0,-2-3 0,-2 4 0,9-8 0,-8 4 0,-3 20 0</inkml:trace>
  <inkml:trace contextRef="#ctx0" brushRef="#br0" timeOffset="2967">13564 8416 0,'-17'-11'0,"7"-3"163,2-16-163,8 4 0,29 13 0,13 6 0,-9 8 0,4 4 0,4 0-28,-5 0 1,4 0 0,2 0 0,2 1 0,1 0 0,-1 0 27,-1 1 0,0-1 0,2 1 0,0 0 0,0-1 0,1 1 0,1-1 0,-2-1 0,0 1 0,1-1 0,1-1 0,0 1 0,1-1 0,0 0 0,0 0 0,-1-1 0,2 0 0,1-1 0,-1 0 0,1 0 0,0 0 0,-2-1 0,-1 1 0,-2-1 0,1 0 0,-3 1 0,-1-1 0,0-1 0,0 1 0,1-1 0,3 0 0,0 0 0,2-1 0,3 0 0,1-1 0,-1 1 0,0-1 0,-2 1 0,-4-1 0,-3 2 0,4-1 0,-5 0 0,-2 1 0,1-1 0,2 1 0,2-1 0,3-1 0,1 0 0,-1 1 0,-2 2 0,-6 4 0,10 7 0,-5 5 0,-7 1 0,-6-1 0,-6 4 0,-5 12 0,0-1 0</inkml:trace>
  <inkml:trace contextRef="#ctx0" brushRef="#br0" timeOffset="5766">13441 9482 7533,'-18'-30'-1709,"8"15"1709,10 20 0,10 17 0,-4 16 0,-2 10-322,1-8 0,1 2 0,-1 2 322,-4-4 0,0 2 0,-1 1 0,0-2-227,0 8 0,0-2 0,0-1 227,0-6 0,-1-1 0,0-7 0,-7 7 0,0-21 0,-2-20 0</inkml:trace>
  <inkml:trace contextRef="#ctx0" brushRef="#br0" timeOffset="6018">13476 9445 0,'-2'-42'0,"20"14"0,6 10 0,5 5 0,2 9 0,2 8 702,10 10 0,-7 8-702,-21 0 0,-7 3 0,-5 11 0,-10 0 127,-16-3 0,-8-2-127,0 0 0,-1-1 0,-8-3 0,3-4 0,4 3 0,-6-4 0,39-15 0</inkml:trace>
  <inkml:trace contextRef="#ctx0" brushRef="#br0" timeOffset="6233">14023 9259 7533,'-20'-14'-1709,"5"3"1709,-1 30 0,0 17 0,6-6 0,0 6 0,1 3 0,-1 2-533,-1 1 1,-2 2 0,0 2 0,3 1 0,2 0 532,4 0 0,3 2 0,2 0 0,2-1 0,2-3 0,2 0 0,1-1 0,3-3 0,4-5 0,7-3 0,3-6 0,3-7 0,10-11 0,0 0 0</inkml:trace>
  <inkml:trace contextRef="#ctx0" brushRef="#br0" timeOffset="7750">14376 9445 6183,'-10'-7'-359,"-6"1"359,6 12 0,-23 17 0,12 5 0,4-5 0,0 2 0,3 0 0,3-1 0,-1 10 0,-4 1 0,24-17 0,18 1 0,-8-3 0,1 4 0,4 5 0,-1 5 0,-4 6 0,-9 4 0,-12 1 0,-9 0 0,-8-1 0,-7-5 0,-8-11 0,-3-4 0,10-7 0,1-3 0,-14-4 0</inkml:trace>
  <inkml:trace contextRef="#ctx0" brushRef="#br0" timeOffset="10368">14376 10039 5824,'8'14'0,"-7"-3"0,23-11 0,3 0 0,-5 0 0,17-6 0,-35-6 0,12-8 0</inkml:trace>
  <inkml:trace contextRef="#ctx0" brushRef="#br0" timeOffset="10535">14446 9890 5824,'-13'36'0,"-1"0"0,3 5 0,4 0 0,8 2 0,6-1 0,5-8 0,3-7 0,7-9 0,2-26 0</inkml:trace>
  <inkml:trace contextRef="#ctx0" brushRef="#br0" timeOffset="10668">14552 10138 6183,'0'14'-359,"24"-9"359,5-17 0,0-2 0,3-4 0,-22 6 0</inkml:trace>
  <inkml:trace contextRef="#ctx0" brushRef="#br0" timeOffset="10833">14658 10014 6633,'-18'21'-405,"1"-1"1,-11 20 404,18-16 0,3 2 0,0 9 0,6 0 0,9 4-656,-6-10 1,5-6-1,19-16 1,1-8 0</inkml:trace>
  <inkml:trace contextRef="#ctx0" brushRef="#br0" timeOffset="10982">14781 10002 7533,'-17'45'-428,"-1"-1"1,8-12 0,1 0 0,1 1 427,0 4 0,2 2 0,2-3 0,2 2 0,4-4 0,3-8 0,0-1 0</inkml:trace>
  <inkml:trace contextRef="#ctx0" brushRef="#br0" timeOffset="11333">14958 9333 5914,'-4'45'-18,"0"0"0,2-10 0,-1 2 0,1 2 0,-1 1 18,-1 5 0,0 1 0,-1 1 0,1 2-547,-1-8 1,1 3 0,-1 1 0,1-1 0,0-1 0,0-3 57,1 5 0,0-3 0,0-1 0,0 0 489,0 0 0,-2 1 0,1-3 0,1-5 0,-1-1 0,0-4 0,-1-1 0,0-1 0</inkml:trace>
  <inkml:trace contextRef="#ctx0" brushRef="#br0" timeOffset="12150">15399 9432 5914,'-16'-13'-90,"-11"29"90,1 9 0,-1 6 0,7-3 0,2 3 0,1 0 0,-3 14 0,3-1 0,0-8 0,10-5 0,38 5 0,1-7 0,-1-17 0,-1 2 0,-16 8 0,-7 4 0,-7 5 0,-10 0 0,-14 3 0,-7-3 0,3-1 0,0-3 0,5-10 0,2-4 0,6-2 0,15-11 0</inkml:trace>
  <inkml:trace contextRef="#ctx0" brushRef="#br0" timeOffset="12399">15381 10064 6183,'18'7'-359,"-1"4"359,9-10 0,-7-1 0,15-7 0,-22-5 0,3-1 0</inkml:trace>
  <inkml:trace contextRef="#ctx0" brushRef="#br0" timeOffset="12549">15505 9903 7533,'-18'24'-1709,"-8"18"1709,12-3 0,1 6 0,5-11 0,1 1 0,2 0 0,5 1 0,3-1 0,2-2 0,3 6 0,6-7 0,7-17 0,1-1 0</inkml:trace>
  <inkml:trace contextRef="#ctx0" brushRef="#br0" timeOffset="13783">15804 10312 7533,'-19'0'-1709,"3"0"1709,16 11 0,0 2 0,-16 28 0,0-15 0,-3 0 0,-4 3 0,-1-1 0,5-5 0,1-1 0,-6 6 0</inkml:trace>
  <inkml:trace contextRef="#ctx0" brushRef="#br0" timeOffset="14201">16104 9568 7533,'-27'-26'-1709,"1"9"1709,-7 44 0,19-2 0,-6 14 0,1 8-136,11 0 0,4 1 136,-3 2 0,5-1 33,10-2 1,9-14-34,22-37 0,-11-20 0,-3-11 0,-5-10 0,-5-1 0,-5 6 0,-2 10 0,0 23 0,-10 30 0,-4 17 0,4-6 0,1 3 0,2 1 0,3 6 0,3 1 0,-2-4-532,-4 1 1,4-4 0,10-1 0,1-6 0,-6-12 0</inkml:trace>
  <inkml:trace contextRef="#ctx0" brushRef="#br0" timeOffset="14350">16298 10101 7533,'-9'5'-1350,"1"-3"991,23 4 359,-11-6 0,28 0 0,-13 0 0,9-6 0,-3-1 0,-7-5 0</inkml:trace>
  <inkml:trace contextRef="#ctx0" brushRef="#br0" timeOffset="14500">16422 9977 7533,'-18'32'-570,"1"1"0,1 7 1,4 2 569,5 7 0,4-1 0,2-11 0,4-4 0,23 7 0,1-35 0</inkml:trace>
  <inkml:trace contextRef="#ctx0" brushRef="#br0" timeOffset="14683">16651 10262 7533,'20'19'-720,"-5"5"90,-30 6 630,-13 8 0,10-18 0,-1-1 0,-3-1 0,1 0 0</inkml:trace>
  <inkml:trace contextRef="#ctx0" brushRef="#br0" timeOffset="15383">17251 9482 7533,'-26'-7'-1709,"-17"29"1709,12 5 0,0 8 0,8-5 0,1 2 0,2 2 0,-1 1 0,2 2 0,6-2 0,7 10 0,10-3 0,12-6 0,5-6 0,13 3-289,2-13 1,-2 0 288,-18 6 0,17 11 60,-35-5 1,-12 1-61,-12 1 0,-8-2 0,7-6 0,-2 1 0,0-4-541,-8 1 1,0-4 0,6-4 0,5-5 0,8-4 0</inkml:trace>
  <inkml:trace contextRef="#ctx0" brushRef="#br0" timeOffset="16149">17233 10250 7533,'-17'24'-1709,"7"1"1709,25-11 0,23-14 0,-7-8 0,0-3 0,9-10 0,-9-2 0</inkml:trace>
  <inkml:trace contextRef="#ctx0" brushRef="#br0" timeOffset="16316">17357 10076 7533,'-14'30'-570,"0"0"0,-4 11 1,3 4 569,9-8 0,3 2 0,0 0 0,-1-4 0,-1 0 0,6-2 0,13 7 0,6-7 0,3-10 0,18-25 0</inkml:trace>
  <inkml:trace contextRef="#ctx0" brushRef="#br0" timeOffset="16950">17463 10423 5824,'25'-10'0,"0"1"0,7-3 0,9 1 0,-23 3 0</inkml:trace>
  <inkml:trace contextRef="#ctx0" brushRef="#br0" timeOffset="17382">17780 10200 5824,'-25'41'0,"18"-11"0,2 2 0,-4 9 0,2 1 0,6 3 0,2-2 0,-1-13 0,0-2 0,0 12 0</inkml:trace>
  <inkml:trace contextRef="#ctx0" brushRef="#br0" timeOffset="17916">18062 10547 5824,'-17'25'0,"-1"0"0,0 0 0,1-1 0,-11 9 0,11-9 0,9-19 0</inkml:trace>
  <inkml:trace contextRef="#ctx0" brushRef="#br0" timeOffset="18332">18697 9568 7533,'-34'-6'-570,"0"-1"0,-10 18 1,-1 10 569,13-2 0,1 5 0,2 4-298,6 0 1,2 5 0,1 2 0,4 1 297,-1 10 0,5 2 0,6-2 0,6-4 0,6-1 0,5-6 190,13 4 0,7-15-190,8-25 0,3-15 0,-14-5 0,0-8 0,-4-4-55,-6 2 0,-1-5 0,-3 0 0,0 0 55,0-5 0,-1 1 0,-5 3 0,-4-9 0,-8 19 0,-24 68 0,17-8 0,1 7 0,2 3-75,2-4 1,0 3-1,2 0 1,2 0 74,4 0 0,2 0 0,2-1 0,0-3 0,0-2 0,1-2 0,2-3 0,7 4 0,1-1 0</inkml:trace>
  <inkml:trace contextRef="#ctx0" brushRef="#br0" timeOffset="18483">18768 10225 5824,'25'12'0,"11"-10"0,-7-4 0,4-10 0,-15-1 0</inkml:trace>
  <inkml:trace contextRef="#ctx0" brushRef="#br0" timeOffset="18633">18944 10064 7533,'-26'42'-570,"-1"0"0,7 2 1,3 1 569,1 4 0,7-3 0,11-12 0,3-4 0,-1 4 0,12-28 0</inkml:trace>
  <inkml:trace contextRef="#ctx0" brushRef="#br0" timeOffset="18766">18979 10287 6633,'46'1'-203,"-11"-2"1,-18-17 0,-9-1 0</inkml:trace>
  <inkml:trace contextRef="#ctx0" brushRef="#br0" timeOffset="18900">19156 10163 6633,'-8'47'-405,"4"-14"1,-2 2 404,-3-4 0,1 0 0,2 6 0,2-3 0,-4 3 0</inkml:trace>
  <inkml:trace contextRef="#ctx0" brushRef="#br0" timeOffset="19366">19456 10361 5824,'-13'34'0,"0"0"0,0-2 0,-1-1 0,-14 9 0,3-7 0,7-26 0</inkml:trace>
  <inkml:trace contextRef="#ctx0" brushRef="#br0" timeOffset="19883">19808 10002 7533,'-19'-1'-428,"19"2"1,12 11 0,13 0 0</inkml:trace>
  <inkml:trace contextRef="#ctx0" brushRef="#br0" timeOffset="20033">20091 10051 7533,'-18'0'-1709,"8"6"1709,10 1 0,2 5 0,6 1 0</inkml:trace>
  <inkml:trace contextRef="#ctx0" brushRef="#br0" timeOffset="20182">20426 10175 7533,'-20'-7'-405,"5"7"0,22 7 0,3 5 1</inkml:trace>
  <inkml:trace contextRef="#ctx0" brushRef="#br0" timeOffset="20316">20673 10187 6183,'-10'17'-90,"2"-13"0,8 13 1</inkml:trace>
  <inkml:trace contextRef="#ctx0" brushRef="#br0" timeOffset="21950">21114 9754 5824,'0'-20'0,"0"8"0,0 1 0,0 10 0,0-5 0,0 6 0,0 0 0,0-5 0,0 4 0,0-5 0,0 6 0,0 0 0,0 6 0,0-5 0,0 4 0,0-5 0,0 0 0,-16 6 0,4 6 0,-21 18 0,18-8 0,3 1 0,-8 16 0,11-12 0,2-1 0,7 1 0,16 20 0,-7-22 0,2 0 0,2 6 0,1 1 0,0 2 0,-3 1 0,-7-4 0,-6 0 0,-4-5 0,-5-3 0,-19 9 0,-13-14 0,24-12 0,19-6 0,19 0 0</inkml:trace>
  <inkml:trace contextRef="#ctx0" brushRef="#br0" timeOffset="22282">21167 10299 7533,'-10'36'-1709,"2"-3"1709,24 10 0,3-23 0,17-20 0,-9-37 0,-16 12 0,-4-2 0,-4 0 0,-6 3 0,-23-1 0,-3 32 0,1 19 0,13 0 0,15-2 0</inkml:trace>
  <inkml:trace contextRef="#ctx0" brushRef="#br0" timeOffset="23033">21449 10398 7533,'-18'-1'-1709,"8"2"1709,-5 17 0,5 1 0,-8 1 0,9-8 0,1-6 0</inkml:trace>
  <inkml:trace contextRef="#ctx0" brushRef="#br0" timeOffset="23433">21696 9878 7533,'-18'-20'-1709,"1"8"1709,-9 12 0,11 20 0,3 5 0,-8 3 0,8 0 0,1 7 0,3-2 0,5 2 0,2-2 0,-9 3 0,4 0 0,11-6 0,6-8-3277,16-21 3162,10-4 115,-1-31 0,-14 2 0,-3-2 0,-5-13-1135,3-1 1,-3 5 1134,-12 24 0,6-14 0,-16 72 2027,-2-19-2027,1 12 0,0 5-1095,4 6 1,1-2 1094,-1-14 0,2 1 1019,9 19 1,4-3-1020,1-11 0,15-1 0,-9-9 0</inkml:trace>
  <inkml:trace contextRef="#ctx0" brushRef="#br0" timeOffset="23782">21872 10312 7533,'-25'24'-1709,"13"-4"-1568,-12 9 893,23-14 3793,1 8-1409,17-16 0,3-1 860,5-17-860,1-25 0,-15 11 0,-1-7 0,-4 2 3276,-6 17-3160,-8-20-116,-17 32 0,3 1-3277,-11 18 3248,23-3 0,2 3 0,8-12 1</inkml:trace>
  <inkml:trace contextRef="#ctx0" brushRef="#br0" timeOffset="24282">22137 9555 5824,'0'44'0,"0"-1"0,-4-13 0,0-1 0,-1 17 0,0-1-476,0-18 0,0-3 476,1 7 0,1 0-1639,2 0 1,2-5 1238,-1-8 1311,7 22-911,-5 1 0,6-16 0,-6 9 0,-4 5 90,-5 2 0,-2-1-90,8-5 0,-1 2 359,-5 2 1,-1 3 0,-1-3-945,1-5 1,-2-1 260,-2 9 0,-3-3 0,2-12 1,-1-4-1,-12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07:04.34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5027 8255 7533,'-37'7'-1709,"-4"-2"1709,13-16 0,9-8 0,26-7 0,22 13 0,11 7 119,-6 4 1,3 2 0,2 2-106,0-2 0,2 2 0,2-1 0,0-2 211,3 0 0,1-1 0,0-2 0,0 0 44,1-1 1,2-2 0,-1 0 0,0-1 0,-2-1 0,0-2 0,-1 1 0,0 1-46,-4 2 1,0 0 0,0 2 0,-2-1 45,11 0 0,-1 0 0,-2 2-229,-3 1 1,-1 2 0,1-2 138,1-2 0,1-1 0,-1-1-150,-4 1 0,-1 0 0,1-1-90,2-1 0,1-1 0,-2 1-30,-7 1 0,0 1 0,-1 0 30,3 1 0,-1 1 0,0 0-92,12 1 1,0 1 151,-12 2 0,2 0 0,-1 0 30,-2 0 0,-1 0 0,1 0 0,3 0 0,-1 0 0,-1 0-223,5 0 1,-2 0 237,-1 0 0,-1 0 90,4 0 0,0 0 90,-8 0 0,1 0-91,7 0 1,2 0 315,3 0 0,-2 0-270,-19 0 0,1 0 224,22-3 1,0 0 428,0 2-654,-15-5 1,1 1 45,-4 4 0,-2 0-135,18-4 146,-21 5 0,-1 0-1945,11 0-504,-17-5 144,-3 3 2252,-16-9 1,0-1 0,0-7 0</inkml:trace>
  <inkml:trace contextRef="#ctx0" brushRef="#br0" timeOffset="2966">15258 6123 7533,'-10'-14'-1709,"2"3"1709,8 55 0,0-1 0,0 8 0,0-13 0,-1 4 0,1 1 0,1-2-491,1 7 1,1-2 0,0 0 490,0-1 0,0-2 0,1-7 0,5 1 347,15-26-347,-4-29 0,15-8 0,-14 8 0,1 5 0,7 15 0,-11 37 0,-26 0 0,-9 5 0,3-12 0,-3 0 0,0-2 0,-6 6 0,-1-7 0,-9 0 0,33-37 0,10-22 0,8-2 0</inkml:trace>
  <inkml:trace contextRef="#ctx0" brushRef="#br0" timeOffset="3216">15575 6668 6633,'0'32'-405,"0"0"1,16 12 404,27-48 0,-18-12 0,-1-8-1093,-4-7 1,-3-7 0,-1 3-100,-1 5 0,-5 0 1192,-8-12 0,-12 11 616,-33 46-616,2 1 286,13 8 1,-2 7-1,6 1-286,9 5 0,4 2 0,-6 9 0,11-2 0,23-18 0,9-7 0,-3-9 0,3-7 0,8-8 0,1-1 0</inkml:trace>
  <inkml:trace contextRef="#ctx0" brushRef="#br0" timeOffset="3483">15963 6594 7533,'-35'18'-1709,"7"-5"1709,3 16 0,15-8 0,2 4 0,40-2 0,-1-14 0,-3-3 0,-3 4 0,-13 25 0,-15-10 0,-6 2 0,-7 3 0,-5-1 0,-1-4 0,1-7 0,1-13 0,4-24 0,16-12 0</inkml:trace>
  <inkml:trace contextRef="#ctx0" brushRef="#br0" timeOffset="3600">15981 6693 7533,'17'-12'-1709,"9"-6"1709,-6 3 0,3 0 0,4-2 0,1 0 0,-4-1 0,-1-1 0,-2 4 0,-1 0 0</inkml:trace>
  <inkml:trace contextRef="#ctx0" brushRef="#br0" timeOffset="3783">16263 6098 0,'-25'37'0,"-1"0"0,11-3 0,1 4 0,1 2 0,0 1 0,-1 5 0,1 2 0,1 1 0,4 0 0,5-9 0,1 2 0,3 0 0,3-2 0,2-3 0,8 9 0,6-3 0,3-9 0,9-8 0,4-11 0,2-17 0,-1 1 0</inkml:trace>
  <inkml:trace contextRef="#ctx0" brushRef="#br0" timeOffset="4116">16475 6197 5824,'27'29'0,"1"0"0,-9-1 0,0 4 0,-6 2 0,-9 8 0,-6 3 0,-4 1-540,-1-4 1,-2 3-1,-3-1 1,-5-3 539,-3-7 0,-4-1 0,-3-1 0,0-2 0,1 0-270,-1 1 0,1-1 0,0-2 1,-3-1-1,-1-3 0,-3-1 0,0-2 1,4-3-1,-6 1 0,-1 0 0</inkml:trace>
  <inkml:trace contextRef="#ctx0" brushRef="#br0" timeOffset="4333">15187 5962 0,'-37'11'0,"0"0"0,13 19 0,2 13 0,3 5 0,-1-4 0,1-9 0,1-2 0,0 2 0,5 7 0,5-5 0,2 5 0,2 4 0,1 2 0,2 0 0,1-1 0,2-3 0,2-5 0,5 10 0,4-4 0,3-3 0,3 2 0,-2-7 0,3 3 0,2 0 0,1-2 0,1-4 0,-1-5 0,11 2 0,1-8 0,2-3 0,6-4 0,-1 0 0,0-1 0</inkml:trace>
  <inkml:trace contextRef="#ctx0" brushRef="#br0" timeOffset="5866">17039 6532 5914,'-10'0'-90,"42"6"90,17-16 0,-16 0 0,-2-5 0,-4-3 0,-10-4 0,-20-3 0,-10 1 0,-26-3 0,8 25 0,-1 10 0,3 10 0,5 8 0,7 10 0,7 4 0,5-1 0,10-1 0,15-6 0,11-8 0,8-10 0,4-10 0,-8-5 0,-2-6 0,0-6 0,-1 1 0</inkml:trace>
  <inkml:trace contextRef="#ctx0" brushRef="#br0" timeOffset="6066">17357 6383 7533,'-20'-5'-1709,"12"26"1709,34 17 0,-1-5 0,3 4 0,0 4 0,0-1 0,0-4 0,-3-3 0,-10-9 0,-4-4 0,-3 4 0,-8-18 0</inkml:trace>
  <inkml:trace contextRef="#ctx0" brushRef="#br0" timeOffset="6233">17568 6309 7533,'-19'23'-570,"-1"1"0,-4 13 1,-1 0 569,-3-9 0,-1 2 0,8 0 0,1 4 0,4-2 0,5-1 0,3-2-656,-2-2 1,2-1-1,8 20 1,10-34 0</inkml:trace>
  <inkml:trace contextRef="#ctx0" brushRef="#br0" timeOffset="6550">17604 6445 5824,'22'-15'0,"1"0"0,20-6 0,-8 14 0,-15 49 0,-18-4 0,-4 6 0,-3-4 0,-2 3 0,-1 0-154,-2 4 1,-3 2-1,1-2 154,0-5 0,-1-1 0,3-3 0,-1 6 0,2-7 0,-7-2 0,16-37 0</inkml:trace>
  <inkml:trace contextRef="#ctx0" brushRef="#br0" timeOffset="6783">17762 6433 7533,'22'-19'-570,"-1"-1"0,2 5 1,0 6 569,22 19 0,-28 10 0,-7 5 0,-14 6 0,-8 2 0,-5 9 0,-5-4 0,-1-13 0,-1-3 0,-9 12 0,25-34 0,8-7 0</inkml:trace>
  <inkml:trace contextRef="#ctx0" brushRef="#br0" timeOffset="7067">17992 6470 7533,'8'32'-1709,"17"-13"1709,20-30 0,-16-8 0,-3-6 0,-5-4 0,-5-1 0,-3 0 0,-10 9 0,-52 30 0,23 16 0,1 10 0,3-5 0,-1 2 0,5 2 0,0 14 0,11-2 0,11-12 0,9-6 0,8-13 0,3-6 0,16-4 0,1-18 0</inkml:trace>
  <inkml:trace contextRef="#ctx0" brushRef="#br0" timeOffset="7266">18380 6408 7533,'-41'0'-1529,"1"22"1574,9 2 0,2 7-180,11 7 0,6 3 135,-4 4 0,9-2 0,17-16 0,3-3-820,1 4 1,19-40 0,-15-1 0</inkml:trace>
  <inkml:trace contextRef="#ctx0" brushRef="#br0" timeOffset="7400">18397 6532 5824,'-19'6'0,"50"-21"0,-3 10 0,1-5 0,0-3 0,-3 0 0</inkml:trace>
  <inkml:trace contextRef="#ctx0" brushRef="#br0" timeOffset="7600">18538 6061 7533,'-27'27'-855,"9"8"1,3 9 854,6-3 0,3 4 0,1 3-433,0-6 0,0 2 0,1 1 1,0 0 432,3 0 0,1 0 0,1-1 0,-1-3-134,0-2 1,0-2 0,2-3 0,5 8 0,2-10-1,1-14 1</inkml:trace>
  <inkml:trace contextRef="#ctx0" brushRef="#br0" timeOffset="7866">18574 6606 5824,'8'19'0,"17"-6"0,4-24 0,7-10 0,-34-10 0,-22 22 0,-17 23 0,9 19 0,13 4 0,38-17 0,-9-9 0,19-11 0,-15 0 0</inkml:trace>
  <inkml:trace contextRef="#ctx0" brushRef="#br0" timeOffset="8250">18874 6557 7533,'-34'5'-1709,"5"2"1709,6 5 0,3 5 0,0 27 0,11-13 0,3 2 0,2-5 0,8-4 0,19-5 0,-5-38 0,1-15 0,0-1 0,-1-6 0,0-3-222,-5 8 1,0-2 0,0-2-1,-2 0 1,0 1 221,0-7 0,-2-1 0,-1 2 0,1 1 0,4-7 0,-1 1 0,-4 8 0,-5 7 0,-4 16 584,-2 44 1,-3 21-765,-1-7 0,0 5 1,1 3-464,4-1 1,1 3 0,1-1 0,1-2 642,-1 0 0,0-3 0,4-1 0,5-5 0,2-1 0,2-6 0,15 7 0</inkml:trace>
  <inkml:trace contextRef="#ctx0" brushRef="#br0" timeOffset="8683">19385 6482 5824,'42'-18'0,"0"1"0,5-2 0,-1-1 0,-8 0 0,0 1 0,1 4 0,-6 0 0,-5-3 0</inkml:trace>
  <inkml:trace contextRef="#ctx0" brushRef="#br0" timeOffset="8867">19632 6074 7533,'-22'20'-428,"-1"-1"1,7 9 0,1 5 0,3 3 427,2 0 0,3 3 0,1 2 0,1 1-389,2 5 0,2 2 0,1 0 0,2-2 389,3-4 0,0 0 0,3-2 0,2-4 0,3-2 0,3-4 0,2-5 0,4-5 0,1-9 0,10-19 0</inkml:trace>
  <inkml:trace contextRef="#ctx0" brushRef="#br0" timeOffset="9083">19808 6594 5824,'2'50'0,"20"-12"0,-2-40 0,17-17 0,-25-20 0,-12-4 0,-28 3 0,-2 26 0,-5 10 0,5 12 0,4 9 0,8 5 0,10 0 0,20-4 0,23-20 0</inkml:trace>
  <inkml:trace contextRef="#ctx0" brushRef="#br0" timeOffset="9266">20055 6185 0,'-27'6'0,"17"6"163,43-4-163,1-13 0,5-6 0,-6-2 0,2-2 0,-3-3 0,7-7 0,-4-3 0,-6-2 0,-1 0 0</inkml:trace>
  <inkml:trace contextRef="#ctx0" brushRef="#br0" timeOffset="9417">20320 5863 0,'-12'22'0,"0"1"0,-6 17 0,-1 7 0,7-12 0,0 3 0,0 3 0,1 1 0,1-3 0,1 3 0,-1 0 0,2 0 0,2-1 0,1 6 0,3-1 0,0 0 0,1-3 0,0 5 0,1-1 0,3-7 0,4-7 0,4-8 0,7-14 0</inkml:trace>
  <inkml:trace contextRef="#ctx0" brushRef="#br0" timeOffset="9700">20461 6396 7533,'-23'28'-428,"0"0"1,1 0 0,-4 6 0,3-1 427,-2 3 0,14-10 0,37-30 0,-7-14 0,3-6 0,9-3 0,-1 1 0,-3 1 0,-19 51 0,-9 2 0,0 2 0,9 17 0,11-29 0,3-27 0,0-8 0,7-23 0,-12 16 0,-1-1 0</inkml:trace>
  <inkml:trace contextRef="#ctx0" brushRef="#br0" timeOffset="9867">20796 5764 7533,'-12'48'314,"0"0"1,0 0 0,0 0 0,-1 1 0,2-2 0,1-1-1,0 0 1,2 3-855,2-1 0,1 4 1,1 2-1,1-1 1,2-4-1,3-6 297,4 0 0,4-6 0,1 2 0,-3 0 0,-1 4 0,3-5 0,4-12 0,12-21 1,-1 1-1</inkml:trace>
  <inkml:trace contextRef="#ctx0" brushRef="#br0" timeOffset="10501">21343 6185 7533,'-27'26'-570,"-1"-1"0,7 8 1,7 6 569,12-7 0,6 4 0,2-3 0,3 8 0,3-4 0,16 4 0,-13-70 0,-3-9 0,0-5 0,-2 12 0,2-1 0,3 1-410,6-4 0,4 2 1,0 3-1,3 3 1,1 5-1,0 7 0,0 1 1</inkml:trace>
  <inkml:trace contextRef="#ctx0" brushRef="#br0" timeOffset="10800">21678 6235 7533,'-16'20'-570,"-1"1"0,1 1 1,2 1 569,1 3 0,7-1 0,24 13 0,7-38 0,4-10 0,1-4 0,-3-7 0,-4-9 0,-10-3 0,-17 4 0,-10 7 0,-12 20 0,-3 12 0,-1 13 0,3 8 0,9-3 0,3 3 0,5 1 0,8 14 0,12-5 0,10-18 0,5-8 0,24-11 0,-22-11 0,-3-6 0,1-18 0</inkml:trace>
  <inkml:trace contextRef="#ctx0" brushRef="#br0" timeOffset="11149">21908 6247 6633,'0'28'-270,"0"0"0,2 17 1,3-1 269,5-3 0,0-2 0,6-11 0,19-41 0,-12-7 0,-1-5 0,2-7 0,-3-3 0,-6-4 0,-3 15 0,4 39 0,-15 8 0,-2 5 0,6 12 0,6-3 0,5-13 0,3-11 0,4-27 0,1-13 0,7-8 0,-1-5 0,-6-2 0,-3 0 0,-3 12 0,-1 7 0,9 6 0</inkml:trace>
  <inkml:trace contextRef="#ctx0" brushRef="#br0" timeOffset="11483">22507 6222 6183,'-21'21'0,"-1"0"0,6 0 0,3 3-1639,-2 9 1,4 1-655,3 8 3252,8 3-959,16-42 860,4-27-860,-7 2 0,1-2 0,-1 0 0,0 1 0,4-12 3276,-7 52-2890,6 16-207,-14 1-269,13 7-269,-5-33 359,0 3 0,13-28 0,-19 2 0,12-15 0</inkml:trace>
  <inkml:trace contextRef="#ctx0" brushRef="#br0" timeOffset="11683">22684 6210 6183,'-5'31'-120,"0"0"0,0 0 1,2 0 119,3 8-3277,0 7 893,0-36 3793,8-5-1409,2-52 860,7 14-860,-9-4 0,2 0-2269,23 2 2269,-11 4 0,11 9 0,-15 15 0</inkml:trace>
  <inkml:trace contextRef="#ctx0" brushRef="#br0" timeOffset="12049">22966 6197 6183,'-37'20'-180,"19"-1"1,2 2 179,-1 2 0,9 5 0,6 2-3277,10 4 2302,-4 4 1835,27-21-860,-4-55 0,3 10 0,-12-2 0,2-8 0,-1-3-568,-5 7 1,0-2 0,-1 0 0,1 1 567,2-6 0,0 2 0,1-2 0,-1-3 0,1-4 0,0 1 0,-3 6-82,2-2 1,-2 5 81,0 1 0,-1 5 163,-5 10 856,-12 41 1,-7 24 0,0 3-346,2-6 1,0 5-1,-1 0 1,1 0-760,1-4 1,0 0-1,1 0 1,1 2 192,0-1 0,-1 3 0,2 0 0,3-3 0,6-5-108,11-2 0,7-6 0,-2 0 0,-3 13 0,3-5 0,17-12 0,1-1 0</inkml:trace>
  <inkml:trace contextRef="#ctx0" brushRef="#br0" timeOffset="13333">24007 5962 5824,'-28'26'0,"3"3"0,7-15-1639,1 5 1,1 2-746,2-3 3088,-2 3 1,1 3-705,5 8 860,0-5-860,2 13 0,8-25 0,16 14 3276,3-15-3160,25 4-116,-23-6 0,18 1 0,-35-1 0,12 6 0,-24-4 0,-17 15 0,3-14 0,-6 3 0,-1-2 0,6-6 0,-3-2 0,3-5 0,11-16 0,-4-6 0</inkml:trace>
  <inkml:trace contextRef="#ctx0" brushRef="#br0" timeOffset="13469">24077 6135 5824,'26'0'0,"-1"0"0,6 0-547,10-9 1,-1-4 0,-13-3 0,2-2 0,-1 0 0</inkml:trace>
  <inkml:trace contextRef="#ctx0" brushRef="#br0" timeOffset="13650">24359 5727 7533,'-13'32'-570,"-1"0"0,1 5 1,0 2 569,2-6 0,0 2 0,0-1-1066,0 2 0,1 2 1066,1-3 0,0 6 0,0-2 0,2-5 0,1-6 0,2-1 0,3 10 0,1 6 0,1-9 656,1-1-656,16-4 0,4-7 0,-7-20 0,26-4 0</inkml:trace>
  <inkml:trace contextRef="#ctx0" brushRef="#br0" timeOffset="13933">24500 6098 7533,'-22'19'-570,"-1"1"0,-3 11 1,1 1 569,-4 5-1639,11 1 1,3 0-746,5-8 3793,10 5-1409,33-41 0,-9-2 0,9-10 0,-2-4 860,-15-1-860,9-1 0,-3 1 0,-18 8 0,12-2 0,-16 23 3276,0 17-3160,0-7-116,0 30 0,0-30 0,0 25 0,0-26 0,15 8 0,-11-16 0,28-1 0,-13-6 0</inkml:trace>
  <inkml:trace contextRef="#ctx0" brushRef="#br0" timeOffset="14150">24694 6135 5824,'0'26'0,"0"1"0,0 8 0,0-1 0,0-4 0,0-1 0,0 0 0,0-7 0,0 1 0,0-17 0,8-34 0,2 10 0,-2-17 0,2-4-460,15 0 460,-12-7 0,2 0 0,2 26 0,1 1 0,0-10 0,-1 1 0</inkml:trace>
  <inkml:trace contextRef="#ctx0" brushRef="#br0" timeOffset="15100">24906 6036 6633,'-10'-7'-809,"10"2"809,41 5 0,-23 0 0,21 1 0,1-2 0,-15-10 0,1 5 0,-1-2 0,0-17 0</inkml:trace>
  <inkml:trace contextRef="#ctx0" brushRef="#br0" timeOffset="15299">25118 5652 7533,'-22'22'-570,"1"0"0,1 13 1,2 7 569,6-3 0,1 6 0,0 2 0,2-2-306,2-5 1,1-2 0,2 1 0,2 0 305,3 5 0,3 1 0,1-2 0,0-5 0,0 1 0,6-8 0,20-6 0,3-12 0,-11-18 0,18-2 0</inkml:trace>
  <inkml:trace contextRef="#ctx0" brushRef="#br0" timeOffset="15516">25329 5801 7533,'-27'0'-1709,"9"11"1709,11-3 0,22 15 0,-3-3 0,13-1 0,-7-1 0</inkml:trace>
  <inkml:trace contextRef="#ctx0" brushRef="#br0" timeOffset="15800">25347 6049 7533,'-14'23'-570,"1"0"0,-1 8 1,2-5 569,2-15 0,-5 22 0,13-25 0,2 16 0,10 1 0,-1-5 0,15 14 0,-12-13 0,13 4 0,-7 9 0,-1-1 0,-9 4 0,-6 4 0,-4-8 0,-4 1 0,-5 7 0,-5-2 0,2-15 0,-2-4 0,-17 3 0,23-23 0,3-12 0,7-7 0</inkml:trace>
  <inkml:trace contextRef="#ctx0" brushRef="#br0" timeOffset="16166">26070 5640 7533,'-27'25'-855,"6"-3"1,1 8 854,6 6 0,3 6 0,-2 0-1093,-2-1 1,-1 0 0,2 0 601,3 3 1,3 0-1,0-1 491,1-3 0,2-1 0,1-4-3,4 3 1,0-2 2,0-1 0,0 1 463,3 1 1,-6-5-464,-20-4 0,9-4 0,-9-15 0,-3-7 0,-3-7 0,-7-13 0,11-8 0</inkml:trace>
  <inkml:trace contextRef="#ctx0" brushRef="#br0" timeOffset="16283">25629 6247 7533,'18'-43'-855,"0"18"1,5 1 854,6-3 0,5 3 0,-4 9 0,4 3 0,0 0-410,-1 1 0,1 1 1,-1 2-1,5 1 1,-4 2-1,-9-1 0,-1-1 1</inkml:trace>
  <inkml:trace contextRef="#ctx0" brushRef="#br0" timeOffset="16550">26158 6086 6183,'-9'33'-120,"-1"0"0,1 2 1,2 0 119,6-7 0,2-2 0,-1 6 0,0-13 0,0-22 0,16-44 0,1 8 0,1-2 0,-3 4 0,2 0 0,6-6 0,3 7 0,9 14 0,-6-8 0,5 12 0</inkml:trace>
  <inkml:trace contextRef="#ctx0" brushRef="#br0" timeOffset="16817">26405 6061 7533,'-27'38'-810,"13"-14"1,3 0 719,1 14 90,10 1 0,10-15 0,15-29 0,-6-13 0,-3-7 0,-3-6 0,-4-3 0,2 3 0,-7 3 0,-37-8 0,-6 60 0,2 6 0,21 13 0,34-25 0,9-13 0</inkml:trace>
  <inkml:trace contextRef="#ctx0" brushRef="#br0" timeOffset="17216">26529 6074 5914,'0'33'-45,"0"1"0,0 13 45,-1-20 0,2-2 0,7-4 0,9-20 0,11-27 0,-9-3 0,13-5 0,-13 21 0,9 23 0,-11 11 0,-9 12 0,8-20 0,11-21 0,18-12 0,-7 18 0,-13 39 0,-25 11 0,6 2 0,-4-21 0</inkml:trace>
  <inkml:trace contextRef="#ctx0" brushRef="#br0" timeOffset="18416">27623 5950 6633,'-28'0'-809,"-21"5"809,33 2 0,-12 3 0,2 3 0,12 13 0,-12-5 0,18 7 0,24-9 0,-4 2 0,21 13 0,-13 3 0,5-8 0,-21-4 0,-6 1 0,-5 0 0,-3-2 0,-12 13 0,-1-5 0,-3-2 0,-3-8 0,1 3 0,13-14 0,15-11 0</inkml:trace>
  <inkml:trace contextRef="#ctx0" brushRef="#br0" timeOffset="18567">27623 5974 7533,'5'-13'-1709,"-1"2"1709,37 11 0,-10-3 0,-1 0 0,13-4-216,-9 2 0,-3-2 0,-4-6 1,9 1-1</inkml:trace>
  <inkml:trace contextRef="#ctx0" brushRef="#br0" timeOffset="18766">27887 5776 7533,'-25'22'-1709,"5"0"1709,0 12 0,-1 8-1093,8-10 1,0 3 0,2-2 529,-5 8 0,2 2 563,4-1 0,2 2 0,3-5 96,3-9 0,4-3-96,-1 6 0,6-4 179,18-5 0,4-31 0,15-13 1</inkml:trace>
  <inkml:trace contextRef="#ctx0" brushRef="#br0" timeOffset="18986">27958 6160 6633,'-8'20'-809,"-10"19"809,-9 1 0,7 0 0,4-5 0,40-34 0,-10-2 0,9-5 0,3-1 0,3 0 0,-1 7 0,-13 24 0,-23 14 0,6-3 0,-5-1 0,30-38 0,-9-4 0,19-17 0</inkml:trace>
  <inkml:trace contextRef="#ctx0" brushRef="#br0" timeOffset="19150">28152 6086 5824,'37'-26'0,"-8"8"0,-1 1 0,3-3 0,-6 7 0,1 1 0,9-6 0</inkml:trace>
  <inkml:trace contextRef="#ctx0" brushRef="#br0" timeOffset="19333">28363 5701 7533,'-19'32'-855,"3"-5"1,0 4 854,6 2 0,1 3 0,1-1-888,-3 4 1,0 3 887,1-8 0,-2 5 0,2 0 0,3-2 0,8 13 0,2-3 0,-6-2 0,0-3 0,5-7 0,6-7 0,16-11 0,-5-10 0</inkml:trace>
  <inkml:trace contextRef="#ctx0" brushRef="#br0" timeOffset="19700">28452 6185 7533,'-18'17'-1709,"8"-13"1709,2 23 0,32-24 0,-3 2 0,22-28 0,-24 2 0,-2-2 0,10-13 0,-14 9 0,-8 3 0,-21 9 0,-13 14 0,6 16 0,1 7 0,3-5 0,2 3 0,1 19 0,7 2 0,10-14 0,4 0 0,-5 0 0,4-2-61,11-3 0,3-4 1,2-6-1,5 1 1</inkml:trace>
  <inkml:trace contextRef="#ctx0" brushRef="#br0" timeOffset="20133">29263 5788 5824,'-18'24'0,"1"0"0,-11 5 0,15-2 0,1 3 0,-1 1 0,0 0 0,3-6 0,1 1 0,-2 14 0,4 0 0,7 5 0,10-10 0,7-14 0,7-4 0,7-11 0,1-4 0,-7 7 0,1 0 0,11-2 0,-10 4 0,-38 25 0,5-7-427,-15-7 1,-10 3 0,0-3 426,-6 0 0,-2-1 0,9-5 0,0 2 0,0-3 0,-8 0 0,-1-1 0</inkml:trace>
  <inkml:trace contextRef="#ctx0" brushRef="#br0" timeOffset="23116">29827 5999 7533,'-9'-7'-1709,"-7"1"1709,14 12 0,10 23 0,-3-5 0,2 3 0,9 10 0,1 2 0,-12-6 0,2-1 0,7-6 0,3-10 0,3-21 0,15-17 0,-8-4 0,-9 20 0,-10 20 0,0-12 0,9-48 0,1 3 0,0-5 0,-8 8 0,-1-2 0,1 3 0,1 5 0,1 3 0,-2 0 0,-1-4 0,0 0 0</inkml:trace>
  <inkml:trace contextRef="#ctx0" brushRef="#br0" timeOffset="23250">30215 5603 7533,'0'-38'-1709,"0"18"1709,16 25 0,4 39 0,-1-7 0,-9-10 0,-4-3 0,-6-5 0</inkml:trace>
  <inkml:trace contextRef="#ctx0" brushRef="#br0" timeOffset="23383">30321 5813 7533,'-8'24'-570,"1"0"0,1 4 1,0 1 569,-4 5 0,2 1 0,7-6 0,2-1 0,1 15 0,14-25 0,-6-12 0</inkml:trace>
  <inkml:trace contextRef="#ctx0" brushRef="#br0" timeOffset="23533">30374 5937 5914,'24'14'-90,"21"-20"90,-6-5 0,2-4 0,-11 2 0,-1-1 0,5-2 0,-3 3 0,-4 0 0</inkml:trace>
  <inkml:trace contextRef="#ctx0" brushRef="#br0" timeOffset="23749">30656 5491 7533,'-35'11'-855,"20"9"1,3 7 854,-3 16 0,4 7-511,6-4 0,3 3 0,-1 1 511,1-9 0,-1 0 0,1 1 0,2-2 0,3 8 0,2 0 0,2-5 0,2 4 0,2-7 0,8 0 0,-3-35 0</inkml:trace>
  <inkml:trace contextRef="#ctx0" brushRef="#br0" timeOffset="24400">30886 5478 7533,'-5'37'-428,"0"-1"1,0 2 0,-1 3 0,1 0 427,2-3 0,0-1 0,-1 2-233,-1 4 0,-2 2 1,0 0-1,1-4 233,0 10 0,0-6 150,-5 4 1,7-20-151,27-58 0,-9-6 0,2 8 0,5-4 0,-1 3 0,-1 3 0,1 3 0,-2 0 0,1 5 153,12 12-153,-29 53 0,-1-17 0,-2 4 0,0-1 0,0 2 0,1-3 0,3-1 0,2-2 0,3 2 0,4-6 0,23-8 0</inkml:trace>
  <inkml:trace contextRef="#ctx0" brushRef="#br0" timeOffset="25250">31662 5875 7533,'-16'-1'-1709,"-3"2"1709,-2 13 0,-2 7 0,-7 9 0,0 1 0,8-6 0,2 2 0,-9 14 0,10-3 0,24-14 0,-1 5 0,21-32 0,7-11 0,-3-8 0,-1-5 0,1-1 0,-1 1 0,-1-2 0,-5 2 0,-12 4 0,-18 45 0,-4 13 0,2-5 0,2 1 0,8 9 0,34-11 0,-3-29 0,-6-2 0,1-3 0,9-7 0</inkml:trace>
  <inkml:trace contextRef="#ctx0" brushRef="#br0" timeOffset="25433">31962 5888 7533,'-31'27'-570,"1"1"0,14-9 1,1 1 569,-15 12 0,5 0 0,19 3 0,3-6 0,6-4 0,26-10 0,8-5 0,-3-28 0,-17-1 0</inkml:trace>
  <inkml:trace contextRef="#ctx0" brushRef="#br0" timeOffset="25566">31997 5974 5824,'24'-14'0,"1"1"0,16-8 0,-4 3 0,-19 9 0,7-3 0,-1 0 0,-6 0 0</inkml:trace>
  <inkml:trace contextRef="#ctx0" brushRef="#br0" timeOffset="25767">32209 5478 6633,'-23'21'-203,"1"0"1,5 8 0,3 5 0,1-2-156,3-2 1,1 3 357,0 5 0,0 7 0,1 1 0,2-6 0,4 8 0,1-2 0,-3 1 0,1 2 0,2-4 0,4-7 0,4-6 0,10 8 0,1-40 0,-1-7 0</inkml:trace>
  <inkml:trace contextRef="#ctx0" brushRef="#br0" timeOffset="25916">32332 5528 7533,'0'-30'-1709,"-16"15"1709,12 9 0,4 36 0,4-1 0,12 13 0,-16-17 0</inkml:trace>
  <inkml:trace contextRef="#ctx0" brushRef="#br0" timeOffset="26100">32332 5825 7533,'-20'20'-1709,"-3"3"1709,21 7 0,-6-7 0,8 22 0,0-12 0,0 0 0,8-4 0,-6-17 0,14-5 0,-7-1 0</inkml:trace>
  <inkml:trace contextRef="#ctx0" brushRef="#br0" timeOffset="26383">32332 6086 5824,'0'19'0,"-8"10"0,6-8 0,-6-2 0,16-8 0,10-27 0,2 6 0,5-14 0,-15 12 0,-2 5 0,-8 7 0,0 18 0,0-8 0,0 6 0,15-16 0,-11 0 0,20 0 0,-14 0 0,7 0 0</inkml:trace>
  <inkml:trace contextRef="#ctx0" brushRef="#br0" timeOffset="26767">32808 5937 7533,'0'-21'-1709,"-8"-1"1709,-9 26 0,5-2 0,-19 27 0,20 0 0,2 3 0,-10 13 0,8-4 0,6-2 0,13-10 0,-6 1 0,29-25 0,-12-24 0,-1-7 0,14-2 0,-13 3 0,2-6 0,-7 2 0,-10 1 0,-2 2 0,11 2 0,-2 2 0,-11-11 0,-24 71 0,18-12 0,-5 13 0,7 3 0,21-8 0,7-3 0,-5 0 0,3-3 0,12-2 0,1 1 0</inkml:trace>
  <inkml:trace contextRef="#ctx0" brushRef="#br0" timeOffset="29167">27199 6606 5914,'-17'18'-90,"-9"24"90,10-11 0,-2 6 0,1 2-436,4-6 1,0 3 0,2 0 0,-1 2 435,-1 8 0,0 1 0,2 2 0,3-4 0,4 7 0,3-3 0,6-3 0,4-10 0,3-3 0,4-5 0,10-3 0,3-8 0,2-12 0,-1 1 0</inkml:trace>
  <inkml:trace contextRef="#ctx0" brushRef="#br0" timeOffset="29501">27658 6805 7533,'-20'-35'-1709,"-19"13"1709,17 62 0,-3-12 0,-1 3 0,9 9 0,5 3 0,0-2 0,6-2 0,12-7 0,6-2 0,1-4 0,3-2 0,7-3 0,-2 0 0,-10 16 0,-16-10 0,-7 0 0,-14 0 0,-3-2 0,4 4 0,1-1 0,-2-8 0,3-3 0,5 7 0</inkml:trace>
  <inkml:trace contextRef="#ctx0" brushRef="#br0" timeOffset="29700">27905 7276 7533,'-26'5'-855,"5"10"1,-1 5 854,2 2 0,1 3 0,-5 6 0,5 1 0,9 12 0,12-26 0,16-20 0</inkml:trace>
  <inkml:trace contextRef="#ctx0" brushRef="#br0" timeOffset="30033">28081 6978 6183,'-29'34'-72,"-1"-1"0,1 1 0,7-7 0,3 0 1,3 2 71,-5 20 0,17-6 0,21-25 0,9-10 0,6-15 0,2-12 0,-6-1 0,0-5 0,-3-1 0,0-7 0,-5 0 0,3-15 0,-23 48 0,0 26 0,8 2 0,2 6 0,15-9 0,-5 12 0,-2-9 0,-3 1 0,-5-17 0</inkml:trace>
  <inkml:trace contextRef="#ctx0" brushRef="#br0" timeOffset="30217">28522 6755 7533,'28'-28'-1709,"13"45"1754,-31 20 0,-7 13-75,5-5 0,-1 5 0,-6 1-790,-7-8 1,-4 2 0,-3 0 0,1-2 726,3-5 0,-1 0 0,0-2 1,-2-2-1,-7 5 0,-2-2 1,0-4-1,-1 0 0,1 0 1</inkml:trace>
  <inkml:trace contextRef="#ctx0" brushRef="#br0" timeOffset="32933">5045 9420 7533,'-39'0'-1619,"-1"-5"1529,38 3 90,10-14 0,20 5 0,11 2 0,-2 0 0,5 0 0,4 1-470,-6 2 1,2 1 0,3 0 0,1 0-1,1 1 650,-3 1 0,1 1 0,1 0 0,1 0 0,0 0 0,0 1-252,2-1 1,-1 1-1,1 0 1,0 1 0,1-1-1,1 0 285,-8 1 1,2 0 0,0 0-1,1 0 1,-1 0 0,0 0 0,-2 0-1,-2 0-69,9 0 0,-2 0 0,-2 0 0,0 0 0,3 0-25,0 0 1,4 1 0,0-1 0,-1 0 0,-3 0 0,-5-1-90,5 0 0,-6-1 0,2 0-390,-1 0 0,3-1 1,-2 0-1,-7-2-1279,-1-4 1,-5-1 1520,0 1 0,-5-1 0,-11-8 0,-16 6 0</inkml:trace>
  <inkml:trace contextRef="#ctx0" brushRef="#br0" timeOffset="34467">14482 8441 7533,'-18'-6'-1619,"0"5"1574,-2 13 0,-1 9 45,4 20 0,3 10-424,0-7 1,2 4-1,2 2 424,7-7 0,2 2 0,2 0 0,2-3 0,3 2 0,3-3 0,4-3 0,11 8 0,5-10 0,10-12 0,2-19 0</inkml:trace>
  <inkml:trace contextRef="#ctx0" brushRef="#br0" timeOffset="34816">14781 8243 7533,'-23'15'-1709,"17"34"1709,-3-14 0,-3 5 0,2 2-637,5-3 1,3 2 0,1 1-1,-1 0 637,-1 1 0,1 1 0,-1 0 0,1-3 0,-2 5 0,1-3 0,2-5 384,2-4 1,6-15-385,12-29 0,3-11 206,-2 1 1,1 1-207,14-4 0,-1 11 0,3 36 0,-24 3 0,-8 4 0,-11 4 0,-6 1 0,-1-1 0,-3-3 341,-12 1 0,13-11 0,15-22 0</inkml:trace>
  <inkml:trace contextRef="#ctx0" brushRef="#br0" timeOffset="35083">15064 8875 7533,'0'49'-1709,"15"-16"1709,13-26 0,-9-24 0,-1-9 0,-1-3 0,-7-2 0,-12-5 0,-11 8 0,-34 26 0,13 32 0,3 14 0,12-15 0,3 2 0,6 0-1639,9 20 1,10-4 1615,14-6 0,2-33 0,1-5 0,10-3 0</inkml:trace>
  <inkml:trace contextRef="#ctx0" brushRef="#br0" timeOffset="35366">15434 8788 7533,'-30'17'-570,"-1"0"0,11-1 1,1 3 569,-4 16 0,5 1 0,8 7 0,3-15 0,6-4 0,40-10 0,-13-3 0,1-10 0,-3 4 0,-14 18 0,-20 16 0,-6-13 0,-3-1 0,-11 13 0,5-20 0,17-19 0</inkml:trace>
  <inkml:trace contextRef="#ctx0" brushRef="#br0" timeOffset="35533">15505 8875 5914,'41'0'-45,"-11"-9"0,2-4 45,6-3 0,-1-1-547,-4 0 1,-3-1 0,-8-2 0,-3 0 0,-2 1 0</inkml:trace>
  <inkml:trace contextRef="#ctx0" brushRef="#br0" timeOffset="35684">15752 8490 7533,'-17'35'-428,"0"-1"1,7-1 0,0 4 0,1 1 427,-1-2 0,1 2 0,0 1 0,2 1-165,2-1 0,2 2 1,1-2-1,2-1 165,1 0 0,2-2 0,3-3 0,2 3 0,3-7 0,15-6 0</inkml:trace>
  <inkml:trace contextRef="#ctx0" brushRef="#br0" timeOffset="35900">16016 8342 7533,'8'-9'359,"10"44"211,-7-4 0,1 7 0,0 3-638,-2 0 1,1 3-1,-2 2 1,-2 0-550,-2-3 1,-1 1-1,-1 1 1,-2-1-1,-2 1 293,-2 0 0,-2 1 1,-2 0-1,-2-2 0,-2-2 94,-5 2 0,-2-1 0,-2-3 1,-1-2-1,2-3 0,-2-2 1,0-2-1,0-3 0,-5-2 1,1 0-1,-1 0 0</inkml:trace>
  <inkml:trace contextRef="#ctx0" brushRef="#br0" timeOffset="36800">16651 8924 6633,'-25'-18'-809,"13"16"809,20 19 0,11-1 0,7-3 0,5 1 0,2-7 0,5-14 0,-5-11 0,-10-11 0,-9-7 0,-8-3 0,-12 1 0,-16 4 0,-9 12 0,-2 23 0,0 13 0,-2 14 0,7 10 0,12-3 0,4 5 0,7-1 0,7-1 0,6-1 0,5-4 0,11 5 0,7-7-83,5-9 0,3-10 0,-7-12 1,-2-5-1,11-9 0</inkml:trace>
  <inkml:trace contextRef="#ctx0" brushRef="#br0" timeOffset="36983">17022 8850 5824,'20'30'0,"0"-1"0,0 1 0,1 3 0,0 2 0,0-1 0,1 4 0,-1 1 0,-1-1-469,-4-6 1,-2 0 0,1-3 0,2 1 0,-1-5 0,2 4 0</inkml:trace>
  <inkml:trace contextRef="#ctx0" brushRef="#br0" timeOffset="37166">17392 8738 7533,'-26'21'-342,"0"0"0,0 1 0,-6 10 0,0 3 1,0 4 341,4-4 0,0 3 0,1 2 0,2-1-820,0 4 1,2 1 0,1-1 0,0-3 654,-3-1 1,1-3 0,4-1 0,2 11-1,3-7 1,-3-7 0</inkml:trace>
  <inkml:trace contextRef="#ctx0" brushRef="#br0" timeOffset="37783">17427 9023 7533,'-19'-26'-1709,"26"-3"1709,23 21 0,-3 14 0,-1 10 0,-8 14 0,-7 9 0,-7-1 0,-4 5 0,-4 1-193,-1-6 0,-1 0 1,-3 0-1,0 0 193,-5 8 0,-2-1 0,1-3 0,-4 8 0,2-8 46,0-12 1,25-33 0,11-22 0</inkml:trace>
  <inkml:trace contextRef="#ctx0" brushRef="#br0" timeOffset="37983">17533 8912 7533,'16'-31'-1709,"3"11"1709,5 10 0,3 7 0,-2 11 0,-3 8 0,0 9 0,-6 6 0,-11 14 0,-10 4 0,-9-13 0,-5 0 0,-1-1 0,1-2 0,-1 0 0,0-4 0,-8 5 0,3-6 0,1-4 0,24-26 0</inkml:trace>
  <inkml:trace contextRef="#ctx0" brushRef="#br0" timeOffset="38284">17868 9048 7533,'-25'41'-1709,"13"-1"1709,20-6 0,29-40 0,-9-13 0,-1-8 0,-6-4 0,-5-2 0,0-13 0,-49 52 0,8 18 0,2 9 0,7-5 0,0 3 0,1 0 0,-6 14 0,9-2 0,20-9 0,8-6 0,15-3 0,14-21 0,-12-16 0</inkml:trace>
  <inkml:trace contextRef="#ctx0" brushRef="#br0" timeOffset="38500">18274 8999 6633,'-31'15'-270,"-1"0"0,4 10 1,3 4 269,2 2 0,3 2 0,7 8 0,7 0 0,7-8 0,5-3 0,16 12 0,13-24 0,-9-18 0,-9-6 0</inkml:trace>
  <inkml:trace contextRef="#ctx0" brushRef="#br0" timeOffset="38683">18292 9036 7533,'-10'0'-1709,"41"-6"1709,10-1 0,-5 2 0,-1-2 0,2-11 0,-13-1 0</inkml:trace>
  <inkml:trace contextRef="#ctx0" brushRef="#br0" timeOffset="38883">18468 8676 6183,'-26'35'-180,"16"1"1,1 6 179,-2-3 0,-2 4 0,4 2-377,4-3 1,2 2-1,1 1 1,0-1 376,-2-4 0,-2-1 0,2 0 0,2-3 0,3 2 0,2-2 0,1-4 0,-1 0 0,4-7 0,10-13 0</inkml:trace>
  <inkml:trace contextRef="#ctx0" brushRef="#br0" timeOffset="39166">18521 9197 7533,'-8'19'-1709,"14"-6"1709,12-25 0,3-19 0,12-4 0,-38 11 0,-15 36 0,-17 21 0,21-11 0,4 0 0,4 10 0,34-14 0,-5-13 0,13-5 0</inkml:trace>
  <inkml:trace contextRef="#ctx0" brushRef="#br0" timeOffset="39483">18697 9172 5914,'-22'26'-30,"-1"0"0,4 11 0,11-5 30,16-18 0,12-22 0,5-13 0,-3-4 0,0-7 0,-2-3-337,-3 1 0,-1-3 1,-1-2-1,0-1 337,-2 2 0,0-2 0,-1-1 0,-1 2 0,-1 3 0,1-7 0,-2 4 0,0 1 0,1-4 0,0 0 0,-4 16 319,-6 20-319,-10 49 216,5-11 0,0 8 0,-1 6 0,1-2 0,0-4-352,0 3 0,0-3 1,4 4 135,2-4 0,3 6 0,1 3 0,1-2 0,2-4 0,-1-9 0,5 3 0,3-7 0,8-3 0,-1-1 0,0 0 0</inkml:trace>
  <inkml:trace contextRef="#ctx0" brushRef="#br0" timeOffset="40233">19438 9011 7533,'-10'-6'-1709,"10"-1"1709,24-2 0,9 1 0,12-6 0,-1 5 0,4 0 0,-13 1 0,0 0 0,-3 1 0,1-1 0,-1 0 0,13-3 0,0-1 0</inkml:trace>
  <inkml:trace contextRef="#ctx0" brushRef="#br0" timeOffset="40450">19773 8540 7533,'-17'34'-855,"7"7"1,2 8 854,2-3 0,0 4 0,0 0-193,2-13 1,-1 0 0,0 1 0,2 1 192,0 3 0,1 2 0,0 1 0,1-2 0,-1-6-401,-3 10 1,2-3 400,4-3 0,3 3 0,-1-9 0,-1-3 0,6-2 0</inkml:trace>
  <inkml:trace contextRef="#ctx0" brushRef="#br0" timeOffset="40699">20020 9234 0,'-17'23'0,"-1"1"0,-2 17 81,9-15 1,7-2-82,19 1 1409,5-31-1409,8-17 0,3-8 0,-10 7 0,-1-2 430,6-11 0,-9 2-430,-25-2 3276,-13 17-3218,-8 21 0,-1 9-58,5 8 0,3 3 0,-8 15 0,24 4 0,34-28 0</inkml:trace>
  <inkml:trace contextRef="#ctx0" brushRef="#br0" timeOffset="41700">20161 9098 5824,'41'-13'0,"1"1"0,-6 0 0,2 0 0,-5 0 0,-5 1 0,-3 0 0,10-4 0,-3 1 0,1-4 0,-5-1 0</inkml:trace>
  <inkml:trace contextRef="#ctx0" brushRef="#br0" timeOffset="41883">20408 8701 7533,'-29'26'-855,"7"2"1,5 1 854,13-3-920,-5 19 1,2 6 919,6-16 0,2-1 0,-1-1 0,-1 3 0,2 0 0,1 3 0,1 0 0,0-3 0,1-3 0,2-1 0,1 7 0,3-4 0,8-10 0</inkml:trace>
  <inkml:trace contextRef="#ctx0" brushRef="#br0" timeOffset="42166">20602 9172 0,'-43'24'0,"22"-9"81,3 4 1,4 1-82,12-3 1409,-6 12-1409,8-17 860,16-5-860,-4-7 3276,21-18-3160,-13-2-116,5-16 0,-15 15 0,-2-2 0,-8 16 0,-16 1 0,4 18 0,-13-4 0,15 10 0,2-11 0,16-2 0,2-5 0,8 0 0,-1 0 0</inkml:trace>
  <inkml:trace contextRef="#ctx0" brushRef="#br0" timeOffset="42850">20796 9184 5824,'-10'0'0,"-5"0"0,13 0 0,-6 12 0,8 1 0,0 23 0,-8-14 0,6 23 0,-6-28 0,0 17 0,7-25 0,-7 2 0,8-11 0,0-11 0,15-25 0,-3 11 0,1-3 0,0 0 0,-4 6 0,7-14 0,-14 17 0,6 6 0,-8 2 0,-8 10 0,6-5 0,-6 6 0,8 0 0,0 0 0,0-5 0,0 4 0,-8-5 0,6 6 0,-5 6 0,7-5 0,0 4 0,0-5 0,0 0 0,0-5 0,0-2 0</inkml:trace>
  <inkml:trace contextRef="#ctx0" brushRef="#br0" timeOffset="43050">20796 8800 7533,'10'-42'-1709,"-2"14"1709,-8 5 0,0 28 0,0 14 0,-7 19 0,-2 6-934,7-16 1,0 4 933,-3 6 0,-2 7 0,1 2 0,1-5-401,3-3 0,2-3 0,0 2 401,-3 2 0,-1 2 0,2 0 0,3-2 0,7 6 0,3-3 0,1-4-396,-1-5 0,2-5 0,11 3 0,3-9 1,8-23-1</inkml:trace>
  <inkml:trace contextRef="#ctx0" brushRef="#br0" timeOffset="44050">21273 8900 6183,'-12'16'-180,"10"8"1,6 6 179,8 15 0,3 4 0,-5-11 0,-1 2 0,0-2 0,-3-2 0,0-2 0,-1-3 0,3 13 0,0-86 0,-3 11 0,1-5 0,1 0 0,1-12 0,3 0-289,1 9 1,2 0-1,1 8 289,15 2 0,5-5 0,-10 22 0</inkml:trace>
  <inkml:trace contextRef="#ctx0" brushRef="#br0" timeOffset="44367">21643 9160 7533,'-37'7'-1709,"11"-2"1709,18-5 0,32-27 0,-6 5 0,1-2 0,5-9 0,-1-4 0,0-1 0,-11 1 0,-27-2 0,-17 49 0,1 22 0,2 12 0,13-11 0,3 3 0,4 0 0,4 0 0,4 1 0,5-4 0,11 1 0,8-6 0,3-10 0,5-7 0,-1-9 0,0-4 0,13-5 0</inkml:trace>
  <inkml:trace contextRef="#ctx0" brushRef="#br0" timeOffset="44750">21908 9048 6183,'-20'41'-180,"10"-16"1,4 2 179,11 2 0,6-1 0,16 11 0,3-17 0,3-44 0,-7-17 0,-15-7 0,5 8 0,-16 55 0,16 19 0,-5 9 0,38-44 0,-32-20 0,-2-7 0,11-9 0,-1-2 0,-11 4 0,-1 3 0,13-6 0,-9 31 0,1 12 0</inkml:trace>
  <inkml:trace contextRef="#ctx0" brushRef="#br0" timeOffset="45100">22384 9023 6633,'-28'13'-809,"-13"5"1168,20 17-449,2-12 1,4 0-91,13 22 180,12-20 0,25-37 0,-16-6 0,0-3 0,-1 1 0,-1 0 0,1-15 0,-11 33 0,-7 21 0,0 14 0,8-1 0,10-14 0,1-34 0,7 4 0,-8-17 0</inkml:trace>
  <inkml:trace contextRef="#ctx0" brushRef="#br0" timeOffset="45267">22490 9110 7533,'0'-19'-1709,"0"6"1709,0 19 0,0 19 0,0 8 0,0-2 0,15-24 0,5-31 0,15-11 0,-7 3 0,-11 10 0,-9 16 0</inkml:trace>
  <inkml:trace contextRef="#ctx0" brushRef="#br0" timeOffset="45650">22737 9061 7533,'-36'12'-1709,"1"11"1709,8 14 0,9 3 0,26-2 0,19-37 0,-8-20 0,-1-10 0,2 1 0,1-4 0,-3-3-249,-4-4 1,-3-5 0,-1-1-1,2 2 249,3 3 0,2 0 0,-1 1 0,-3 0 0,-1-11 0,-4 1 0,1 4 0,8 0 0,-10 13 0,-23 25 0,-2 34 0,1 17 90,3-4 0,1 5 0,1 3-318,1-4 1,0 3 0,2 1-1,4-2 205,8-5 1,3 1 0,2-3-1,-1-1-380,-3 0 0,0-3 0,6-5 0,17-3 0,2-9 0,-1-5 0</inkml:trace>
  <inkml:trace contextRef="#ctx0" brushRef="#br0" timeOffset="46433">23671 8837 5824,'-25'-12'0,"-10"5"0,-3 24 0,11 21 0,19-7 0,8 2 0,10-1 0,6-1 0,-2-3 0,1-1 0,4-3 0,-3 0 0,-14 20 0,-9-18 0,-5-2 0,-14-1 0,-1-2 0,-5 5 0,-7-15 0,29-18 0</inkml:trace>
  <inkml:trace contextRef="#ctx0" brushRef="#br0" timeOffset="46583">23742 8999 7533,'33'0'-855,"-7"-7"1,1-3 854,8-2 0,3-2 0,-9-1 0,2-3 0,-3 1 0,2-3 0,-3 0 0,-3 0 0,1-1 0</inkml:trace>
  <inkml:trace contextRef="#ctx0" brushRef="#br0" timeOffset="46750">24042 8528 7533,'-26'39'-855,"12"-7"1,1 5 854,1 1 0,0 4 0,1 2-352,2-6 1,2 2 0,0 0 0,2-1 351,2 0 0,2 1 0,1-2 0,2-2 0,2 3 0,2-3 0,4-3 0,6 0 0,5-9 0,22-13 0</inkml:trace>
  <inkml:trace contextRef="#ctx0" brushRef="#br0" timeOffset="47100">24289 8949 7533,'-45'-6'-1709,"2"22"1709,15 10 0,10 0 0,3 4 0,8-1 0,2 0 0,-3 15 0,26-31 0,17-44 0,-20 11 0,0-1 0,3-2 0,-3 7 0,-13 16 0,4 34 0,-6 11 0,17-13 0,3-16 0,5-27 0,-7-3 0</inkml:trace>
  <inkml:trace contextRef="#ctx0" brushRef="#br0" timeOffset="47317">24359 8936 6183,'-4'29'-120,"0"0"0,3 1 1,1 1 119,-5 13 0,2-1 0,1-12 0,4-10 0,6-20 0,0-23 0,1-13 0,2 4 0,1-3 0,0 2-132,7-8 1,0 2 0,-2 4 0,1 4 0,7 6 0</inkml:trace>
  <inkml:trace contextRef="#ctx0" brushRef="#br0" timeOffset="47500">24536 8924 7533,'-12'13'-1709,"30"-12"1709,11-13 0,4-5 0,-7 6 0,-1-3 0,4-9 0,-1-1 0</inkml:trace>
  <inkml:trace contextRef="#ctx0" brushRef="#br0" timeOffset="47683">24694 8553 7533,'-21'29'-428,"-1"1"1,9 0 0,1 3 0,0 1 427,-1 6 0,0 1 0,4 1 0,2 4 0,3 2 0,5-4 0,9 4 0,5-7 0,0-15 0,2-10 0,26-25 0,-18-22 0</inkml:trace>
  <inkml:trace contextRef="#ctx0" brushRef="#br0" timeOffset="48066">24906 8503 6633,'-27'40'-405,"12"-11"1,4 5 404,4 10 0,4 2 0,2-4 0,2-2 0,3-8 0,2-3 0,4 1 0,-2-6 0,0-11 0,9 0 0,11-3 0,7 3 0,-16 3 0,-3 4 0,0 6 0,-4 4 0,0 14 0,-7 5 30,-6-14 0,-5 1 0,-2 0-218,-5 2 0,-2 0 0,-2-1 188,-1-4 0,-1-1 0,-1-3 0,-11 4 0,1-5 0,8-7 0,1-1 0</inkml:trace>
  <inkml:trace contextRef="#ctx0" brushRef="#br0" timeOffset="48683">25947 8540 7533,'-27'-5'-855,"1"0"1,-11 3 854,14 29 0,4 14-553,6-3 1,1 4-1,2 3 553,3-5 0,2 3 0,1 2 0,-1 0 0,0-5 0,-1 2 0,1 0 0,0-1 0,2-1 0,2 3 0,2-1 0,-1-2 0,0-1 0,-1 5 0,-1-2 0,-3-5 260,-1-2 0,-5-8-260,-17-10 0,-7-25 0,0-17 0</inkml:trace>
  <inkml:trace contextRef="#ctx0" brushRef="#br0" timeOffset="48817">25506 9110 7533,'16'-36'-1709,"11"-2"1709,4 12 0,7 2 0,6 6 0,2 3-450,-4-1 0,0 3 1,-2 6-1,-4 2 1,8-7-1</inkml:trace>
  <inkml:trace contextRef="#ctx0" brushRef="#br0" timeOffset="49066">25964 8949 5824,'0'35'0,"0"-1"0,0 0 0,0 13 0,0-3 0,0-5 0,0-8 0,0-13 0,7-37 0,2-17 0,-1-6 0,4-1 0,5 12 0,5 1 0,-2 1 0,-4-6 0,1 4 0,7 13 0,1 1 0</inkml:trace>
  <inkml:trace contextRef="#ctx0" brushRef="#br0" timeOffset="49333">26264 8961 7533,'-22'27'-570,"-1"0"0,3-1 1,5 0 569,9 6 0,10-2 0,31 4 0,14-34 0,-15-16 0,-7-7 0,-17-2 0,-8-2 0,-14-18 0,-25 33 0,9 31 0,13 3 0,15 7 0,0-16 0</inkml:trace>
  <inkml:trace contextRef="#ctx0" brushRef="#br0" timeOffset="49717">26476 8936 6633,'-10'35'-809,"2"5"809,11-12 0,2 0 0,5 11 0,0-27 0,13-25 0,5-8 0,-7 3 0,11 18 0,-30 13 0,5 0 0,1-6 0,18-19 0,11-9 0,0 2 0,-3 35 0,-25 24 0,-1 2 0,8-2 0,3-28 0</inkml:trace>
  <inkml:trace contextRef="#ctx0" brushRef="#br0" timeOffset="50333">27323 8825 7533,'-26'-8'-1709,"-9"37"1709,15-7 0,3 4 0,1 13 0,4 2 0,5-8 0,6-3 0,15-4 0,6-2 0,11 12 0,-10-19 0,-7 1 0,-29 26 0,-6-15 0,-5-1 0,-6-2 0,-1-1 0,5-6 0,3-1 0,-8 6 0</inkml:trace>
  <inkml:trace contextRef="#ctx0" brushRef="#br0" timeOffset="50483">27340 9036 7533,'8'-39'-855,"9"18"1,7 1 854,11 0 0,3 3 0,0-3 0,0 1 0,2 1 0,-3-1 0,-16 4 0,1-1 0</inkml:trace>
  <inkml:trace contextRef="#ctx0" brushRef="#br0" timeOffset="50666">27658 8639 7533,'-37'12'-855,"11"3"1,3 5 854,2 15 0,4 8 0,2-2 0,-1 4 0,2 2-208,4-11 1,0 2 0,1 0 0,3-1 207,1 9 0,3 0 0,7-8 0,10-8 0,5-9 0,14-8 0,-10-28 0,1 0 0</inkml:trace>
  <inkml:trace contextRef="#ctx0" brushRef="#br0" timeOffset="50900">27746 8986 6183,'-31'28'-120,"-1"-1"0,7-1 1,5-1 119,3 14 0,34-27 0,28-26 0,-6-1 0,-5 21 0,-26 38 0,-2-20 0,3 0 0,4 0 0,2-5 0,14-14 0,4-19 0</inkml:trace>
  <inkml:trace contextRef="#ctx0" brushRef="#br0" timeOffset="51433">27905 8924 7533,'-20'-14'-1709,"20"-2"1709,43 4 0,-11-3 0,1-1 0,-4 5 0,-1 0 0,-4-3 0,1-1 0</inkml:trace>
  <inkml:trace contextRef="#ctx0" brushRef="#br0" timeOffset="51616">28081 8590 6633,'-13'44'-203,"1"0"1,2-10 0,1 2 0,0 2 202,2-2 0,0 2 0,0 1 0,1-1 0,-2 7 0,2 0 0,2-2 0,6 10 0,4-7 0,6-3 0,13-33 0</inkml:trace>
  <inkml:trace contextRef="#ctx0" brushRef="#br0" timeOffset="51866">28134 9073 5824,'8'14'0,"17"-14"0,5-25 0,-3-3 0,-35 15 0,-29 43 0,12-3 0,3 5 0,3 6 0,11 0 0,17-10 0,7-5 0,17-5 0,-3-23 0,-1 1 0</inkml:trace>
  <inkml:trace contextRef="#ctx0" brushRef="#br0" timeOffset="52200">28751 8775 5914,'-16'33'-30,"-1"-1"0,2 1 0,1 0 30,-2 5 0,4 0 0,8-6 0,8-4 0,12-6 0,4-1 0,-1 5 0,1 2 0,1 2 0,-7 3 45,-20 10 0,-12 1-45,2-14 0,-3 0 0,-2-2 0,-12 9 0,-1-4 0,1-3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09:30.14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13529 1450 7533,'-29'-26'-1619,"-3"8"1529,22 7 90,-15 15 270,5 3-46,3 20 1,1 9 45,2-3 0,1 3-703,1-2 0,-1 4 0,0 2 1,0-3 491,-3 4 1,1-2 0,-1 1-15,1-5 0,0 0 0,-1 1 0,1-2-402,-5 10 1,0-1-1,-1-3 207,0-7 0,0-3 0,0-1-212,-3 14 0,1-6-88,-10-1-2012,49-80 2462,0 6 0,5-4 0,1 0 0,2-3 0,1 0 172,-2 2 0,1 1 0,1 1-172,1 3 0,1 1 0,-2 2 0,0 1 0,-3 4 0,-3 3 0,-4 12 837,-7 32-657,-14 5 0,-4 7 449,3 3 1,1 5 0,-1-2-519,-3 12 0,1 0-381,1 4 0,8-6 0,9-18 1,7-9-136,16-14 0,5-13 105,-5-7 0,2-9 1,0-1 845,3-2 0,0-1 0,-1-2-546,0-2 0,-1-2 0,-2 4 0,-1-3 0,-2 7 870,13 14 390,-25 59-946,-16-12 1,-4 7-586,-1-1 0,-2 6 0,0 1 0,0-3 1,1-2 0,1-2 0,-1 0 90,-3 5 0,-1 0 1,7-3 218,10-1 1,5-8 0,8-10 0,0-5 0,-1-1 0</inkml:trace>
  <inkml:trace contextRef="#ctx0" brushRef="#br0" timeOffset="217">14217 1562 7533,'-20'5'314,"10"17"1,5 7 45,3 7 0,4 1-1283,-3 2 1,2 2 412,3-1 1,2 3-1,-1 0 0,-1-3 1,0 1-1,0-1 420,2-1 0,1-1 0,-2 0 90,-3-2 0,-2 0 0,-2-7 652,-8 5-652,-8-38 0,9-15 0,1-20 0</inkml:trace>
  <inkml:trace contextRef="#ctx0" brushRef="#br0" timeOffset="423">14217 1710 0,'8'-30'0,"-6"10"527,21 2-527,-3 12 1358,23 12-1358,-9 6 0,1 4 572,8 8-572,-4 9 0,-6 3 0,-19-4 0,0 15 0,-5 2 2038,-16-2-2038,-6-16 0,-4 7 0,-4 1 0,-1-4-586,-7 1 0,-4-3 1,-1 1 585,5-2 0,-1 0 0,-1 0 0,2-2 0,-8 1 0,2-3 0,5-3 0,-8 6 0,31-20 0,26-34 0,16-10 0</inkml:trace>
  <inkml:trace contextRef="#ctx0" brushRef="#br0" timeOffset="633">14781 1661 0,'-29'0'0,"-2"0"793,29 16-163,-6 11-406,7-1 1,2 3-135,3-4 0,0 2-212,-3 14 1,0 6-59,1-4 0,1 2 0,-1 1 82,0-2 0,-2 0 0,-2 3 8,0-4 0,-2 3 0,-1 1 0,1-3 90,0 8 0,1-2 0,-2-3 0,-3-8 0,-2-2 0,3-2 0,2 13 0,0-6 0,-11-6 0,6-18 0</inkml:trace>
  <inkml:trace contextRef="#ctx0" brushRef="#br0" timeOffset="850">14781 1624 7533,'26'-26'-1709,"17"8"1709,4 18-352,-13 3 0,1 6 352,-3 10 0,-2 3 0,0 0 0,-5 3 0,-9 4 0,-4 4 0,-5 0-490,-6 9 1,-9 2 489,-7-3 0,-7 3 0,-2-3 0,-1-7 0,-3-2 0,-3 0-321,-2 0 0,-3 1 0,0-1 0,3-4 321,5-3 0,3-3 0,-2 0 0,-4 3 0,-1 0 0,5-4 0,-8 3 0,-1-6 0</inkml:trace>
  <inkml:trace contextRef="#ctx0" brushRef="#br0" timeOffset="1300">16228 1760 0,'-34'0'0,"5"17"0,2 1 0,-6 5 0,3 0 0,-1 8 0,-1 3 0,6-7 0,-3 2 0,0 1 0,3-3 555,-4 7 0,4-2-195,-1 5 0,10-2 449,25 3 900,22-2-529,9-20 1,6-2-822,-7 1 1,0 2-630,6 1 0,1 7-600,-10 5 1,0 6 0,-5-3 869,-11-7 0,-1 0 0,5 5 0,3 2 0,-5-6 0,-1-2 0</inkml:trace>
  <inkml:trace contextRef="#ctx0" brushRef="#br0" timeOffset="2734">17110 1425 0,'-16'-19'0,"4"7"0,-18 15 0,-4 10 0,12 2 0,0 3 0,-6 4 0,-5 4 0,2-1 300,-2 8 1,2 0-301,7-7 0,-1 1 0,3-1 45,-2 2 0,3 0 534,4 6 1,9-1-580,23 8 135,-3-16 0,6-3 1129,21-10 1,6-5-1221,-7 2 1,0 0 131,7-3 1,-1 0 3,-6 3 0,-8 6-1785,-16 33 1875,-10-6-540,-25-6 0,-9-1-486,4-7 0,-3 0 516,1-2 0,-2 1 0,2 0 240,-2 7 0,1-2 0,-5 0 0,1-3 0,16-11 0,-1 0 0</inkml:trace>
  <inkml:trace contextRef="#ctx0" brushRef="#br0" timeOffset="2900">17410 2231 5914,'-10'0'2518,"-14"17"-5795,5 25 0,-1-4 2554,7-2 1,3 2 913,0 9 1,5-17 0,0 1 0,1-3-1,0 0 1</inkml:trace>
  <inkml:trace contextRef="#ctx0" brushRef="#br0" timeOffset="3117">18186 1302 0,'-16'-9'0,"-11"33"768,4 4 1,1 7-499,3-1 0,2 5 0,0-1-390,1-4 0,2-1 0,-1 5-120,2-2 0,-1 4 0,-1 4 0,1 1 1,0-3-1,1-2 103,-1 1 0,1-3 0,1 0 0,-2 3 137,2-2 0,-2 3 0,1 1 0,-1 0 0,2-2 0,1-4 0,-3 10 0,3-4 0,1-3 0,0 6 0,2-6 0,3-13 0,2-4 0,3 6 0</inkml:trace>
  <inkml:trace contextRef="#ctx0" brushRef="#br0" timeOffset="3256">18168 1450 7533,'-18'21'-1619,"1"13"1589,11 7 0,4 10 0,0-2-1063,-1-13 1,-1-1 0,3 3 1091,3 3 0,2 3 0,1 1 0,0-3 1,-2-1 0,0-1 0,3-3 0,6 12 0,1-1 0,-7-3 0,-2-1 0,0-13 0,0 0 0</inkml:trace>
  <inkml:trace contextRef="#ctx0" brushRef="#br0" timeOffset="3389">17992 2181 0,'-10'-18'0,"2"10"163,8-8-163,16 14 0,7-3 0,5-1 0,0 6 0,2-1 0,10-4 0,-1-1 0,-9 2 0,1 1 0</inkml:trace>
  <inkml:trace contextRef="#ctx0" brushRef="#br0" timeOffset="3555">18627 2367 7533,'-10'31'1169,"-14"0"-359,13 12-1260,-15-4-150,11-11 0,-2 6 1,0-4 599,-3-2 0,-1-1 0,-6 16 0,1-3 0,-7-4 0</inkml:trace>
  <inkml:trace contextRef="#ctx0" brushRef="#br0" timeOffset="3700">19509 1549 7533,'4'-42'0,"-1"-1"0,2 5 0,0 0 0</inkml:trace>
  <inkml:trace contextRef="#ctx0" brushRef="#br0" timeOffset="3850">19420 1450 7533,'5'47'-428,"0"0"1,-2-13 0,0 0 0,-1 1 427,1 3 0,0 1 0,-1 1-896,-1 8 0,0 2 1,-1 1 895,0-9 0,1 0 0,-1 1 0,-1-1 0,-1 1 0,0 0 0,-1-1 0,0 0 0,-2 9 0,-2-1 0,1-3 0,3-12 0,1-2 0,-2 0 0,-3 2 0,-2 0 0,1-6 201,-4 4 1,-13 0 0,7-46-1</inkml:trace>
  <inkml:trace contextRef="#ctx0" brushRef="#br0" timeOffset="4072">19491 1450 7533,'0'-19'-1709,"16"7"1709,19 6 45,-2 6 0,4 6-75,-4 7 0,2 5 0,-5 2-521,3 3 0,-5 5 551,-5 1 0,-2 5 0,-10-1 0,-18 8 0,-9-1 0,-1 6 0,-4 0 0,0-14 0,-3-1 0,-1 0-338,-2 1 1,0-1-1,0 0 338,3-3 0,0-1 0,0-1 0,-9 6 0,5-2 0,13-6 0,3 0 0,-4 13 0</inkml:trace>
  <inkml:trace contextRef="#ctx0" brushRef="#br0" timeOffset="4372">20073 2504 5914,'-8'36'-45,"-2"0"0,-5 5 45,-7-1 0,-1 1-1093,8-10 1,-1 1 0,0-1 480,-14 7 1,1-5 611,-1 0 0,-3 2 0,15-16 0</inkml:trace>
  <inkml:trace contextRef="#ctx0" brushRef="#br0" timeOffset="4887">20567 1264 7533,'-10'10'-1619,"2"-1"2518,3 22 1,2 7-2350,2-3 1,1 3 1449,1 0 0,1 4 0,0 3 0,0 3-240,-1-9 0,0 3 0,-1 2 1,1 0-1,-1 1 0,1 0-46,1 3 0,0 0 0,0 2 0,-1-1 1,0 0-1,-1 0 271,-1-2 0,-1 0 0,-1 1 0,0-2 0,-1-3 0,-1-3-455,-2 14 1,-1-5 0,-4-11 469,-15-3-81,15-63 0,6-19 81,4 11 0,2-2 0,2-3 0,1-2 0,1-3 0,1-2 0,1-1 0,-1 8 0,2-2 0,0-1 0,1 1 0,0 1 0,0 2 0,1 0 0,0 0 0,0 1 0,1 1 0,1-5 0,0 0 0,0 2 0,1 3 0,2 0 0,0 3 0,1 3 0,7-5 0,-1 7 1436,9-2-1436,3 15 0,-15 23 716,-1 1-716,9 27 0,-15-10 1006,3 16 1,-4 5-1007,-11-16 0,-4 0 0,2 19 0,-4 0 0,-4-18 0,-5-2 0,-8 13 0,-3-1 429,4-9 1,-1-1 109,-5 2 1,5-1 1709,12 11-540,24-2-1170,25-11-1034,-12-6 1,1 2 134,1 0 0,-1-2-630,-3-6 1,1 0 989,14 13 0,-1-2 0,4-4 0,-12-7 0,1 0 0</inkml:trace>
  <inkml:trace contextRef="#ctx0" brushRef="#br0" timeOffset="5133">21290 1488 7533,'0'-28'-1619,"16"6"2698,3 33 1170,17 8-1575,-15-2 1,1 3-136,1 11 1,-1 5-1427,-4-9 1,0 3-1,-1 1 1157,-3 5 0,-3 3 0,1-1-90,6 6 0,-3 2-297,-7-3 0,-3 4 1,0-5 340,2 0 1,-4 0-45,-7 3 0,-4 3 0,-4-3-1083,-1-11 0,-2-3 0,-4 1 453,-7 4 0,-3 1 1,-4-2 449,5-6 0,-3-1 0,-1-1 0,2 0 0,-8 4 0,2-1 0,-2 1 0,5-6 0,1 1 0,0-1 0,-1 1 0</inkml:trace>
  <inkml:trace contextRef="#ctx0" brushRef="#br0" timeOffset="6318">16651 2752 0,'-26'0'0,"-1"0"0,-18 0 163,10 0-163,17 0 1409,18 0-689,41-17-361,-7 5 1,5-2 87,-6 2 0,3-2 0,3-1 0,0 1-335,3-1 1,1 0-1,1 1 1,-1 0-766,-1 1 1,0 1 0,-1 1 0,-1 2 652,6 0 0,-2 2 0,-5 5 0,-5 3 0,-7 6 0,6 18 0</inkml:trace>
  <inkml:trace contextRef="#ctx0" brushRef="#br0" timeOffset="7100">16828 2888 7533,'-18'-14'-1709,"0"3"1709,-15 44 0,11-16 0,-1 2-597,2 5 1,0 4-1,0-1 597,-11 5 0,1 0 0,12-3 0,1-1 279,-4-1 1,5-2-280,13-3 293,-12 7-293,24-22 0,10-7 0,9-7 0</inkml:trace>
  <inkml:trace contextRef="#ctx0" brushRef="#br0" timeOffset="7218">17074 2863 7533,'28'6'-1350,"-10"1"991,-3 27 359,-13-10 0,2 5 0,0 5-313,0-2 0,0-1 313,0-3 0,2-1 0,1 4 0,3-4 0,8-2 0</inkml:trace>
  <inkml:trace contextRef="#ctx0" brushRef="#br0" timeOffset="9367">5027 14439 7533,'-29'-5'-1709,"-3"3"1709,30-3 0,2 49 0,11-14 0,7 4 0,2 1-531,0-4 0,3 1 0,2-1 0,5-4 531,4-3 0,5-1 0,3-3 0,1-5 0,-1-6-254,2-7 1,0-5 0,2-6 0,-2-4 0,0-5 304,-9-1 0,0-4 1,0-3-1,-1-3 1,-1-2-1,-2-2 1,-3-1-122,0-3 0,-3-4 0,-1-2 1,-2-1-1,-3-2 0,-1-1 0,-3 1 227,-3 3 1,-2-1-1,-1-1 1,-2-1-1,-2 1 1,-2-1-1,-2 2 1,-3 0 73,-2-2 0,-3-2 1,-2 1-1,-2 1 0,-4 2 1,-3 4-1,-4 3-230,-7-1 0,-5 3 1,-4 2-1,-3 6 1,-2 5-1,-2 9 166,1 8 0,-3 6 0,-2 7 0,-2 4 0,0 5 0,1 2 0,1 3-293,11-1 0,-1 2 0,-1 3 0,1 3 0,1 2 0,0 1 1,2 2-1,0 1 0,2 0 0,2 1-202,1 1 0,1 2 0,2 2 1,1 1-1,1 1 0,1 0 1,1 1-1,1-1 0,1-1 1,1-2 212,-1 3 1,0 0 0,1 0 0,1-1 0,2 0 0,3-1 0,3-1 0,3-2 0,3 11 0,5 0 0,4-2 0,3-4 0,4-6 0,17 3 0,1 0 0</inkml:trace>
  <inkml:trace contextRef="#ctx0" brushRef="#br0" timeOffset="10034">17939 14476 7533,'-19'30'-285,"1"-1"0,0 0 0,4 10 0,2 5 0,5 2 1,5-1 284,8-4 0,7-1 0,2 1 0,-2-1-760,-6 2 0,-1 0 0,3-1 0,8-3 760,10-6 0,9-2 0,4-3 0,0-3 0,-5-6 0,9-2 0,2-9 0,-6-5 0,6-2 0,3-3 0,0-5 0,-3-5 0,-4-7 0,-1-6 0,-2-4 0,0-3 0,0-2-235,-7 4 1,2-1-1,-1-2 1,-1-2-1,0-1 1,-2-2 0,-2 0 234,-4 0 0,-1-3 0,-1-1 0,-1-1 0,-2 0 0,-1 0 0,-1 1 0,0 3 0,0-3 0,1 2 0,-2 1 0,-2 1 0,-4-2 0,-5 0 59,-6-6 1,-7-2 0,-4-1 0,-2 2 0,0 5 0,0 6 30,1 2 0,-1 7 0,-8 0 233,-7-4 1,-7-3 0,-5 2 0,-3 5 0,-2 11-10,5 12 1,-3 8 0,-1 5 0,-2 5 0,0 2 0,-1 2-615,9-2 0,-2 2 0,0 3 1,-1 1-1,0 2 0,1 0 0,0 2 1,0-1-1,2 1 241,-2 1 1,-1 2-1,1-1 1,0 2-1,2 0 1,0 2-1,2 0 1,2 2-1,1 0 1,1 3-1,1 1 1,1 1 0,2 0-1,2-1 1,2-2-1,3-1 1,1 6-1,0 1 1,-1 0-1,1-1 1</inkml:trace>
  <inkml:trace contextRef="#ctx0" brushRef="#br0" timeOffset="10867">23548 880 3431,'-43'-7'-1619,"6"2"2223,11 11 1,1 4-605,2 1 0,1 5 0,-6 11 0,-1 8 0,1 1 0,4 0 0,1 2 0,2 1 0,3-4 0,-1 2 0,4 0 0,4-1 0,5 4 0,5 0 0,8-3 0,9-6 0,6-3 0,3-2 0,1-2 0,3-2 0,0 0 0,1-2 0,0-1 0,-10 4 396,-11 13 0,-14 1-396,-21 2 0,-12-2 0,5-10 0,-3-2 0,1-2 20,3-5 0,2-3 1,2-2-1,-1 2 1,9-8-1,12-14 1</inkml:trace>
  <inkml:trace contextRef="#ctx0" brushRef="#br0" timeOffset="11018">23777 1214 7533,'-17'-6'-1619,"15"0"1529,27 17 90,5-9 0,3-1 0,-4 7 0,1 1 0,3-6 0,0 0 0</inkml:trace>
  <inkml:trace contextRef="#ctx0" brushRef="#br0" timeOffset="11167">23830 1438 7533,'-26'25'-855,"-1"-1"1,14 10 854,56-17 0,-6-18 0,7-7 0,0 0 0,-7 1 0,-1 0 0,1-1 0,4-4 0,0 0 0,0 0 0</inkml:trace>
  <inkml:trace contextRef="#ctx0" brushRef="#br0" timeOffset="11551">24800 645 7533,'-22'-18'-360,"-1"0"0,-12-4 1799,2-2-1574,15 38 0,0 11-285,-2 1 1,-1 4-1,2 2-105,1 7 1,2 3 0,1 1 524,1-8 0,-1 1 0,2 0 0,4-1 0,3 2 0,3-2 0,2-1 82,1 10 0,2-3-82,2-7 0,2 0 0,-2-1 0,-1 1 0,-3 0 0,0 1 0,11 4 0,2 2 225,-2 4 0,-1 2-373,0-8 1,0 3 0,-2 0-33,-4 2 0,-1 1 0,-2-1 180,-1 2 0,-1-1 0,0-3 0,-5 1 0,4-4 0,8-10 0,4-7 0,9-10 0</inkml:trace>
  <inkml:trace contextRef="#ctx0" brushRef="#br0" timeOffset="11783">25241 669 7533,'0'-26'-855,"0"0"1,-8-4 1348,-3 53 1,-3 21-428,2-10 1,-1 5-1,0 3 1,-2 0-724,0 0 1,-1 2-1,-1 1 1,1 0 0,0 0 549,0-1 0,1 2 1,1-1-1,-1-1 0,0-3 106,-1-2 0,0-2 0,1-2 0,1-4 154,1 7 0,1-12 0,4-20 0,8-20 0</inkml:trace>
  <inkml:trace contextRef="#ctx0" brushRef="#br0" timeOffset="11934">25188 905 7533,'36'8'-810,"-17"22"1,-3 12 898,-3 0 1,-1 5 0,-2 4-551,-4-12 1,-3 3-1,1 0 1,-1 1 0,1-2 460,2 4 0,1 0 0,0-1 0,-4-4 0,-3 3 0,-3-2 0,0-7 0,1 10 0,-15-51 0</inkml:trace>
  <inkml:trace contextRef="#ctx0" brushRef="#br0" timeOffset="12051">25135 1376 7533,'-17'-26'-1709,"30"8"1709,15 13 0,5 4 0,2 1 0,1 0 0,8-2 0,-2-1 0,-16-1 0,-1 1 0</inkml:trace>
  <inkml:trace contextRef="#ctx0" brushRef="#br0" timeOffset="12200">25718 1363 7533,'4'27'-210,"1"0"0,-7 6 0,-4 3 30,-1 11 0,-5 0 180,-9-4 0,-1-2 0,11-11 0,0-4 0,-12 2 0</inkml:trace>
  <inkml:trace contextRef="#ctx0" brushRef="#br0" timeOffset="12400">26053 719 5824,'-6'34'819,"0"1"0,0-1 0,1 2 0,0 2-874,2 1 1,1 5-1,1 2 1,-1-4-1039,2 0 1,0-3 0,0 1-1,3 7 1,0 0 0,-1-1 926,-2-6 0,0-2 0,2-9 0,6-9 0,-8 13 1</inkml:trace>
  <inkml:trace contextRef="#ctx0" brushRef="#br0" timeOffset="12734">26158 781 7533,'10'-14'-1709,"-2"-2"1979,-8 14 989,8-3-4536,17 5 1883,5 5 180,-5-2 1,1 1 958,11 9 508,-2 4-298,-33 7 0,-10 5 45,-11 3 0,-7 2 0,7-4 0,-1 3 0,1-3 0,-9 7 0,3-3 0,8-9 0,10-2 0,38 11 0,-7-13 0,11 4 1134,-16-6 1,-6 2-1135,-17 13 180,10 10-270,-27-9 0,-7-1 90,3-6 0,1-1-60,0 6 0,1-2 1,-2-11-1,3-5 1,2-4-1</inkml:trace>
  <inkml:trace contextRef="#ctx0" brushRef="#br0" timeOffset="13106">26688 496 7533,'7'-32'-1709,"-5"13"2968,6 8-989,0 11 449,2 22-1169,-1 4 1,0 3 269,0 16-360,-3 4 1,-4-1 449,-10-10 90,8 4 0,-2-2 0,-13-10 0,10 2 0,0-2 90,-5-12-45,1 7 0,2 1 494,5-10 181,-5 30-990,7-30 90,3 10 0,1-1 90,-2-7 135,10 11 0,0-1-45,-8-10-1067,12 12 1,-1 2 1246,-11-8-909,8 10 0,0 1 998,-10 1-218,3 4 1,-3 1-52,-9 3-283,-8 3 1,-4-1-843,5-24 1,-3 0 1124,-5 9 0,-5 5 0,1-6 0,-1-6 0,-2-2 0,3 1 0,-1 1 0,1-1 0</inkml:trace>
  <inkml:trace contextRef="#ctx0" brushRef="#br0" timeOffset="13799">23001 2157 7533,'-10'38'-1709,"-5"-11"1709,5 7 0,2 11 0,0-5-530,2-9 0,-2 2 530,-2 5 0,-4 8 0,1 1 0,3-6-589,7-2 1,1-1 588,-10 8 0,-3 6 0,2-5 0,7-7 0,1-2 0,-8 9 0,0-2 70,8-14 1,0-4 0,-10 15 0,5-25 0</inkml:trace>
  <inkml:trace contextRef="#ctx0" brushRef="#br0" timeOffset="13983">22931 2429 7533,'14'-33'-570,"1"0"0,5 4 1,-1 6 569,-7 11 0,13 39 0,-7-2 449,-8 6 1,-2 10 0,0-4-583,-3-7 1,1 2-116,3 4 1,2 7 0,0 1 0,-3-6 157,-1-1 0,0 2-23,4 2 1,3 7 0,-1 0-1,-2-8 68,-4-6 0,0-2 45,4 13 0,1 6 0,-4-10 153,-6-8-153,0-2 0,-4-6 0,-8-22 0,-7 1 0,-1-17 0</inkml:trace>
  <inkml:trace contextRef="#ctx0" brushRef="#br0" timeOffset="14105">22948 2900 7533,'-21'-19'-855,"-1"0"1,1-6 854,-3 9 0,24 14-3277,39-9 2302,-13 4 505,3 0 1,7-1-1,-3 0 470,-7 1 0,1-1-21,14-6 1,7-3-1,-6 2 1,-13 4 0,-1-1-1,17-9 1,0 1 0</inkml:trace>
  <inkml:trace contextRef="#ctx0" brushRef="#br0" timeOffset="14267">23583 2504 7533,'-17'-6'-1350,"7"5"1081,2-5 179,16 6 90,9 0 0,19-5 0,9 3 0,-15-3 0,1 0 0,8 3 0,2-3 0</inkml:trace>
  <inkml:trace contextRef="#ctx0" brushRef="#br0" timeOffset="14389">23618 2814 7533,'-19'0'-1709,"3"0"1709,24 0 0,18 0 0,-2-2 0,4-2-158,8-4 1,1-2 0,-1 1 0,0-3 0,-1-3 0,-1 0 0</inkml:trace>
  <inkml:trace contextRef="#ctx0" brushRef="#br0" timeOffset="14688">24536 2231 7533,'-28'-14'180,"3"3"1439,7 22-1349,1 3-270,-9 27-945,12-10 1,1 0 809,-1-4 0,0 1-540,-4 19 1,3-1 494,3-8 135,-1 6 0,3-2 45,8-16 0,0 4 0,4 2 0,7 1-1639,0-1 1,0 2 1523,9 9-1020,-10 2 1,1 0 1314,9-5-295,-11-8 1,-2 6 0,1-4 114,-1-9 0,-1 1 345,1 21 0,-2-1 105,-3 3-76,0-19 1,0-1-375,0 8 0,0 11 0,-8-8 0,-1 8 0</inkml:trace>
  <inkml:trace contextRef="#ctx0" brushRef="#br0" timeOffset="23799">24871 2603 7533,'-14'-23'-855,"0"0"1,-11-7 854,7 19 0,-5 31 0,-3 10 0,-7 4-496,14-4 1,-1 9-1,0 3 1,4-4 585,2 9 0,5 1-120,1-3 0,2 2 0,4-5 213,4-10 0,8-8-183,13-14 0,3-9 0,5-16-656,0-20 1,-3-5 655,-12 18 0,-2-2 0,3-14 0,1-7 0,-4 6 0,-1-9 0,7-3 0,-8 17 0,-18 39 1889,4 1-630,-10 32 1,-2 12-603,8-21 1,1 1-478,-1 8 0,0 3 0,2-4-225,2-11 0,4-1-1080,6 15 1,7-4 1040,23-9 1,1-4 0,2-17 0</inkml:trace>
  <inkml:trace contextRef="#ctx0" brushRef="#br0" timeOffset="23951">25171 2975 7533,'-20'0'1529,"-3"11"-180,21 25-1349,-6-6-945,7 7 1,2 0-225,-1-5 1169,-1 0 0,2-1 0,7-3 0,1 8 0</inkml:trace>
  <inkml:trace contextRef="#ctx0" brushRef="#br0" timeOffset="24151">25400 3148 7533,'-20'-7'1529,"5"7"-630,15 18-4176,0 25 2847,-7-15 0,-2 2 430,0-1 0,-2 0 0,-1-7 0,-3-2 0,-10 3 0</inkml:trace>
  <inkml:trace contextRef="#ctx0" brushRef="#br0" timeOffset="24568">25876 2528 7533,'-35'6'-1709,"8"1"1709,-7 16 0,15-2 674,2 10 1,0 1-1058,-2 2 952,9-3 1,1 7 0,2-6-30,-3 10-945,4 2 0,5-1 405,8-15-764,12-9 1,4-9 763,2-21-945,14-10 1,2-11 914,-19-2 0,-5-6 0,1 2 30,1 7 0,1 2 0,-2-3 0,1-15 0,-2-2 0,-4 7 0,-3-4 131,-8 14 1,-4 12 3144,-16 64-2081,4-8 1,1 2-1299,2 7 1,2 3-18,4-7 0,2 2 1,3-6 100,4-10 0,2-2-1074,3 8 1,2 3 0,2-7 794,17 3 1,-3 8 0,-11-35 0</inkml:trace>
  <inkml:trace contextRef="#ctx0" brushRef="#br0" timeOffset="24823">26176 2814 7533,'-10'19'629,"2"-1"541,8-11-451,16 4-899,-4-10-2788,29 10 1889,-4-9 1079,-23 36 0,-10-19 0,-17 7 0,-11 6 0,2-4-164,5-8 0,1 0 673,-4 7 1,-1 5 0,5-5 570,4 4-1080,0-4 0,9-3-1349,42-15 1349,-14-3 0,4-8 0,1-5 0,5-11 0</inkml:trace>
  <inkml:trace contextRef="#ctx0" brushRef="#br0" timeOffset="25006">26529 3235 6633,'0'39'899,"-3"-11"1,-2 1-1530,1-2 1,-2-1 269,-2-3 0,-1 1 45,-3 4 1,-2-5 314,-5-14 0,-7 8 0,8-17 0</inkml:trace>
  <inkml:trace contextRef="#ctx0" brushRef="#br0" timeOffset="25390">27058 2516 7533,'-28'-14'-270,"-1"1"0,-12 10 0,2 11 989,12 17 1,5 7-1120,-3-3 0,3 3 909,6 4 1,2 3 0,5-3-375,7-10 0,2 0 494,-4 24 1,0-2-810,4-16 295,6-5 0,4-3-1554,1-16-655,30-8 1149,-10-26 1,-1-6 944,-8 12 0,-1-1-609,7-15 0,2-6 0,-7 5 609,-8-10 0,5 6 0,0 1 563,-11 13 2585,-15 64-2056,3-4 0,-1 7 0,0 1-805,-3 4 0,0 1 1,1 0-387,1-2 1,2-1 0,3-2-1541,7 3 1,4-9 930,8-11 0,7 5 1,-8-24-1</inkml:trace>
  <inkml:trace contextRef="#ctx0" brushRef="#br0" timeOffset="25718">27358 2938 7533,'-20'0'90,"5"0"1529,15 0-4678,31 0 2700,-15 0 359,17 11 0,-41 13 0,-11 4 0,-2 0 0,-2 2 179,0-7 1,1 0 225,5 3 0,5 0-1035,12 9 91,37-6 539,2-2 0,-5 4 0,-50 16 0,10-24 0,-23 9 0,-5-2 0,9-10 0,0 0 0,-1-6 0,1-25 0,7-9 0</inkml:trace>
  <inkml:trace contextRef="#ctx0" brushRef="#br0" timeOffset="26101">27711 2181 6633,'9'28'839,"1"-1"1,3 8 0,-2-2-840,-9 10-765,2-8 1,0-3 764,-4-8-450,-3 4 0,-2 1 270,-5 0 0,1 2 0,0 2 360,4-7 0,1 0-270,-1 0 0,2 0-90,1 5 1,4-4-1,6-5 315,-4 4 0,1-1-46,5-1 586,-5 10 0,-2 6 629,-2 5 0,-2 4-1782,1-6 1,0 3 0,0-2 597,0-8 0,0 0 0,0-2-165,0 19 0,0-8 847,0-12-2376,-7-6 0,-2-1 1574,5-3 0,-13-2 0,-5-2 0,-7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11:28.32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002060"/>
    </inkml:brush>
  </inkml:definitions>
  <inkml:trace contextRef="#ctx0" brushRef="#br0">953 967 4063,'-34'5'-1709,"5"19"1874,3 6 0,1 6-165,5 4 0,3 5 0,6-9 0,0 2 0,2 3 0,4 0 0,4 2 0,3 1 0,3-1 0,3-2 0,5 3 0,4-2 0,8-10 146,12-10 0,7-9 0,-2-13-146,-4-22 0,-3-14 0,-2-6 0,-4 5 0,0-5 0,-4-3 0,-6-2 0,-8 6 0,-5-3 0,-3 0 0,-2 0 0,-2 4 230,-3-10 0,-3 4 0,-10 6-260,-12 5 0,-9 6 0,1 14 30,0 23 0,0 15-263,4 0 0,-1 6 0,11 3 0,14 8 0,8 1 1,2-8-1,0 0 0</inkml:trace>
  <inkml:trace contextRef="#ctx0" brushRef="#br0" timeOffset="183">1111 1363 8432,'8'35'-870,"0"-1"1,9 11 0,1 1 869,-7-1 0,2-2 0,10 1 0,1-6 0,-5-8 0</inkml:trace>
  <inkml:trace contextRef="#ctx0" brushRef="#br0" timeOffset="417">1358 744 7533,'-10'-33'-1709,"3"37"1709,8 17 0,5 9 0,-4 14 0,-2 7-144,3-9 0,0 3 1,-1-3-1,-1 6 0,-2-2 1,1 1-1,0 0 1</inkml:trace>
  <inkml:trace contextRef="#ctx0" brushRef="#br0" timeOffset="1600">1764 1041 5914,'-28'-1'-45,"8"16"0,-1 10 45,5 5 0,1 6 0,1 3-687,2-2 1,-1 2 0,2 3 0,0-1 686,1 3 0,0 1 0,1 0 0,3-1 0,1-4 0,1 0 0,2-2 0,5-2 135,8 2 0,4-2 0,0-5-135,-3-3 0,2-5 0,13-4 0,3-5 0,-3-8 0</inkml:trace>
  <inkml:trace contextRef="#ctx0" brushRef="#br0" timeOffset="1938">2099 967 7533,'-18'19'-855,"6"4"1,-1 5 854,-4 10 0,-1 5-570,1-3 1,-2 3 0,2 1 569,1-1 0,0 1 0,1-3-385,0-7 1,1-1 0,0-1 384,-1 2 0,1 0 0,1-4 0,2-1 0,1-2-405,-3 6 0,0-3 1,-2-2-1,5-22 1</inkml:trace>
  <inkml:trace contextRef="#ctx0" brushRef="#br0" timeOffset="2084">1993 1227 7533,'10'10'-1709,"-2"27"1709,-7-4 0,-2 4 0,0 9 0,2 2 0,3-14 0,3 0 0,-2-3 0,-4 0 0,1-1 0,7 2 0,-2-2 0,-7-4 0</inkml:trace>
  <inkml:trace contextRef="#ctx0" brushRef="#br0" timeOffset="2216">1976 1500 7533,'-28'0'-1709,"10"0"1709,66 0 0,-19 0 0,8 0 0,0 0 0</inkml:trace>
  <inkml:trace contextRef="#ctx0" brushRef="#br0" timeOffset="2404">2311 1512 7533,'-20'-5'-1709,"4"3"1709,16-3 0,8 5 0,-6 5 0,14-3 0,-14 3 0,6-5 0</inkml:trace>
  <inkml:trace contextRef="#ctx0" brushRef="#br0" timeOffset="2722">2293 1053 7533,'0'-31'-1709,"0"12"1709,0 13 0,8 19 0,-6 10 0,-2 6 0,4 12 0,0 6-819,-3-4 1,0 4 0,-3 1 818,-2-8 0,-3 1 0,1 0 0,-1-1 0,0 7 0,0-2 0,0-2 0,-1-5 0,-1-2 0,-2-1 0,-3-3 0,-3 0 0,1-3 41,1 9 0,-1-2 1,-6 0-1,-1-2 1,6-8-1,0 0 1</inkml:trace>
  <inkml:trace contextRef="#ctx0" brushRef="#br0" timeOffset="3122">2681 1822 5824,'-18'36'0,"1"-3"0,-9 10 0,-1-6 0</inkml:trace>
  <inkml:trace contextRef="#ctx0" brushRef="#br0" timeOffset="3522">3157 1004 7533,'-17'20'-570,"-1"0"0,-8 16 1,1 8 569,13-11 0,3 4 0,0 2 0,0 0-699,-3 5 0,0 1 1,1 0-1,3 1 699,4 1 0,3 1 0,1-1 0,3-2 0,0 3 0,2-3 0,6-6 417,16 4 1,7-13-418,-6-21 0,1-13 0,-2-11 0,-1-11 0,-3-4-258,-4-7 0,-4-4 0,-1-2 258,1-4 0,0-1 0,-2 1 0,-5 5 0,-2 2 0,-3-2 0,-3-4 0,-3 0 0,-2 4-79,1 8 1,-3 1 78,-6 0 0,-4 0 0,-2 11 0,-28 19 0,15 21 0,1 8 0,6-2 0,5 3 0,4 14 0,6-1 0,3 0 0,7 8 0</inkml:trace>
  <inkml:trace contextRef="#ctx0" brushRef="#br0" timeOffset="3655">3122 1463 7533,'10'19'-1709,"6"4"3598,-7-3-180,1 10-1889,1-7 0,2 2-675,-4-2 1,1 1 269,6 8 0,4-3 585,15-2 0,-8-5 0,-1-22 0</inkml:trace>
  <inkml:trace contextRef="#ctx0" brushRef="#br0" timeOffset="3871">3422 719 0,'-20'-37'0,"-3"16"671,21 5-671,-6 16 1336,16 16-1336,-6 10 0,9 8 0,1 4 0,-5 3 0,-2 2 0,4-1 0,0 0 0,-5-4 0,0 1 0</inkml:trace>
  <inkml:trace contextRef="#ctx0" brushRef="#br0" timeOffset="4117">3739 892 7533,'-27'35'-855,"9"-8"1,3 2 167,4 0 1,2 3 686,0 9 0,0 5 0,2-1-282,2-10 1,2-2 0,1 2 281,0 3 0,2 3 0,0 0 0,2-2 0,2 3 0,1-2 0,3-2 126,2-5 1,2-1 0,2-4-127,7 3 0,3-7 0,-1-8 0,-1-8 0,5-19 0,-11-10 0</inkml:trace>
  <inkml:trace contextRef="#ctx0" brushRef="#br0" timeOffset="4300">4022 992 6183,'-14'29'1092,"0"1"0,4-2 0,3 3-895,2 3 1,3 3-1,1-1-1290,0-1 1,1-1 0,1 1 561,-1 4 0,0 2 1,0-3 395,-1 6 0,2-5-521,2-10 1,2-5-1,4-6 1,9-12 0</inkml:trace>
  <inkml:trace contextRef="#ctx0" brushRef="#br0" timeOffset="4650">4057 1053 6633,'-10'0'1259,"2"0"-2878,24 0 1350,4 0 89,7 0 180,6 6 0,-21 12 0,-20 19-1639,-1-14 1,-3 0 1580,-6-1 1,0 0 57,-7 19 0,15-9 0,2-12 0,16 2 0,25-15 0,7 6 0,-14-8 0,1 2 0,8 11 3276,-10 12-3160,-31 9-116,2-14 0,-3-1 0,-9-4 0,-4-1 0,-1 3 0,-1-3 0,-15-4 0,-6 7 0,8-14 0</inkml:trace>
  <inkml:trace contextRef="#ctx0" brushRef="#br0" timeOffset="4867">4427 781 6633,'28'14'-270,"-1"1"0,-3 3 1,-5 2 1618,-1 20-540,-12 3 1,-4 5-1602,-1-6 0,-2 3 312,-4-2 0,-3 4 1,-3-1-217,-1 1 0,-2-1 0,-5-2 546,-5-3 0,-4 0 0,0-3 150,4-5 0,-1-2 0,-1-2 0,-1-3 0,-2-2 0,1-2 0,-3 2 0,-1 1 0</inkml:trace>
  <inkml:trace contextRef="#ctx0" brushRef="#br0" timeOffset="5651">4851 1636 5824,'4'48'0,"-4"-17"0,-4 0 0,-12-4 0,-4 0 0,3 3 0,-1-1 0</inkml:trace>
  <inkml:trace contextRef="#ctx0" brushRef="#br0" timeOffset="7455">2117 1661 5824,'9'0'0,"-1"0"0,-8-5 0,0 3 0,0-3 0,0 5 0,0 0 0,0-6 0,0 5 0,0-5 0,0 6 0,0 0 0,0 6 0,0 0 0,0 7 0,0-1 0,0 6 0,-15 7 0,3 1 0,-14-1 0,9-13 0,-1-6 0</inkml:trace>
  <inkml:trace contextRef="#ctx0" brushRef="#br0" timeOffset="8349">1058 1190 7533,'-45'0'-300,"18"0"0,11 0 0</inkml:trace>
  <inkml:trace contextRef="#ctx0" brushRef="#br0" timeOffset="8734">882 930 7533,'-14'-22'-855,"1"0"1,-13-16 854,16 14 0,2 11 0,8 8 0,4 24 0,0 17 269,1 6 1,0 7-613,0-6 1,2 7-1,0 2 1,0-2 522,-1-1 0,1 0 0,0 0 0,0 0-55,-2-9 1,0 1 0,0 0 0,1-2 0,0-2-744,5 10 1,2-3 0,-3-5 752,-5-3 0,1-5 765,18 9 89,-14-32 180,7-30-944,-7-2 0,-2-4 259,1-6 1,0-4-425,-1-5 0,0-5 0,1 0 526,0 4 1,1 0 0,-1 0-617,-2-5 0,-2-1 0,2 1-30,1 10 0,1 1 0,-2 1-435,-2-8 0,0 2-693,3 7 0,1 0 288,-3-2 1,-2 1 269,1 8 0,-2 3 181,-11-10 1086,6 16-637,-6 8 0,-8 7 0,-3 5 0</inkml:trace>
  <inkml:trace contextRef="#ctx0" brushRef="#br0" timeOffset="9122">900 955 7533,'-20'-13'-1709,"4"1"1709,16 5 0,8 1 0,2 17 0,2 11 0,1 9 30,-3 0 0,-1 4 0,0 4-267,0 5 0,1 5 0,-2 1 0,0-1 349,-2-3 1,-2 1-1,0-1 1,2 0-68,1-1 0,3 2 0,-2-2 0,-2-5 269,-5 12 1,2-6 450,12-5 0,1-6 494,-4-11 0,21-18-944,-17-39 0,-4-18-525,0 5 0,0-4 0,-1 0-883,-1 5 1,-1 1 0,0-2 1066,-4 5 1,-1-3 0,0 1-1,0 3-574,2 2 1,-1 3-1,0-1-442,-1-2 1,-1-1 0,0 2 681,1-6 0,2 5 584,1-4 0,-14 32 0,-3 10 0</inkml:trace>
  <inkml:trace contextRef="#ctx0" brushRef="#br0" timeOffset="9984">2963 1128 6183,'-19'-37'-359,"3"5"359,24 7 0,2 13 1169,15 39-480,-14 1 1,-3 8 0,1 2-710,0 7 0,0 3 1,0 4 333,-1-13 1,0 5 0,0 2 0,1-1 0,-1-1 0,0-3-429,0 2 0,-1-3 1,0 0-1,2-1 204,2 7 0,1 1 0,1-3 0,2-11-865,7-10 0,-1-9 1675,1-4-384,-4-36 0,-5-16-336,-8 11 0,-3-3 0,1-4-252,3-4 0,0-6 0,2-3 0,-1 1 0,0 5-327,-2 6 0,0 4 1,0-1-1,1-2 93,0-7 0,1-3 1,0-1-1,0 3 0,-1 6-953,4-6 0,-2 4 166,-4 3 1,-1-2 0,0 5 362,1 8 0,0 3 1394,-4-14 0,-8 50 1,-2 3-1</inkml:trace>
  <inkml:trace contextRef="#ctx0" brushRef="#br0" timeOffset="10384">3016 1153 6183,'-10'11'-359,"10"3"359,4 21 0,2 10 0,0-12 0,0 1 0,0 3-542,0 0 1,0 3 0,1 1 0,-1-2 631,3 8 0,0-1 0,1 0 329,1 4 1,1 0 0,0-6 432,2-8 0,0-2-267,-2 5 0,1-15-106,0-44 1,2-25 0,-2 0-1200,-2 7 0,-1 0 1,1-5 373,-1 1 1,0-5 0,1-3 0,0 0 0,-3 2 345,-1 5 0,-1-1 0,-1 1 0,-1 2 0,2 2 0,2-9 0,1 4 0,-1 1 0,-2 3 0,0 0 0,0 0 0</inkml:trace>
  <inkml:trace contextRef="#ctx0" brushRef="#br0" timeOffset="10933">3528 608 6183,'-10'-8'-359,"-6"36"359,14-3 0,-1 15 0,-1 6 0,-1-9 0,2 0-1639,2 13 1,0-1 1150,-3-18 1,0-3-922,4 17 1409,0-38 0,0-7 0,0-34 0,0 7 0,0-4 0,2-12 0,1-7 0,0 5 0,-2 5 0,0 2 0,2-3 0,0-1 0,-1 23 1638,-6 48 0,0 18-1108,3-18 1,0 2-561,-2 10 0,0 4 1,1-4 1185,2-8 0,0-4-1606,0 7 450,0-24 0,-8-6 0,-2-6 0</inkml:trace>
  <inkml:trace contextRef="#ctx0" brushRef="#br0" timeOffset="15437">23830 9122 7533,'-8'-24'-1619,"-1"-1"1529,-1 6 90,18 6 0,-5 2 0,29 10 0,-20-5 0,13 12 0,-7-5 0,7 5 0,-13-6 0,35-6 0,-31-1 0,23-1 0,2-1 0,-14-6-411,15 6 1,5 1 410,-19 1 0,0 1 0,8 3 0,3 1 0,-2 1 0,-2-2 0,1 0 0,4 3 0,3 0 0,-5 0 0,-11 0 0,-1 0 0,11 0 0,5 0 0,-5 0 0,-11 1 0,1-2 0,9-2 0,6-1 0,-7 0 180,10-4 120,-11 2 0,4 0 0,-4 0-165,-8-1 0,-1 1 134,7 3 1,4 1 0,-4 1-135,-2-3 0,-1 2-225,18 7 0,-2 1 270,4-3-90,-3 10 0,-2 1 0,-1-4-180,-11-2 0,3 0 0,-4-1 270,13 0-135,4-3 0,1-2 494,-5-2 1,5 0 0,0 0-90,-14 0-181,-2 0 1,6 0 0,-7 0 0,-3 0-240,4 0 0,6 2 0,-7 1-30,-5 4-315,13-1 0,1 0 225,-10 1-944,-1-1 0,-1-1 584,0-3-2069,20-2 2339,-27-7 180,6-4 0,1-2 0,-6-2 0,6 1 0,-1-1 0,-6 2 0,11-5 0</inkml:trace>
  <inkml:trace contextRef="#ctx0" brushRef="#br0" timeOffset="22017">1058 2454 6633,'-35'-26'-809,"8"8"809,-15 34 0,23 12 0,1 11-820,4-3 1,1 6 0,0 2 0,0-3 24,0 3 1,0-2-1,2 4 795,4-6 0,0 4 0,2 2 0,1-2 0,2-5 322,1 0 0,4-5 1,2 0-323,5 5 0,4-2 0,6-7 0,17-3 0,6-16 0,-12-20 0,0-11 0,-1 0 0,12-2 0,-4-9 2,-16-5 1,-4-9-1,-3-2 1,-3 4-3,-4 4 0,-5 3 0,0-3 0,-1-5 0,0-3 0,-3-1 0,-4 5-134,-6 0 0,-5 2 1,-2 5 133,-1 6 0,-2 2 0,-2 5 1270,-12-4 1,-1 12-1271,4 21 0,2 11 0,9 1 0,4 5 0,7 2 0,5 2 0,15 20 0,7-22 0</inkml:trace>
  <inkml:trace contextRef="#ctx0" brushRef="#br0" timeOffset="22200">1041 2764 7533,'-20'32'-1709,"4"9"1709,24-2 0,0-7 0,2 2 0,6 0 0,3 2 0,-4-4 0,1 2 0,-2-2 0,1-1 0,0 0 0,2 8 0,-3-4 0,-4-7 0,7 7 0,1-10 0</inkml:trace>
  <inkml:trace contextRef="#ctx0" brushRef="#br0" timeOffset="23184">1341 2256 7533,'-10'-30'-1709,"2"9"1709,8 3 0,0 23 0,0 31 0,0-8 0,0 2 0,0 10 0,0 1-121,0-2 1,0-2 120,0-5 0,0-2 0,0 13 0,0-18 0,0-7 0</inkml:trace>
  <inkml:trace contextRef="#ctx0" brushRef="#br0" timeOffset="23456">1605 2392 7533,'10'-19'-1709,"-2"7"1709,-8 17 0,-16 42 0,7-6 0,-1 6-646,-2-4 1,-1 3 0,2 3 645,5-7 0,1 1 0,1 2 0,0-2 0,-1-1 0,0-1 0,0 1 0,4-2 0,3 12 0,3-1 0,4-5 44,0-12 0,3-2 1,2-4-45,8 3 0,3-8 0,1-14 0,1-6 0,16-4 0</inkml:trace>
  <inkml:trace contextRef="#ctx0" brushRef="#br0" timeOffset="23856">2028 2454 5824,'-9'36'0,"-4"-1"0,2 2-599,9-9 1,0 1 598,-8 11 0,-5 4 0,1-1-255,4-8 0,0-1 1,1 2 254,-3 7 0,0 3 0,-2-3 0,0-6 0,-1-1 0,3-3 226,6 3 0,0-4-226,-9-2 0,15-25 0,0-12 0</inkml:trace>
  <inkml:trace contextRef="#ctx0" brushRef="#br0" timeOffset="24021">1993 2628 6633,'5'37'-270,"0"0"0,3 3 1,0 1 269,-5-4 0,-1 1 0,2 0-411,4 1 1,0 0-1,2-3 411,3 8 0,1-4 0,0 0 0,0-5 0,3 2 0,-9-21 0</inkml:trace>
  <inkml:trace contextRef="#ctx0" brushRef="#br0" timeOffset="24150">2011 2975 5824,'43'-7'0,"-6"2"0,-9 5 0,-13 0 0</inkml:trace>
  <inkml:trace contextRef="#ctx0" brushRef="#br0" timeOffset="24321">2381 3086 7533,'-17'27'-1709,"7"7"1709,2-19 0,0 25 0,-2-7 0,-7 11 0,-1-12 0,0-9 0,1-11 0</inkml:trace>
  <inkml:trace contextRef="#ctx0" brushRef="#br0" timeOffset="24771">2646 2714 6633,'-23'21'-270,"1"0"0,-5 6 1,3 2 269,11 2 0,4 3 0,-5 9 0,5-2 0,17 7 0,17-12 0,12-54 0,-17-5 0,-2-5 0,-4-1 0,-3-1 0,-5-4 0,-4 2 0,-2-1 0,0-2 90,-8 27 719,6 13 91,-14 33-1305,18-13 0,2 2 180,-4-2 0,2 1-45,9 7 1,4-3 269,12 6 0,-13-12 0,0 0 0,11 7 0</inkml:trace>
  <inkml:trace contextRef="#ctx0" brushRef="#br0" timeOffset="24939">2822 3099 5824,'-5'28'0,"0"0"0,1-2 0,1-2 0,3 7 0,0-7 0,0-12 0</inkml:trace>
  <inkml:trace contextRef="#ctx0" brushRef="#br0" timeOffset="25467">2981 2479 5824,'18'26'0,"-5"-4"0,-1 2 179,-2 0 1,0 2-504,7 13 0,-1 4 384,-8-9 0,-2 1 0,0 0-285,4 14 0,-3-1 105,-6-14 0,-4 0 0,-3 1-973,-5 5 1,-5 2 0,0-4 846,-3 4 0,-3 0 246,5-10 0,-2 3 0,-1 0 0,2-3 0,-6 6 0,1-2 0,2-4 0,1 0 0,0 0 0</inkml:trace>
  <inkml:trace contextRef="#ctx0" brushRef="#br0" timeOffset="26450">3845 2454 6183,'-21'16'-120,"-1"1"0,6 17 1,3 6 119,1-5 0,0 2 0,2 2-820,6-2 1,2 2 0,0 1 0,1-3 24,-2-1 1,-1-2-1,3 2 795,0 2 0,0 3 0,3 0 0,6-6-82,18 7 1,4-4 81,-13 11 0,4-12 81,27-35 1,2-21-82,-28-5 0,-3-8 0,-2 1 0,2-6 0,-2-1 0,-3 0-55,-4-5 1,-4 0 0,-1-1 54,1 4 0,0-1 0,-2 0 0,-4 3 0,-6-1 0,-4 3 0,0 2 813,2-8 1,-5 5-814,-10 9 0,-3 10 2994,-19 24-2994,5 22 0,18-6 0,3 4 0,10 4 0,1 0 0</inkml:trace>
  <inkml:trace contextRef="#ctx0" brushRef="#br0" timeOffset="26600">3933 2801 7533,'0'25'-1709,"0"-6"1709,0 10 359,0 3-44,4-6 0,0 3-720,0 0 1,2 0-1235,6 2 1,2 0 1060,-2-3 1,3-1 577,7-1 0,-1-2-274,1 3 0,17 1 0,-19-21 0</inkml:trace>
  <inkml:trace contextRef="#ctx0" brushRef="#br0" timeOffset="26800">4198 2281 7533,'-27'-20'-1709,"9"8"1709,10 12 0,8 23-1639,0 6 1,0 3 1150,0-5 1,0 3 487,0 3 0,-1 4 0,2-3 0,3-5 0,0-1 0,1 10 0,0 1 0</inkml:trace>
  <inkml:trace contextRef="#ctx0" brushRef="#br0" timeOffset="27155">3387 3383 7533,'-10'-24'-1709,"2"10"1709,8-2 0,8 20 0,-6 25 0,3-4 0,-2 2 0,-9 7 0,-4 2-215,-2 4 0,-3-1 215,-4-9 0,0-2 21,6-5 0,-1-2 0,-17 8 0,11-17 0</inkml:trace>
  <inkml:trace contextRef="#ctx0" brushRef="#br0" timeOffset="27667">4639 2392 5824,'-20'4'0,"-1"13"0,3 8 0,14 2 0,2 6 0,-9 7 0,-5 8 0,0 1 0,4-5-1639,8 4 1,1 1 1503,-3-12 0,-2 5 1,-1 1-1,3-1 1,3-6 134,9 13 0,4-4 242,-5-9 0,0 1 1,5-4-243,14 4 0,3-7-465,4 1 0,18-26 0,-22-12 0</inkml:trace>
  <inkml:trace contextRef="#ctx0" brushRef="#br0" timeOffset="27884">5045 2566 7533,'-38'9'-1709,"5"12"70,19 10 1,3 4 446,1-11 0,0 2 1192,-3 16 0,1 3 453,-1-8 0,0 1-453,-1 7 0,1 0 392,3-3 0,0-3-392,1-13 0,2-2 0,7 4 0,0-15 0</inkml:trace>
  <inkml:trace contextRef="#ctx0" brushRef="#br0" timeOffset="28022">4992 2702 7533,'10'-7'-1709,"-3"12"1709,-7 15 0,0 28 0,3-18 0,2 3-1639,4 16 1,0 0 1475,-4-17 1,2 0-1,4 6 1,1-2 0,-2-4-1</inkml:trace>
  <inkml:trace contextRef="#ctx0" brushRef="#br0" timeOffset="28167">4957 3012 7533,'-10'-12'-1709,"18"-6"1709,11 4 0,24 1 0,-5 8 0,5 5 0,-8 0 0</inkml:trace>
  <inkml:trace contextRef="#ctx0" brushRef="#br0" timeOffset="28316">5398 3061 5824,'-18'20'0,"0"9"0,1 2 0,-1 14 0,0-12 0,1-4 0</inkml:trace>
  <inkml:trace contextRef="#ctx0" brushRef="#br0" timeOffset="28900">5662 2578 7533,'-33'0'-1709,"3"11"1709,8 9 0,1 7 0,2 10 0,3 3-477,1 2 0,3 2 477,4-10 0,2 1 0,2-4 0,2-3 0,4-2 0,8 1 0,5-6 0,15-14 307,5-27-307,-17-5 0,-3-5 0,-4-1 0,-2-2 79,0-2 0,0 1-79,-2-10 0,-7 20 0,0 30 489,0 8-489,0 33 0,0-22 0,0 2 0,-1 7 0,2 1 0,7-3 0,0-2 0,-4 8 0,12-9 0</inkml:trace>
  <inkml:trace contextRef="#ctx0" brushRef="#br0" timeOffset="29133">5768 2975 5824,'20'12'0,"3"1"0,-21-1 0,-2 17 0,-18 4 0,-1 11 0,1-7 0,18-12 0,26-18 0,3-8 0,14-12 0</inkml:trace>
  <inkml:trace contextRef="#ctx0" brushRef="#br0" timeOffset="29433">6015 2442 5824,'18'12'0,"7"22"224,-7-5 1,-1 5-720,-1 11 0,-2 4 315,-2-15 0,0-1 0,-3 3-30,-5 8 0,-3 2 1,-4 0 209,-3-5 0,-2 0 0,-4 0-86,0-5 1,-4 1 0,-1-1-1,0-2 1,-4 2 0,-1-2 0,-2-2-1,-1-5 1,-1 1 0,1-1-1</inkml:trace>
  <inkml:trace contextRef="#ctx0" brushRef="#br0" timeOffset="30033">6597 3136 7533,'0'-14'-1709,"0"3"1709,0 39 0,0-5 0,-3 13 0,-2 4 0,1-15 0,-2-1 0,-2 5 0,-1-3 0,-9 3 0</inkml:trace>
  <inkml:trace contextRef="#ctx0" brushRef="#br0" timeOffset="30384">7091 2429 7533,'-45'10'-855,"21"10"1,5 8 854,3 8 0,4 7-850,4 1 1,3 6 0,1 0 849,0-1 0,1 0 0,2 1 0,2-1 0,1 1 0,3-3 159,-1-12 0,1-1 0,3-4-159,9 3 0,1-8 475,4-12-475,5-12 0,1-13 0,-9-19 0,-6-13 0,2-2 0,4 3 0,1-1 0,-2-3-272,-5 8 1,-1-2 0,-2-1 0,-2 1 271,-3-1 0,-2-1 0,-2 2 0,-2 6 0,-3 0 0,-2 2 0,1-6 0,-2-4 0,-7 9 560,-13 13 0,-4 11-560,5 11 0,1 9 0,-4 11 0,5 9 0,5 7 0,6 1 0,9-8 0,-1 0 0</inkml:trace>
  <inkml:trace contextRef="#ctx0" brushRef="#br0" timeOffset="30554">7126 2777 7533,'0'24'270,"0"1"89,8 22-719,0-17 1,2 3-686,2 11 1,3 0 819,2-4 0,1-3 225,4 4 0,-1-4 0,1-3 0,2 1 0</inkml:trace>
  <inkml:trace contextRef="#ctx0" brushRef="#br0" timeOffset="31016">7426 2095 7533,'-20'-7'-1709,"5"1"1709,23 6 0,1 0 0,17 0 0,-7 0 0,7 11 0,-16-2 0,-10 19 0,-26 4 0,12-4 0,-9 6 0,23-26 0,16 9 0,-5-16 0,23 10 0,-23-4 0,5 6 0,-32 16 0,-3 9-1639,5-10 1,0 1 1609,-3 11 0,1 0 0,6-21 1</inkml:trace>
  <inkml:trace contextRef="#ctx0" brushRef="#br0" timeOffset="31250">7885 2181 7533,'-20'0'-1709,"-11"22"1709,12 5 0,2 7-955,1 2 1,1 5 0,-1 1 954,0 3 0,1 2 0,1 2-250,4-3 0,1 2 0,1 0 1,2-2 249,1 1 0,2-2 0,1 0 0,2-7 0,2 1 0,0-1 0,2-2 323,4 14 0,4-6-323,4-9 0,3-6 0,16 5 0,-7-34 0,-3-7 0</inkml:trace>
  <inkml:trace contextRef="#ctx0" brushRef="#br0" timeOffset="31500">8167 2306 7533,'-20'-7'-1709,"-3"1"1709,21 22 0,-6 7 0,0 3 0,3 3 0,0 2 0,-2 2 0,-1 2 0,-2-1 0,-4 2 0,-1 0 0,1-2-317,-2 7 1,0 0 316,0-7 0,-1 1 0,1-7 0,-3 3 77,5 1 1,2-2-78,2-13 0,3 12 0,7-23 0</inkml:trace>
  <inkml:trace contextRef="#ctx0" brushRef="#br0" timeOffset="32950">7620 2144 3074,'0'-19'-1709,"-8"-4"1709,-2 9 0,-7 2 1913,-1 12-1913,12 21 0,2 9 0,-4 2 0,1 3 0,3 2 0,1 5 0,0-4 0,-2 4 0,0-4 384,0-1 1,2-9-385,3-22 0,4-24 0,0-16 0,-3-7 0,0-3 206,4-4 1,-2 3-207,-5 10 0,-4 15 1364,-12 56-1364,8-1 0,1 4 0,-5 7 0,2-2 0,6-9 0,2-9 0,4-20 0,4-31 0,2-20 0,-1 4 0,0-2 30,-1 9 0,0-1 0,-4 4 239,-7 0 1,-2 14 0,-10 56-540,-1 3-45,12-5 1,8-3 314,18-14 0,1-55 0,-9 7 0,-2-4 359,-2-10 1,-4 1 359,-4 9 1,-4 13 270,-12 41-810,8 4 0,1 5-180,-5 13 0,2 0-180,5-13 0,5-6-989,9-7 809,-3-48 225,8-11 0,0-4 494,-11 15 1,0 0 45,4-6 0,-2 14 135,-11 47-360,6 10 0,2 4-180,-4-10 0,0 0-540,3 6 0,2-7 0,-1-21 181,8-47 404,-3 14 0,0-3-1684,0-15 1,-1 1 2332,4-4 206,-8 14-91,-8 55-449,-1 12-810,0-3 0,0 5-1169,3 7 0,2 1 1241,-1-10 0,2-1 0,6 6 0,2-2 0,5 7 0</inkml:trace>
  <inkml:trace contextRef="#ctx0" brushRef="#br0" timeOffset="33721">8149 2479 5824,'0'30'0,"0"0"0,0 5 0,0-1 0,4 1 0,0 1-477,0 8 1,2 1 476,2-6 0,1-1 0,1 1 0,-2-2 0,-3-2 0,0-4 77,11 8 0,-22-9 0,4-12 0</inkml:trace>
  <inkml:trace contextRef="#ctx0" brushRef="#br0" timeOffset="33868">8043 2777 7533,'0'-20'-1709,"8"2"1709,2 11 0,8 2 0,15 5-820,-4 5 1,14 2 0,-7 6 0</inkml:trace>
  <inkml:trace contextRef="#ctx0" brushRef="#br0" timeOffset="34100">8414 3024 7533,'-10'13'-1709,"2"-1"1709,8 0 0,0 6 0,0 2-3277,0 10 2302,0-9 1835,-16 19-860,5-13 0,-15 10 0,9-12 0,-1-7 0</inkml:trace>
  <inkml:trace contextRef="#ctx0" brushRef="#br0" timeOffset="34501">8749 2578 7533,'-37'-14'-1619,"3"9"1529,1 34 90,18 0 0,1 4 224,-5 2 1,2 3-163,3 8 0,3-1-17,4-15 0,4-2-932,11 20 797,12-34 90,15-21 0,-13-14 0,-1-7-1639,-2-8 1,-1-3 1632,1 3 1,-3-1 5,-5-4 0,-4 5-1879,1 3 1879,-16 14 2249,6 38-1710,-9 18 1,-1 8-675,8-7 0,4 3-360,-2-2 1,1 4 0,4-6-271,4-5 1,5-4 764,5-3 0,2-4 0,0-3 0,-3-5 0</inkml:trace>
  <inkml:trace contextRef="#ctx0" brushRef="#br0" timeOffset="34838">8943 2888 5824,'10'11'0,"-10"8"0,-10 7 0,-8 10 0,1-15 0,7 8 0,2-21 0,8 3 0,24-11 0,-11 0 0,21 6 0,-25 0 0,-9 18 0,-9-4 0,-25 16 0,13-15 0,-13 3 0,25-18 0,-7 0 0,6-6 0</inkml:trace>
  <inkml:trace contextRef="#ctx0" brushRef="#br0" timeOffset="35067">9225 2206 6183,'22'19'719,"-1"0"1,7 12 0,-3 2-1234,-9-9 0,0 2 843,2 4 1,2 5 0,-4-1 75,-3 9 0,-4 4-583,0-14 0,1 4 1,-1 1-1,-2 0 155,-2 1 1,-1 0 0,-3 1-1,-1 0-292,-2-2 0,-1 0 1,-2 1-1,-3-1-434,-3 3 1,-4 2-1,-2-3 1,0-3 748,-2-6 0,0-2 0,-2-1 0,-6 6 0,-2 0 0,1-3 0,-4-3 0,1 1 0</inkml:trace>
  <inkml:trace contextRef="#ctx0" brushRef="#br0" timeOffset="37283">935 1983 0,'-35'-5'0,"-9"-8"163,-1-6-163,8 5 1409,12 3-1409,17 17 860,16 6-860,10 8 0,5 2 3038,10 2-3038,-4-7 0,6 2 0,-1-4-478,7-3 0,2-3 500,-8-2 1,2 1-1,2 0 1,-3-1-201,5 0 0,-2-1 0,3 0 358,-1-1 0,2 0 0,1 0 0,-4-2 29,1 1 1,-2-2 0,3-1 167,-4-1 1,4 0 0,0-1 0,0-1 0,-4 0-168,4-2 0,-3-1 0,1 0 37,0-1 0,2 0 1,-1 0-1,-5-1 8,7-2 1,-6-1-31,-5 1 0,-1 0 0,0 3 0,-3 0 308,1-7 97,13 6-450,-31-4 1088,13 10-1538,-22-5 1201,6 6-4208,-8 0 27,-8 0 3250,-18 17 0,-3 9 0,7-4 0,1 0 0</inkml:trace>
  <inkml:trace contextRef="#ctx0" brushRef="#br0" timeOffset="38583">706 3731 7533,'-30'0'-900,"7"0"91,70 16 809,-16-6 0,5 1 0,3 0-820,2 1 1,5 1 0,1 0 0,-1 0 223,-6-2 0,-1-1 0,1 0 0,2-1 596,-2 0 0,3 0 0,1-1 0,-1-2 0,0-4 24,6-4 1,-1-4 0,0-2 0,3-2-25,-9 3 0,2-2 0,0 0 0,2-1 0,0-1 0,1-1 0,-2 0 0,1-1 0,1-1 0,0-1 0,0 1 0,0-1 0,-1 2-38,-2 0 1,0 1-1,-1-1 1,0 1-1,0 0 1,-2 1 0,-1 0 37,4-2 0,-1 1 0,-2 0 0,0 2 0,0 3 0,6 2 0,1 3 0,-3 2 0,-7 2 0,-6 0 0,-3 4 0,16 7 0,2 3 0,-3-3 0,-2 0 0,-12-2 0,1-1 246,6-2 1,5-1 0,0-6-247,1-10 0,1-6 0,3 1-148,-9 7 0,4 1 0,1 0 0,-1 0 0,-2-1 148,0-3 0,-2-2 0,-1 0 0,3 2 0,1 3 0,3 0 0,0 1 0,-4 2 0,-7 0 632,-3 3 0,-1 1-632,6 0 0,7 1 0,0 1 0,-8 0 0,15 7 0,-9-2 0,8 1 0,-7 0 90,-14-1 0,-1 0 90,11-2 0,5-1 0,-5-1-45,-11 0 0,1 0 134,13-2 1,8-2 0,-7 1-135,-13 0 0,1 0-15,17 0 0,8 0 0,-7 0-30,-15-1 0,0 2-68,4 1 1,6 2-1,0 1 1,-7 0 22,-1 2 0,-1 2-225,4 0 0,7 1 0,0 2 0,-6-2 90,-6 1 0,2 0-45,8 0 0,8 2 0,3-1 0,-4-3 180,-10-4 0,-1-3 0,0 0 0,0 0-133,3 3 0,0 1 0,0-2 0,3-2 196,-1-4 0,4-2 0,0-2 0,-3 0 0,-6 1 27,7-3 0,0-1 44,-7 1 1,7-2 0,4 0 0,1-1 0,-2 1 0,-3 3-23,2 0 1,-3 3-1,0 0 1,1-1-295,-3-1 0,1-3 1,0 1-1,1 1 0,0 3 137,1 2 0,1 3 0,1 0 0,-4 2 0,-5-1-45,10 1 0,0 2-9,-9 0 0,6 1 0,1 0 0,-1 1 0,-6-2 9,9 3 0,0 0 99,-11-4 0,6 2 0,1-1 0,-1-1 0,-6 0-9,10 0 0,0-1 296,-10-1 1,5-1 0,3 0 0,-2 0 0,-5-1-222,1 1 0,-5-1 0,5-1 239,4 1 1,6-1 0,2 1 0,-1 0 0,-4 1-180,-3 3 0,-2 0 0,-1 1 0,1-1-135,3-2 0,1-1 0,0 0 0,-1 5-1,0 4 1,-1 3 0,-1 2 0,-6-3-135,1 1 1,-2-1 111,0 2 0,5 1 1,-1 1-1,-6-3-652,-4-1 1,-1-2-451,16 1 1,6-1 0,-7-2 539,-15-3 1,-1-3-361,15-2 1,5-2-1,-4-1 585,-12-1 1,0-1 314,8-2 0,5-1 0,-3 0 0,1 1 0,0 0 0,-4 1 0,0 0 0,0 0 0</inkml:trace>
  <inkml:trace contextRef="#ctx0" brushRef="#br0" timeOffset="70806">1729 7647 5914,'-36'-24'-90,"-7"10"90,17 26 0,-1 9 0,3 3 0,0 5 0,2 6-547,6-2 1,2 6 0,1 3 0,0 1 0,0 0 0,1-3 134,-3 8 1,0-3-1,1 1 1,2 2 411,0 0 0,1 2 0,2 1 0,2-2 0,4-5 413,5 4 0,5-5 1,8-5-414,11-9 0,7-4 0,2-7 0,-3-6 0,1-5 0,2-6-113,11-9 1,2-10 0,-5-9 112,-14-2 0,-4-8 0,-3-4 0,-2-3 105,-6 7 0,-1-4 0,-2-1 0,-1-1 0,-1 0 0,-1 2 56,0 0 1,-1 1 0,-2 1 0,0-1 0,-3-1 54,0-4 0,0-3 0,-3 1 0,-4 3 0,-4 5 113,-11 0 1,-7 6 0,-3 6-421,-3 9 0,-4 6 0,-1 6-569,-2 7 1,-2 6-1,5 6 210,6 5 0,3 5 1,4 3 449,-1 18 0,11-1 0,16-13 0,6-3 0,10 14 0</inkml:trace>
  <inkml:trace contextRef="#ctx0" brushRef="#br0" timeOffset="71001">1640 8168 5824,'30'32'30,"-1"-1"0,-8-4 0,-1 3-53,-1-1 1,1 6-1,0 1 1,-4-1-557,-4 1 1,-2 0-1,-1-1 579,3 0 0,0-1 0,-2-1 0,-6 13 0,-1-6 0,5-6 0,2 14 0</inkml:trace>
  <inkml:trace contextRef="#ctx0" brushRef="#br0" timeOffset="71400">2117 7239 6183,'-10'-7'-359,"-6"12"359,6 20 0,-7 19 0,11-9 0,2 3-346,-1 6 0,2 0 346,2-7 0,2-1 0,2 3 0,2-2 0,5 7 0</inkml:trace>
  <inkml:trace contextRef="#ctx0" brushRef="#br0" timeOffset="72083">2434 7536 7533,'-10'-7'-1709,"-13"2"1709,11 21 0,-13 21 0,13-6 0,1 7 0,0 1-727,1 1 0,1 0 0,-1 5 727,2-6 0,-1 4 0,0 1 0,0-1 0,1-1 0,-2 1 0,1-2 0,0-1 0,2 1 0,1-2 0,1-1 0,0 1 0,1-1 0,-2 2 0,0 0 0,2 0 0,4-4 0,8-2 0,4-2 0,0 0 0,-5 2 0,-1 2 0,4-6 0,16-1 0,-1-1 0</inkml:trace>
  <inkml:trace contextRef="#ctx0" brushRef="#br0" timeOffset="72800">2822 7548 5824,'-5'45'0,"0"0"0,-1-1 0,-2 3 0,-1 2 0,1-2 0,-1 3 0,0 0 0,0-1-820,-1-4 1,1-1 0,-1 0 0,-1 1 752,2-6 1,-1 1 0,0 1 0,-1-2 0,0-4 66,-3 4 0,-1-3 0,1-1 190,0 15 0,-1-6 0,-11-7 1,19-34-1</inkml:trace>
  <inkml:trace contextRef="#ctx0" brushRef="#br0" timeOffset="72951">2769 7808 7533,'18'-19'-1709,"-8"51"1709,-2 11 0,-1 8 0,-3-17 0,-2 2 0,2 4-656,3-1 1,1 4-1,1 3 1,0-3 0,-1-5 617,0-1 1,0-3 0,0 0-1,3 10 1,2 2 0,-4-7-1,-1 8 1</inkml:trace>
  <inkml:trace contextRef="#ctx0" brushRef="#br0" timeOffset="73084">2734 8292 6183,'0'-19'-359,"39"1"-188,2 11 1,-10 4 0,1 1 0,-6 2 0,-1 0 0</inkml:trace>
  <inkml:trace contextRef="#ctx0" brushRef="#br0" timeOffset="73284">3193 8565 6633,'-18'27'-809,"0"13"809,6 1 0,-1 4 0,-1-8 0,0-1 0,1-1 0,-1-3 0,-11 10 0</inkml:trace>
  <inkml:trace contextRef="#ctx0" brushRef="#br0" timeOffset="73685">3598 7982 0,'-37'-26'0,"9"9"0,-1 11 205,1 31 1,1 14 93,8-13 1,-1 1 0,3 4 264,1 6 0,1 4 0,3 1 0,4-1-654,6 8 0,6-2 0,-1-3-540,-4 4 0,8-12 441,31-23 0,5-21 189,-22-19 0,-6-15 0,2 1 0,4 5 0,1 1 0,-3-2 1002,-3-6 1,-5-3 0,-6 10 1966,-13 5-1845,3 54 0,0 17-1529,-1-10 1,2 3-204,3 5 1,2 6 0,2 2 0,2-6 335,3-5 0,2-4 0,0 1 0,-1 4 0,0 0 0,2-3 1,6-4-1,-1-1 0</inkml:trace>
  <inkml:trace contextRef="#ctx0" brushRef="#br0" timeOffset="73851">3757 8515 5824,'-10'42'90,"2"3"-90,7-20 0,2 1 0,7 16 0,2-11 0</inkml:trace>
  <inkml:trace contextRef="#ctx0" brushRef="#br0" timeOffset="74134">3969 7672 7533,'0'-26'899,"23"41"180,-10 11 1,-1 9-1,1 1-779,0-3 0,0 1 0,0 5-738,-3 1 1,1 5 0,-2 3 0,-2 0 0,-3-2 23,-4-4 0,-4-1 1,-1 0-1,-1 0 1,-1 1-243,1 2 1,0 2-1,-1-1 1,-2 0 0,-2-1 429,-2-2 0,-3 0 1,0-1-1,-2-2 1,1-3-1,-7 6 1,0-3-1,-1-2 1,2-5-1,1 0 1,-1 0-1</inkml:trace>
  <inkml:trace contextRef="#ctx0" brushRef="#br0" timeOffset="74567">4498 8081 6633,'-18'-12'2069,"32"-6"-1169,15 10-2250,12 1 1,5 3 1349,-4 8 0,0 3 0,-5-4 0,-2 2 0,-10 4 0,-1 0 0</inkml:trace>
  <inkml:trace contextRef="#ctx0" brushRef="#br0" timeOffset="74701">4533 8441 7533,'4'-19'3276,"18"0"-3231,13 14 1,11 4 0,-2 1 0,-5-1-1,1 2 1,1 1 0,0 0 0,0 1 0</inkml:trace>
  <inkml:trace contextRef="#ctx0" brushRef="#br0" timeOffset="77388">23372 8032 5824,'35'31'0,"-15"-14"0,3-3 0,2-6 0,3-3-916,6 2 1,2-3 915,8-5 0,1-3 0,3 1 0,2-1-557,-13-1 1,1-1 0,0-1 556,1 1 0,0-1 0,-1 1 0,-2-1 0,0 1 0,0 0-27,-1 1 0,0 1 0,-1 0 27,10 1 0,0 1 0,-3 1 0,-2 2 0,-7-1 0,-1 0 0,6 0 0,0 0 0,-9 0 0,1 0 0,18 0 0,0 0 0,-13-1 0,-1 2 203,6 1 1,-2 1-204,8-2 0,-19 5 0,-1 0 0,20 0 0,-19 0 0,1 1 0,3 0 0,1-2 0,3-1 0,3-1 0,10 1 0,2-2 0,-7-4 0,0-2 470,6-1 0,-2-2-470,-10 1 0,-1-2 0,-1-3 0,2-1 0,2 3 0,3 1 0,-2 0 0,6-2 0,0-1-42,-3 1 0,2 0 1,-3 1 41,4 5 0,-2 0 0,2-2 0,-1 1-398,-4 4 0,0 2 398,3 1 0,0 1 0,-6 1 0,-1-1 0,6 3 0,2 1 0,5 2 0,-2 0 0,-13-5 0,1 0 0,-1 0 0,3 0 0,-3-1 0,3-2 0,1-2 0,1 1 0,3 0 0,-2 0 0,4 0 0,-1 0 0,-5 0 0,2 0 0,-3 0-318,5 1 0,-1-2 318,-5 0 0,3-2 0,-1 2 0,-2 0 0,0 1 0,0-1 0,2-1 0,0 0 0,0 0 0,-3 4 0,-1 0 0,3 0 0,9 0 0,3 0 0,1 1-28,-2 1 0,0 1 0,3-2 28,-13-1 0,3 0 0,0-1 0,0 0 0,-2 0 0,12 1 0,-3 0 0,1 0-86,-8-2 1,1 0-1,-1 0 1,-4 0 85,14-1 0,-2 2 0,-12 0 0,1 1 0,-1 0-59,12 1 1,0 1 58,0 2 0,0 0 0,-14-1 0,0-1 0,-1 0 0,11 2 0,0 0 0,-11-3 0,1-1 0,0 0 0,13 1 0,2 0 0,-13-3 0,1 0 0,0 0-40,-2 0 0,0 1 0,0-2 40,4-2 0,1-1 0,0 0 0,-6 1 0,0 1 0,2-1 0,2-1 0,3-1 0,-1 0 0,-2 0 0,-1 1 0,-3 0 0,2 0 0,11 1 0,1 1 0,-3 0 0,-1-1 0,-2 1-33,1 1 1,0 2 32,4-1 0,0 0 0,-2 0 0,-1 0 0,3 0 0,0 0 0,-8 0 0,0 0 0,0-1 0,-2 2 552,-3 1 1,1 1-553,-1 1 0,3 0 0,-1 1 0,7 1 0,0 1 60,-7-1 0,1 0 1,-1 0 74,7 3 0,-2 0 89,-2-2 1,0 0-135,-6-1 0,1 0 0,0 0 225,11 3 0,0 0-160,-7-4 1,2-1 0,-1 1-66,-4-1 0,-1 0 0,2 0 30,3-1 0,1-1 0,1-2 0,4 0 0,0-3 0,1 1-227,1 0 1,-1 0 0,1-1 241,-11-1 0,0 0 0,1-1 0,1 0-64,1 1 1,1-1 0,2 0 0,-2-1 0,-2 1 138,9-2 0,-4 0 0,3 1-143,-3 1 1,2 0-1,0 0 1,-5 2-442,10-1 1,-5 2 283,-1 4 0,-1 2 0,-5 1 0,0 2-945,1 2 1,-2 2 250,-1-2 0,-1 1 154,3-1 1,0 0 629,-3-3 0,-1 0 0,-7-2 0,-1-1 0,-2 0 0,1-1 0</inkml:trace>
  <inkml:trace contextRef="#ctx0" brushRef="#br0" timeOffset="92807">10760 4388 6183,'-18'12'-359,"8"-5"359,2 4 0,8-10 0,32 5 0,15-12 0,-15-3 0,6-5 0,3-2 0,-1-1-379,-3-1 0,0-2 0,0-2 1,5-3 378,-9 5 0,2-3 0,3-1 0,1-1 0,1 0 0,-2-1 0,0 1 0,-3 0-421,2-3 1,-1 0 0,-2 1-1,0-1 1,1 0 0,2-1 420,-3 3 0,2 0 0,1-1 0,1 0 0,-1 0 0,0 0 0,-1 1 0,-3 1 0,9-7 0,-2 1 0,-1 1 0,0 1 0,-1 1-86,-2 3 1,0 2-1,0 0 1,-1 1-1,1 1 86,7-5 0,1 1 0,-2 2 0,-1 2 0,0 0 0,-2 3 0,1 0 0,0 2 0,1 0 0,-1-1 0,-2-3 0,0-1 0,-2 3 45,6-1 0,0 2 195,-8 0 0,1-1 0,-2 0-60,4-1 0,-1 1-46,0 2 1,-2-1-756,-6-4 0,-3 1 756,-3 6 0,-1 1 1011,1-4 1,-1-1-967,17-8 190,-17 8 1,1 0-281,13-9 0,-8-3 0,-9 5 3186,-10 12-3160,-8-10-206,8 15 180,-6-21-270,5 9 180,-5-11 0,-4-2-180,-5-5 0,1 2 0,1-7 1,-2 2 89,-2 2 0,-2-1 179,2-2 1,-2-4 0,-2 2 120,-2 9 0,-2 1 0,-2 3-361,-8-10 0,-3 5 106,-3 4 0,-4 4 0,0 9 0,-3 3-15,5 1 0,-3 0 0,0 2-180,-1 0 0,0 2 1,-5 0 95,4 3 0,-4-1 0,-2 1 0,0 2 0,3 2-105,-1 2 1,3 2 0,-1 2-1,-4 2 219,3 0 0,-4 2 0,-2 1 0,0 0 0,2 2 0,4 1 52,-5 3 1,4 2 0,0 1-1,-2 0 53,5-3 0,-2 1 0,-1 1 0,0 0 0,2-1 0,3 0-440,-5 4 1,3-2-1,1 2 1,-2-1 328,4 0 0,-1-1 0,0 1 0,1 0 0,2 0 66,-8 6 0,2 0 0,1 3-75,2 1 0,-1 4 0,2 0 0,4-2 45,5-2 0,4-1 0,-2 4-18,0 2 0,-3 4 0,-1 4 0,1 1 0,1 0 3,6-3 0,2 1 0,0 1 0,0 1 0,1 0 0,-1-2 30,0-1 0,1-1 0,0 0 0,0 1 0,-1 1 0,-1 4 5,3-3 0,-2 3 0,0 2 0,-1 1 0,0 1 0,1 0 0,2-1 0,0-3 0,3-2 85,1 1 0,1-2 0,2-1 0,1-1 0,-1 0 0,0 3-28,-2 1 0,-1 2 0,-1 1 0,1 0 0,1-1 0,3-1 1,4-1 29,2 3 1,3-1 0,3-2 0,4-1 0,3-3-468,6 1 0,3-2 1,4-3-1,6-3 18,4-5 0,5-3 0,5-2 1,0-2-1,0-2 342,-2-4 0,1-1 0,0-3 0,0-1 0,1-2-215,0-1 0,1-2 1,0-1-1,-2-2 1,-1-1-1,12-3 1,-3-2-1,-4-1 1,0-3-1,0 0 0</inkml:trace>
  <inkml:trace contextRef="#ctx0" brushRef="#br0" timeOffset="96155">14482 1512 6633,'-18'-26'-809,"8"-3"809,-21 10 0,17 5 0,-35 9 0,22 18 0,-2 9 0,1 5 0,3 1 0,1 5 0,0 2 0,1-1-115,-2-3 1,-1-1 0,3 1-1,5 4 115,4 4 0,4 5 0,3 1 0,6-2 0,7-6 0,17 1 0,12-7 0,1-1 0,-9-3 0,1 2 0,1-4 0,5-8 0,11-8 0,7-9 0,0-7 0,-5-6 0,-11-5 0,-2-6 0,-3-4 0,-1-3-198,-2 1 1,0-3 0,-3-3 0,-2-1 0,-5-3 197,-6-5 0,-5-4 0,-4-1 0,-2 0 0,-3 3 0,0-1 0,-2 1 0,-5 2 0,-7 4 0,-10 0 0,-8 0 0,-5 8 0,1 16 0,0 23 0,-2 15 0,0 7 0,1-4 0,-7-3 0,1-1 0,5 8 0,13 13 0,1-1 0,-1 1 0,1 0 0</inkml:trace>
  <inkml:trace contextRef="#ctx0" brushRef="#br0" timeOffset="96717">14305 2231 0,'-25'6'0,"-1"-1"0,-5 9 0,-1 8 0,10 3 0,-1 7 0,1 2 0,1-1 0,0 2 0,1 0 0,2 4 0,2 5 0,1 6 0,3 0 0,6-6 0,6-8 0,5-4 0,6 1 0,7 1 0,7 1 0,4-2 0,-1-6 0,1-7 0,2-6 0,3-2 0,8-2 0,7-2 0,0-3 0,-5-6 0,-1-7 0,-4-5 0,1-6 0,-2-5 0,1-5 0,-2-2 0,-4 2 0,-4 5 0,-4 2 0,-3-6 0,0-13 0,-2-7 0,-5-2 0,-7 7 0,-10-3 0,-10 1 0,2 9 0,-4-5 0,-3-2 0,-3 3 0,-3 7 2,-7 7 0,-6 6 0,-1 3 0,1-1-4,1-3 0,-1 0 0,1 3 0,0 8 2,-10 8 0,1 10 0,7 6 0,11 12 0,7 6 0,3 5 0,-1 1 0</inkml:trace>
  <inkml:trace contextRef="#ctx0" brushRef="#br0" timeOffset="98807">16598 2132 0,'-27'0'0,"1"0"163,16 0-163,10 0 0,49 0 0,-24-2 0,1-2 0,19-3 0,5-3 0,-16 0 0,2 0 0,-3-2 511,7-7 1,-1-1-512,1 4 0,-4 1 0,5-9 1092,-37 17-912,-6 2 134,-28 13 1,-14 11-45,11-5 0,-2 2 0,1 0 822,1-1 0,1 1 0,1 1-659,-3 1 0,1 1 1,10-4-254,11-1 89,22-8-539,19-17 1,10-7-1,-4 4 0,2-2 0,-1 0-120,-3-1 0,-1-1 1,-1 1 638,19-2 1,-16 1 829,-32 1-674,-23 26 0,-10 10-135,-9 0 0,-5 2 119,5-1 1,-3 2 0,5-1-75,2 3 0,3-2-225,-3-5 0,15-6 809,61-16-584,-9-8 0,4-5-405,-3 6 0,2-1 0,0-1-360,-1-4 0,-1-1 1,-1 0-631,10-3 1,-3 0-495,-10 6 0,-2 1 1484,10-3 90,-21 23 0,-15 9 0,0 11 0</inkml:trace>
  <inkml:trace contextRef="#ctx0" brushRef="#br0" timeOffset="101384">5733 7759 7533,'-36'11'-1709,"9"8"1709,5 15 0,3 8-350,10-10 0,3 2 0,-1 3 350,-1 3 0,-2 3 0,1 1 0,3-4 0,3-2 0,2-2 0,3 0 0,3 7 0,3 1 0,4-11 0,20-4 2,-3-31 0,8-9 1,-5-8-3,-8-9 0,-5-7 0,0-5 0,-1 6 0,0-4 0,-1-1 0,-2-1 0,-4 2-186,-3-3 0,-3 1 1,-4 0-1,-5 3 186,-8-11 0,-6 3 0,-5 18 0,-15 26 0,-1 17 0,4 12 0,6 8 0,8 5 0,10 3 0,16-6 0,0 0 0</inkml:trace>
  <inkml:trace contextRef="#ctx0" brushRef="#br0" timeOffset="101901">6456 7796 7533,'-17'37'-570,"1"1"0,-2 1 1,-2 1 569,2-8 0,-3 1 0,0 0-185,-3 6 1,0 1 0,1 0 184,3-4 0,1-1 0,1-2-428,-5 7 1,3-5-1,4 3 1,16-31 0</inkml:trace>
  <inkml:trace contextRef="#ctx0" brushRef="#br0" timeOffset="102067">6174 7896 5914,'41'26'45,"-21"-11"0,-1 5-105,4 18 0,0 9 0,0-2-198,-5-12 0,1-1 0,-2 2 0,2 7 0,-2 1 0,0-4 0,5-2 0,-1 0 0</inkml:trace>
  <inkml:trace contextRef="#ctx0" brushRef="#br0" timeOffset="102939">6720 7375 7533,'-19'0'-1709,"-5"0"1709,30-6 0,12 5 0,20-2 0,8 1 0,2-1 0,0 0-329,3 3 1,-2-1 0,-9-4 0,-5-1 0,0-2 0</inkml:trace>
  <inkml:trace contextRef="#ctx0" brushRef="#br0" timeOffset="103154">6844 7363 7533,'-26'21'-1709,"7"7"1709,5 10 0,0 12 0,1 5-654,4-11 1,1 4 0,1 2-1,0 1 1,0 0 653,1-6 0,-2 2 0,1 0 0,1 0 0,0 0 0,2-1 0,0-1 0,0-1 0,1 1 0,2-2 0,4-2 0,4-4 0,11 8 0,8-3 0,2-5 0,0-9 0,7-7 0,3-8 0,5-6 0,1 0 0,0 0 0</inkml:trace>
  <inkml:trace contextRef="#ctx0" brushRef="#br0" timeOffset="103817">8255 7412 6633,'6'-33'-809,"21"4"809,2 25 0,5 7 0,13 3 0,2 6 0,-2 3 0,-2 8 0,-15 0 0,-3 4 0,-3 2-316,2 7 0,-9 6 316,-15 0 0,-6 8 0,-4 2 0,2-5-510,2-1 1,-1-4 0,-2 3 509,-3 1 0,-3 4 0,-1-1 0,2-3 60,3 1 0,2-3 0,-4-3 0,-4-7 0,-3-2 0,0 0-210,0 4 0,0-1 1,-1-2 66,-8 0 1,-1-3 0,-1 0 0,-1-1 0,8-7 0,-1 0 0</inkml:trace>
  <inkml:trace contextRef="#ctx0" brushRef="#br0" timeOffset="105222">6967 8267 6633,'-19'6'-809,"19"1"809,27 0 0,18-13 0,-7-2 0,-5-10 0,-23 11 0,-3 18 0,-7-1 0,0 13 0,16-16 0,19-18 0,-11-1 0,-1-2 0,1-5 0,-2-1 0,11-11 0,-23 18 0,5 20 0,-5 7 0,8 4 0</inkml:trace>
  <inkml:trace contextRef="#ctx0" brushRef="#br0" timeOffset="105838">7602 8118 5824,'24'-24'0,"13"-1"0,-14 15 0,1 1 0,19-9 0,-17 5 0</inkml:trace>
  <inkml:trace contextRef="#ctx0" brushRef="#br0" timeOffset="105984">7761 7858 6633,'-13'32'-270,"1"0"0,5-3 1,2 3 269,-3 17 0,0 0 0,4-15 0,0-3 0,-1-1 0,1 0 0</inkml:trace>
  <inkml:trace contextRef="#ctx0" brushRef="#br0" timeOffset="106334">7955 8367 5824,'33'0'0,"13"-17"0,-7 7 0,-13 1 0,-3 1 0,-12 2 0,5 6 0,-16 0 0,0 22 0,8 0 0,17 10 0,21-20 0,-19-16 0,0-4 0,1-4 0,-3-2 0,3-13 0,-5 10 0,-13 11 0</inkml:trace>
  <inkml:trace contextRef="#ctx0" brushRef="#br0" timeOffset="108383">5574 8664 7533,'-28'0'-1619,"11"0"1529,-7-6 90,13 5 0,-7-5 0,10 6 0,32-5 0,13 4 0,-11-4 0,3-1 0,17 0 0,0-1 0,-20 1 0,1-1 0,15-3 0,-2 2 0,-11 1 0,-3-4 0,-26 9 0,-18-3 0,-17 10 0,5 1 0,-1 1 0,3-1 0,-1 1 0,-2 3 0,2-2 0,1-1 0,13-1 0,30-6 0,13 0 0,15-4 0,6 2 0,-17 6 0,0 2 0,2-3 0,-1-1 0,0 1 0</inkml:trace>
  <inkml:trace contextRef="#ctx0" brushRef="#br0" timeOffset="110438">5838 8812 5824,'-45'5'0,"22"8"0,3 4 0,1 19 0,7-1 0,8 0 0,28 6 0,-12-15 0,5-4 0,9-10 0,1-4 0,10 14 0,-43 8 0,-17 10 0,1-22 0,-1-3 0,-19 13 0,31-27 0,3-6 0,18-9 0</inkml:trace>
  <inkml:trace contextRef="#ctx0" brushRef="#br0" timeOffset="110617">6103 8614 6183,'-37'17'-359,"4"20"359,18-4 0,4 3 0,5-8 0,0-1 0,-5 1 0,-1-4 0,2-6 0</inkml:trace>
  <inkml:trace contextRef="#ctx0" brushRef="#br0" timeOffset="110821">6174 8825 7533,'-10'-7'-1709,"18"1"1709,11 6 0,17 6 0,-1 1 0,0 5 0</inkml:trace>
  <inkml:trace contextRef="#ctx0" brushRef="#br0" timeOffset="110951">6227 9023 7533,'-18'14'-1709,"8"-3"1709,26-11 0,-3 0 0,36-6 0,-19 0 0,13-7 0</inkml:trace>
  <inkml:trace contextRef="#ctx0" brushRef="#br0" timeOffset="111473">6597 8689 5824,'0'29'0,"0"-1"0,-6 12 0,-4 3 0,2-6 0,-2 3 0,1-3 0,-1 10 0,-2-3 0,-9 3 0,3-7 0,14-16 0,-12 9 0,16-27 0</inkml:trace>
  <inkml:trace contextRef="#ctx0" brushRef="#br0" timeOffset="111650">6632 8887 5824,'13'36'0,"0"1"0,-7 1 0,-1 0-656,4-2 1,-2-2-1,-7 16 1,0-22 0</inkml:trace>
  <inkml:trace contextRef="#ctx0" brushRef="#br0" timeOffset="111771">6579 9098 7533,'-9'-39'-285,"29"22"0,7 4 0,2 0 0,8 10 0,0 1 1</inkml:trace>
  <inkml:trace contextRef="#ctx0" brushRef="#br0" timeOffset="112988">9031 7908 7533,'24'19'-855,"3"-10"1,6-5 854,8-8 0,3-3 0,-5 1 0,2-1 0,0-1-227,1-4 1,1-1 0,-4 1 0,1-2 0,-2 2 0,-2 0 0,1 0 0</inkml:trace>
  <inkml:trace contextRef="#ctx0" brushRef="#br0" timeOffset="113155">9454 7511 7533,'-9'-14'-1709,"-7"20"1709,9 25 0,4 14 0,-2-8 0,-1 3 0,0 0-992,-1-2 1,1 1-1,1 4 992,1-4 0,0 4 0,1 2 0,-1-1 0,1-5-93,0 4 1,-1-3 0,1 1 0,1 1 0,0 2 0,0 0 0,1-3 0,1-5 0,0-1 0,0 1 0</inkml:trace>
  <inkml:trace contextRef="#ctx0" brushRef="#br0" timeOffset="114439">16492 2888 6183,'-19'0'-359,"3"6"359,16 0 0,31 18 0,5-12 0,7-4 0,-1-3 0,5-2 0,-1-2-116,-5-2 0,0-1 1,1-4 115,-5-3 0,3-2 0,-2-4 0,-5-3 0,1-9 0,-4-5 0,-1-2-130,2-2 0,0-2 0,-3-3 130,-8 5 0,-2-3 0,-1-1 0,-4 2 0,1-5 0,-4 1 0,-6-1 359,-5-4 1,-6 0 0,-9 7 269,-5 14 1,-7 6 0,-3 4-420,-10 5 0,-5 7 0,-2 8-542,9 6 1,-1 6-1,-2 3 1,2 4 0,1 2 196,6-2 0,0 4 0,1 1 0,2 2 0,1 0 0,2 1-351,-2 5 0,2 1 1,2 1-1,3 0 0,3 0 486,-1 6 0,3 1 0,5-1 0,8-3 0,10-2 0,8-2 0,3-3 0,10 2 0,-1-1 0</inkml:trace>
  <inkml:trace contextRef="#ctx0" brushRef="#br0" timeOffset="115472">10142 7710 7533,'0'-32'-1619,"0"7"1529,0 1 90,0 11 0,0 0 0,0 3 0,0 25 0,1 18 0,-2 9 0,-1 0 0,0 4 0,-1 1-803,0-7 0,1 1 0,-1 1 0,1-2 862,-1 9 1,1-1 0,-3-3 120,-3-9 0,-1-1 0,2-6 360,3 7-1170,-11-31 225,18-39 1,9-21 404,-5 14 0,-1-3 0,1-2-97,0 0 0,-1-3 0,1-1 0,1 4 97,0-3 0,2 3 0,-3 3 45,0-11 0,-4 23 764,-6 49 1,-2 16-601,-1-3 1,-1 4 0,0 2 60,1 0 0,-2 4 0,1-1 0,1-2 822,-1 0 0,1-2 0,1-3-1041,0 6 1,2-6 38,3-8-180,4-43 0,0-14-270,2-5 1,-1-6-1,2-2 110,-1 1 1,2-2 0,-1-1 0,-1 2 451,0 3 1,-1-1-1,0 3 1,-1 4 246,3-14 1,-6 21 0,-27 62-960,18-3 0,1 6 1,1 0-107,-3 1 0,0-1 0,1 2 616,4 2 0,2 2 0,0-4 0,2-2 0,0-1 0,0 1 0,0 0 0</inkml:trace>
  <inkml:trace contextRef="#ctx0" brushRef="#br0" timeOffset="116084">10936 7784 7533,'0'-26'-1709,"-8"8"1709,-2 23 0,-5 20 0,-3 8 0,2-6 0,-2 1 0,-1 2-143,-2 9 1,-1 2-1,1-1 143,-1-4 0,1-2 0,1-3 0,-3 2 0,3-4 0,2 0 26,10-29 0,0-12 1,-1-8-1</inkml:trace>
  <inkml:trace contextRef="#ctx0" brushRef="#br0" timeOffset="116222">10672 7846 5824,'3'42'0,"1"0"0,11 2 0,4 1 0,-7-11 0,0 1 0,3-3 0,11 7 0,1-2 0,-6-8 0,1 1 0</inkml:trace>
  <inkml:trace contextRef="#ctx0" brushRef="#br0" timeOffset="116600">11218 7412 7533,'0'-28'-1709,"8"7"1709,25 21 0,-3 0 0,3 0 0,3 0 0,3 0 0,-5 0 0,2 0 0,-4 0 0,-6 0 0,-1 0 0,5 0 0,-4 0 0,-8 0 0</inkml:trace>
  <inkml:trace contextRef="#ctx0" brushRef="#br0" timeOffset="116871">11359 7387 7533,'-45'-7'-855,"22"22"1,3 9 854,1 15 0,3 10-820,4-11 1,1 4 0,0 3 0,2-2 535,2-3 1,2 0-1,1 1 1,-2 2 409,0 0 0,-1 2 0,-1 2 0,2-3 0,2-4 422,1 2 0,3-4 1,1 1-220,2 7 1,2 2 0,3-8 30,0-11 0,5-7 89,18-3 1,5-7-945,-9-8 1,3-3-451,17-3 1,0-3 944,-17 1 0,-1 1 0,5 2 0,-2 2 0,3 6 0</inkml:trace>
  <inkml:trace contextRef="#ctx0" brushRef="#br0" timeOffset="120322">20038 2380 5824,'10'-39'0,"5"3"0,-13 17 0,-10 7 0,-3 6 0,-23 12 0,15 1 0,-15 5 270,-1 6-270,6-4 449,4 3 1,1 0-270,2 0 224,-2 9 1,-1 4 45,10-10 0,1 2-1,-5 15 1,2 4-135,3-3 0,3 0-180,5 2 0,2 1-45,0-1 0,0 0-270,3-3 0,2 0 0,6 1 0,2-1 135,-1-7 0,4-2 0,4-3 0,3-2 135,16 2-180,-7-13 540,21-12-360,-10-24 45,-5 4 0,0-4 0,-5-6 0,-3-3 0,6-3 0,-3-3 44,-4-2 1,-5-3 315,-4-2 0,-4-2-1,-2 1 1,-5 0 404,-5-1 1,-8 3 89,-7 9 1,-3 4-720,4 5 0,-3 4-540,-11 3 0,-3 4-675,8 3 1,1 1-2333,-15-1 2457,3 13 1,9 19 0,-3 12 0</inkml:trace>
  <inkml:trace contextRef="#ctx0" brushRef="#br0" timeOffset="125734">20567 2355 7533,'0'-19'-1709,"0"12"1709,0 19 0,0 17 0,0 7 0,-3 7 0,-2 5-1093,2-1 1,0 5 0,-1-4 604,0 1 1,-1-1 487,-3-5 0,-1 2 0,2-8 860,3 2-860,-12-9 0,14-53 0,4-19 0,2 0 0,2-5 0,0-3-187,0 3 1,-1-3 0,2-1 0,3 2 186,1 3 0,2 0 0,1 1 0,0 3 0,1-5 0,-1 3 0,4 7 0,11 3 0,1 14 0,7 26 1512,-23 15 0,-8 7-1512,-10 12 0,-10 3 0,2-11 0,-4 1 0,-3-3 0,-11 10 0,-2-4 0,8-10 0,3-4 0,-5-4 1113,50-2-1113,-1 15 0,3-8 0,-1 5 0,-13 5 0,-4 2 0,4 1 0,-1-3 0,-1 13 0,0-17 0,-2-24 0</inkml:trace>
  <inkml:trace contextRef="#ctx0" brushRef="#br0" timeOffset="125950">20990 2206 7533,'-15'-14'-1709,"3"14"1709,-12 31 0,-1 18 569,10-8 1,3 5 0,0 3-1133,2-12 1,-1 2 0,0 1 0,3 1 0,3-2 562,4 7 0,4 0 0,3-2 0,-1-2 0,-1 1 0,0-4 0,6-4 0,19-3 0,1 0 0</inkml:trace>
  <inkml:trace contextRef="#ctx0" brushRef="#br0" timeOffset="127518">21308 2256 6183,'0'-14'-359,"0"-2"359,-8 31 0,0 8 0,-2 7 0,0 3 0,-2 3 0,-1 3-259,1-3 0,-1 2 0,-1 1 1,0-1 258,-1 1 0,-1 0 0,0-1 0,0-2 0,-2 3 0,-1-2 0,2-6 124,-5 1 0,8-15-124,19-38 0,6-11 0,-4 8 0,2-1 0,5-6 0,4-2 0,-1 3 0,-4 5 0,1 1 0</inkml:trace>
  <inkml:trace contextRef="#ctx0" brushRef="#br0" timeOffset="127667">21202 2504 0,'8'-36'0,"2"-2"163,15 15-163,-13 36 0,1 16 0,-3 11 0,-7-4 0,-4 5 0,1 0 389,3 3 1,1 2 0,-3-2-390,-3-4 0,-1-2 0,0-2-262,4 1 1,-4-7-1,-20-2 1,3-28 0</inkml:trace>
  <inkml:trace contextRef="#ctx0" brushRef="#br0" timeOffset="127784">21202 2739 6633,'0'-31'-809,"8"6"809,17 12 0,5 13 0,5 7 0,-10 5 0</inkml:trace>
  <inkml:trace contextRef="#ctx0" brushRef="#br0" timeOffset="127951">21414 2863 5914,'-18'31'-90,"-8"11"90,12-14 0,1 1 0,-7 12 0,-3-1 0,13-28 0</inkml:trace>
  <inkml:trace contextRef="#ctx0" brushRef="#br0" timeOffset="128616">21661 2479 7533,'-18'-21'-1709,"0"16"1709,5 23 0,1 11 0,-6 7 0,1 5 0,6-8 0,1 2 0,1-1 0,-3 9 0,6-4 0,24-2 0,19-61 0,-16-4 0,0-7 0,-2 0 0,-4 3 0,-3 0 0,0-1 0,1-1 0,0-1 0,-5 7 0,-8 3 539,-10 51-809,4 11 1,2 6 269,-1-3 0,2 0 0,6 10 0,2-4 0,5 1 0,7-7 0</inkml:trace>
  <inkml:trace contextRef="#ctx0" brushRef="#br0" timeOffset="128818">21766 2801 5914,'-7'48'-90,"5"-8"90,-6-7 0,0-1 0,6-2 0,-6 10 0</inkml:trace>
  <inkml:trace contextRef="#ctx0" brushRef="#br0" timeOffset="129701">21943 3049 5824,'-20'32'0,"4"-11"0,1-1 0,3-3 0,-21 16 0,21-31 0,-4 9 0</inkml:trace>
  <inkml:trace contextRef="#ctx0" brushRef="#br0" timeOffset="132371">22066 2479 7533,'0'-14'-1709,"0"-2"1709,0 14 0,0-3 0,0 32 0,0-1 0,0 5 0,0 0 0,0 3 0,0 1-71,1 5 1,-1 0 0,-1 0 70,-1-3 0,-1 0 0,0-4 0,3 5 0,-2-7 0,-5-2 0,7-30 0</inkml:trace>
  <inkml:trace contextRef="#ctx0" brushRef="#br0" timeOffset="132756">22154 2467 7533,'-9'-20'-1709,"9"8"1709,17 6 0,19 23 0,-15 15 0,-17-5 0,-8 2 0,-11 4 0,-7-3 0,-5-5 0,-1-4 0,-9 8 0,29-24 0,35-5 0,18 6 0,-7 17 0,-29 16 0,-18-11 0,-9 0 0,-7 0 0,-5-5 0,-2-5 0,1-4 0,-6 2 0,14-21 0,23-2 0</inkml:trace>
  <inkml:trace contextRef="#ctx0" brushRef="#br0" timeOffset="132955">22243 2380 7533,'28'-11'-90,"0"0"0,11 11 0,-5 12 944,-14 24 1,-9 14-900,-3-16 0,-1 3 0,-2 2 0,-5 0-611,-5-1 1,-4 2-1,-3 0 1,-1 0 0,1-2 357,-2 7 0,-1-1 0,-1-1 0,-2-1 0,-2-5 0,-3-1 0,1-2 0,1-2 1,-4 10-1,-1 0 0</inkml:trace>
  <inkml:trace contextRef="#ctx0" brushRef="#br0" timeOffset="136418">11765 7660 6633,'0'-19'-809,"0"6"809,-16 19 0,5 24 0,2 3 0,0 8 0,1 2-260,0 3 1,1 1 0,5 1 259,3-6 0,3 2 0,2-2 0,4-5 0,9 11 0,9-19 0,2-32 0,6-14 0,-4-7 0,-7-3 0,-3-7 0,-2-4 0,-3 1 0,1-2 0,-3-2 0,-3 0 0,-4 1-316,-4-1 0,-4-1 0,-5 2 1,-3 6 315,-15-8 0,-9 10-116,2 17 1,-4 5 0,2 7 115,-4 12 0,3 9 0,0 8 0,7 5 0,15-4 0,7 2 0,4-2 0,0 1 0</inkml:trace>
  <inkml:trace contextRef="#ctx0" brushRef="#br0" timeOffset="136956">12294 7846 5824,'41'-13'135,"-18"4"0,2 1-270,5 1 0,2 0 135,-1-5 0,-1 0 0,-3 5 0,-1 1 0,11-7 0,-4 8 0</inkml:trace>
  <inkml:trace contextRef="#ctx0" brushRef="#br0" timeOffset="137122">12559 7536 6183,'-20'38'-60,"-1"0"0,1 0 0,8-2 0,2 2 0,2 0 1,-1 0 59,0-1 0,0 1 0,1-1 0,1 0 0,1 2 0,3 1 0,-1-2 0,1-5 0,-2 2 0,0-1 0</inkml:trace>
  <inkml:trace contextRef="#ctx0" brushRef="#br0" timeOffset="138954">13070 7524 6183,'-19'-20'-359,"-5"2"359,22 12 0,10 11 0,12 25 0,7 5-353,-8 4 0,-4 3 353,-9-17 0,-1 1 0,4 11 0,0 7 0,-3 2 0,-5-10 0,-3 2 0,-1 0 0,1 0 0,0 0 0,0 1 0,-1 0 0,0-1 0,-1 13 0,-2-1 0,-3-10 262,-17-3-307,18-63 0,6-20 45,4 12 0,4-4 0,1-3 0,2 1-117,0-1 1,3-1 0,0 0 0,2 2 116,-1 2 0,2 0 0,1 3 0,4 5 0,10 5 0,4 5 0,-5 6 0,6 3 0,12 18 0</inkml:trace>
  <inkml:trace contextRef="#ctx0" brushRef="#br0" timeOffset="150001">13229 7685 5824,'-2'-31'0,"4"-6"0,3 13 0,0-1 0,3-21 0,-16 9 0,6 3 0,-6 13 0,8-9 0,0 10 449,0 24 271,1 31 0,-2 12-136,-2-9 1,-2 5-606,2-1 0,-1 6 0,-1 1 0,0-6 201,-5 1 0,0 0-23,3-7 0,1 5 1,-1-1-1,2-7-67,-1-3 0,2-3 0,-1 10 0,2-15-720,6-46 1,2-16 449,0 4 0,0-6-476,-2 3 1,0-8-1,1-3 1,-1 2 0,1 5 205,2 4 0,0 5 0,0-4 270,-1-10 0,-1-4 0,0 1 0,1 9 49,-1 10 1,1 4 355,4-10 0,-2 15 1304,-5 49-750,-1 6 1,-1 8 0,-1 1-443,-2-6 0,-1 2 1,-1 1-1,-1 1 44,1 2 1,0 3 0,0 0 0,-1 0 0,0-3-202,-1 1 0,0-2 0,0-2 0,0-1-120,1 3 0,0-1 0,1-8-60,-3 8-1080,8-55 360,4-17 1,2-14 0,0-1 246,-3 6 1,-1-1 0,1-2 0,0 1 98,3-2 0,1-1 1,0 1-1,-1 1 314,-2-10 0,-2 2 0,2 9 960,4-4 363,-8 75-319,-4 6 1,0 7-586,1-6 1,0 2 0,-1 1 174,-2 9 1,0 3 0,0 0-378,2-10 1,-1 1-1,1-1 1,0-2-39,0-1 1,1-3 0,0 0 105,-2 21 0,2-12 2500,3-31-3715,0-52 607,0 8 1,0-8 0,-1-4 0,2 0-438,0-2 1,1-1 0,1-1 0,-1 0 613,-1 5 1,1 0 0,0-1-1,0 2 1,1 4 205,1-9 0,2 3 0,1 15 2135,3 18-1505,-2 51-360,-10-7 0,-4 3-210,1-3 0,-2 2 0,1-1-1699,1 4 1,-1 0-1,-3 6 1,2-4 1545,7-3 0,0-19 0,0-12 0</inkml:trace>
  <inkml:trace contextRef="#ctx0" brushRef="#br0" timeOffset="150651">13018 7536 7533,'-20'-12'-1709,"-4"-6"1709,38-13 0,-10 9 0,18 6 0,5 3 0,-3 7 0,9-6 0,-10 6 0,5-12 0,1 10 0,-3 2 0,-18 29 449,-16 21-89,6-14 0,2 4 29,-2-2 1,-1 2 0,0 2-314,0 1 1,1 1-1,-1 1 134,0 7 0,0 1 0,-1-2-165,-1 5 0,0-2-45,2-12 0,0 0 0,2-5-360,1 6 225,-4-8 0,0 0-675,2-3-1078,-6 10 1618,8-15 270,0-4 0,0-11 311,-16-12-311,5 5 0,-23 7 0,7 7 0,-1 12 2248,11-6-1258,17-6-450,2-8 719,29-5-270,6-5-2082,-5 1 1,5 0 0,-4-1 798,-4 1 1,-1 0 0,18-2 0,-4 1-1,-14 5 1</inkml:trace>
  <inkml:trace contextRef="#ctx0" brushRef="#br0" timeOffset="151218">13776 7536 5824,'-12'45'0,"0"-1"0,-1 1 0,-3 1 0,0-7 0,-3 1 0,1-2 0,3-4 0,0-2 0,0-2-656,-4 3 1,3-3-1,-2 10 1,10-28 0</inkml:trace>
  <inkml:trace contextRef="#ctx0" brushRef="#br0" timeOffset="151384">13600 7672 5824,'11'27'779,"1"-1"1,2 7-1,2 4-1409,0-3 1,3 2-1,-2 0 161,3 10 1,-2-1 0,-1-4 0,-1-4 0,-7-13 0,0 0 0</inkml:trace>
  <inkml:trace contextRef="#ctx0" brushRef="#br0" timeOffset="154334">14111 7461 7533,'-19'0'-1709,"3"0"1709,16 11 0,16 25 90,-6 1 0,-1 6 359,-2-7 1,0 2 0,-1 3-1086,-1 1 0,-1 4 1,0 0-1,-2-4 756,-1-3 0,-1-3 0,-1 2 120,1 8 0,-1 3 0,2-7-135,3-8 0,0-4 75,6 11 1024,16-52-964,-11-20 0,-1-15 0,0 2-150,-4 12 0,1 0 0,-1-3-59,0-1 0,0-5 1,0-2-1,0 2 1,-1 2 28,1-6 0,-2 3 0,1-2-880,0 6 1,-1-1 0,1 0 0,1 2 361,1-3 1,2 3 0,-2 3 0,-1 1 0,0 7 0,5 2 0</inkml:trace>
  <inkml:trace contextRef="#ctx0" brushRef="#br0" timeOffset="168022">14817 7375 6633,'0'-32'-809,"0"7"809,-16 8 0,-11 43 0,8-1 0,0 7 0,3 6 0,-2 8 0,1 3 0,2-2-378,3-7 1,2 1-1,0-1 1,1 4 377,-2 1 0,0 4 0,1 0 0,2-1 0,4-5 0,6 4 0,4-4 0,2-2 0,0-5 0,1-2 0,5-8 71,15-6 0,3-11 0,13-16 0,-2-12 0</inkml:trace>
  <inkml:trace contextRef="#ctx0" brushRef="#br0" timeOffset="168223">15028 7412 7533,'-27'22'-855,"13"-2"1,2 4 854,2 15 0,3 3-892,1-8 0,2 0 892,-1 17 0,2-4 0,3-9 146,0 0 1,0-2-147,0-12 0,0 10 0,0-27 0,0-1 0</inkml:trace>
  <inkml:trace contextRef="#ctx0" brushRef="#br0" timeOffset="168590">14993 7499 7533,'0'-14'-1709,"8"-3"1709,17 16 0,5 1 0,-4 5 0,-1 2 0,-4 7 0,3 15 0,-24-2 0,-14-1 0,-4 1 0,3 15 0,-10-15 0,1-1 0,12 0 0,4-8 0,26-7 0,9-4 0,9 11 0,-17 23 0,-12-13 0,-6 2 0,-11 6 0,-6-2 0,3-4 0,-3-3 0,-19 3 0,9-25 0,17-17 0,1-7 0</inkml:trace>
  <inkml:trace contextRef="#ctx0" brushRef="#br0" timeOffset="168789">15328 7300 6183,'28'0'-180,"-7"17"1,-1 10 1303,-4 17 0,-3 6-1173,0-10 1,-1 1 0,-2 4 48,-1-3 0,-2 4 0,-3 1 0,-6-2-518,-8-1 1,-6 0 0,-3 0 0,1-1 243,4-2 1,-1 1 0,-1-2 0,-3-2 0,-7-3 0,-3-1 0,-1-3 0,1-2 0,0-1 0,1 0 0,-1-1 0</inkml:trace>
  <inkml:trace contextRef="#ctx0" brushRef="#br0" timeOffset="169552">14482 7176 5824,'9'-13'0,"-1"13"0,-16 47 0,6-3 0,1-2 0,2-2 0,9-9 0,16 7 0,-5-53 0,1-12 0,-1-2 0,-3-3 0,-6 1 0,-1-2 0,-7 0 0,-7-9 0,-11 9 0,-12 18 0,-3 10 0,4 10 0,1 7 0,0 8 0,7 4 0,9 19 0,8-6 0</inkml:trace>
  <inkml:trace contextRef="#ctx0" brushRef="#br0" timeOffset="170417">15610 7065 7533,'-17'-25'-1709,"15"12"1709,27 1 0,1 11 0,3 2 0,7 2 0,1 0 0,-1-1 0,-2 3 0,-9 4 0,-5 5 0,6 29 0,-24-8 0,-4 4 0,-1-6 0,0 2 0,-1 3-263,1 2 0,1 2 0,-1 2 1,1 0 509,0 0 0,0 1 1,0 0-1,0 1 22,2-5 1,0 1 0,1 0 0,-1-1 0,-1-2 22,0 2 1,0-1-1,-1-1 1,-1-2 306,-2 8 1,0-1 0,-3-6-421,-4-4 1,-4-3-180,-3 3 0,-5-5-90,-1-14 1,-3-2-361,-1 4 0,-4 2 450,-5-4 0,-4 1 0,4-1 0,4 3 0,1 0 0,1 0 0,-1 0 0,0 0 0</inkml:trace>
  <inkml:trace contextRef="#ctx0" brushRef="#br0" timeOffset="185523">14146 8342 7533,'-27'-13'-1709,"1"1"1709,9 0 719,7 5 1170,34 23-1035,10-2 1,10 0-653,-10-7 1,3 0-1,2 0 1,2-1-378,6 1 1,3-1-1,0-1 1,1-1 281,-10-3 1,0 0 0,1-2 0,-1 0 0,0 1 139,6 0 1,1 0-1,-2 0 1,-3 0-68,-4 0 0,-3 0 0,-1 0 44,13-1 1,-6-3-135,-5-9-2249,-10-11-1118,-11-14 3084,-16 11 1,-16-2-1,-3 17 1</inkml:trace>
  <inkml:trace contextRef="#ctx0" brushRef="#br0" timeOffset="185939">14570 8726 5914,'-17'35'-30,"0"0"0,6 8 0,1 3 30,-1-9 0,0 0 0,7-2 0,14 10 0,12-13 0,5-21 0,3-15 0,-4-14 0,-1-12 0,-2-3 0,0-2 0,-4-4 0,-8 0 269,-12-1 1,-8-2 0,-5 6-225,-8 0 0,-7 10-45,-3 15 0,0 11 0,-9 21 0,33 16 0</inkml:trace>
  <inkml:trace contextRef="#ctx0" brushRef="#br0" timeOffset="187654">16316 7499 7533,'-18'-20'-810,"9"8"3239,1 6-540,39 1-5166,16 4 593,2-5 1045,-3 6 1,-4 0 538,-14 0 1095,9-1 0,-2 2 1,-13 5-1,11 0 1</inkml:trace>
  <inkml:trace contextRef="#ctx0" brushRef="#br0" timeOffset="187822">16404 7759 0,'-27'0'0,"9"0"1692,49 11-2277,3-1 1,5-1 584,4-1 0,0 0 0,2 3 0,-4 0 0,-15-8 0,-1 0 0</inkml:trace>
  <inkml:trace contextRef="#ctx0" brushRef="#br0" timeOffset="188073">17022 7548 7533,'-23'26'655,"1"0"0,0-1 1,7 5-1,4 2 0,2 3-148,0 3 1,1 5 0,4 0 0,7-5-1078,10 3 0,9-3 1,6-12-524,9-14 1,8-11 0,-2-11 272,-8-10 1,-1-9 0,-2-6 0,-4-2 633,-5 1 0,-3-3 1,-3-3-1,-3 0 1,-5 1 612,-4-8 0,-6-1 0,-6 3 1,-8 7 509,-17 1 1,-10 8 0,-1 13-938,6 18 0,0 9 0,1 5 0,-4 3 0,2 5 0,8 4 0,13 18 0,1 0 0</inkml:trace>
  <inkml:trace contextRef="#ctx0" brushRef="#br0" timeOffset="199083">1499 9928 7533,'-17'-8'-1709,"-9"8"1709,7 24 0,-2 5 0,0 8 0,8 2 0,1 6 0,0 1-820,1-11 1,-1 1 0,1 1 0,0-1 494,-2 12 0,1 0 0,2-1 325,2-5 0,1 0 0,4-2 266,4-3 1,3 0 0,7-5-267,18 7 0,10-13 0,-4-19 0,3-9 0,-1-8 3,-3-10 0,-1-7 1,-2-7-1,-1-1 159,-5 0 0,-2-3 0,-1-3 0,-3 0 0,-3 0-392,-1-6 1,-4-2 0,-4 1 0,-2 1 251,-3 5 1,-2 0 0,-2 2-1,-2 4 23,-8-11 0,-6 7-45,-8 8 0,-4 6 415,3 14 0,-1 4-640,0-4 0,-1 6-90,-10 13 0,3 8 225,5 8-263,11 21 0,7 5 0,5-7 0,8-4 0,0-1 0</inkml:trace>
  <inkml:trace contextRef="#ctx0" brushRef="#br0" timeOffset="199250">1552 10361 7533,'-17'6'-1709,"7"23"1709,10-12 0,6 14 0,5 6 0,10 1 0,2 0-158,-8-7 0,1 3 158,5 6 0,2 6 0,-2-9 0,2 6 0,-2-2 0,-1-1 0</inkml:trace>
  <inkml:trace contextRef="#ctx0" brushRef="#br0" timeOffset="199583">2028 9532 7533,'-9'-20'-1709,"-7"24"1709,6 33 0,0 11 0,5 1 0,3 1 0,1-23 0,2-2-115,-1 11 1,0-1-1,0 6 1,0-2-1</inkml:trace>
  <inkml:trace contextRef="#ctx0" brushRef="#br0" timeOffset="199900">2540 9642 7533,'-20'13'-855,"1"6"1,-1 7 854,5 4 0,0 5 0,0 3-480,2-3 0,0 4 1,0 2-1,0 1 1,0 0 497,0 3 0,-2 1 0,2 1 0,1 0 0,3 0-126,2 2 0,2 1 0,2 0 0,3-2 0,3-2 108,6 1 0,3-2 0,4-2 0,0-5 0,0-2 0,2-5 0,3-4 0,20-2 0,0 1 0</inkml:trace>
  <inkml:trace contextRef="#ctx0" brushRef="#br0" timeOffset="200317">3052 9667 7533,'-9'34'-342,"1"-1"0,-1 1 0,-2 11 0,-1 3 1,0 2 341,1-6 0,0 2 0,-1 1 0,1 0-353,0-7 0,1 1 0,-1-1 0,0 0 0,1-1 353,-2 4 0,0-1 0,1-2 0,1-2 0,-5 12 0,2-5 0,5-17 0,1 0 0</inkml:trace>
  <inkml:trace contextRef="#ctx0" brushRef="#br0" timeOffset="200485">2981 9965 7533,'10'4'-855,"2"15"1,-1 8 854,2 18 0,2 6-399,1-7 0,3 3 0,-1 1 399,-4-3 0,-2 1 0,1-4 0,5 8 0,-3-6 0,-7 3 0,-8-37 0</inkml:trace>
  <inkml:trace contextRef="#ctx0" brushRef="#br0" timeOffset="200602">3016 10361 7533,'-2'-14'-1709,"28"3"1162,0 12 1,3 4 0,20 2 0,-25-1 0,1 0 0</inkml:trace>
  <inkml:trace contextRef="#ctx0" brushRef="#br0" timeOffset="200768">3457 10572 6183,'-13'24'-120,"-1"0"0,-3 4 1,0 1 119,7 0 0,1-1 0,-4-2 0,0-2 0,-4 12 0</inkml:trace>
  <inkml:trace contextRef="#ctx0" brushRef="#br0" timeOffset="201167">3757 10138 7533,'-29'-10'-570,"-1"1"0,5 22 1,1 11 659,0 1 0,0 6 0,4 2-31,6 9 0,5 3 0,2-1-329,1-2 0,2 0 1,6-6 298,13 2 0,6-15-29,2-28 0,1-14 0,-2-12 0,-2-12 0,-1 2 37,1-4 1,-3-1 52,-7 0 0,-2-2 0,-1 10 1619,1 9 900,-8 23-1776,0 26 1,0 15-879,3 8 0,2 3-1048,2-10 1,1 1 0,2-2 545,8 11 1,2-4 0,-6-10 0,1-3 0,9 7 0</inkml:trace>
  <inkml:trace contextRef="#ctx0" brushRef="#br0" timeOffset="201433">4004 10473 7533,'-20'0'-1709,"44"-6"1709,-14 5 0,13 23 0,-34-10 0,-6 9 0,0 4 1709,5 6-1619,-3-3 90,23 1-2159,41-33 1979,-6-16 0,-9 10 0,0-1 0,-12-4 0,-1 0 0</inkml:trace>
  <inkml:trace contextRef="#ctx0" brushRef="#br0" timeOffset="201651">4251 9928 0,'8'-38'0,"-6"12"2772,37 36-2323,-24 13 1,-3 11 0,0 4-405,1-3 0,0 3 0,-1 3 0,-3 0-213,-2 0 0,-1 1 0,-2 2 0,-2 0 0,-3-1-408,-5 1 0,-3 1 1,-2 0-1,-2-3 0,1-2 511,-4 8 0,0-5 1,-5-2-1,-7 1 0,-4-2 1,0-8-1,0-10 0,1 0 1</inkml:trace>
  <inkml:trace contextRef="#ctx0" brushRef="#br0" timeOffset="202185">4921 10187 7533,'-27'-5'-270,"17"4"1709,51-16-1169,-6 14-585,-3-4 0,3-2-675,6 2 1,0 2 719,-5-2 1,-1 0-121,6 1 1,-2-1 0,-12 2 0,-5-1-1,-4 0 1</inkml:trace>
  <inkml:trace contextRef="#ctx0" brushRef="#br0" timeOffset="202333">4974 10386 7533,'-35'19'-540,"15"-7"3816,44-6-3475,1-10 0,7-3-791,10 4 1,7 1 0,-3-1 794,1-3 0,-2 0 0,-8 2 0,1 0 0,-5 1 0,10-5 0</inkml:trace>
  <inkml:trace contextRef="#ctx0" brushRef="#br0" timeOffset="205451">16510 3322 5824,'0'44'0,"-2"-12"0,-1 5 0,0-3 0,2-5 0,0 0-651,-3 20 0,0 1 651,4-17 0,0-1 201,-3 8 1,-1 1-202,-1-1 0,0 0 108,0-1 1,0-5-109,-3-4 0,0-35 0,-2-16 0</inkml:trace>
  <inkml:trace contextRef="#ctx0" brushRef="#br0" timeOffset="205885">16528 3383 6633,'-10'-12'-809,"2"-6"809,8 5 0,0-5 0,8 5 0,33 6 0,-14 4 0,3 1 0,16 4 0,4 1 0,-13-2 0,2 0 0,-1-1 0,-4-2 0,0 1 0,-1-2 0,3 1 0,0 0 0,-4-2-1639,2-2 1,-5 0 1523,6 0 115,-11 6 0,-7 0 0,-5 0 0,4 0 0,-8 6 0,-14 28 0,-2-2 0,-2 5 0,1-3 0,0 2 0,-2 1 0,-3 3 0,-2 0 0,3 0 0,2 0 0,2 0 0,1-3 0,-1 1 0,1-4 190,0 13 0,-8-36 0,-3-11 0</inkml:trace>
  <inkml:trace contextRef="#ctx0" brushRef="#br0" timeOffset="206085">16651 3879 7533,'-26'7'-855,"-1"-1"1,-10 6 854,11-5 0,19-1 0,30-6 989,15-2 1,8-2-1080,-5-1 0,2-2 0,3 1-717,-5 2 0,3 1 0,0-1 0,-3 0 807,4-2 0,-3-1 0,-1 2 0,8 4 0,-6 2 0,0 6 0</inkml:trace>
  <inkml:trace contextRef="#ctx0" brushRef="#br0" timeOffset="208385">5891 9865 7533,'0'-14'-1709,"0"9"1709,0 50 0,4-6 0,0 5 0,-3 3 0,-1 4 0,1 0-1093,2-5 1,0 1 0,-1-2 982,-1-5 1,-1 0 0,-1-3 109,-3 0 0,0-4 0,2 15-101,-6-14 0,8 8 0,0-17 0</inkml:trace>
  <inkml:trace contextRef="#ctx0" brushRef="#br0" timeOffset="209138">6579 9903 5824,'-25'35'0,"-1"1"0,8-8 0,0 1 0,-1 2 0,-2 7 0,0 3 0,1-1-275,1-3 1,1 0 0,2-2-1,1 4 1,2-3 0,-2 10 0</inkml:trace>
  <inkml:trace contextRef="#ctx0" brushRef="#br0" timeOffset="209301">6368 9977 6183,'17'28'-180,"3"2"1,1 7 179,-5-4 0,-1 3 0,1-2-565,5 0 0,1-1 0,-2-2 565,3 11 0,-1-7 0,-1-17 0,-1-5 0,8 4 0</inkml:trace>
  <inkml:trace contextRef="#ctx0" brushRef="#br0" timeOffset="209505">6844 9767 7533,'-20'-21'-1709,"12"-1"1709,57 20 0,-13-1 0,3 0 0,-4 3 0,3 1 0,-3-2 0,3-1 0,-2-1 0,-7 0 0,-1-1 0</inkml:trace>
  <inkml:trace contextRef="#ctx0" brushRef="#br0" timeOffset="209707">6967 9779 7533,'-12'23'-570,"-1"0"0,2 15 1,2 4 569,1-6 0,-1 2 0,1 3-328,2 2 1,0 3 0,2 2 0,2-4 237,2 5 0,2-2 0,2-1 90,1 2 0,2 0 0,8-10-469,18-8 1,5-12 0,-9-13 0,1-6 0,3-8 0,0-1 0</inkml:trace>
  <inkml:trace contextRef="#ctx0" brushRef="#br0" timeOffset="211669">19562 3334 7533,'-8'-19'-1619,"-2"6"1529,-16 24 90,8 20 0,1 9 0,4-8 0,0 3 0,2 2-272,3-1 1,2 2 0,2 1 0,2-1 271,4 10 0,4 0 0,4-1 0,2-6 0,3-1 0,5-3 12,5-4 1,5-4-1,1-4 168,-2-5 0,1-3 0,1-5 29,6-2 1,2-6 0,-1-5 90,1-8 0,-1-6 0,1-2-192,2-3 0,1-1 0,-2-5 132,-2-4 0,-3-4 0,0 0-1,1-1 1,-1 0 0,-2 0 0,-7 2 0,-3-1 0,0 0 89,4-2 1,0-1 0,-4 0 239,-10 4 1,-3-1 0,-2 0 464,5-13 1,-10 1-630,-21 3 0,-7 6-405,6 12 0,-3 5 324,-16-1 0,-7 7-384,8 8 0,-3 4 0,-2 3-393,3 3 0,-2 3 0,-1 1 0,-1 1 237,4-1 0,-2 2 0,1 0 1,0 1-1,2 2-481,-3 3 0,1 2 0,2 2 0,4 3 437,6 4 0,2 4 0,4 0 1,4-1-1,1 8 0,9 1 0,8-6 1,1 1-1,0-1 0</inkml:trace>
  <inkml:trace contextRef="#ctx0" brushRef="#br0" timeOffset="212473">7461 9903 7533,'-10'-14'-1709,"-5"8"1709,13 52 0,-2-10 0,0 5 0,3-2 0,2 4 0,-1 0-205,-2 3 1,-1 0-1,0 0 205,0-1 0,0-1 0,-1-2-515,-1 2 0,1-4 1,-1-6-1,2-5 0,3-4 1</inkml:trace>
  <inkml:trace contextRef="#ctx0" brushRef="#br0" timeOffset="212869">7849 10138 7533,'-19'0'-1709,"11"-5"2518,57-2-1034,-5-2 0,2 0-718,-10 2 0,1 0 823,3 1 0,3 0 1,-7 0 119,-1-1 0,3 4 0,-1 1 0,-8 2 0,5 0 0</inkml:trace>
  <inkml:trace contextRef="#ctx0" brushRef="#br0" timeOffset="213067">8184 9853 7533,'-45'-8'1439,"18"20"-540,9 26 1,5 12-1710,4-8 1,4 3-1,-1 3 536,2-10 1,0 3 0,1 0 0,-1 0 0,-1-2 0,-3 11 0,0-1 0,1-2 0,4-3 0,-1 1 0,1-1 0</inkml:trace>
  <inkml:trace contextRef="#ctx0" brushRef="#br0" timeOffset="214156">8608 9903 6633,'-30'6'-809,"7"0"809,23-12 0,0 5 0,0-10 0,8 4 0,9-5 0,11-6 0,7 4 0,-8-4 0,-1 11 0,-16 24 0,-10 21 0,-4-2 0,-2 3 0,1 4 0,0 2 0,2-11 0,1 2 0,-1-1 0,1-1 0,-1-1 0,0 0 0,-1 13 0,-1-4 0,0-12 0,0-3 0,-3 7 0</inkml:trace>
  <inkml:trace contextRef="#ctx0" brushRef="#br0" timeOffset="214323">8555 10436 7533,'-18'-7'-1709,"8"-5"1709,3 6 0,46-7 0,-16 2 0,3-1 0,6 5 0,5 1 0,-2-2-547,0-4 1,-2 0 0,6 2 0,-3 2 0,-1-5 0</inkml:trace>
  <inkml:trace contextRef="#ctx0" brushRef="#br0" timeOffset="214571">9102 9903 5824,'-8'31'0,"0"1"0,-8 9 0,-3 2 0,4-6 0,0 2 0,-2-1-284,-4-1 1,0-1 0,2-3 0,3 3 0,3-3-1,1-9 1,0-1 0</inkml:trace>
  <inkml:trace contextRef="#ctx0" brushRef="#br0" timeOffset="214722">8925 10002 7533,'-1'34'-570,"0"-1"0,12 13 1,4-1 569,-1-7 0,3-2 0,8 5 0,1-3 0,-8-14 0,-1 0 0</inkml:trace>
  <inkml:trace contextRef="#ctx0" brushRef="#br0" timeOffset="-211173.73">9296 9779 5824,'-5'43'0,"0"1"0,1-3 0,1 3 0,2 3 0,2-4 0,1 2 0,0 1 0,1-1-119,-1-3 0,-1 1 0,2-2 0,1-2 119,2 3 0,1-2 0,5-17 156,16-28-156,-13-17 0,0-13 0,-2-3 0,0-6 0,-1-3 0,0 1-166,2 2 0,1 1 1,-1 3-1,0-5 1,0 8-1,11 1 1</inkml:trace>
  <inkml:trace contextRef="#ctx0" brushRef="#br0" timeOffset="-210807.73">9560 9630 5824,'-4'46'0,"0"0"0,6-11 0,2-4 0,14 6 0,0-48 0,1-13 0,2-8 0,-5-4 0,-6-6 0,-10 1 0,-6 12 0,-7 9 0,-25 31-820,11 8 1,11 28 0,16-22 0</inkml:trace>
  <inkml:trace contextRef="#ctx0" brushRef="#br0" timeOffset="-210423.73">9931 9630 7533,'-18'0'-1709,"-7"16"1709,-1 12 0,1 9 0,5 1 0,1 4 0,1 4-322,3-7 1,0 3 0,1 1 0,3-1 298,1 0 1,2 0-1,2-1 1,4-2-8,7 3 0,4-1 0,3-7-517,5-2 1,5-9 0,4-9 0,1-6 0,16-8 0</inkml:trace>
  <inkml:trace contextRef="#ctx0" brushRef="#br0" timeOffset="-210173.73">10089 9704 6633,'-19'-6'-809,"-5"22"809,18 11 0,3 7 0,-7-3 0,-2 3 0,0 2-246,2 8 0,2 1 0,-3-1 246,-3-5 0,-2 0 0,3-3 0,2 4 0,2-6 0,-7-5 0,16-36 0,0-12 0</inkml:trace>
  <inkml:trace contextRef="#ctx0" brushRef="#br0" timeOffset="-210023.73">10019 9890 7533,'0'-19'-1709,"8"1"1709,-6 33 0,5 7 0,1 6 0,-2 15 0,-2 3 0,5 3 0,0-1 0,-3-12 0,-2-3 0,-4 1 0,-10-29 0</inkml:trace>
  <inkml:trace contextRef="#ctx0" brushRef="#br0" timeOffset="-209891.73">10001 10114 7533,'-17'-6'-1709,"7"-1"1709,10 0 0,33-4 0,-9 4 0,17-5 0</inkml:trace>
  <inkml:trace contextRef="#ctx0" brushRef="#br0" timeOffset="-209690.73">10301 9532 7533,'0'-14'-1709,"8"19"2383,2 23 1,-2 14-615,-3-2 0,-1 5 0,-2 2-823,0-4 0,0 1 0,-3 2 0,-2 0 673,-2-6 0,-3 1 0,-1-1 0,-1 0 0,-1-3-32,-1 1 0,-2-2 1,-1-2-1,-1-1 0,-6 6 1,-2-3-1,0-4 1,-7-2-1,1 1 0</inkml:trace>
  <inkml:trace contextRef="#ctx0" brushRef="#br0" timeOffset="-209156.73">9243 10609 5824,'43'-3'60,"0"-1"0,0-1 0,4-1 52,-8 1 0,3-1 1,2-1-1,0 2-542,-3 0 1,1 1 0,0 1 0,1-2 429,-3 1 0,2-2 0,-1 1 0,1 0 0,-3 2-203,3 1 1,-1 1-1,-2 0 1,-2-1 465,16-3 0,-8-1-263,-2-2 0,-61-4 0,-13 17 0,5 2 0,1 0 0</inkml:trace>
  <inkml:trace contextRef="#ctx0" brushRef="#br0" timeOffset="-208773.73">9684 10746 7533,'-18'9'-855,"8"14"1,2 8 854,1 12 0,5 5 0,3-12 0,4 2 0,4-4 0,10 11 0,7-14 0,6-28 0,1-15 0,-2-17 0,-7-10 0,-10 5 0,-4-4 0,-9 1 0,-15-11 0,-13 8 0,0 19 0,-4 11 0,-2 11 0,1 7 0,5 4 0,5 4 0,4 12 0</inkml:trace>
  <inkml:trace contextRef="#ctx0" brushRef="#br0" timeOffset="-207713.73">10478 9358 6183,'-4'-12'-359,"0"5"359,29 1 0,1 1 0,-1 4 0,1 0 0,7-4 0,-4 1 0,-1 2 0,-1 1 0,-2-5 0,1 1 0,5 4 0,3-5 0,-11 6 0,-19 0 0,12 0 0,-16 0 0,0 0 0,0 6 0,0 6 0,-8 2 0,-2 26-3277,0-22 3162,3 22 115,7-10 45,0 9 0,0 4 45,0-13 0,0 1-431,0 14 0,0 3 431,0 0 0,0 3-45,-2-12 0,-1 4 0,1 2 0,1 0 27,1-5 0,2 0 0,-1 1 0,1 0 0,-1 1 251,-2 2 1,0 1 0,0 0 0,-1-2 0,1-2 395,-1 8 1,0-3 0,-2-5-459,-3-1 0,-6-8 9,-7-15 0,-3-6 2333,-14-4-2738,12-3 1,-1-2 134,-5-2 0,1 0 0,-11 5 0,-8 2 0</inkml:trace>
  <inkml:trace contextRef="#ctx0" brushRef="#br0" timeOffset="-207189.73">11165 10014 7533,'-19'0'-1709,"42"-16"1709,0 8 0,3 0-1060,17-6 1,3-2 1059,-2 3 0,0 1 0,-4 0 0,0 0 0,0 1 0,-2 2 109,-5 2 1,-3 2-110,7-1 0,-5 1 0,-22-2 0</inkml:trace>
  <inkml:trace contextRef="#ctx0" brushRef="#br0" timeOffset="-207011.73">11501 9618 7533,'-10'9'-855,"-3"20"1,2 12 854,7-7 0,2 4 0,0 1 0,-2 0-534,-1 0 0,-2-1 1,0 1-1,1 1 534,2 4 0,1 2 0,1 0 0,1-3-332,2 6 1,2-2 0,1-4 0,1 3 0,2-2-1,1-11 1,1 0 0,-1 0 0</inkml:trace>
  <inkml:trace contextRef="#ctx0" brushRef="#br0" timeOffset="-206479.73">12365 9568 7533,'-28'22'-855,"14"9"1,3 10 854,3 1 0,1 5 0,4 1-251,4-9 1,1 1-1,2 0 1,3-2 250,3 10 0,4-2 0,7-13-20,22-16 1,4-20 19,-13-20 0,-3-14 0,-4-5 0,-8 3 0,-3-5 0,-4-1 0,-4-1 40,-4 1 1,-3-1 0,-6 1 0,-5 4-131,-10-3 0,-8 5 0,-4 9 0,-10 8 0,-2 16 90,-2 24 0,6 14 0,19-5 0,6 3 0,8 4 0,-1 1 0</inkml:trace>
  <inkml:trace contextRef="#ctx0" brushRef="#br0" timeOffset="-205938.73">13070 9605 5824,'-19'3'0,"-5"18"0,12 8 0,2 10 0,-1-1 0,-1-8 0,-2 0 0,1 2-997,-4 11 1,-1 3 0,0-3 996,1-10 0,-1-3 0,2-1 0,1 8 0,1-4 442,-3-3 0,0-4-442,0-2 0,7-13 0,-6-16 0,6-2 0</inkml:trace>
  <inkml:trace contextRef="#ctx0" brushRef="#br0" timeOffset="-205778.73">12788 9804 7533,'8'-27'-1709,"18"20"1709,-1 27 0,2 13 0,-5-5 0,-1 5 0,1 2-820,0-2 1,0 3 0,1 0 0,-4-2 744,-1 1 0,-3-2 1,1-2-1,10 13 1,-3-8-1,-5-11 1</inkml:trace>
  <inkml:trace contextRef="#ctx0" brushRef="#br0" timeOffset="-205596.73">13229 9507 7533,'-19'-33'-1709,"3"9"1709,32 13 0,19 10 0,-9-5 0,3 1-474,5 4 0,2 0 474,0-2 0,-1 1 0,-7 4 0,-1 1 0,-2 1 0,1-1 0</inkml:trace>
  <inkml:trace contextRef="#ctx0" brushRef="#br0" timeOffset="-205407.73">13353 9555 7533,'-18'6'-1619,"-7"23"1529,5 16-1164,2-7 1,3 4 1343,9-8 0,3 1 0,0 1-307,-5 5 1,-1 1 0,2 0 366,5 2 0,2 1 0,0-2-330,-1 0 0,1-1 0,1-2 64,5 9 1,6-5-20,10-10 0,7-6 135,5-6 0,4-8-108,11-10 0,0-7 0,-7 1 0,-1-4 1,-3-6-1,0-1 0</inkml:trace>
  <inkml:trace contextRef="#ctx0" brushRef="#br0" timeOffset="-204711.73">15487 9346 7533,'-27'-20'-1709,"17"8"1709,28 6 0,13 1 0,12-4 0,6 0 0,-8 2 0,3 0 0,-2 0 0,-6 0 0,-2-1 0,-4 9 0,5 20 0,-11 9 0,-16 0 0,-8 5-313,-3 3 1,-4 5 0,-1 3 312,2-4 0,-2 2 0,1 2 0,1 1 111,1-6 0,1 2 0,1 1 1,-1 0-1,0 1-129,0 2 0,-1 1 0,0 1 0,0-2 0,1-1 288,0 1 0,2-1 0,-2-3 0,-4-4-240,-5-4 0,-4-4 0,-4-9-1020,-13-14 1,-5-11 603,-2-2 0,0-5 1,1-4-1,2-2 0,7 3 1,1 1-1</inkml:trace>
  <inkml:trace contextRef="#ctx0" brushRef="#br0" timeOffset="-204379.73">16369 9642 7533,'-37'-13'-1619,"3"2"1529,25 5 90,9 5 180,17-11-360,26 6 180,-20-3 0,1 0-321,10 4 0,1 2 321,-7-6 0,-1 1 0,0 7 0,-1 1 0,17-6 0</inkml:trace>
  <inkml:trace contextRef="#ctx0" brushRef="#br0" timeOffset="-204229.73">16351 9828 7533,'-39'0'-1439,"8"11"1618,31-3 1440,15 10-269,13-11-2070,0-3 1,5-2 611,6-4 1,2-2 0,-4-1 0,0-2 0,2-3 0,-1 0 0</inkml:trace>
  <inkml:trace contextRef="#ctx0" brushRef="#br0" timeOffset="-192595.73">16916 9420 7533,'-10'-7'-1619,"2"-4"1799,8-1 899,0-2 990,16-4-720,-5 6-450,23-1-809,-15 1 90,7-1-360,-8-5-1079,15-12 719,-12 3 720,5 2 810,-18 25 269,-8 30-449,0 4-496,-3-7 1,-2 0-48,-5 17 48,2-14 0,-2 1-265,2 0 1,-1 1 264,-1 4 0,2 2-166,4-3 1,1 1 0,0 0-848,-1 11 1,1 0-338,2 1 1,2-2-605,-1-17 1,0-5-1639,0-6 3133,0-12 1,-8-12 0,-2 0 0</inkml:trace>
  <inkml:trace contextRef="#ctx0" brushRef="#br0" timeOffset="-192363.73">16933 9952 7533,'-19'7'-1709,"-13"-1"2428,28-6 1,-11 5 1798,23-3-719,1 8 360,17-8-630,1 3-179,9-5-1081,-1 0 1,0 0-1439,0 0 269,1-5-2158,-1 3 180,-8-8 809,-1 8 2069,-8-3 0,-9 5 0,-1 0 0</inkml:trace>
  <inkml:trace contextRef="#ctx0" brushRef="#br0" timeOffset="-190690.73">1535 11787 7533,'-18'0'-1709,"0"0"1709,-7 11 0,7 11 0,1 8 0,1 3 0,1 4 0,0 4-406,3 1 0,0 3 1,1 3-1,1-1 819,3-6 1,0 1 0,1 1 0,1-1 0,3 0-10,2 5 1,2 1 0,3-2 0,4-4-133,4 4 1,4-4-1,8-13-362,21-17 0,6-21-450,-14-14 1,-1-13-1,-5-6 175,-10 3 0,-4-6 0,-4-2 1,-1-1 543,-3 6 1,-1-3 0,-2 0 0,-3 1 0,-3 1 202,-5-4 0,-4 1 1,-2 2-1,-3 3-742,-2-3 0,-3 2 1,-4 11-901,-13 13 1,0 12 1259,-5 12 0,21 16 0,7 3 0,12 7 0</inkml:trace>
  <inkml:trace contextRef="#ctx0" brushRef="#br0" timeOffset="-190522.73">1570 12233 7533,'-10'12'3276,"2"12"-2415,32 18-2500,-10 1 1,1 5 1632,-3-13 0,0 0 1,1 0-1,1-2 1,0-1-1,0-1 0,-1 7 1,1 0-1</inkml:trace>
  <inkml:trace contextRef="#ctx0" brushRef="#br0" timeOffset="-172311.73">1923 11539 6633,'0'-14'-809,"-16"47"809,12 11 0,-4 0 0,0 3 0,8-14 0,0-1 0,0-4 0,0-1 0,0 8 0</inkml:trace>
  <inkml:trace contextRef="#ctx0" brushRef="#br0" timeOffset="-172027.73">2381 11613 5914,'-17'27'-30,"-1"0"0,0 4 0,1 7 30,5-3 0,0 7 0,2 1 0,1-4-1093,0-3 1,2-3 0,1 4 1045,0 2 0,1 4 1,0 2-1,0-2 1,3-6 46,0 10 0,4-2 208,0-3 0,3 1 0,3-2-298,12 4 0,3-5 90,-8-14 0,4-4-377,17 4 1,0-6 0,-12-8 0,17 0-1</inkml:trace>
  <inkml:trace contextRef="#ctx0" brushRef="#br0" timeOffset="-171790.73">2999 11638 7533,'-27'11'119,"1"0"1,2 6 0,3 4-30,2 6 0,2 5 0,2 0-1482,-1 11 1,2 1 1181,1-9 0,-1 2 1,0 0-91,2 3 0,0 1 0,1-2-213,-4 4 1,0-2 0,1 3-1,3-4 1,3-6 0</inkml:trace>
  <inkml:trace contextRef="#ctx0" brushRef="#br0" timeOffset="-171621.73">2893 11700 7533,'0'28'-570,"0"0"0,-1 6 1,2-2 569,7 15-1206,0-6 0,1-1 1206,3 5 0,4 1 0,-1 0 139,-3-2-139,-4-13 0,2-3 0,5-3 0,-5-7 0</inkml:trace>
  <inkml:trace contextRef="#ctx0" brushRef="#br0" timeOffset="-171496.73">2840 12134 7533,'-20'-13'-1709,"20"1"1709,20 5 0,8 3 0,3 3 0,2 1 0,-4 2 0,-1 1 0,-1 4 0</inkml:trace>
  <inkml:trace contextRef="#ctx0" brushRef="#br0" timeOffset="-171327.73">3316 12282 6633,'-10'7'-180,"-5"15"270,5-12 360,0 24-360,2-13-675,4 5 1,0 0 494,2-1 90,-13 21 0,5-27 0,-8 6 0</inkml:trace>
  <inkml:trace contextRef="#ctx0" brushRef="#br0" timeOffset="-170929.73">3792 11873 7533,'-23'-9'-300,"-1"-1"0,-5 4 0,1 5 930,7 8-91,-4 13 1,1 7-360,8-5 0,3 4 135,-3 18 0,4 2-495,2-13 0,4 0-495,11-1 1,6-3-496,17 7 541,17-29 629,0-25 0,-22-4 0,-3-5 0,-1-8 0,-3 0 0,-6 5 0,0 0 0,3 2 0,-3 4 809,-8 10 91,6 14 809,-8 41-1080,0-7 1,0 3-315,-1 4 0,2 2-1890,5 6 1,4-2 278,-2-10 0,3-4 1296,2-6 0,2-3 0,18 11 0,-6-22 0</inkml:trace>
  <inkml:trace contextRef="#ctx0" brushRef="#br0" timeOffset="-170460.73">4092 12171 7533,'-17'-6'-1619,"7"5"1529,10-5 90,17 6 0,3 0 0,6 0 0,-17 0 0,-1 11 0,-8-8 0,-16 25 0,5-24 0,-7 23 0,10-24 0,8 14 0,8-11 0,2 7 0,8-6 0,-9 4 0,-1 7 0,-31 2 0,1 16 0,-5-15 0,-5-3 0,13-12 0</inkml:trace>
  <inkml:trace contextRef="#ctx0" brushRef="#br0" timeOffset="-170196.73">4304 11638 6633,'43'20'1574,"-15"11"0,-3 11-1170,-12-9 1,-3 4 0,-1 3 0,-2 0-896,1 6 1,-2 2-1,-2 1 1,-4 0-104,-3-8 0,-1 1 1,-3 0-1,-2-1 0,-4-2 395,-3-1 1,-4 0-1,-3-2 1,0-1-1,2-3 1,-6 8-1,1-3 1,-4-4-1,-6-4 1,0 0-1,1 0 1</inkml:trace>
  <inkml:trace contextRef="#ctx0" brushRef="#br0" timeOffset="-169708.73">5045 11935 7533,'-20'0'-180,"4"0"270,48 0-720,-3 0 0,5 0 630,7 0 0,2 0 0,-6 2 0,-2 2 0,14 3 0</inkml:trace>
  <inkml:trace contextRef="#ctx0" brushRef="#br0" timeOffset="-169573.73">5027 12208 7533,'-18'0'719,"9"0"-179,48 0-1305,4-5 1,4-1 764,-2 5 0,0-1 0,-8-3 0,0-1 0,-3 1 0,-8 1 0,1 1 0</inkml:trace>
  <inkml:trace contextRef="#ctx0" brushRef="#br0" timeOffset="-167694.73">16792 4809 0,'-25'3'0,"-1"-1"0,0 8 0,-3 4 0,-8 9 0,-5 7 0,4 0 0,9-6 0,2 0 0,0 6 0,5 2 0,0 6 0,0 1 0,2 0 0,5-6 0,-3 7 0,8 0 0,4 2 0,4 5 0,12-6 0,17-9 0,11-7 0,3-3 0,1-4 0,2-3 0,3-1 0,-4 1 0,2 1 0,1-2 0,1-8 0,-7-8 0,3-6 0,-1-3 0,-1-1 0,-4-1 0,8-3 0,-5-3 0,1-2 0,-6 0 0,2-2 0,-3-2 0,-5-4 0,-8-4 0,-5-4 0,-3-1 0,0 4 0,7-8 0,-5 0 0,-8-2 0,-6-4 0,-9 2 591,-14 5 1,-9 2-1,2 5-456,5 3 0,-3 3-79,-8 3 0,-10-1 0,-1 4 0,3 12-776,4 18 1,1 10-1,0 0 692,2-5 1,-2-1 0,1 2 0,3 3 27,-7 9 0,3 5 0,5 0 0,8-5 0,2 1 0,2-1 0,-5 8 0,-1 0 0</inkml:trace>
  <inkml:trace contextRef="#ctx0" brushRef="#br0" timeOffset="-166775.73">5927 11836 7533,'-28'0'-1709,"3"0"1709,15 0 0,-14 33 0,17 7 0,3 6 0,-1-12 0,0 3 0,5-1 0,4 3 0,4-1 0,5-8 0,13-6 0,3-16 0,1-31 0,-3-16 0,-9 5 0,-3-4 0,-5-1 0,-4-4 0,-6-1 0,-6 4 0,-12-5 0,-7 14 0,-8 31 0,-8 26 0,37 4 0,0 0 0</inkml:trace>
  <inkml:trace contextRef="#ctx0" brushRef="#br0" timeOffset="-166624.73">6279 12084 7533,'-35'18'-810,"8"12"1,17 14 809,16-18 0,6-1 0,17 14 0,-7-25 0,-1 1 0</inkml:trace>
  <inkml:trace contextRef="#ctx0" brushRef="#br0" timeOffset="-166389.73">6615 11700 6183,'-26'0'-359,"14"5"359,-19 8 0,19 34 0,-5-16 0,10 12 0,6 0 0,9-11 0,6 13 0,5 2 0,-4-22 0,1-1 0,9 14 0,-7 3 0,-21-4 0,-7-1 0,4-6 0,-4-1 0,-14 5 0,-3-2 0,9-11 0,1-3 0,-19 6 0,1-12 0</inkml:trace>
  <inkml:trace contextRef="#ctx0" brushRef="#br0" timeOffset="-166278.73">6509 11997 7533,'21'-22'-570,"1"0"0,0 2 1,1 3 125,22-2 444,-2 8 0,-8 11 0,1 0 0</inkml:trace>
  <inkml:trace contextRef="#ctx0" brushRef="#br0" timeOffset="-162658.73">7179 11762 7533,'0'-14'-1709,"8"3"1709,-6 33 0,0 8 0,-4 6 0,-12 5 0,-5 5-215,6-11 1,0 5 0,-1-1 0,-1-3 214,-6-2 0,-2-3 0,2 0 0,4 1 0,3-1 0,0-4 0,-10 7 0</inkml:trace>
  <inkml:trace contextRef="#ctx0" brushRef="#br0" timeOffset="-162522.73">7108 11848 7533,'-17'33'-855,"9"-3"1,6 4 854,6 0 0,6 3 0,0-1-469,-1-2 1,1-1 0,2-2 0,10 8 0,1-5 0,10 1 0</inkml:trace>
  <inkml:trace contextRef="#ctx0" brushRef="#br0" timeOffset="-162324.73">7355 11526 7533,'-19'-12'90,"19"0"584,23-1 1,13 2-1275,-5 2 0,3 1 1,1-1 285,2-3 1,0-1 0,0 1 0,13-2 0,-4 2 0,-16 0 0,-1 0 0</inkml:trace>
  <inkml:trace contextRef="#ctx0" brushRef="#br0" timeOffset="-162122.73">7514 11514 7533,'-14'39'419,"-1"0"1,1 0 0,3-1 0,2 2-1,0 2 1,1 2-420,1 1 0,0 3 0,1 1 0,2 0 0,0-2-374,2-4 1,0 0-1,1-1 1,2-1-1,3-2-189,4 6 1,2 1 0,4-5 0,5-9 52,10-9 1,6-7-1,-1-5 510,6-1 0,1-8 0,6-12 0,-4-4 0,-8 2 0</inkml:trace>
  <inkml:trace contextRef="#ctx0" brushRef="#br0" timeOffset="-161673.73">7885 11836 7533,'-10'0'-1709,"-6"11"1709,9 12 0,4 6 404,0 10 1,4 1-45,12 7 0,8-3-540,1-12 0,5-13 180,9-28 0,-2-18 270,-11-14 0,-9-10-201,-7 8 1,-4-3 0,-5 3-10,-4 6 0,-3 2 0,-3 5-960,-5-5 1,-3 15 899,-16 43 0,27 4 0,10 2 0,0 0 0</inkml:trace>
  <inkml:trace contextRef="#ctx0" brushRef="#br0" timeOffset="-161257.73">8396 11935 7533,'-19'-19'-270,"19"-4"1619,43 9-1934,-12 7 1,2 2 584,8 1 0,-1 2 0,-12 4 0,-1 2 0,14 2 0</inkml:trace>
  <inkml:trace contextRef="#ctx0" brushRef="#br0" timeOffset="-161089.73">8643 11650 6633,'-27'37'1638,"9"1"0,2 6-601,8-7 0,2 3 0,1 3-1857,0-4 1,0 3 0,1 0 0,0 0 603,0-3 1,-1 0 0,1 0 0,1-3 0,2 1 0,1-2 0,-1-3 0,-2-3 0,-1 0 0</inkml:trace>
  <inkml:trace contextRef="#ctx0" brushRef="#br0" timeOffset="-158361.73">9031 11700 6633,'-10'18'-809,"2"6"809,11 4 0,2 4 0,0 2 0,0 3 0,-1-3 0,-1 2 0,0-1 0,-2 13 0,-2-1 0,-3-4 0,-2-5 0,-4 7 0,2-18 0,8-20 0</inkml:trace>
  <inkml:trace contextRef="#ctx0" brushRef="#br0" timeOffset="-158027.73">9525 11737 5824,'-27'32'0,"9"-6"0,2 0 180,4 4-135,-6 4 0,-3 1-45,0 7-650,3-15 0,0 1 560,-7 9 90,8-16 0,1-1 359,2 2-359,-17 7-3017,21-22 3017,0-2 0,2-16 0,8-2 0</inkml:trace>
  <inkml:trace contextRef="#ctx0" brushRef="#br0" timeOffset="-157861.73">9366 11762 5824,'18'42'1638,"-6"-18"0,1 2-1118,1 20 1,0 3-2160,-1-10 1,1-1 884,-2-4 0,0 2 0,-2-4 754,-5-2 0,1-3 0,26 10 0,-13-14 0</inkml:trace>
  <inkml:trace contextRef="#ctx0" brushRef="#br0" timeOffset="-156277.73">9843 11687 6183,'-20'0'-359,"4"6"359,24 39 0,-3-4 0,0 6 0,1-1 0,0 3 0,0 1 80,-3-12 1,-1 1 0,0 0-1,0-2 280,0 7 0,0-1 0,2-5 250,3 2 0,2-18-880,10-56-330,-5 6 1,1-5-1,0-4 352,-3-1 1,-1-3 0,0-2 0,0 3 126,2-6 1,-1 3-1,0 1 1,-2 4-1,-2 1 1,-1 4 0,-3 6-1,0 1 1</inkml:trace>
  <inkml:trace contextRef="#ctx0" brushRef="#br0" timeOffset="-156010.73">10142 11501 7533,'-17'18'-1709,"7"18"1709,2-7 0,8 18 0,8-21 0,10-7 0,1-8 0,22-27 0,-27 1 0,7-10 0,-3-3 0,-14-2 0,5 1 0,-2 0 0,-15 2 0,-17-9 0,3 22 0,-19 3 0,21 33 0,10 6 0,12 5 0,16-4 0</inkml:trace>
  <inkml:trace contextRef="#ctx0" brushRef="#br0" timeOffset="-155744.73">10495 11427 7533,'-25'-12'-720,"-3"21"1889,6 18 1,1 6-811,6-8 1,1 3-1019,-1 15 0,0 7 1,4-5 793,4-12 0,2 1-105,-1 13 0,0 5 0,2-6 59,3-15 1,2-1-578,0 9 1,1 4 0,3-5-233,13 7 583,-10-11 1,3-3-313,15-12-1980,-1-8 2429,-5-17 0,5-1 0,-7-16 0,0-3 0</inkml:trace>
  <inkml:trace contextRef="#ctx0" brushRef="#br0" timeOffset="-155544.73">10672 11601 6183,'-8'-3'2429,"-10"44"-1485,5 1 1,-1 6-1755,0-6 1,-1 3-1,0 0 73,3-2 1,0 0 0,-1-2 511,-5 7 0,1-8 258,-1-10 1,18-39 0,10-29 0</inkml:trace>
  <inkml:trace contextRef="#ctx0" brushRef="#br0" timeOffset="-155379.73">10601 11737 7533,'27'8'-360,"-16"13"0,-4 8-90,-2 16 1,-2 6 419,0-13 0,0 1 0,-1-2 30,-1 7 0,0-5 0,0-10 0,-2-6 0,-9-5 0</inkml:trace>
  <inkml:trace contextRef="#ctx0" brushRef="#br0" timeOffset="-155261.73">10601 12097 0,'-8'-24'0,"6"9"163,-6-20-163,16 15 1409,10-5-1409,1 12 860,15 3-860,-15 8 0,7-9 0,-9 4 0</inkml:trace>
  <inkml:trace contextRef="#ctx0" brushRef="#br0" timeOffset="-154711.73">10848 11464 5824,'3'38'143,"-1"0"1,1 0 0,0 4 0,0 0 0,1 1-324,-1-5 0,0 1 0,0 1 1,-3-1-60,-1-1 1,-3 0-1,-1-1 1,0 0 238,-3 11 0,-2-2 0,-2-4-547,-6 0 1,-1-5 0,2-3 0,1-6 0,-2-9 0</inkml:trace>
  <inkml:trace contextRef="#ctx0" brushRef="#br0" timeOffset="-154111.73">10901 11204 7533,'0'-18'-1709,"-8"4"1709,14 2 90,19 6-90,1 1 0,3-1-45,11 2 0,1 0 45,-8-3 0,-2 2 0,-3 4 0,-5 7 809,-5 30-809,-10-11 540,-7 6 0,-2 5-361,-3 0 1,0 3-150,3 2 0,0 5 0,1 3-403,-1-9 1,-1 2 0,0 1-1,0 2 1,1 0 372,1-4 0,-1 1 0,2 0 0,-1 1 0,0 0 0,0-1 314,0 1 1,1 0 0,-1 0 0,0-1 0,0 0 0,-1-1-93,-1 2 0,0-1 1,-1 0-1,-1-2 1,-1-4 166,-1 8 1,-2-4 0,-5-6-1380,-15-3 1,-5-9 989,5-8 0,-1-6 0,-1-4 0,0-1 0,-14 10 0</inkml:trace>
  <inkml:trace contextRef="#ctx0" brushRef="#br0" timeOffset="-152539.73">9825 12381 7533,'-28'13'-1709,"11"-6"1709,40 4 0,9-4 0,0-4 0,4 1 0,4-1 0,-1-1-342,-10-2 1,0 0 341,6 0 0,-3 0 0,3 0-1583,-5 0 0,-1 0 1583,-3 0 0,2 0 0,-1 0 630,-16 0-360,15 6 0,-9-5 1259,1 5 7,15-6-1267,-11 0 1,6 0 0,1 0-270,2 0 180,12-6-2538,-9 5 2448,-7-10-984,-2 4 1,1 1 533,5-8 161,-2 1 1,-1-3-162,9-15 180,-10 12 0,-1-1-719,12-11 373,-13 7 284,-17 17 420,-8 18 0,-16 10 0,-3 16 0</inkml:trace>
  <inkml:trace contextRef="#ctx0" brushRef="#br0" timeOffset="-152056.73">10248 12691 7533,'-27'0'-1709,"-7"28"1709,15-16 0,7 21 0,6 7 0,7-6 0,6-2 0,11 4 0,7-4 0,6-9 0,3-10 0,4-20 0,-4-12 0,-8-16 0,-7-5 0,-3 12 0,-8 0 0,-21-18 0,-13 6 135,3 26 0,-3 4-46,-10-10 1,-1 5-746,10 13 1,1 4-1,-7 10 1,15 8 0</inkml:trace>
  <inkml:trace contextRef="#ctx0" brushRef="#br0" timeOffset="-151277.73">11730 11836 7533,'-28'0'-900,"11"0"181,9 0 629,8-5 90,8 3 809,17-3 1,7-1-541,-7 5 1,3 1-765,17-3 1,4 0 134,-15 3 0,2 0 1,-4 0-1280,-5 0 1,0 0 1570,16 0 0,-5 0 68,-19 0 0,7 0 0,-16 0 0,-3 0 0</inkml:trace>
  <inkml:trace contextRef="#ctx0" brushRef="#br0" timeOffset="-151121.73">12047 11539 7533,'-19'-7'-1619,"-5"7"1529,14 23 539,-7 21-1262,8-8 0,0 3 903,-4 7 0,1 1-339,5-14 0,0 1 1,1 0 98,0 1 0,0 0 0,0 0-30,1 15 0,3-1 40,1-4 0,2-2 140,-3-10 0,4-3 0,13 17 0,5-22 0</inkml:trace>
  <inkml:trace contextRef="#ctx0" brushRef="#br0" timeOffset="-150355.73">12629 11477 7533,'-17'11'-900,"-1"8"181,1 18 674,11-10 0,2 1-920,-5 6 1,2 1 1099,5 8 0,2 1 44,-4 3 1,0 0 0,3-3 0,2 0-180,1-3 0,4-2 393,5-15 1,4-3-394,14 8-135,0-32 0,1-11-192,-6-5 1,-1-6 206,-5-1 0,0-3 0,-1-3-435,-1 0 1,-2-2-1,-1-1 555,-2-1 0,-2-1 0,-2-2 0,-1-10 0,-2-4 0,-4 6 0,-3 5 0,-4 1 0,1 5 0,-2-2 0,-5 9 347,-11 15 0,-3 9-347,-20 11 0,19 9 0,3 7-54,5 6 0,5 2 0,4-1 0,4 0 0,3-2 0,0-1 0</inkml:trace>
  <inkml:trace contextRef="#ctx0" brushRef="#br0" timeOffset="-149222.73">12965 11948 7533,'-18'12'-1619,"8"6"1619,2-4 269,8 9-269,8 2-359,2-4 359,8 2 0,7-11 0,-13-5 0,11-7 0,-13-6 0</inkml:trace>
  <inkml:trace contextRef="#ctx0" brushRef="#br0" timeOffset="-148944.73">13212 11390 7533,'-10'-20'-1709,"-29"30"-1568,23 1 1793,-17 25 2023,17 11 54,14-19 1,2 2-504,-5 4 0,2 2 45,6 4 0,2-1-38,-1-10 1,2-1-233,5 1 0,3-2-270,0-5 1,0-2-229,13 17 543,-1-5 3086,-17-2-2996,-1 0 0,-16 2 0,-9 5 0,0-12 0,-2-1 0,-10 5 721,4 5-721,9-27 117,6-2 1,0-16-1,2-2 1</inkml:trace>
  <inkml:trace contextRef="#ctx0" brushRef="#br0" timeOffset="-148813.73">13141 11687 6183,'10'-14'-359,"-2"3"1078,-8 6 91,7 4-1440,11-5 1,17 1 629,10 3 0,1-9 0,-3 4 0</inkml:trace>
  <inkml:trace contextRef="#ctx0" brushRef="#br0" timeOffset="-148570.73">13653 11551 7533,'-10'-12'-1709,"2"5"1709,16 1 0,-6 6 629,6 6 1170,-16 39-899,-10-6-1684,5 1 0,-1 2 559,0-12 0,0-2-675,1 6 1,1 0 584,3-5 0,0-2 270,-4-1 0,1-2 45,0 13 0,-12-12 0,14-8 0</inkml:trace>
  <inkml:trace contextRef="#ctx0" brushRef="#br0" timeOffset="-148406.73">13529 11613 7533,'-27'5'-540,"9"41"1079,24-12 1,4 3-585,-9 1 0,4-1-993,13 2 0,3-2 723,-11-10 1,-1-1 134,4-2 0,2-1 180,1 8 0,1-1 0,11 3 0,7-4 0</inkml:trace>
  <inkml:trace contextRef="#ctx0" brushRef="#br0" timeOffset="-148188.73">13758 11204 7533,'-19'-14'-1619,"3"3"4407,47 6-2878,9 3-540,-6 0 1,2-1-84,0 3 0,-1 0 488,-4 0 1,0 0-394,1 1 1,-3-2-1,8-5 1,-3-1-1</inkml:trace>
  <inkml:trace contextRef="#ctx0" brushRef="#br0" timeOffset="-147927.73">13899 11229 7533,'-27'37'-720,"14"-15"1,1 4 1288,0 7 1,0 5 0,2 3-752,4-2 0,1 3 0,0 2 0,0 2 344,-2-3 0,-1 3 0,1 0 0,0 1 0,2-1 89,3-1 1,0 0 0,2 0 0,1-1 0,0-3 246,1 3 0,1-2 0,1-2 0,5-5 11,6 0 1,3-4 0,2-6-1005,3-3 1,3-8 203,15-5 1,0-7-2987,8-2 3194,-18 0 1,-1 0 0,13 6 0,-8 1 0</inkml:trace>
  <inkml:trace contextRef="#ctx0" brushRef="#br0" timeOffset="-144996.73">19703 6346 7533,'0'-19'-1709,"0"1"1709,7 5 0,19 1 899,5 6 1,7 0-541,0-2 1,5 0 0,-1 0-974,-7 3 0,0 1 0,3-2 681,5-2 1,4-1-1,0 0 1,-4 1-8,-3 1 0,-3 0 0,2 0-285,-1 0 0,3-1 0,-1 0 0,-2 1-114,0-2 1,-2 1 0,-3 0 68,1 1 0,-5 0-179,2-4 179,-31 6 540,-39 9-315,13 1 0,-5 2-99,-4 3 1,-8 1 0,-2 3 0,0-1 345,0 2 1,-1 2-1,-1-1 1,-1 1 31,7-4 0,-1 1 0,-2 0 0,0 0 1,1 0-1,2-1 89,-3 0 1,1 1 0,2-2 0,0 1 0,2-2 185,-15 3 1,3-1 0,13-3 788,11 1-1178,50-17 0,28-8 0,4 0-264,-17 4 0,2 1 0,1 0 0,2-1 1,1 0-230,-2 0 0,2 0 0,1-1 0,-1 0 1,-1 0-1,-3 1-32,8-2 0,-2 1 0,-3 0 1,-7 1 421,4-2 1,-19 6 102,-38 13 0,-21 6 0,-3 2-31,-1-2 1,-4 2 0,-3 0 0,1 1 256,7-3 0,-1 1 0,0 0 1,2 1-1,4 0-706,-12 7 0,6 1 0,22-1 0,32-3 1,13-1-1,14-4 1,8-3 0,1-5-1,0 0 1,-1-1-1</inkml:trace>
  <inkml:trace contextRef="#ctx0" brushRef="#br0" timeOffset="-143988.73">14323 11638 0,'-10'-18'0,"-14"-2"163,13 13-163,-6 23 0,0 13 0,6 5 0,3 6 16,2-5 0,1 4 0,0 1 0,3-2-16,2 5 0,3-1 0,2-2 0,1-1 0,1-2 0,7-7 368,18-1 1,5-16-324,-4-28 0,1-12-45,-7 6 0,0-2 0,-3-6 112,-6-4 0,-3-5 1,-4-2-1,-2 1 308,-3-7 0,-5 0 0,-4 0-241,-4 0 1,-5 0 0,-6 6 618,-6 11 1,-5 5-1,-1 10-1743,-8 12 1,2 11 944,7 0 0,7 6 0,14 32 0,18-22 0</inkml:trace>
  <inkml:trace contextRef="#ctx0" brushRef="#br0" timeOffset="-143656.73">14852 11824 7623,'34'-12'1638,"1"0"0,14 2-2017,-12-3 0,0-1-520,10 6-406,-16-1 1,-1 0 1304,15 2 0,-10-4 0,-9 4 0</inkml:trace>
  <inkml:trace contextRef="#ctx0" brushRef="#br0" timeOffset="-143490.73">15169 11464 7533,'-20'17'1092,"-1"1"0,1 14 0,1 9-877,4-7 0,-2 4 1,1 3-1,3-1-1035,4-2 1,1 0 0,2 0 0,0 2 600,-1 4 0,0 3 1,1-3-1,2-3 1,4 9-1,0-5 0,0-10 1,0 0-1</inkml:trace>
  <inkml:trace contextRef="#ctx0" brushRef="#br0" timeOffset="-141846.73">15699 11613 7533,'-8'-19'-1709,"-2"-4"1709,-8-2 0,9-7 0,1 11 0,16 21 0,-7 15 135,0 18 0,-2 3 44,0 4-186,-5-6 0,-3 6 0,0 1 67,0-5 0,-1-1 0,2 2-360,0 6 0,1 1 0,0-1 270,-2-8 0,0-1 0,4-3 30,6 2 0,5-8 0,12-7 0,9-6 0</inkml:trace>
  <inkml:trace contextRef="#ctx0" brushRef="#br0" timeOffset="-141610.73">16104 11601 7533,'-17'-2'-270,"-1"31"540,0-4 89,6 13 1,-1 4-850,-1-17 0,0-1 669,1 16 1,-1-1-450,2-16 1,-1 0-406,-3 8 1,-2 1 89,0-8 0,-1-1 585,-10 16 0,5-11 0,16-34 0,-2 0 0</inkml:trace>
  <inkml:trace contextRef="#ctx0" brushRef="#br0" timeOffset="-141446.73">15893 11650 6183,'0'26'-180,"0"0"1,0-1 2607,0 5-1124,2 10 1,3 2-1737,4-15 0,0 1-468,0 12 1,2-1 449,1-16 1,1-1-226,0 5 1,0-2 674,6-3 0,15 13 0,-7-16 0</inkml:trace>
  <inkml:trace contextRef="#ctx0" brushRef="#br0" timeOffset="-133861.73">14252 6358 7533,'0'-31'-1709,"-8"-5"1709,6 15 0,-13 14 0,5 21 90,0 18 269,17-5 1,10 0-135,22-7 0,8-5-225,-3 5 0,2-4-371,-5-10 1,3-4 0,-2-4 160,-1-7 0,0-3 0,-3-2-286,7-2 0,-2-3 496,-10-1 0,0-3 0,-5-1 0,-3-6 0,-7-2 0,-6 0 0,-6-5-103,-3 0 1,-2-3-1,-5-1 1062,-5 0 1,-5-1-1,-4 1-554,1 5 0,-3-1 0,-3 1 0,-5 6-502,-9 4 0,-5 5 1,-2 5-1,0 2 232,4 4 0,0 3 0,0 3 0,-1 4-293,-4 6 0,-2 4 0,2 4 0,2 0 278,-1 5 0,4 3 0,1 1-30,2 0 0,1 2 0,3 1-270,4 0 0,2 1 0,2 0 254,-5 11 0,7 5-794,15 2 0,6 6 1,3-5 719,2-1 0,5 0 0,4-1 0,3 3 0,2-5 0,5-7 0,1-1 0</inkml:trace>
  <inkml:trace contextRef="#ctx0" brushRef="#br0" timeOffset="-132706.73">16369 11440 7533,'-10'-7'-1619,"-6"1"1529,14 56 90,2-19 0,-1 5 0,2 3-324,2 2 0,2 3 0,0 2 0,0 0 611,0-4 1,0 2 0,0-1 0,1 0 0,1-1 71,0 4 1,2-2 0,0-1 0,1-4 194,0 3 1,1-4-1,3-19-239,11-32 0,1-19-585,-10 3 0,-3-6 0,0-5 0,0 0-386,0 1 1,0-4-1,0 0 1,-1-1 0,0 3 514,0-4 0,-1 0 0,0 2 0,0 4 0,0-1 0,0 3 0,0 6 0,7-9 0</inkml:trace>
  <inkml:trace contextRef="#ctx0" brushRef="#br0" timeOffset="-131741.73">16898 11340 7533,'-18'6'-1709,"-15"23"1709,21-1 0,3 6 0,-7 4 0,6 2 0,13 1 0,10-6 0,24-9 0,-9-38 0,-1-13 0,-6-7 0,-5-4 0,-3-2 0,-10 1 0,-29-6 0,-3 65 0,1-1 0,21 5 0,-1 0 0</inkml:trace>
  <inkml:trace contextRef="#ctx0" brushRef="#br0" timeOffset="-131438.73">17074 11526 5824,'-17'26'0,"-1"-1"0,-1 14 0,3 5 329,5-1 1,2 4 0,1 1-691,1 0 0,0 1 1,4 0 120,3-4 0,3 0 0,2-5 105,3 1 0,3-6 135,17 5 0,-3-45 0,-7-9 0</inkml:trace>
  <inkml:trace contextRef="#ctx0" brushRef="#br0" timeOffset="-131260.73">17216 11638 7533,'-6'41'-162,"0"-1"0,0 1 0,0-1 0,0-1 0,0 2 0,-1 14 0,-2-3 0,0-22 1,-1-25-1</inkml:trace>
  <inkml:trace contextRef="#ctx0" brushRef="#br0" timeOffset="-130924.73">17233 11687 8612,'16'4'-2788,"3"10"2788,-7 18 0,-14-6 0,-6 2 0,-5-5 0,-3 1 0,-4 1 0,5-1 0,13 6 0,21-17 0,11 3 0,-5 3 0,-40 24 0,-15-3 0,5-19 0,-3-4 0,-9-5 0,4-13 0</inkml:trace>
  <inkml:trace contextRef="#ctx0" brushRef="#br0" timeOffset="-130691.73">17374 11377 6633,'26'-13'2429,"9"40"-1395,-22 9 1,-4 10-946,0-4 1,1 6 0,-6 1-687,-6-6 0,-4 3 0,-2 0 0,1-1-55,0-2 0,1-1 0,-1-1 0,-3-2 652,-6 9 0,-3-1 0,1-5 0,0 1 0,-1-6 0,2-14 0,1 0 0</inkml:trace>
  <inkml:trace contextRef="#ctx0" brushRef="#br0" timeOffset="-130096.73">17480 11080 7533,'-10'-14'-1709,"3"-2"1709,14 14 0,11-3 0,25 5 0,-16-1 0,1 2 0,0 4 0,-1 1 0,8 2 0,-19 21 90,-16-3-45,0 0 0,0 2-90,0 0 0,0 2 0,0 6 0,0 2 45,0 9 0,0 2-670,0-10 1,0 0 0,0 2 729,0 2 0,0 1 0,0 3 209,0-5 1,0 2 0,0 0 0,0 0 44,-2-1 1,0 0 0,0 0 0,0-1-45,1-3 0,2 0 0,-2-1 0,0 1 59,-2 12 1,-2 0 0,-3-5-177,-4-1 1,-1-6-334,5-5 1,-6-6-991,-15-9 1,-6-9 1169,3-5 0,-1-4 0,0-1 0,-1 0 0,1 0 0,0 0 0</inkml:trace>
  <inkml:trace contextRef="#ctx0" brushRef="#br0" timeOffset="-129621.73">16263 12332 5914,'-12'7'-90,"14"-2"494,25 0 1,13-4 854,0-1 1,4 1-1454,-5 2 0,2 1 0,3 0 374,-5-2 0,3-1 0,-1 1 0,-1 0-150,5 3 0,-1 2 0,1-1-264,-5-1 0,2-1 0,0 1 0,-4 0 234,-2 2 0,-4 0 0,0-1-45,17 2 0,-4-4-408,-16-6 0,-3-1-1616,17-6 450,-25-9 1529,-26 6 90,-12 5 0,-7 7 0,2 7 0</inkml:trace>
  <inkml:trace contextRef="#ctx0" brushRef="#br0" timeOffset="-129123.73">16616 12580 7533,'-18'5'-1709,"1"24"-1568,7 0 2085,1-6 0,2 2 1192,5 12 0,2 2 672,-1-2 1,2 1-628,9 9 0,6-1 0,-4-14 0,5-7-43,15-11 1,3-11-273,6-27 151,-9-11 0,-5-9 119,-19 12 0,-4-4 0,-5 1 60,-3-4 0,-4 0 0,-5 3-150,-12-10 0,-7 10 90,0 17 0,-1 8 0,6 9 0,3 7 0,-1 20 0</inkml:trace>
  <inkml:trace contextRef="#ctx0" brushRef="#br0" timeOffset="-128524.73">17868 11662 6183,'-10'-13'-359,"10"-4"359,2 10 359,30-5 271,-11 0-990,7 7 1,3 3 224,-3 1 0,-1 2 135,1 1 0,-1 3 0,16 7 0,-18 0 0</inkml:trace>
  <inkml:trace contextRef="#ctx0" brushRef="#br0" timeOffset="-128388.73">17956 11799 7533,'-22'12'45,"-1"1"0,4 1 1664,29-4-1709,27-15-855,8-1 1,2-1 854,-19 4 0,-1-2 0,15-3 0,-2 0 0,-5 1 0</inkml:trace>
  <inkml:trace contextRef="#ctx0" brushRef="#br0" timeOffset="-120909.73">18538 11377 7533,'-9'-6'-1709,"-7"0"2428,6 34 315,1 11 1,1 11-586,2-13 1,1 4 0,1 2 0,1 0-397,2 4 1,2 0 0,1 1 0,2-1 80,-1-3 1,1 1 0,3-4 0,6-9 135,23 5 0,7-23-390,-13-29 0,2-16 0,-2-3 30,2 0 0,-1-3 0,-4-5-228,-8 1 0,-4-4 0,-1-1 0,-1 5 378,-1 7 0,0 3 0,-3-2 240,-2-12 0,-3-3 0,-5 2 327,-4 9 0,-3 3 1,-3-1 31,-4-3 1,-3 0 0,-4 5-2299,-13 0 1,-4 11 892,6 13 1,3 10 745,-3 24 0,17 5 0,6 2 0</inkml:trace>
  <inkml:trace contextRef="#ctx0" brushRef="#br0" timeOffset="-110861.73">1623 13460 7533,'-35'0'-1709,"7"11"1709,10 8 0,18 24 0,11-4 0,4 6 0,-2-10 0,3 1 0,0 2-772,2 4 1,0 1 0,1-2 771,-4-9 0,1-3 0,-2 0 0,3 12 0,-1-8 1334,2-16-1064,-8-1 224,2-36 1,-1-11-225,1-3-663,-2-1 1,1-7-1,1-1-27,0 4 1,0 0-1,0 1 89,-3 5 0,1 1 0,0 0 0,3-5 0,1 1 0,0 7 0,14-3 1</inkml:trace>
  <inkml:trace contextRef="#ctx0" brushRef="#br0" timeOffset="-110643.73">2134 13212 7533,'-17'-19'-1709,"7"6"1709,2 46 0,7-7 0,2 2 0,-2 10 0,2 1 0,2-7 0,2-2 0,5 11 0</inkml:trace>
  <inkml:trace contextRef="#ctx0" brushRef="#br0" timeOffset="-110294.73">2505 13200 7533,'-28'0'-855,"3"4"1,1 3 854,9 1 0,-9 13 0,1 9 119,9-1 1,3 4 0,0 3-231,3-2 1,0 2 0,0 2 0,1 1-70,-2 3 0,-1 2 1,1-1-1,4-1 30,2 2 0,3-1 0,3-4 15,4 9 0,3-8 135,2-8 443,27-3-443,-25-21 0,27 3 0,-13-11 0</inkml:trace>
  <inkml:trace contextRef="#ctx0" brushRef="#br0" timeOffset="-110093.73">2734 13274 6633,'-25'28'495,"11"0"0,0 6-795,0-1 0,-1 3 0,1 2-340,-1 7 0,0 2 0,0-1 640,0-3 0,-1 0 0,2-3 0,-1 4 0,2-5 0,-2 1 0,15-42 0</inkml:trace>
  <inkml:trace contextRef="#ctx0" brushRef="#br0" timeOffset="-109926.73">2646 13497 7533,'0'-19'-1529,"8"12"2158,1 30-719,4 11 0,0 5-225,-3 6 1,0 3 314,-2-14 0,1 0 0,-1-2 0,-1 1 0,-4-4 0,-11 0 0,-12-24 0</inkml:trace>
  <inkml:trace contextRef="#ctx0" brushRef="#br0" timeOffset="-109806.73">2646 13819 7533,'-18'-7'-1709,"1"-4"1709,15-7 0,27-19 0,1 14 0,3 1 0,-5 2 0,1 1 0,-1 5 0,1-1 0</inkml:trace>
  <inkml:trace contextRef="#ctx0" brushRef="#br0" timeOffset="-109560.73">2963 13224 7533,'-2'-13'-1439,"20"13"2023,-3 20 1,-1 12-630,2 12 0,-4 7-1048,-5-4 1,-1 3 0,-3-2 850,-4-12 1,-1-1-1,-3 1 32,-3 8 0,-3 1 1,-4-3 209,-3-9 0,-4-2 0,0 0 0,0 0 0,0 0 0,-1 0 0,0 1 0,-1-2 0,2-2 0,1-4 0,-1 0 0</inkml:trace>
  <inkml:trace contextRef="#ctx0" brushRef="#br0" timeOffset="-109255.73">3263 13460 5824,'41'-13'1439,"6"6"-2249,0 2 810,-17 7 0,-3 1 0,-5 4 0,11 6 0</inkml:trace>
  <inkml:trace contextRef="#ctx0" brushRef="#br0" timeOffset="-109110.73">3281 13708 7533,'-35'19'-1709,"15"-7"1709,4-6 3276,32-6-2325,4 0-1761,18-3 1,6 0 809,-9 2 0,0 1 0,10-1 0,-1 2 0,-15 2 0,0 1 0</inkml:trace>
  <inkml:trace contextRef="#ctx0" brushRef="#br0" timeOffset="-107911.73">3881 13336 6183,'0'-19'-359,"0"6"359,0 8 0,0-1 0,0 5 0,0-5 0,0 6 0,7 17 0,3-2-3277,0 32 3162,6-18-1020,-15 2 1,0 1 1134,6-2-82,-6 2 1,-2 0 81,1-9 0,0 23 0,0-31 0,0 3 0,0-13 163,0-10-163,0-2 0,16-39 0,-12 20 0,12-3 0,-1 0 0,-11 8-163,20 4 163,-22 11 0,6 17 0,-8 3 0,0 22 0,0-20 0,8 17 0,-7-30 0,31 3 0,-26-13 0,16-7 0,3-1 0,-12-2 0,21-17 0,-17 25 0,-7-2 0,-2 11 98,-8 11-98,0 9 0,8 12 0,2-6 173,7-8 1,1-7-1,0-4 1</inkml:trace>
  <inkml:trace contextRef="#ctx0" brushRef="#br0" timeOffset="-107611.73">4498 13361 7533,'-26'12'-1619,"7"1"-1658,-14 10 803,21-8 2392,-5 7 1,2 1 81,11 1 0,-4 2 0,1 0 0,7-4 0,8 7 0,9-22 0,3-7 0,5-18 0,-7 3 0,0-14 0,-9 15 0,7 2 0,-14 6 668,6 12-668,-8 6 0,8 13 0,-6-10 1764,6 13-1764,-1-25 0,3 8 0,8-11 0,-1-6 0,1-6 0,0-7 0</inkml:trace>
  <inkml:trace contextRef="#ctx0" brushRef="#br0" timeOffset="-107439.73">4674 13323 5824,'28'20'0,"-11"-2"0,7 0 0,-12-5-1639,3 7 1,3 0-746,9-2 2302,-8 7 1,-2 1 81,2-4 163,13 14-163,-21-11 0,7-11 0,-2-9 0,-6-12 0</inkml:trace>
  <inkml:trace contextRef="#ctx0" brushRef="#br0" timeOffset="-107306.73">5009 13311 7533,'-7'-26'-1709,"-3"8"4137,-16 24-2608,-1 19-1459,1 3 1,1 4 566,9-6 1,1 3 1071,-6 6 0,-3 5 0,4-5 0,4-5 0,1-1 0,-2 1 0,0-1 0,0 0 0</inkml:trace>
  <inkml:trace contextRef="#ctx0" brushRef="#br0" timeOffset="-106710.73">4604 13856 7533,'-26'-13'-1709,"7"2"1709,-7 11 0,16 5 0,-13 13 0,3 25 0,-7-13 0,9 10 0,10-22 0,8-10 0,16 3 0,-4-11 0,13-5 0,1-13 0,1-14 0,1 5 0,-3-2 0,-15 22 0,-2-4 0,-8 15 0,0 8 0,0 15 539,0 4-629,0 5-269,0-16 269,8 4 90,9-12 0,11-5 0,-1-7 0,-1-7 0,-9-5 0</inkml:trace>
  <inkml:trace contextRef="#ctx0" brushRef="#br0" timeOffset="-105477.73">4974 13770 7533,'-17'-7'-1709,"-1"1"1709,0 12 0,1 6 0,-9 13 0,14 7 0,-4-11 0,1 0 0,11 18 0,-12 4 0,16-6 0,0-11 0,0 3 0,0-15 0,16 3 0,-4-10 0,13-1 0,1-12 0,-7-1 0,-1-10 0,-10-2 0</inkml:trace>
  <inkml:trace contextRef="#ctx0" brushRef="#br0" timeOffset="-105346.73">4886 13919 6633,'-20'12'-809,"5"-5"809,15-2 0,8-5 0,9 0 0,11 0 0,15 0 0,-14-5 0,4-2 0</inkml:trace>
  <inkml:trace contextRef="#ctx0" brushRef="#br0" timeOffset="-104761.73">5203 13708 6633,'-27'-7'-809,"2"1"809,15 12 0,-14 1 0,20 11 0,-11 1 0,7 6 0,6-6 0,-14 4 0,14-9 0,-6 9 0,8-3 0,0-1 0,0-1 0,0-6 0,0 7 0,0 0 0,0 6 0,0-6 0,0 4 0,0-4 0,0 6 0,0 0 0,8 0 0,-6 5 0,6-4 0,0-1 0,-6-7 0,6-6 0,-1 1 0,3-1 0</inkml:trace>
  <inkml:trace contextRef="#ctx0" brushRef="#br0" timeOffset="-104379.73">5309 13856 7533,'-8'-13'-1709,"7"2"1709,-15 11 0,6 5 0,-8 13 0,1 14 0,7 6 0,-6 5 0,14-6 0,-6-11 0,8-2 0,8-18 0,-6 0 0,22-23 0,-5-3 0,-5-3 0,0-2 0,-1 2 0,-1 0 0,-2-2 0,-2 1 0,2-13 0,-2 12 0,-8 12 0,0 13 0,-8 18 0,6 8 0,-6 12 0,8-1 0,0-6 0,8 0 0,-6-12 0,13-1 0,-5-11 0,8-1 0</inkml:trace>
  <inkml:trace contextRef="#ctx0" brushRef="#br0" timeOffset="-104238.73">5468 13993 5824,'-10'12'0,"2"-5"0,8 10 0,0-9 0,0 21 0,8-14 0,-6 8 0,6-10 0</inkml:trace>
  <inkml:trace contextRef="#ctx0" brushRef="#br0" timeOffset="-104038.73">5592 14092 5824,'-20'7'0,"4"4"0,16-4 0,0 11 0,0-5 0,-8 5 0,-1-5 0,-1-1 0,2-5 0,8-1 0</inkml:trace>
  <inkml:trace contextRef="#ctx0" brushRef="#br0" timeOffset="-103505.73">5750 13733 7533,'-10'-13'-1709,"3"1"1709,7 5 0,0 1 0,0 6 0,0 11 0,0 3 0,-8 16 0,6 2 0,-14 5 0,14 0 0,-13-5 0,13-2 0,-6-10 0,8-8 0,8-6 0,-6-6 0,5 0 0,-7 0 0,0 0 0,8-6 0,-6-1 0,6-5 0,0-6 0,2 4 0,7-15 0,-7 9 0,-2-11 0,-8 7 0,0 4 0,0 8 0,0 1 0,0 9 0,0-3 0,0 5 0,0 5 0,0 8 0,0 6 0,8 11 0,-6 2 0,6 5 0,-8 1 0,7-1 0,-5-6 0,14-6 0,-6-7 0,7-5 0</inkml:trace>
  <inkml:trace contextRef="#ctx0" brushRef="#br0" timeOffset="-103246.73">5944 13943 5824,'18'14'0,"-8"-3"0,-2-5 0,-1 0 0,3 7 0,0-1 0,-10 12 0,-10-9 0,-7 19 0,-1-19 0,0 14 0,9-15 0,1-2 0,16-6 0,9-6 0,3 0 0,5 0 0,-7 0 0</inkml:trace>
  <inkml:trace contextRef="#ctx0" brushRef="#br0" timeOffset="-103079.73">6138 14154 5824,'-19'6'0,"3"0"0,8 7 0,-2 10 0,-7-2 0,7 9 0,-6-16 0,7 2 0,-9-9 0</inkml:trace>
  <inkml:trace contextRef="#ctx0" brushRef="#br0" timeOffset="-102740.73">6279 13819 7533,'-9'-19'-1619,"-7"1"1529,6 11 90,0-4 0,-5 21 0,5 3 0,0 19 0,-6 11 0,14 7 0,-5-16 0,7 0 0,0-27 0,15-1 0,-3-23 0,14 2 0,-9-21 0,-7 16 0,6 2 0,-14 7 0,5 15 359,-7 3 181,0 18-810,0 1 90,0 10 1,8-16-91,2 9 270,8-21 0,-1 4 0,1-12 0</inkml:trace>
  <inkml:trace contextRef="#ctx0" brushRef="#br0" timeOffset="-102437.73">6421 13980 5824,'9'26'0,"-1"-2"0,-16-1 0,-1-7 0,-9 13 0,0-16 0,8 5 0,3-5 0,7-7 0,7 6 0,-5-11 0,6 10 0,0-10 0,-6 10 0,6-9 0,-16 9 0,-2-4 0,-7-1 0,-1 0 0,8-6 0,-5-6 0,5 0 0</inkml:trace>
  <inkml:trace contextRef="#ctx0" brushRef="#br0" timeOffset="-102073.73">6562 13609 7533,'-8'-13'-1619,"6"6"1529,-6 2 90,8 5 0,8 0 0,-6 5 0,6 8 0,-8 0 0,0 11 0,0 1 0,0 1 0,0 4 0,0 0 0,0 2 0,8 0 0,-7 4 0,7-10 0,-8 4 0,0-11 0,8 5 0,-6 1 0,6 1 0,0 15 0,2-8 0,-1 15-244,-1-4 244,-16 0 0,-1-1 0,-1-6 0,-14-5 0,5-2 0</inkml:trace>
  <inkml:trace contextRef="#ctx0" brushRef="#br0" timeOffset="-100805.73">6033 12877 6633,'-18'-20'-809,"-8"53"809,15 0 0,3 8 0,0 2-372,-1 5 1,2 1 0,3 1 371,4-9 0,2 1 0,2-3 0,6-5 0,13 6 0,9-17 0,-1-26 0,4-14 0,-3-6 0,-3-8 0,-4-8 0,-3-2 0,-5 6 0,-1-2 0,-4-1 0,-6 2 119,-7-7 0,-8 2 0,-6 6-119,-14 3 0,-7 13 0,2 18 0,1 11 0,5 5 0,6 6 0,11 2 0,6 2 0,5 5 0</inkml:trace>
  <inkml:trace contextRef="#ctx0" brushRef="#br0" timeOffset="-100653.73">6138 13063 7533,'-15'42'-1709,"19"3"1709,-2-14 0,5 0 0,17 1 0,5-2-547,-1-6 1,1-3 0,-2-1 0,-1-4 0,7 2 0</inkml:trace>
  <inkml:trace contextRef="#ctx0" brushRef="#br0" timeOffset="-100438.73">6421 12803 7533,'-20'-35'-1709,"4"2"1709,16 43 0,8 26-469,-7-7 1,0 1 0,3 0 0,0-1 0,-4-2 0,0-1 0</inkml:trace>
  <inkml:trace contextRef="#ctx0" brushRef="#br0" timeOffset="-100188.73">6685 12815 7533,'-27'-1'-1709,"1"24"1709,16 8 0,3 6-346,-7 1 1,2 4 345,7 3 0,2 4 0,-1-1 0,-2-11 0,-1-2 0,5 0 0,6 4 0,5-1 0,1-3 0,3-1 0,4-8 0,20-2 0,4-24 0,-14-7 0</inkml:trace>
  <inkml:trace contextRef="#ctx0" brushRef="#br0" timeOffset="-99921.73">6932 12840 5824,'-16'43'0,"8"-11"0,-3 2 0,-10 4 0,-1 1-255,3 2 0,0 1 255,2-9 0,-1 2 0,2-3 0,5 0 0,1-2 0,-5 3 0,6-5 0,17-10 0,2-20 0</inkml:trace>
  <inkml:trace contextRef="#ctx0" brushRef="#br0" timeOffset="-99738.73">6897 13001 5824,'13'22'0,"-1"0"0,-1 12 0,-2 4 0,-2-5 0,-1 2 0,-1 0 0,0 17 0,-3-5-393,-1-19 1,-2-5-1,1 5 1,0-28 0</inkml:trace>
  <inkml:trace contextRef="#ctx0" brushRef="#br0" timeOffset="-99604.73">6879 13249 7533,'-19'-7'-1709,"3"2"1709,16 5 0,23 0 0,-1 0 0,21 0 0,-15 0 0,-3 0 0</inkml:trace>
  <inkml:trace contextRef="#ctx0" brushRef="#br0" timeOffset="-99410.73">7144 13348 5824,'-14'25'0,"0"0"0,5-1 0,1 1 0,-4 3 0,0-1 0,0 19 0,-13-9 0,7-13 0</inkml:trace>
  <inkml:trace contextRef="#ctx0" brushRef="#br0" timeOffset="-98940.73">7355 13113 7533,'-27'-7'-1709,"2"1"1709,15 12 0,-6 17 0,6 10 0,1-6 0,1 1 0,6 18 0,-4-14 0,29-16 0,-3-27 0,15-14 0,-20 4 0,-2-2 0,0 0 0,-1 1 0,-2-21 0,-2 24 0,-16 13 0,-2 35 0,0 0 0,18 20 0,4-23 0,21 3 0,-13-16 0,5 5 0</inkml:trace>
  <inkml:trace contextRef="#ctx0" brushRef="#br0" timeOffset="-98689.73">7514 12952 5824,'22'24'179,"-1"0"1,-5 12 0,-2 1-180,0-10 0,-3 2-1093,-8 6 1,-4 4 0,-1-4 934,2-9 0,-2 1 98,-6 8 0,-4 4 0,1-4 60,5-6 0,-2-1 0,-8 6 0,-5 3 0,1-3 0,5-5 0,-1-2 0,-10 12 0,1-1 0</inkml:trace>
  <inkml:trace contextRef="#ctx0" brushRef="#br0" timeOffset="-97579.73">7973 13373 5824,'39'2'359,"-14"2"-539,12-12 1,1-1 179,-7 6 0,-2-2 0,-1-1 0,-6 6 0,11 0 0,-15 0 0</inkml:trace>
  <inkml:trace contextRef="#ctx0" brushRef="#br0" timeOffset="-97427.73">8008 13609 7533,'-18'19'-1709,"9"-7"1709,9-6 1349,41-6-1079,-16 0-945,19 2 1,0 1-2603,-8 4 3046,-3 2 0,0 0 0,3 5 0,-1 4 0</inkml:trace>
  <inkml:trace contextRef="#ctx0" brushRef="#br0" timeOffset="-94796.73">8643 13336 5824,'17'-19'0,"-1"0"0,2 0 0,2 1-1639,2 5 1,1 2-746,4-3 3793,4-8-1409,-19 8 860,6-5-860,-10 7 0,-8 12 0,0 12 3276,0 29-3218,0-13 0,0 2-58,1 12 0,-2 3 0,-3-9 0,-2 1 0,0 0 0,2-1 0,1 1 0,-2-1 0,0 0 0,-2 1 0,2-4 0,0 0 0,2-3 0,3 10 0</inkml:trace>
  <inkml:trace contextRef="#ctx0" brushRef="#br0" timeOffset="-94606.73">8714 13819 7533,'5'20'1259,"23"-8"-675,1-7 1,5-5-1260,5-4 1,2-3 127,0 4 1,-2-2 0,-10-3 0,-3-2 0,15-2 0</inkml:trace>
  <inkml:trace contextRef="#ctx0" brushRef="#br0" timeOffset="-27141.73">20267 9605 7533,'-18'-14'-1619,"9"-2"1529,-15 20 90,12 8 0,-21 26 0,19-7 0,1 5-987,-6 6 0,2 4 987,9-8 0,3 1 0,-1 1 0,-3 2 0,1 0 0,1 0 0,5 0 0,3 0 0,-2-1 0,-2-4 0,-1-2 0,3-1 0,6 9 0,6-6 121,5-12 0,3-6-76,3-7 0,3-6-45,17-15 0,1-11-763,-9-8 0,-2-8 703,-2 4 0,-1-4 0,-1-1 60,-5-4 0,-2-1 0,-3-1 30,-1-1 0,-2-2 0,-2 0-30,-2 0 0,-3 0 0,-1 1 60,-2 5 0,-2 0 0,-3 1-227,-4 3 1,-1 0 0,-2 3 301,-1-6 0,-4 4 250,-7 10 0,-5 6-565,-21 2 45,18 24 0,1 9-45,3 7 0,1 4-148,-1 7 0,3 2 328,9 7 0,2-1 0,1-11 0,1-2 0,7 0 0,0 1 0</inkml:trace>
  <inkml:trace contextRef="#ctx0" brushRef="#br0" timeOffset="-26978.73">20355 9977 7533,'0'25'-1709,"0"5"1709,0-4 1979,0 10-1,0 1-1168,8 7-1080,-4-17 0,2 1-210,2 0 0,2 1-375,2 2 1,1 0 224,-4-2 1,2-2 359,6-1 0,-1-2 270,-4 7 0,19-7 0,-11-12 0</inkml:trace>
  <inkml:trace contextRef="#ctx0" brushRef="#br0" timeOffset="-26740.73">20708 9371 7533,'0'-14'-1709,"0"8"1709,0 18 0,0 13 0,0 12 0,0-10 0,0 1 0,0 19 0,0-20 0,0-1 0</inkml:trace>
  <inkml:trace contextRef="#ctx0" brushRef="#br0" timeOffset="-26357.73">21184 9445 7533,'-27'-1'-1619,"-6"18"1574,15 3 0,0 4-1220,-4 14 1,-1 4 1324,6-10 0,-1 1 0,0 2-266,0 7 1,0 1 0,1 1 565,2 0 0,0 1 0,0-1-150,0 0 0,0-1 0,2 0 39,4-3 1,3 0 0,2-3-925,1 9 0,6-3 180,7-5 1,7-3-9,8-11 0,3-4 503,-1-3 0,1-4 0,2-5 0,1-4 0,-5-1 0,0 0 0</inkml:trace>
  <inkml:trace contextRef="#ctx0" brushRef="#br0" timeOffset="-25011.73">21449 9605 5824,'-28'16'359,"14"16"1,3 7 90,1-3 0,2 5-1367,2 4 0,0 5 1,1-2 406,-1-8 0,-1-1 0,2-2 465,-1 9 0,2-1 122,3 2 1,2-9-78,1-20 580,14 10-580,2-56 0,-7-1 0,-3 2 0,0-1 0</inkml:trace>
  <inkml:trace contextRef="#ctx0" brushRef="#br0" timeOffset="-24662.73">21467 9568 7533,'0'-20'-1709,"-8"-2"2878,6 21 0,-6-5-809,16 6 270,17 6-450,-3-5-720,2 6 0,1 2-629,-4-1 0,5 26 1079,-18-12 90,-6 6 0,-4 2 0,-14 6 0,8-1 0,-4 0-109,-8-11 1,-3-1 108,8 2 0,1 0 0,-12 5 0,19-7 0,14-14 0,11 2 0,17-11 0,3 0 0,-11 0 0,12 11 0,-33-3 0,10 32 0,-26-17 90,-8 8 0,-5 2-15,4-12 0,-1-1-120,-11 11 0,1-1-45,0 3 0,5-10 0,3-1-180,16 0 270,-17 8 0,23-12 0,0-5 0</inkml:trace>
  <inkml:trace contextRef="#ctx0" brushRef="#br0" timeOffset="-24462.73">21872 10324 5824,'-37'33'0,"15"-4"0,3-2 0,-1-2 0,-5 16 0,15-17 0,2-5 0</inkml:trace>
  <inkml:trace contextRef="#ctx0" brushRef="#br0" timeOffset="-24057.73">22331 9679 7533,'-33'-10'-540,"1"0"0,-7 4 1,4 6 449,3 14 314,3 10 1,1 4-396,7 10 741,7-8 0,-1 5 0,3-3-301,5-6 1,2 1 30,-1 5 0,0 4 0,2-5-120,4 11-125,7-11 1,2-4-146,3-6-299,11-9 0,3-6-151,-3-12-449,10-8 0,-1-7 269,-9-20 92,-7 13 1,2-4 0,-3 3 627,-4 4 0,-2-1 0,0-5 0,0-5 0,-1 5 494,1-7-494,-4 7 0,-2 4 0,-3 13 2133,-15 14-1774,11 20 1080,-12 10 1,0 4-1469,13-9 0,2 1-61,-4 9 0,-1 5 1,2-5-46,2-6 0,4 0-645,1 7 1,3 4-1,0-6-479,6 12 1259,7-2 0,3-3 0,0-10 0,-6-8 0,1 0 0</inkml:trace>
  <inkml:trace contextRef="#ctx0" brushRef="#br0" timeOffset="-23897.73">22578 10250 7533,'-28'11'-90,"11"2"989,1 12 1,6 22-900,0-6-855,6-10 1,1-1 34,3 8 1,7-2 0,3-11 0</inkml:trace>
  <inkml:trace contextRef="#ctx0" brushRef="#br0" timeOffset="-23464.73">22754 9507 7533,'8'-33'-1709,"10"15"1709,1 14 1638,-2 22 0,0 7 303,10 7-1723,-16 6 0,-2 11 1,-2-4-40,3-8 1,-2 3 36,-5-6 0,-2 6 0,-1 2 0,-1 1 0,-2-1-441,-3 8 0,-3 0 0,-1-1 0,2-1 90,2-6 0,1-1 0,0 0 1,-3 2-522,-2 2 1,-3 5-1,-2-1 1,1-4 0,2-7-984,-3-2 1,-2-2 1597,1-1 1,-4 5 0,0-1 0,2-7 0,-3-6-1,1-3 1,-10 11 0,1-1 0</inkml:trace>
  <inkml:trace contextRef="#ctx0" brushRef="#br0" timeOffset="-23145.73">23301 9903 7533,'-18'-13'-1619,"1"6"1529,-1 2 1169,8 5 630,34 5-1439,-9-3-900,20 1 1,3-1-91,-5-2 225,5 0 1,-1 0-2381,-6 0 2875,18 0 0,-37 0 0,4 0 0</inkml:trace>
  <inkml:trace contextRef="#ctx0" brushRef="#br0" timeOffset="-23011.73">23283 10150 7533,'-29'20'-180,"-2"3"3456,52-4-3115,7-11 0,5-2-701,-3 3 0,3-1 130,2-5 0,3-1 1,-4 0-1,-4 1 1,-3 0-1,8 0 0,-1 0 1</inkml:trace>
  <inkml:trace contextRef="#ctx0" brushRef="#br0" timeOffset="-21497.73">22701 4636 7533,'-17'18'-855,"-1"1"1,-2 13 854,17-6 0,6 0 0,17 4 0,10-13 0,11-4 0,2-7 0,-5-11 0,2-9 0,2-4 0,2 0-469,-7 4 1,2-1 0,1-1 0,2-1 0,0-1 0,0-2 0,-2-1 316,-1-1 0,-1-2 0,1-1 0,-1-2 0,1 0 0,-1 0 0,0-1 1,-1 0 218,2-1 0,0-1 1,-1 0-1,1-1 1,-1 0-1,-1 0 1,0 0-1,-2 0 151,2-1 1,-1-1-1,-1 0 1,-1 1-1,0-1 1,-2 1-1,-1 1-247,6-7 0,-2 1 1,-2 0-1,-1 2 1,-2 2 147,4-6 1,-2 2 0,-2 1 240,-1 0 0,0 0 0,-5 5 233,-7 8 1,-1 0-355,10-8 1,3-5 0,-3 6-150,-9 10 0,-1 1 150,5-7 0,3-4 0,-2 6 1461,7-1-1477,-5-2 1,1-2-45,-2 11 0,-1 3-180,17-13-90,-13 10 0,-3 3 270,-3 13 3090,21-20-3180,-4 13 93,-14-2 1,-1-1 446,22-2-540,-17 2 0,6-5-180,10-2 0,-11-2 180,-8 2 0,1-2 90,10-6 134,-16 3 1,-1 0-45,4 4 0,-1 1 90,-2 0 0,-2 1-181,2-7 271,5 7-360,-22 6 450,6 5-450,-8-4-540,0 9-809,0-3 719,-8 5-629,6 0-2108,-14 0 3106,6 11 1,1-3 0,1 10 0</inkml:trace>
  <inkml:trace contextRef="#ctx0" brushRef="#br0" timeOffset="-18729.73">24342 9704 7533,'-45'-1'-855,"18"9"1,3 8 854,-1 22 0,5 7-614,0-10 0,2 3 614,7-3 0,-1 5 0,2 1 0,2-7 196,1 1 0,2-2-196,2 2 0,0 3 0,2-7 202,3 4-202,19-14 0,5-8 0,-1-17-1591,16-12 0,0-9 1591,-23 5 0,-2-4 0,6-8 0,2-6 0,-6 3 184,-10 7 0,-2-2-184,5-4 0,2-4 0,-6 6 0,-12-12 0,-2 12 0,-4 6 0,-11 12 0,-10 16 0,0 7 0,6 13 1572,0-3 1,3 5-1573,16 8 0,4 0-538,-4 7 1,6-7 0,2 0 0,-1-1 0</inkml:trace>
  <inkml:trace contextRef="#ctx0" brushRef="#br0" timeOffset="-18662.73">24536 10089 7533,'0'25'0</inkml:trace>
  <inkml:trace contextRef="#ctx0" brushRef="#br1" timeOffset="-18590.73">24518 10150 18664,'-25'43'2194,"13"-4"-2186,-4-2-331,16 4-394,16-19 1,3 7 0,17-17-1</inkml:trace>
  <inkml:trace contextRef="#ctx0" brushRef="#br0" timeOffset="-18356.73">24871 9704 7533,'-28'6'-1709,"-5"23"1709,21-6 0,3 6 0,3 0 0,6 0 0,2 3 0,3-1 0,5-6-1639,-1 8 1,0 2-746,1-5 2302,-5 4 1,-2 2 81,-11 5 0,0-2 0,-2-2 0,-10 0 0,5 2 0,-3-3 0,-9-11 0,7 14 0,-3-32 0,13-7 0,-8-7 0</inkml:trace>
  <inkml:trace contextRef="#ctx0" brushRef="#br0" timeOffset="-18225.73">24800 10014 7533,'10'-19'-1709,"29"6"1709,-12 7 0,1 2 0,-2 0 0,-1 0 0,4-2 0,-1 0 0</inkml:trace>
  <inkml:trace contextRef="#ctx0" brushRef="#br0" timeOffset="-17962.73">25365 9903 5824,'-9'27'0,"0"1"0,-9 12 0,3-2 0,-3 3-1639,0-4 1,-1-1 446,-4 1 0,1-1 1192,4-3 0,1-2 529,0-9 1,0-3-530,-2-1 0,-7 15 0,9-26 0</inkml:trace>
  <inkml:trace contextRef="#ctx0" brushRef="#br1" timeOffset="-17824.73">25100 9952 13207,'8'46'-744,"-3"2"0,0 0-62,-1-24 1,2 2 821,2 7 1,2 7 0,1 1 0,-1-7-1656,1-1 1,1-2 1581,5 9 0,4 4 1,0-7-1,1-11 1,1-4-1,4 8 1,-1 0-1</inkml:trace>
  <inkml:trace contextRef="#ctx0" brushRef="#br0" timeOffset="-15181.73">28469 2082 7533,'-25'-5'-1619,"13"-2"1529,-12 0 90,22 1 0,-5 1 0,7 4 0,23 1 0,-1 1 449,21 5 1,4-1-1120,0-3 1277,-13-2 0,7 1 0,1-1 0,-6-1-472,-6-2 0,1-1 337,5-1 0,9-1 1,-1-1-1,-7 1-292,-4-1 0,-1-1-30,11-4 0,5-3 0,-8 2-60,5-3-225,2-5 0,-6 1-45,-25 11-765,9-6 1,-3 2-45,-18 11-1350,12-10 2339,-24 12 0,-10 12 0,-9 1 0</inkml:trace>
  <inkml:trace contextRef="#ctx0" brushRef="#br0" timeOffset="-13212.73">26458 1488 7533,'-9'-13'-1350,"-15"6"991,12 2 359,-13 10 0,-1 2 0,-1 5 0,-8 6 0,-1 7 0,1 1-215,17-9 1,1 2 214,-1-1 0,0 1 0,0 5 0,1 2 0,3 4 0,1 2-424,-5 2 0,2 1 424,10 2 0,1 0 0,-4-2 0,2-1 0,5 0 0,4-1-192,4-1 0,4-2 327,2-1 0,3-1-135,2 0 0,3-1 45,5-4 0,1-2 0,0-2 0,1-1 45,0-1 0,1-4-90,6-4 0,1-4 45,-4 2 0,0-3 0,0-5 0,1-3-90,7-1 0,-1-3 45,-10-3 0,0-3-289,11-5 1,-1-4 423,-6-1 0,-1-3-279,0-6 1,0-2 323,1 2 0,-3-3 0,-9 0 0,-3-2 134,5 1 1,-3 0 53,-8-1 1,-2 1-9,4 3 0,0 0-90,-8 0 0,-1 0-60,5 3 1,-2 0-76,-5 3 0,-2-1 89,1 2 1,-2 0-135,-6 1 0,-4 2 316,-1 1 1,-3 2-317,-2 1 0,-1 3 45,-7 0 0,-1 4-90,3 2 0,-1 2 134,-10 2 1,-1 2 151,4 1 1,-1 2-197,-7 1 0,0 2 0,3 1 0,-1 2-45,-6 1 0,0 2-13,7 4 0,0 3-302,-4 1 0,1 2 225,3 3 0,2 2-1639,5 2 1,3 2 1073,-1 1 0,3 3 565,9 0 0,2 1 0,0-2 0,1-1 0,3 0 0,0-1 0</inkml:trace>
  <inkml:trace contextRef="#ctx0" brushRef="#br0" timeOffset="-10864.73">25382 10002 5824,'-9'-7'0,"-7"1"0,14 6 0,-22 11 0,13 3 0,-6 8 0,0 3 0,-2 5 0,-1 11 0,-1 4-324,6-17 0,0 0 324,-7 15 0,1 0 0,7-15 0,1 0 0,-4 5 0,0-1 0,-2 3-203,9-10 0,2-3 203,0-8 0,8-3 0,0-11 0</inkml:trace>
  <inkml:trace contextRef="#ctx0" brushRef="#br0" timeOffset="-10174.73">25629 9593 7533,'-17'0'-1709,"7"0"1709,2 0 0,32-6 0,-11 5 0,28-5 0,-13 1 0,5 4 0,0 0 0,3-4 0,-7 4 0,-1 2 0,-3-1 0,10 5 0,-5 2 0,3 6 0</inkml:trace>
  <inkml:trace contextRef="#ctx0" brushRef="#br0" timeOffset="-9958.73">25735 9642 7533,'-25'29'-1709,"13"-7"1709,0 11 0,0 3 0,3 8-1093,1-7 1,-1 7 0,0-4 907,-1-7 0,1 2 949,0 2 1,1 7 0,-1 1 0,1-4-661,1-7 0,1-3 0,0 3-224,-1 10 0,0 3 0,3-5 75,2-3 0,4-3-630,5-2 1,4-4 44,8-1 0,12-11 1,3-7 269,1-11 360,9-7 0,2-4 0,-21 4 0,-1-1 0,11-4 0,-1 0 0</inkml:trace>
  <inkml:trace contextRef="#ctx0" brushRef="#br0" timeOffset="-8762.73">31503 1959 7533,'-33'0'-900,"11"5"181,-19 2 629,14 16 90,7 14 0,4-2 0,28-3 0,8-1 0,3-1-991,7-11 1,10 0-1,-4-4 991,-9-6 0,3-3 0,6-1 0,8 0 0,1-1 0,-7-1 0,-4-2 0,0-2 0,8-2 0,9-2 0,0 1 0,-9-1 0,-6 1 0,-1-2 0,6-3 0,8-3 0,0-1 0,-10 2 0,-9 3 0,-1-2 0,7-3 0,6-3 0,0-1 0,-9 1 0,-12 2 0,-1-2 90,17-7 0,7-5 0,-5-3 329,-14-2 1,-5-3 0,1 1-300,2 7 0,0 1 0,-2-4 239,-1-8 1,-1-7 0,-4-1 0,-4 3-121,-8 1 1,-6 1 0,-1-1-60,-1 5 0,0-2 0,-3 1 0,-2 3-120,-4-2 0,-4 2 0,-7 7 179,-12 6 1,-8 6 0,2 5-240,0 2 0,-4 6-410,9 2 0,-6 1 1,-3 1-1,2 1 1,5 1 229,0 2 0,4 3 0,-5 1 135,1 0 0,-6 2 0,-3 1 0,0 1 0,2 0 0,7 0-271,-5 3 0,6 2 0,-4 2 241,4-3 0,-6 4 0,-2 0 0,1 1 0,4-1 0,6-2 15,3 0 0,5-2 1,-1 4-481,-10 8 0,-4 5 0,2 1 1,11-4 44,10-1 0,7 2 495,2 7 0,5 6 0,5-4 0,8-2 0,7-2 0,4-3 0,0-1 0,-1 0 0</inkml:trace>
  <inkml:trace contextRef="#ctx0" brushRef="#br0" timeOffset="-7845.73">26017 9903 6633,'-7'-14'-809,"5"-3"809,-6 10 0,16 1 0,-6 0 0,13 17 1979,-13 25-720,6-6-360,-9 7 1,-6 6-406,-5 1 1,-1 0-2134,2-5 1,0-1 1715,-1 4 1,-1-3-348,0-14 0,2-3-1369,9 4 1,0-1 255,-13 17 574,15-8 269,15-23 540,-11-10 0,27-6 0,-11-9 0</inkml:trace>
  <inkml:trace contextRef="#ctx0" brushRef="#br0" timeOffset="-7591.73">26282 10051 7533,'-33'29'-1350,"11"-7"2025,4 9 0,3 2 314,5 4-360,4-2 1,4 0-450,10-1-270,17 2-495,8-36 1,3-9 404,9-8-913,-17-1 1,2-5 0,-8-1 29,-8-18 1063,-1-2 0,-2 1 308,-11 4 186,-14 3 1,-4 3 45,3 11 134,-18 6 1,-7 9-1080,7 23 1,1 7-46,6-11 0,2 3 151,-6 19 0,12 2 0,26-3 0,2 3 0</inkml:trace>
  <inkml:trace contextRef="#ctx0" brushRef="#br0" timeOffset="-7231.73">26670 10138 7173,'33'-12'1439,"5"-1"-1934,-12 5 1,0-1 404,12-5-675,-13 5 1,-1 0 764,-3-4 0,13 1 0,-17-1 0</inkml:trace>
  <inkml:trace contextRef="#ctx0" brushRef="#br0" timeOffset="-7064.73">26917 9767 7533,'-27'16'-1619,"1"-1"3257,12 17 0,3 5-1089,-9 3-100,11-5 1,1 7 0,-1-5-270,0-10 0,1 0-1273,3 14 1,3 8 0,-1-7 545,-1-11 1,0-1 0,4 17 0,0-1 0,0 4 0</inkml:trace>
  <inkml:trace contextRef="#ctx0" brushRef="#br0" timeOffset="-6364.73">27340 9828 7533,'-10'-26'-1709,"3"8"1709,7 7 0,0 10 0,0 6 809,7 20-809,-5 3 674,3-3 1,-2 2-78,-6 0 0,-2 2 167,1 8 1,-1 2-315,-3 6 0,-2 2-390,2-10 0,-1 1 0,1-3-150,-3 4 0,2-2-480,2-1 0,2 1 1,-1-7-241,-2 2-431,7-5 1,2-3 250,7-10 271,2-2 719,8-12 0,-1-12 0,1-7 0</inkml:trace>
  <inkml:trace contextRef="#ctx0" brushRef="#br0" timeOffset="-5729.73">27728 9903 7533,'0'-14'-1619,"0"3"1529,0 11 90,0 11 0,0 3 0,0 21 629,-8 4-1670,-3-11 1,-3-1 1489,-8 13-808,-5-3 1,-2 0 268,9-12 0,0 0-424,-10 11 1,0 1 243,10-11 0,2-2-5,-15 13 275,23-12 0,2-13 0,8-12 0,0-7 0</inkml:trace>
  <inkml:trace contextRef="#ctx0" brushRef="#br0" timeOffset="-5564.73">27552 10002 6633,'0'19'1169,"4"6"1,0 1-720,-2 0-1170,11 18 0,5 3 630,-8-19 1,2 0-1550,9 15 1,1 0 982,-8-14 1,-1-2-1,13 16 1,-9-13 0</inkml:trace>
  <inkml:trace contextRef="#ctx0" brushRef="#br0" timeOffset="-2362.73">27993 10089 7533,'-10'-20'-1709,"2"-3"1709,8 4 0,0-1 0,8-3 0,-6 15 0,6-9 0,-8 16 0,0 1 0,0 6 0,0 13 0,0 16-1639,-4 1 1,0 1 1670,3-8 1,0 0 56,-3 7 1,0-2 180,4 13 90,16-12-270,-4-4 0,5-14 90,7-23-225,-10-21 0,-1-8 0,2 15 0,0-3 105,-2-12 0,-2-7 0,-2 4-370,-3 9 0,-2 1 310,1-5 0,-2 1 180,-9 1 0,-4 4 899,-10-9-1034,4 15 0,-3 5 135,-24 10-1799,6 14 900,9 10 3174,13 11-2455,15 4 0,7 6 0,3-4 0</inkml:trace>
  <inkml:trace contextRef="#ctx0" brushRef="#br0" timeOffset="-1809.73">28169 9618 7533,'-27'-13'-1619,"9"6"1529,10-4 90,8 10 0,0-5 809,0 6 361,24 0-631,-10 0 271,35-5-360,-36 3-1,34-9-449,-25 10 270,13-5-630,-9 6 1,-9 0 89,1 0-90,0 0 360,-9 6 270,-1 6-90,-8 2 1079,-15 21-1079,11-14 359,-8 2 1,0 2 360,10 18-451,-5 1 1,-2 2-831,4-14 1,1 1 500,0 5 0,1 5 0,0-3-30,-1 3 0,0-1 30,1-4 0,0 3 0,1-3-75,2 11 0,-2-3 314,-6-2 1,1-2-202,6-10 1,0-2-204,-6-4 0,-2-3 45,-9 15-540,-1-13 181,-7-13-1710,1-6 270,-11-6 1799,7 2 0,-2 1 0,-18 4 0,19-1 0,1 0 0</inkml:trace>
  <inkml:trace contextRef="#ctx0" brushRef="#br0" timeOffset="2370.27">28628 10163 7533,'-18'-13'-1350,"8"6"991,10 2 359,18 10 0,17-3 0,10 3-515,-15-4 0,1-2 515,4-1 0,1-1 0,-4-3 0,0 0 0,8-1 0,-3 0 0,-12-2 0,-3 0 0,13 2 0,-11-4 0,-14 4 0</inkml:trace>
  <inkml:trace contextRef="#ctx0" brushRef="#br0" timeOffset="2543.27">28998 9890 7533,'-17'-12'-1709,"-1"5"1709,8 1 0,2 17 0,8 20 0,-3-7 0,-1 3-550,-1 9 0,0 2 550,-4 3 0,0-1 0,0 1 0,1 0 0,2-1 0,2 0 0,-1-5 0,2-2-133,2-3 0,2-3 133,-1 10 0,8-8 0,2-10 0</inkml:trace>
  <inkml:trace contextRef="#ctx0" brushRef="#br0" timeOffset="2904.27">29369 9952 7533,'0'12'-900,"-8"7"181,6 5 629,-14 14 90,14 6 0,-6-20 0,1 1 0,5 25 0,-6-12 0,16-2 0,9-17 0,11-12 0,7-19 0,-16-7 0,-3-5-254,-1-3 1,-2-4 253,1-8 0,-3-2 0,-4 4 0,-4-1 0,-2-3 0,-2 2 0,-3 6 0,-2 2 0,-1 5 0,-3 3 0,-24-7 0,5 23 0,-14 19 0,23 14 0,4 17 0,16-10 0,8 3 0,2-11 0</inkml:trace>
  <inkml:trace contextRef="#ctx0" brushRef="#br0" timeOffset="3068.27">29616 10051 7533,'-20'20'-1619,"4"-2"1529,16-1 90,0 3 0,8 10 0,2 1 0,8 7 0,-1-1 0,1 0 0,0-11 0,-1-2 0</inkml:trace>
  <inkml:trace contextRef="#ctx0" brushRef="#br0" timeOffset="3351.27">29863 9741 7533,'-28'-6'-1709,"3"11"1709,15 14 0,2 13 0,8 16 0,-1-23 0,2 1 0,7 5 0,0 0 0,-7-2 0,2-1 0,12-3 0,1-1 0,-4 19 0,13-11 0,-15 3 0,-2-8 0,-8 8 0,-8 3 0,-17 0 0,11-16 0,-2-1 0,-5-2 0,-1-1 0,-13 8 0,7-3 0,3-21 0,7-9 0,1-12 0</inkml:trace>
  <inkml:trace contextRef="#ctx0" brushRef="#br0" timeOffset="3476.27">29827 9989 7533,'30'-26'-1709,"9"-3"1709,-19 21 0,23-3 0,-6 11 0,6-6 0,-8 0 0</inkml:trace>
  <inkml:trace contextRef="#ctx0" brushRef="#br0" timeOffset="3934.27">30427 9903 7533,'-25'0'-1350,"13"5"991,-20 19 359,21 8 0,-5-5 0,-2 2-267,8-4 0,1 1 267,-3 4 0,-2 0 0,1-7 0,1 0 0,2 1 0,0 0 0,-15 7 174,7-6-174,8-12 0,-5-13 0,5-7 0</inkml:trace>
  <inkml:trace contextRef="#ctx0" brushRef="#br0" timeOffset="4084.27">30251 9977 7533,'0'25'-570,"0"1"0,3 4 1,2-1 569,-4 6 0,10-1 0,2 0 0,-1 9 0,-1-12 0,3-1-132,12 1 1,-7-13 0,7-12 0</inkml:trace>
  <inkml:trace contextRef="#ctx0" brushRef="#br0" timeOffset="4301.27">30533 9704 7533,'-20'-12'-1709,"5"5"1709,15 1 0,7 1 0,3 3 0,13-3 0,3 0 0,15 3 0,1-3 0,1-1 0,6-1 0,-12 2 0,0-2-236,10-6 0,-2 1 1,-11 0-1</inkml:trace>
  <inkml:trace contextRef="#ctx0" brushRef="#br0" timeOffset="4524.27">30727 9618 7533,'-18'12'-1709,"-7"11"1709,5-8 179,2 12 1,3 3 90,3 2-1363,2 2 1,-2 8 0,3-4 907,3-8 1,0 2 431,0 3 0,0 7 1,-1 0-1,1-6-157,-4 5 0,2-1-210,4 5 0,1 6 1,0-7 163,-2-12 1,2-1-450,8 15 1,6-5 1654,9-18-2285,0-4 1,3-5 944,14-18 90,-4 0 0,1-4 0,7-13 0,-12 6 0,1 0 0</inkml:trace>
  <inkml:trace contextRef="#ctx0" brushRef="#br0" timeOffset="7224.27">31591 2925 7533,'-10'-5'-1709,"3"9"1709,30 14 0,-17-2 0,23 5 0,5-2 0,-9-4-1270,13-5 1,7-2 1269,-6-3 0,2-4 0,4-8 0,2-3 0,-8 1 0,2-1 0,-1-3 0,-4-3 0,0-3 0,-1-2 0,1-2 0,0-2 0,0-1 0,-5 3 0,1-2 0,-2 0 0,-3 0 0,5-12 0,-4 0 0,-4 6 0,-1-1 0,-5 1-85,-6-3 0,-6-1 85,-3-5 0,-4-1 0,0 2 0,-8 2 0,-13 8 0,-9 2 0,2 4 0,2 3 0,-3 5 0,-9 5 0,-9 3 0,-1 3 0,6 3-514,-1 5 0,0 5 648,2-1 1,-6 2 0,0 1 0,4 2-75,5 2 0,3 1 0,-1 4-15,-1 2 0,-3 5 0,1 0 0,4-1-195,4-4 0,3 0 0,2 5 150,4 7 0,0 6 0,5 0 0,8-5 0,10 0 0,8-1 0,1 3 0,1 0 0,0 0 0</inkml:trace>
  <inkml:trace contextRef="#ctx0" brushRef="#br0" timeOffset="8076.27">30974 9928 7533,'-30'12'0,"-1"6"-1350,13 18 1170,1 5 1,-1 7-914,10-15 1,1 1 0,1 0-100,-10 15 0,8-2 1381,24 0 1,7-9-190,-5-20 0,9-3 0,3-8 954,13-25-954,-15-9 0,-1-5 0,-3 9 0,-1-5 0,-6-9 0,-2-8 0,-6 6-748,-7 11 0,-2 1 748,6-18 0,-6 3 0,-24 5 1049,-2 16 0,-6 5-1049,-2 11 0,-1 6 0,-3-4 0,3 4 991,-6 24-991,41-1 0,2-11 0,6 5 0</inkml:trace>
  <inkml:trace contextRef="#ctx0" brushRef="#br0" timeOffset="8501.27">31274 10175 7533,'-20'0'-1709,"28"6"1709,29-5 0,-2 2 0,1-1 0,5-2 0,1-2 0,-6-1 0,-26 2 0,17-4 0,1-1 0,-8-1 0</inkml:trace>
  <inkml:trace contextRef="#ctx0" brushRef="#br0" timeOffset="8658.27">31468 9928 7533,'-18'22'30,"1"0"0,2 6 0,2 3 374,3-3 1,2 2-774,-1 6 1,3 2-577,4 2 1,2 0 809,-4-2 0,0 0-212,3 2 0,2-1 0,-1-9 0,0-2 0,0-1 0,0 0 0</inkml:trace>
  <inkml:trace contextRef="#ctx0" brushRef="#br0" timeOffset="9837.27">31997 9977 7533,'-8'-14'-1619,"6"3"1529,-6 6 90,8 3 0,0 2 0,0 24 0,0 9 179,0-7 1,0 3-521,0 1 1,0 2 385,1 2 0,-2 1 45,-2 2 0,-2 0-315,5-8 0,-1 0 45,-11 12 0,0-1 180,8-1-26,-4-6 0,0-3 26,8-15 0,8 1 0,2-21 0,8-2 0</inkml:trace>
  <inkml:trace contextRef="#ctx0" brushRef="#br0" timeOffset="10041.27">32385 9965 6633,'-13'24'90,"1"1"0,2 0 0,0 0 180,-2 0 0,-2-1-1522,-2 3 1,-1 1 1071,3 3 1,-1 0 134,-6-2 0,-1 0 45,0 5 0,0-2 0,4-8 0,-1-2 211,2-2 1,-1-3-212,-15 1 0,21-18 0,-4-7 0</inkml:trace>
  <inkml:trace contextRef="#ctx0" brushRef="#br0" timeOffset="10187.27">32191 10064 5914,'10'23'180,"-2"3"-180,-8 17-180,0 1-91,2-19 1,3 0 225,3 0 0,2-1 45,18 15 0,-1-9 0,-2-7 0,-7-3 0</inkml:trace>
  <inkml:trace contextRef="#ctx0" brushRef="#br0" timeOffset="10458.27">32526 10163 7533,'-33'29'-1709,"11"4"1709,5-7 0,1 3-231,10-4 0,2 1 231,-2 2 0,4-1 0,18 12 0,4-4 0,23-21 0,2-19 0,-18-6 0,-1-5 0,-3-7 0,-1-3 0,-3 1 0,-3-1 0,-5-4 0,-4-1 0,-1 3 0,-4 0 0,-9 2 0,-2 1 0,-11-18 0,-23 18 0,17 19 0,-1 5 0,-20 14 0,4 2 0,18 14 0,15-15 0,2 3 0</inkml:trace>
  <inkml:trace contextRef="#ctx0" brushRef="#br0" timeOffset="10887.27">32632 9630 7533,'-45'-13'-1709,"17"1"1709,13 5 629,23 2 541,25 5-901,-2 0-179,5-2 0,3-2-45,-6-2 0,-2 0-984,-2 2 0,-1 0 759,-3-2 0,-1 0-669,17 1 669,-25 4 360,15 6 89,-31 20-179,0 2-90,0 9 675,1-7 0,-2 0-406,-6 10 140,3-6 0,1 8 0,0-1-319,-1-3 0,1 0 0,0-1-673,0 0 0,0 0 1,1-1 522,2 4 0,0 0 0,0-1 0,-2-3 0,-1-2 0,0 1-752,1 1 1,-1 1-1,-1-1 902,-5 14 0,0-1 0,1-9 0,-2-4-120,-15 2 30,5-9-720,1-10 1,-3-2 449,-7-2-764,0-5 0,-1 0 764,-17 3 270,2-5 0,-4-1 0,11-6 0</inkml:trace>
  <inkml:trace contextRef="#ctx0" brushRef="#br0" timeOffset="17507.27">33002 10622 5824,'36'0'449,"-9"0"-808,6 0 269,-5 5 90,-1-4 0,-1 10 0,-9-4 0,-7 6 0,-10-1 0,-10 0 0</inkml:trace>
  <inkml:trace contextRef="#ctx0" brushRef="#br0" timeOffset="17651.27">33002 10783 7533,'-17'19'-1350,"7"-1"991,2-6 359,8 1 0,16-7 0,-4 6 0,21-11 0,-6 10 0,9-10 0,7 5 0,-6-6 0,6 0 0</inkml:trace>
  <inkml:trace contextRef="#ctx0" brushRef="#br0" timeOffset="20290.27">33426 10436 7533,'-10'-7'-1709,"-14"17"1709,13 6 0,-2 6 0,0 3 0,-4 9 0,7-2 0,2 1 0,-2 8 314,5-8 1,2-1-135,11 2 90,0-1 0,2-2 0,9-6-180,-1 6 0,-2 0-90,-5-8 45,6 3 0,-2 0 134,-11 2-268,11 19 178,-15-25 271,0 23-270,-8-29 360,-9 24-450,-3-30 90,-13 18-270,13-26 90,-21 9-1169,20-11-180,-21 0 1349,31-5 90,-13-24 0,22 0 0,-6-19 0</inkml:trace>
  <inkml:trace contextRef="#ctx0" brushRef="#br0" timeOffset="20453.27">33390 10683 5824,'18'0'1619,"23"6"-1529,-17 1-495,8-2 0,0 2-45,-8 6 450,5-7 0,-1 0 0,-7 6 0,13 1 0</inkml:trace>
  <inkml:trace contextRef="#ctx0" brushRef="#br1" timeOffset="7379.81">1429 18405 12528,'-30'-20'-3176,"-1"14"3363,29 31 0,-6-3 1,8 7-1</inkml:trace>
  <inkml:trace contextRef="#ctx0" brushRef="#br2" timeOffset="10629.81">9525 9172 7533,'-32'-10'-570,"-1"0"0,-5 13 1,2 10 569,7 7 0,3 7-1035,2 2 1,1 5 0,-1 1 1034,0-2 0,0 2 0,2 4 0,6-3 0,1 4 0,1 3 0,0 1 0,2-1 0,0 2 0,1 0 0,1 2 0,2 0 0,2 2 0,3-2 0,2 2 0,2 2 0,2-1 0,3 0 0,2-3 0,2-2 0,3-1 0,2-1 0,3-2 0,2-1 0,2-2 0,3-3 0,2-2 0,2-2 0,3-2 0,1-2 0,1-3 0,3-3 0,1-4 0,3-2 0,0-2 0,0-2 0,0-1 0,7 0 0,1-3 0,0-2 0,-1-3 0,-1-4-107,-1-5 0,-1-4 0,0-2 0,-2-4 0,0 0 269,-1-2 0,0-1 0,-1-2 0,-2-3 0,-3-3 125,-3-4 1,-2-2 0,-3-3 0,-1-1 0,-1-2-64,-4 5 1,-1 0 0,-1-2 0,-1-1 0,-2-1 0,-2 0-212,-2-2 0,-2 0 0,-1-2 0,-2 0 0,-2 0 0,-2 0 47,0-1 0,-2-1 0,-2 1 0,-2-1 0,-2 2 0,-3 1-150,-5-7 0,-3 1 0,-4 2 0,-3 2 0,-4 4-180,-6 3 0,-4 2 0,-3 4 1,-4 4-1,-1 7-60,0 6 0,-2 6 0,-3 4 1,0 3-1,-1 3 0,1 2-20,6 2 1,-1 3 0,-1 2 0,1 2 0,1 1 0,2 2 0,2 1 349,-8 4 0,3 3 0,2 2 0,2 1 0,3 1 0,-3 4 0,2 2 0,5 0 0,7-1 0,8 13 0,0-1 0</inkml:trace>
  <inkml:trace contextRef="#ctx0" brushRef="#br2" timeOffset="11329.81">9807 11440 7533,'-43'-13'-1709,"-2"12"1709,13 20 0,3 13 0,11 7 0,6 9 0,3 5-656,4-10 1,2 3-1,1 2 1,4 1 0,4-1 558,3-2 0,2 1 1,4 0-1,2 0 0,3-2 1,2-3 96,4 0 0,3-2 0,3-1 0,2-2 0,3-3 0,1-4 0,-2-7 0,1-1 0,3-3 0,1-2 0,0-3 0,1-2 0,-1-3 0,8-3 0,1-4 0,0-4 0,0-2 0,-1-3 0,-1-2-61,-1-1 0,-1-3 0,0-2 1,-2-2-1,-2-3 0,-2-1 133,1-7 0,-3-2 0,-2-3 0,-3-2 0,-3-1 447,-2 2 1,-2-3 0,-3 0-1,-3-2 1,-5-1-143,-4-2 1,-3-2 0,-4-1 0,-4-1 0,-3 1-270,-5-2 0,-4 0 0,-3 0 0,-5 1 0,-2 2-288,1 9 1,-3 0 0,-2 1-1,-2 2 1,-3 2 0,-1 3-76,-6 1 0,-3 1 0,-2 3 0,-2 2 0,0 5 1,0 5-293,0 5 1,-1 5 0,0 4 0,0 2 0,1 3 0,2 0 460,0 3 1,0 2 0,3 1 0,1 4 0,2 1 0,-3 8-1,2 3 1,4 2 0,5-1 0,12 0 0,0 0 0,0 1 0</inkml:trace>
  <inkml:trace contextRef="#ctx0" brushRef="#br2" timeOffset="12139.81">14570 7015 0,'-8'-48'0,"-5"19"0,-7 2 0,-12-1 0,-7 9 0,-1 15 0,-5 9 0,-1 8 0,9 3 0,-1 6 0,0 4 0,0 5 0,3 2 0,5-2 0,0 5 0,1 2 0,1 2 0,2 2 0,0 1 0,2 1 0,5-6 0,0 2 0,1 1 0,1 2 0,1 0 0,1 0 0,2 1 0,2-1 0,2 0 0,1 6 0,2 0 0,2 0 0,1 1 0,3-1 0,3 0 0,4-2 0,2-2 0,4-2 0,3 0 0,2-1 0,4-1 0,1-2 0,3-1 0,3-4 0,1-2 0,3-3 0,4-3 0,2-3 0,3-1 0,1-3 0,0-2 0,1-1 0,-2-2 0,4 0 0,0-3 0,0-1 0,1-3 0,0-2 0,0-2 0,-1-1 0,1-3 0,1-2 0,1-2 0,-2-2 0,0-1 0,-2-2 0,-2-1 0,4-3 0,-1-3 0,-3-2 0,-1-2 0,-1-1 0,0-2 0,-1-1 0,-1-2 0,-2-2 0,0-3 2,-3 1 0,-1-3 0,-1-2 0,-1-1 0,-3-2 0,-1-1 267,-3-3 1,-2-1 0,-2-1 0,-2-3 0,-2 0 0,-3-1-192,-3 7 1,-2-1 0,0-1 0,-3-1-1,-1 0 1,-3 0 0,-4 1 0,-2 2-208,-6-4 1,-4-1-1,-3 1 1,-4 2-1,-3 1 1,-2 3-1,-2 4-66,-3 4 1,-3 0-1,-3 4 1,-3 2-1,0 3 1,-2 5 0,0 5 194,-2 6 0,-3 6 0,-2 4 0,0 4 0,1 2 0,1 2 0,3 0 0,0 1 0,2 2 0,1 2 0,1 1 0,2 3 0,2 3 0,7 8 0,0-1 0,0 1 0,0-1 0,0 1 0,0-1 0</inkml:trace>
  <inkml:trace contextRef="#ctx0" brushRef="#br2" timeOffset="12829.81">15064 9494 7533,'-39'-2'-342,"1"0"0,11 21 0,0 10 0,0 6 1,2 2 341,2-1 0,0 4 0,2 2 0,2 3 0,1 1-478,3 0 0,0 3 1,2 1-1,3 1 0,5-1 1,7-3 477,5-5 0,6 0 0,3-1 0,5-3 0,2-3 0,4-5 0,4-4 0,4-4 0,4-4 0,2-3 0,1-4 0,2-5-212,-3-4 0,2-5 0,3-3 0,0-3 0,1-3 0,-1-2 1,-1-1-1,-3-2 212,-1-1 0,-1-1 0,-1-3 0,0-1 0,-2-2 0,-2-2 0,-2-1 0,-3-1 0,1-5 0,0-3 0,-3-1 0,-3-2 0,-4 0 0,-5-1 0,-7 1-57,-6-7 1,-7-3 0,-6 0 0,-5 2 0,-5 2 0,-4 6 116,-7 4 0,-6 3 0,-5 3 0,-3 4 0,-2 3 0,2 4-120,-1 4 0,-3 3 0,-1 4 0,1 3 0,0 3 0,3 5-12,0 4 1,0 4 0,1 5 0,5 2-1,4 4 1,2 5 0,5 5 0,5 1-1,7 0 1,14 1 0,1 0 0,-1-1 0</inkml:trace>
  <inkml:trace contextRef="#ctx0" brushRef="#br2" timeOffset="13439.81">16528 11315 7533,'-18'-28'-855,"0"0"1,-17 1 854,9 48 0,1 20 0,8-4 0,0 8 0,2 6 0,1 1-469,4-11 1,0 2 0,1 2 0,0 1 0,1 1 0,2 0 0,2 0 326,0 2 1,2 0 0,1 2 0,1-1-1,3 0 1,3-1 0,3-2 141,3 0 0,3 0 0,2 0 0,3-2 0,2-2 0,3-3 0,3-4-109,3-5 1,2-3 0,4-2 0,2-3 0,1-3 0,1-4 0,1-3 108,4-4 0,3-6 0,2-3 0,0-3 0,1-4 0,-1-2 0,-2-1 0,-6 0 0,0-2 0,0-2 0,0-1 0,-1-3 0,-1-1 0,-2-3 0,-2-1 0,-1-3 0,-1-3 0,-2-2 0,-1-2 0,-1-1 0,-2-1 0,-1-1 0,-3 1 128,1-4 1,-1-1-1,-1 0 1,-3-2-1,-3 0 1,-3 0 0,-5-1 50,-3 0 1,-5-1 0,-2-1 0,-3 0 0,-4 1 0,-2 1 0,-2 1-158,-6-3 1,-4 1 0,-3 0 0,-4 3 0,-2 3 0,-3 3-358,1 6 1,-3 2 0,-2 2 0,-2 2 0,-1 3 0,0 2 0,0 4 334,-3 2 0,-2 3 0,0 4 0,0 2 0,1 2 0,2 2 0,-2 1 0,2 2 0,1 2 0,2 3 0,3 3 0,-6 14 0,0 0 0,0 1 0</inkml:trace>
  <inkml:trace contextRef="#ctx0" brushRef="#br2" timeOffset="14189.81">8431 7387 7533,'-27'-12'-855,"3"15"1,-1 9 854,1 13 0,1 10 0,-1 4-656,6-6 1,-1 3-1,0 3 1,1 1 0,0 2 605,2 1 1,-1 3-1,1 1 1,1 1-1,1-1 1,2 1 49,2-3 0,0 0 0,2 1 0,2-1 0,3-1 0,3-2 84,3 2 1,3 0-1,3-2 1,5-4-1,5-8-84,19 1 0,9-11 0,3-13 0,-12-12 0,1-9 0,2-5 0,0-5 0,-2-1-156,-1-2 1,0-5 0,-1-2 0,-1-3 0,-2-2 0,-3-1 167,-6 3 1,-2-2 0,-1-1 0,-2-2 0,-2 0 0,-1 0 0,-3 0 136,0-5 1,-1-2 0,-2 1 0,-4 0 0,-5 1 0,-6 4-166,-8-2 0,-7 1 1,-5 2-1,-4 5 0,-3 8-187,-10 4 1,-6 7 0,-3 7 0,2 7 202,3 6 0,-1 6 0,1 5 0,5 5 0,3 4 0,3 5 0,4 3 0,5 0 0,12 6 0,-1 1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27:32.927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A020F0"/>
    </inkml:brush>
    <inkml:brush xml:id="br3">
      <inkml:brushProperty name="width" value="0.09071" units="cm"/>
      <inkml:brushProperty name="height" value="0.09071" units="cm"/>
      <inkml:brushProperty name="color" value="#002060"/>
    </inkml:brush>
  </inkml:definitions>
  <inkml:trace contextRef="#ctx0" brushRef="#br0">27040 6668 8319,'0'-24'-1783,"-15"10"1589,11 3 145,-20 5 69,-1 11 55,3-10-58,-3 10 0,1 1 35,11-4-41,-27 9 38,29-4 24,-9 6 0,-2 2 57,1 8-82,-5 4 0,-5 4-30,6-8 0,-1 2 0,-1 1-279,-6 6 1,-2 3-1,1 0 271,7-8 0,-1 1 0,1 0 1,1 2 1,1-1 0,0 1 0,2 1 1,2 0-10,-2 9 0,3 1 1,0 2-14,4-7 1,0 0 0,1 2 0,1 1-753,2 2 0,0 2 0,1 0 0,1-2 736,0-1 1,2-1-1,-1 1 2,0-2 1,0 2-1,1-1 1,3-7-144,2-5 1,2 0 134,-6 10 0,-3 4 1,3 1-2,5-7 0,2 0 0,0 2-111,-2-1 1,0 2-1,0 0 1,0 2 125,2 2 0,0 1 0,0 1 0,0 0 7,0-1 1,0 1 0,0-1-1,0 1 115,0-1 1,-1 0 0,1 1-1,1-1-41,2 1 1,1 1-1,1-1 1,-1-3 22,0-2 0,-1-3 0,2 2-111,2 10 1,2 3 0,0-9 67,0-15 0,0 0-63,-3 13 1,-1 6 0,1-5 37,3-12 0,0 1 84,-3 10 0,0 6 0,0 0-62,1-6 1,2-1 0,0 3-56,-1-4 0,1 1 0,0 2 0,1-1 23,0 4 0,1 0 0,1 0 0,0-4 22,0-1 0,0-3 0,1 1 161,1 8 1,1 2-1,-3-7-146,-6-14 0,0 0-225,5 9 0,3 5 0,0-6 135,-3-11 0,-1-1 105,3 9 0,1 3 0,3-1-13,2-5 1,1-2 0,-1 3-78,-2 8 0,-2 4 1,2-1 73,2-6 1,1 0 0,1 0 0,-4 1-45,-2 9 0,-4 0 0,2 0 180,3-2 0,2 0 0,-3-2-30,-5-6 0,-2-1 0,1-1 1294,7 9 1,4-2-1535,4-5 0,3-1 45,-4 0 0,1-4 45,2-8 0,1-2 0,-2 2 0,1-2 0,0-8 0,1-3-90,12 6 0,3-5 0,4-7 90,-12-13 0,1-5 55,1 3 0,4-1 1,-3-5 63,-4-6 1,-4-4 0,-1-4-161,-5 5 1,-1-3-1,-1-3 1,0-1 57,-3 1 1,0-3 0,-1-2 0,0 0 0,-1-2-335,-1 3 1,-1-2 0,0-1-1,-1 0 1,0-1 0,0-1 151,0-2 0,1-2 0,-2 0 0,0 0 0,-1-1 0,0 0 150,-2-1 0,-1 0 0,0 0 0,-1-1 0,-1 0 0,-1 1 0,-1 0 0,0-1 0,-2 1 0,0 0 0,0-1 0,-1 1-276,0-1 1,0 0 0,-2 0 0,1 1 0,0-1 0,-1 0 290,1 1 0,0-1 0,0 1 0,0 0 0,0 0 0,0 2-324,0-4 0,0 2 1,0 0-1,0 1 0,0 0 144,0 3 0,0 0 0,0 0 1,0 3-1,0 2 137,1-6 0,-1 3 0,-1-3 43,1 5 0,-1-3 0,0-2 0,-1 1 0,-1 2 0,-4-3 0,-2 1 0,0 1 0,0-3 0,3 0 0,0-1 0,1-2 0,-1 2 0,-2 4 0,-2 4 0,-1 2 0,-1 2 0,2-2 78,1-2 1,0-1 0,1 2-1,0 5-168,-1 3 0,-1 0 112,1-4 1,-1-7 0,-1-1-1,0 3 113,-3 1 0,-2 3 0,1-3-68,0-1 0,-1-2 1,1-1-1,-2 1 45,0 3 1,-2 0-1,1 1 1,1 0-225,-2-9 0,1 0 0,1 3 142,2 13 0,0 2 0,1-1-150,2-4 0,2-1 0,-1 7 1539,-9-3-1734,5 3 1,-3 3-226,-9 12 360,-9 34 180,9 4 0,13 3 0,3 3 0,-7 13 0</inkml:trace>
  <inkml:trace contextRef="#ctx0" brushRef="#br1" timeOffset="1583">32914 6545 7533,'-22'-16'-570,"-1"0"0,-6-5 1,-1 0 569,0 4 0,-2 1 0,-9 0 0,1 1 0,12 4 0,-1 4 0,-3 6 0,0 7 0,1 14 0,1 7 0,3 1 0,0 4 0,-1 2-315,-1-1 0,-2 3 0,-1 1 0,2 1 315,6-3 0,0 2 0,0 0 0,1 0 0,1-2-434,-2-1 1,0-1 0,1-1-1,1 1 434,0 4 0,1 1 0,0-1 0,3-4 0,-1 0 0,1 1 0,3 2 0,0 5 0,0 2 0,1-2-800,-2 5 0,0-1 0,1 1 800,3-10 0,0 2 0,1 0 0,1 2 0,2 1 0,1 4 0,0 0 0,1-2 0,1-6-215,-5 9 0,2-1 215,3-3 0,0 7 0,1 0 0,0-4 0,1-8 0,0-3 0,0 2 0,-1 12 0,2 3 0,0-2 0,1-13 0,1-2 0,1 3 0,-1 2 0,0 4 0,0-1 0,0-5 0,-1 0 0,2 0 113,0 2 1,1 6-1,0 0 1,1-7-114,1-3 0,1 0 67,1 3 1,1 7-1,0-1 1,-1-6-203,-1-3 0,2-1 45,1 4 0,3 7 0,0 0 0,-2-6 45,-3-1 0,2-1 44,2 0 0,2 4 0,2 2 0,-1-3 92,0 6 1,-1-2-1,0 0-61,-2-4 0,-1-1 0,1 3 60,1-2 0,1 2 0,1 1 0,-2-2-332,2 7 1,-1-2 0,0-1 258,1-4 0,0-1 0,1 2-30,-2-4 0,0 2 0,1-2 1,-1-4 252,1 0 1,1 0-301,2 7 0,2 4 0,-1-3 105,-2-9 0,1 1-45,0-2 0,1 5 0,1 0 0,-4-5 45,-2-2 0,0-1 74,8 10 1,4 5 0,-4-6-120,-8-11 0,0-1 120,6 7 0,3 5 0,-3-6 60,3 7-90,6-2 0,3 0-45,-11-19 0,1-2 0,7 9 0,-1-2 135,9 9-180,-9-11 0,-3 0-180,1 1 135,7-6 0,3-3-135,-3-7-90,2-4 0,1-4 91,5-10 134,-2-7 0,0-3 0,-12 7 0,-1-1 134,4-5 1,1-5 0,-1 5-45,-4 6 0,1-1 105,-1-7 0,2-5 0,-2 5-150,-4 8 0,-1-2 120,3-10 0,1-7 0,-1 4-120,-2 8 0,-1-1 60,4-14 0,0-7 0,-2 4-195,-5 10 0,-1-1 45,1-3 0,2-5 0,0-1 0,-5 4 674,-5 0 0,-1-2-607,5-2 1,4-6-1,0-1 1,-5 6 316,-4 0 1,0 0-277,1 6 0,2-6 0,1-1 0,0 1 0,-2 6-63,2-8 0,0 0 63,-3 7 0,1-6 0,0-2 0,-1 2 0,-1 5-18,-1-7 0,-1-1-18,1 7 0,1-5 0,1-2 0,-2 1 0,-1 7 18,-3-6 0,0 0-90,0 4 0,2-6 0,0-3 0,-1 3 0,-1 6 45,-1-7 0,-2 0-153,2 6 0,-1-5 0,0-4 0,0 3 1,-1 7 107,-2-10 0,-1 0 36,1 12 0,0-6 0,0-2 0,-1 2 0,-1 4 445,-3 0 1,-2 4-1,0-2-391,2-3 0,-1-3 0,0 1 0,0 4 90,-4-8 0,-1 1 0,0 1 0,-1-3 0,3 6-90,4 10 0,2 0-23,-2-4 1,-1-6-1,0-1 1,4 6 22,3 2 0,2-1 67,-5-2 1,-2-6-1,0-1 1,2 7-68,3 2 0,0 1 150,-5-12 0,-2-6 0,2 7-150,2 15 0,0 1 149,-5-9 1,-2-4 0,0 6-60,3 10 0,-3 1 120,-6-7 0,-3-3 0,3 4-120,-5-13-30,5 14 0,-3-3 0,3 4 120,-4-10-150,4 7 0,-4-6 0,5 7-210,2-5 120,-5 2 0,-4-6 0,5 6 150,3 0-60,-1 4 0,-4-4 0,2 7-210,-2 1-135,-7-4 0,-1 3 225,6 12-495,-10 4 1,1 4 134,8 7 390,-4 14 1,-1 7-1,14-2 1,1 3 0,-7 12-1,-1 0 1</inkml:trace>
  <inkml:trace contextRef="#ctx0" brushRef="#br0" timeOffset="3367">26405 9283 11968,'-17'-19'-3132,"7"7"2230,2 6 831,8 6 730,8 17-944,2-13 383,15 23-324,-5-18-51,21 9 566,-19-11-36,16-3 0,4-3 154,-5-1-1442,1-2 1,7-2 0,-6-1 1657,8-3-493,-9 2 0,6-1 1,-5 2 206,-12 1 1,-1 1-154,21-3 0,-2 1 184,2 4-289,-13-2 1,-1 0 6,-2 3-106,5 0 1,1 0-61,-4 0 127,7-2 0,2-1 173,7 1-1289,-10 0 1,-1-1 1039,9 3-446,-13 2 1,-1 1 438,6 4 55,-5 1 0,-2 2-221,0 4 162,4-4 1,0-2-166,-2-1 185,9-4 0,4-1-67,-22-1 1,1-2 109,20 1 1,0 0 29,3 0 1,-8 3 0,0 0 86,0-2-11,1 5 1,-1-1 23,-8-4 50,11 2 1,0 0-285,-9-3 120,-2-2 0,6 0 1,-5 0-70,-7 2 0,-1-1-9,11-2 1,5-2 0,-5 2 33,-11 2 1,1 1-84,9-3 0,5-2 1,-5 2 811,-9 2 0,-1 0-771,11-1 0,4-1 0,-3 3 38,-8 2 0,1 1 13,8 0 0,5-1 1,-4 0 425,-9 1 0,1 1-407,10 0 0,5 0 1,-5-1-70,-11-2 1,1-1 14,10 2 1,6 0-1,-7 0-20,-13 1 0,-1-1 34,14-1 1,6-1 0,-6 1-91,-13 2 1,-1 0 11,15-1 0,6 0 0,-6-1 5,-15 0 1,0-1 79,15 4 0,5 0 0,-6-1-34,6-1 28,-9 1 0,7 1 1,-7 0-22,7-3-10,-9 1 1,6 0 0,-6 0 16,9-2-11,-11 0 0,5 0 1,-6 0-91,10 0 100,-9 0 0,4 1 0,-4-2 32,11-5-45,4 6 1,0-1-417,-8-10 466,0 9 1,1 2-289,-1-5 186,0 2 0,0 0 81,0 2-172,-7-2 0,-1 1 82,4 2 349,6 0-72,-15 0 152,21-6-325,-26-1-892,21-2 0,0 0 1103,-14 1-708,2 0 1,7 0 0,-6 2 589,2 3 11,6-8 0,0 0-179,-9 8-87,-3-8 0,-2 0-4,-5 8-13,19-13-281,-21 14 1534,-3-8-2066,-1 8 270,-6-9 624,7 10 2542,1-16-2346,-8 4-81,6-7 1,-15 2-1,7 6 1</inkml:trace>
  <inkml:trace contextRef="#ctx0" brushRef="#br1" timeOffset="3688">31873 9023 5824,'16'-12'0,"-4"5"0,29 2 0,-19 5 0,9 5 0,2 1 0,1-4-1639,6 11 1,2 2-746,-1-5 2302,1 6 1,-2 2 81,-6-3 0,-5 2 0,-1 0 0,-9-1 0,-1 24 0,-10-24 0,-20 9 0,-8 1 0,-3-3 0,-8 2 0,-8 4 0,3-3 0,8-6 0,-1 0 0,-6 6 0,-7 6 0,0 1 0,6-4 0,2 1 0,2 0 0,-4 4 0,0-1 0,0 0 0</inkml:trace>
  <inkml:trace contextRef="#ctx0" brushRef="#br1" timeOffset="16017">2575 8230 6633,'-27'-26'-809,"1"3"809,17 10 0,-7 6 0,-2 2 0,-9 10 0,-2 11 0,-1 8 0,8-1 0,1 4 0,-1 5-656,2 0 1,-2 6-1,0 2 1,1-1 0,2-1 626,3-4 0,1-2 0,1 2 1,-1 4 28,1-2 0,-1 5 0,-1 2 0,1 2 0,0-1 0,3-2 0,3-3-430,1 5 1,4-3 0,1 0 0,0 3 503,-1-5 1,-1 4 0,0 1 0,0-1 0,2-1 0,2-4 15,1 10 0,3-4 0,5-2-30,10 4 0,5-1 0,1-9-15,-5-11 0,5-6-45,13-5 0,11-2 0,2-3 0,-7-3 0,0-3 0,1-8-90,-3-3 0,7-4 0,4-4 0,-2-3 0,-6-5-161,-10-3 0,-3-5 0,-2-2 0,-1-1 1,1 2 250,0 5 0,0 1 0,0 0 0,-1-2 0,-2-3 0,-4-1 0,0-3 0,-2-2 0,-1-2 0,-3 1 0,-1 1 0,-3-5 0,-2-1 0,-2 1 0,-2 0 0,1 2 0,0 1 0,-1 3 0,-1-2 0,-2-4 73,-2 0 1,-2-6-1,-1-3 1,-2-1 0,-1 1-1,0 6 1,-2 6 135,-4-4 1,-2 7 0,-6-2-165,-1 4 0,-5-5 0,-3-1 0,-1 2 0,0 6 0,3 8-45,-13 0 0,-3 14-354,3 6 1,-7 5-1,0 6 1,7 7 353,5 15 0,8 11 0,0-2 0,-1-8 0,2-1 0,2 2 0,8 7 0,-1-1 0,0 1 0</inkml:trace>
  <inkml:trace contextRef="#ctx0" brushRef="#br1" timeOffset="16350">2646 8391 7533,'0'-14'-1709,"0"26"1709,-7 12 0,-2 7 0,4-5 0,-2 4-891,-6 8 0,-5 5 0,0-3 1026,-1 2 0,-1-1 15,3-4 0,0 2 0,-2 1-180,-1 1 0,0 0 0,1-3-105,3-2 0,1-1 260,3-2 1,0 2-1,3-5-125,1 10 0,24-14 0,3-17 0</inkml:trace>
  <inkml:trace contextRef="#ctx0" brushRef="#br1" timeOffset="16517">2611 8701 0,'15'-30'0,"-3"15"163,13-2 647,1 50-810,-6 9 495,-7-5 1,-1 6-706,-5-3 0,-3 3 0,3-1 288,6 4 1,-1 0-79,-7-8 0,-2 2 0,1-5 0,5-2 0,-2-5 0,-7 4 0,0-3 0</inkml:trace>
  <inkml:trace contextRef="#ctx0" brushRef="#br1" timeOffset="16650">2558 8999 7533,'-26'-31'180,"14"10"899,12-7-1214,25 13 0,9 5 135,3 1 0,3 3 0,8-1 0,2 3 0,-7 7 0,0 1 0</inkml:trace>
  <inkml:trace contextRef="#ctx0" brushRef="#br1" timeOffset="17838">10019 8019 7533,'-43'0'-1709,"6"6"1709,-7 6-828,19 2 1,-1 3 827,-1 6 0,0 3-401,3-3 1,0 2-1,1 2 821,-1 5 0,0 3 0,1 2-497,1 3 0,2 2 0,0 2 549,4-6 0,0 1 1,1 2-1,1 0-113,1 2 1,1 1 0,2 0 0,0 0 67,1 1 0,2 1 1,1 0-1,0-1-112,2-1 0,1 0 0,1 0 0,4-3-364,5 9 1,5-2-1,2-2 259,-1-5 0,1-2 0,6-2-159,7-5 1,6-3 0,1-3-22,0-6 0,2-4 0,2-2-30,7 0 0,3-4 0,0-5-183,-3-6 0,0-6 0,0-1 160,-8-1 1,1 0-1,-1-3 1,-2-2-338,7-10 0,-4-3 0,0-3 151,-8 4 1,-1-1 0,-1-2 0,-2-1 95,-1-1 1,-3-1 0,0-2-1,-2 0 158,-1-2 0,0-1 0,-2-1 0,-2 0 22,-1 0 1,-2-1-1,-2 0 1,-1 0-68,0-1 0,-2-1 0,-1 1 0,-2 0-23,-2-1 1,-1 1-1,-2-1 1,-1 2-159,-2 0 0,-2 2 1,-1-1-1,-2 1 1,-3-11 0,-3 0 0,-3 3 77,0 5 1,-3 2-1,-2 3-17,-2 3 0,-1 3 0,-2 3-7,-11-2 0,-2 6-1222,-2 7 0,-2 7 404,-4 12 1,2 8 404,4 2 1,3 5 539,3 13 0,4 4 0,6-9 0,3 0 0,6 2 0,0 1 0</inkml:trace>
  <inkml:trace contextRef="#ctx0" brushRef="#br1" timeOffset="18167">9984 8490 6633,'-10'18'-809,"-6"7"2338,6 18-1275,5-16 1,1 2 284,-1 8 1,2 1-502,-2 2 0,2 1 97,2 0 0,0-1-495,-3-2 0,0-2 266,0-4 0,0-1-1885,2 18 360,-6-12 1080,8-18 1050,0-2-511,0-21-613,0-3 1,0-23 0,0-9-1</inkml:trace>
  <inkml:trace contextRef="#ctx0" brushRef="#br1" timeOffset="18522">10019 8540 7533,'0'-19'-1350,"0"1"3599,0 5 0,0 1-900,16 0-449,11 5-541,10 1-314,-12 5 0,1 2-135,19 5 180,-7 6-1619,3 7 450,-22 12-1,-1 1 901,-26 10-137,-4-20 1,-3 0 495,-7 3 0,-1 0 0,0-3 0,0 0 45,-2-1 0,0 0 224,-13 11 901,11-7-361,11-7-539,16-6-180,16 1 89,11 5 181,11 1-180,5 0 0,-8 4-90,-8 2-180,-9-4 179,-10 8 631,-24-10-2339,-19 0 809,9-9 1,-3-2-916,-6-1 0,-1-1 1545,9 0 0,0 0 0,-3 0 0,1 1 0,-16 5 0</inkml:trace>
  <inkml:trace contextRef="#ctx0" brushRef="#br1" timeOffset="25967">14252 2938 7533,'-35'-26'-1619,"15"8"1529,-3 18 90,21 12 0,25 13 0,-7-5 0,23-9 0,10-9-972,-13-5 1,0-5 0,0 1 971,-3 0 0,-1 0 0,3-1 0,2-1 0,3-2 0,1 0 0,-4 1 152,-2-2 1,-2 2 0,1 0-153,2 2 0,2 2 0,-2-1 0,10-3 0,-6 4 0,-5 11 0,-59-3 0,-15 7 0,-10 4 0,14-6 0,-2 1 0,-3 0 0,-1 0 244,4 1 0,-3-1 1,0 2-1,0-1 0,1 1-244,-7 2 0,0 1 0,1 0 0,2-2 0,-2 1 0,2-2 0,6 0 105,3 1 0,17-4-105,34-10 0,17-5 0,-3-2 0,6-4 0,3-1 0,1 0-348,-2 1 1,2 0-1,1-1 1,1 0 0,1 0 347,-1 1 0,2 0 0,0 0 0,1 0 0,-2 0 0,-2 1-178,-1 1 1,-1 0 0,-2 1 0,0 0 0,-1 2 0,4 1-1,-1 2 1,-2 1 0,-4 1 0,4 1 0,0 0 0</inkml:trace>
  <inkml:trace contextRef="#ctx0" brushRef="#br1" timeOffset="29883">14182 3867 7533,'-18'0'-1619,"-7"0"1529,-11 6 90,-1-5 0,-6-1 0,23-7 0,36 0 0,25-1 0,12 0 0,-17 2 0,2 0 0,2 0 0,1-1-192,-3 0 0,2 0 1,0-1-1,0 0 0,0-1 192,8-1 0,-1-2 0,0 1 0,-3 0 0,3 0 0,-2 0 0,-4 2 0,2-1 0,-7 2 0,-3 2 0,-49 12 0,-17 1 0,-10 4 0,1 1 0,-4 3 0,-1 0-148,7-3 1,-2-1 0,0 1-1,1 0 148,2 1 0,-1 0 0,2-1 0,4 0 0,-16 1 0,20-1 898,30-7-898,19-8 0,18-9 0,3-2 0,-4 3 0,2-2 0,2 0 0,1-1-150,-4 1 0,1-1 0,1 0 0,-1-1 0,-2 1 150,2-2 0,-1-1 0,-1 1 0,-2 2 0,6 0 0,-2 3 0,-14-2 0,-20-3 0,-28 17 0,-15 9 0,-4 1 0,-6 4 0,-2 0-83,5-3 1,-1 0 0,-1 0 0,1 1 82,2 0 0,0 2 0,1 0 0,5-2 0,-20 7 0,26-10 0,52-19 0,24-9 0,1 1 0,-9 5 0,0 1 0,5-2 0,5-3 0,0-1 0,0 1 0,0-1 0,0 1 0</inkml:trace>
  <inkml:trace contextRef="#ctx0" brushRef="#br1" timeOffset="33989">2134 8404 5824,'-17'0'0,"7"5"0,-14-3 0,13 3 0,-23-5 90,15 0 90,-15 0 179,7 0 541,-8-11-271,-1-3 361,1-11-181,0-5-445,0-2-94,17 14 0,0-1 0,0-2 0,1-1 89,-3-22-179,4 20 0,1-1-45,12-2 0,2-1 45,-10-3 0,-1 0-356,2 0 1,2-2 220,2-3 0,0-1 45,-2 6 0,1-1-45,2-4 0,2-1-90,2 3 0,0-1 0,-4-2 0,2 0 135,6 0 0,2 0-528,-5-6 1,2 0 392,5 0 0,1-2 105,-2 12 0,0 0 0,0 0-15,3-14 0,2 0 45,1 1 0,1 0-45,0 5 0,0 1 0,-4-1 0,1 2 0,6 1 0,1 1 0,-3 0 0,0 0-45,7 2 0,1 1 45,-4 2 0,1 2 0,10 2 0,1 1 0,-7-1 0,1 1-90,6 4 0,1 1 0,0-3 0,-1 2 45,-8 6 0,3 2-372,12 1 0,0 3 372,-13 1 0,1 2 0,13 1 0,1 2 0,-12 1 0,0 1-45,11-1 0,1 2 45,-7 2 0,1 0 45,6 0 0,0 0-45,-7 3 0,-1 0 45,3 0 0,0 1 0,-6 1 0,-1 2 0,7 2 0,1 0 45,-8 1 0,1-1 45,2 1 0,0 0 45,-7 1 0,-1 1 277,22 7-187,-9 0-1,-13-1 1,-1-1 0,8 0 45,-4 7 0,-1 2-45,6 3-1,-9-3 1,1 2-90,-4-6 0,-1 0-45,1 3 0,-1 0 45,11 13 179,-7-7 1,-1 2-225,-9-9 0,0 0 45,9 9 0,1 1 0,-11-3 0,-1-1 83,5-2 1,-2 0-174,-6 3 0,-2 1 45,0-2 0,-1 1-180,-2 3 0,-2 0 45,2 0 0,-2 0-45,-1 4 0,-3-1 0,-3-2 0,-2-1 45,1 0 0,-2-1-90,-5-1 0,-1-2 0,3-1 0,1-1-360,-5 0 0,0-1 180,1-2 1,-1-1-618,1 2 0,-1-2-553,1-4 1,-2-1 539,-2-1 1,-1-1-1979,-7 8 1799,-4-6 1079,7 5 0,7-10 0,-7 3 0</inkml:trace>
  <inkml:trace contextRef="#ctx0" brushRef="#br1" timeOffset="34356">3069 7710 7533,'0'-25'-1709,"0"5"1709,8 8 719,-6 12 1620,6 35-1170,-14 1 1,-4 7-601,4 0 1,0 3 0,-1-2-617,-2-9 0,0-2 0,-1 2 346,-1 7 1,-1 1 0,2-8 420,-2 1 359,-4 10 181,24-32-181,18-3 270,19-28-1267,-11 3 1,2-3-578,0-5 1,1-2 89,6-1 0,0 1-585,-15 7 1,1 2 359,13-1 1,-2 3 32,1 5 1,-11 2-1,-1 1 1,6 5-1</inkml:trace>
  <inkml:trace contextRef="#ctx0" brushRef="#br1" timeOffset="36017">3246 8900 7533,'-36'-7'-1709,"17"1"1709,3 6 0,16 0 0,0-6 0,8 5 0,9-10 0,13 0 0,7-1 0,0-2 0,5-1 0,3 0-407,-2 0 0,3 0 0,3 1 0,1 0 481,-10 3 1,1 2 0,2-1 0,0 1 0,1 0 0,0 0-340,2 1 1,0 0 0,1 1 0,1 0 0,0 1 0,1 0 264,-4 0 0,1 2 0,0-1 0,1 1 0,-1 0 0,-1 0 0,-3 0-305,5 0 1,-2 0 0,-2 1 0,1-1 0,3 0 409,0 0 0,2-1 0,1 0 0,0 0 0,-1 0 0,0 0 15,-7 1 0,0-1 0,-1 1 0,0 0 0,1-1 0,2 1-189,2-1 1,2 1-1,0-1 1,2 0-1,0 0 1,0 1 0,-1 0 135,-4 1 0,0 0 1,1 1-1,0-1 1,-1 1-1,1 0 1,-1 0-1,0 0 10,5 0 0,-1 0 0,1 1 0,-1-1 1,0 1-1,-1-1 0,0 1-13,-4 0 1,0 0-1,-1 0 1,0 0 0,-1 1-1,1-1 1,0 0-5,7 1 0,-1 0 0,1 0 0,0 0 0,-1 0 0,-1-1 49,-4 0 1,0-1 0,-1 0 0,0 0-1,-1 0 1,0 0 16,7 0 0,-1 1 0,0 0 0,0-1 0,-1 1 17,-2 0 1,0-1 0,-1 1 0,-1 0 0,-3-1-84,6 1 0,-4-1 0,1 0 30,7 0 0,0 0 0,-3 0 496,-10 0 1,-2 0 0,1-1-437,10-1-1,3 0 1,-1 0 90,0 1 0,0 1 0,-1 0-60,1 0 0,0 0 0,-5 1-90,0 1 0,-1 0 0,-8 0 0,2 0 0,0 0 269,8-1 1,2 2 59,-8 0 1,1 1 0,1 0 149,2 0 1,0 1 0,-2-1-435,6 1 0,-2 1 90,-1-1 0,-2-1-135,-13-2 0,-1 0 45,10 0 0,3 0 708,0 3 0,0 0-933,-2-3 0,-2 1 90,-7 2 0,-5 0 291,0-3-3568,-24 0 520,-8 0 58,-18 5 2699,1 1 0,-2 1 0,-15 1 0,18-2 0,-1-1 0</inkml:trace>
  <inkml:trace contextRef="#ctx0" brushRef="#br1" timeOffset="36301">8996 8069 7533,'17'-14'-1709,"9"14"3148,1 14 90,8 7 0,5 5-660,-8-8 1,1 1 0,2 2-435,4 4 1,2 3 0,-2 0 73,2-1 1,-1-1 0,-7 2 119,-2 6 1,-15 1-675,-28-1 0,-17-2-775,1-13 1,-7-2 0,-4-2 0,-2 1 624,-2 2 1,-4-1-1,-1 0 1,0 1-1,1-1 1,3 0 0,1 0-1,1-1 1,-1 1-1,1 0 1,0 1 0,-1 1-1,1-1 1,0 0-1,-1 0 1</inkml:trace>
  <inkml:trace contextRef="#ctx0" brushRef="#br1" timeOffset="39451">22666 4586 7533,'-10'-40'-1619,"2"11"1529,16 18 90,18 6 0,5 3 0,6-5-551,2-1 0,9-3 0,2-3 551,-11 1 0,1-2 0,1-2 0,0 0 0,-2 1-461,1-1 1,-2 2 0,0-2 0,5-2 460,-2 1 0,5-2 0,2-2 0,2-1 0,-2 1 0,-4 2 0,-5 2-654,6-3 1,-5 2-1,4-1 654,-6 3 0,4-2 0,3-1 0,-1 0 0,-2 2 0,-4 1 0,6-2 0,-4 2 0,1 0 0,-2 0 0,-1 1 0,0-1 0,0 0 0</inkml:trace>
  <inkml:trace contextRef="#ctx0" brushRef="#br1" timeOffset="40017">26070 2194 7533,'-18'-23'-855,"-1"-1"1,-6-16 854,56 28 0,-2 2 0,8-2 0,3-1 0,-3 2-1093,3 2 1,-2 2 0,4-3 615,-6 0 0,2-1 1,2-2-1,0 1 0,-2 0 477,0 1 0,-1 1 0,0 0 0,3-1-28,-2-1 1,1-1 0,2-1 0,1 0 0,0 1 0,0 0 27,1 1 0,1 1 0,0 0 0,0 0 0,0-1 0,-1 0 0,-1 0 0,-1-2 0,1 0 0,-2 1 0,0 0 0,-2 1 0,6 0 0,-1 0 0,1 0 0,0 0 0</inkml:trace>
  <inkml:trace contextRef="#ctx0" brushRef="#br1" timeOffset="41483">26158 2863 7533,'-17'0'0,"7"0"-900,2 6 91,8-5 809,0 16 0,16-15 0,11 15 0,11-16 0,0 2 0,6 0 0,-9-3 0,2 0 0,-1 0-352,12-2 1,2-2 351,-2 1 0,5-1 0,-7-1 0,-11-1 0,0-2 0,8-1 0,5-1 0,-6 0 0,-10 3 0,-1-1 0,9-5 0,4-4 0,-6 2 0,-11 4 0,-1-2 0,6-8 0,4-4 0,-4 2 0,-7 8 0,-1-1 0,-1-9 0,0-5 0,-3 5 0,10-7 0,-12-10 0,-3-1 0,-5 10 0,-14-10 0,-8 0 0,-10 12 0,-1 9 0,-7-1 0,1 4 0,4 7 0,-3 2 0,-14-2 0,-9 1 0,-3 5 0,14 8 0,-2 4 0,-1 3 0,0-1 0,2-1-474,-3-2 1,2-2-1,-1 1 1,-3 5 473,7 1 0,-3 2 0,-3 3 0,1 1 0,1-1 0,4 1 0,5-3 0,-5 4 0,7-1 0,-3 4 0,1 0 0,-3 3 0,-1 3 0,3-2 0,7-2-1240,-1 7 1,5 0 1239,-8 10 0,7 0 0,17 9 0,8-4 0</inkml:trace>
  <inkml:trace contextRef="#ctx0" brushRef="#br1" timeOffset="46001">10266 8019 5824,'-20'0'0,"5"0"0,15 0 0,-8-5 0,6 4 0,-14-10 0,6-7 0,-15-20 449,14 9 1,2-4 269,-4-9 1,1-2-211,7 11 1,2 0 0,1-2-309,-1-5 0,-1-1 0,3 0 128,2-3 1,3 0 0,-1 1-150,-1 2 0,0 2 0,4-2-203,3 1 1,4-2-1,1 1 1,-1 4 157,2-10 0,3 1-158,0 8 1,5-4-1,-1 2 1,-3 5-23,-2 4 0,0 1 67,1 0 1,3-5-1,1 1 1,-3 3 157,2-6 0,-1 3-487,6-7 0,1 1 667,2 4 0,-1 3-180,-9 13 0,1 0-46,5-4 1,3-1-976,1 4 1,4 1 0,-5 1 840,11-11 90,-10 15 0,5 1 0,-1 3-1129,7 3 1,-1 4 993,-8 0 0,1 1 8,12-2 0,2 4-98,1 8 0,-2 3 135,-17-6 0,1 1 0,5 5 0,3 2 0,-3 1 405,4 5 0,-5 1-222,-7-5 0,-1 1 176,7 4 1,1 2 180,1 5 0,-2 0-360,-9-10 0,-1 1-1,2 4 1,2 3 0,-1 0 240,1 1 0,0-1 0,-4-1-196,-3-3 1,0 1 16,9 13 1,5 7-1,-6-4 74,-11-9 0,-1 1-76,5 5 1,1 2 0,-3-2-59,-6-5 1,-3 1 57,3 2 1,0 3 0,-4-5 2164,-6 5-2224,1-4 0,1 5 0,-3-1 90,-8 7 0,-2-1-181,4-4 1,-2 1 90,-4-2 0,-4 2 0,0-3 791,-3 2 1,-1-2-1017,-3 6 0,-1 1 0,-1-3 0,-3 0-1048,2-8 1,-2-1 0,2-1 471,3-3 1,-1 0-130,-6 1 0,-5 2 1,1-5-467,2-6 1,-2-3 122,-1 0 1,-3-1 0,2 0-238,-8 0 0,1-2-309,6-2 1,4-2 1557,-1-3 1,23 1 0,2 0 0</inkml:trace>
  <inkml:trace contextRef="#ctx0" brushRef="#br1" timeOffset="46684">11289 7846 6183,'10'-14'-359,"-2"3"359,-8 11 719,0 0 1,0 6 494,-18 9 0,-4 4-584,5 6-271,-6-4 1,-6 3 0,0 0-1369,-7 8 0,0-1 1278,2-3 1,-1-1 120,8-5 0,-2 0 0,3-2-109,2-4 0,3-1 79,-9 11 90,-1-2-360,29-6-1239,2 12 1599,2-14 1711,29 23-1352,-2-30 1,3-3-81,-6 4 1,1-1-820,4-1 0,3 0 0,-1-2-1549,5 1 1,-3 0-1,-6 2 1,0 1 1137,17 7 0,-3 1 1,-10 4-1,-4-4 1,1 0-1</inkml:trace>
  <inkml:trace contextRef="#ctx0" brushRef="#br1" timeOffset="47251">11606 7957 7533,'-27'0'-1709,"9"6"1709,3-5 0,13 5 0,-14-1 0,6-3 0,-23 14 0,11-13 0,-5 10 0,-3 2 0,-1-6 0,-9 10 0,-2 2 0,-1-4 0,1-1 0,1 2 0,2 1 0,-4-5 0,18-3 0</inkml:trace>
  <inkml:trace contextRef="#ctx0" brushRef="#br1" timeOffset="49017">9472 9172 6183,'0'-19'-359,"0"7"359,8 6 0,-6 6 0,6 0 0,-16 0 0,-10 6 0,6 0 90,-27 12 449,2 7-539,6-4 135,-4-4 0,-1 0 135,-5 4-180,14-9 0,-1 0 135,-5 1 0,1-2 224,-7 3-449,-6 4 270,17-12 0,-1 0 180,-18 6-315,9-5 0,-2-1-341,12-3 1,-1 1 250,-17 4 0,2 0-135,1-5-90,0 3 0,-9 2 1,2 0 89,10-1 0,2-1 0,-2 0-131,-4-1 0,-2 0 0,-1 1 108,3 1 1,-3 3-1,1-1 1,5-2-397,5-3 1,4-2 0,-2 1 567,-9 4 1,-1 2 0,-1-2 90,1-2 0,0-1 0,1 0 0,5-1 0,1 1 0,0 0-120,3 1 0,1-1 0,-4 0-156,-1-1 0,-3 0 1,-1 0-1,3 0 6,0 1 0,1 1 1,-1-1-16,0-2 0,-3 0 0,1-1 0,2 0 45,2 1 0,2 0 0,0 0 150,-2-2 0,0 0 0,5 0-105,7 0 0,-1 0 15,-12 0 0,-6 0 0,2 0 210,-6-3 0,0 0-180,13 3 0,0 0 0,-2-1 120,-6 0 0,-2-1 0,1 0-1,4 0 1,1 0 0,-1 0-60,-8 0 0,0 0 0,-1-1 120,-1 0 0,1-2 0,1 1-90,6 0 0,1 0 0,0-1-68,0 1 0,0 0 0,0 1-22,-3 0 0,0 1 0,0 0 0,0 0 0,0 0 0,-1 1 0,1 0 0,-1 2 0,1-1 269,0-2 1,0 1 0,1-2-120,-2 0 0,1-2 0,1 1-286,5-1 1,2 1 0,0-1 179,-8-1 1,0 0-45,-7-1 0,4 3 1379,2 2-1379,11-1 0,-7-2 0,3 2 135,-9 2 0,1 1-319,10-4 0,-1 0 0,1 1 184,-9 2 0,1 0 257,2-4 0,2-1-77,11 3 0,1-1-135,1-1 0,-1-2 832,-4 1 0,0 0-697,8-4 0,1 2-270,-12 3 0,-1 1-135,1-2 1,0 2 44,-1 3 0,1 2 270,3-1 0,1 0 1432,-14 0-1522,17 0 0,-1 0 983,-10 0-758,9 0 0,0 0-225,-8 0 180,-3 0-90,29 0-270,-19-6 270,27 4-450,-12-3-989,9 5-630,5 0 1259,-6 0-2557,0 0 2507,6 0 500,-6 0 270,8 0 0,0 5 0,-8 8 0,-2 6 0</inkml:trace>
  <inkml:trace contextRef="#ctx0" brushRef="#br1" timeOffset="49566">3704 9135 5824,'0'-26'0,"-8"8"0,6 12 0,-21 6 629,-12 11 90,-2 0 1,-5 3-270,5 2 0,-2 3 0,0 1-139,-6 1 1,-1 0-1,1 2 199,4 0 0,2 0 0,2 0-106,-7 1 1,9 1 135,18 17 269,30-21 1,9 0 44,9 8 1,3-2-765,-6-6 0,0 0-450,5 9 0,-1 1-1279,-2-6 1,1 1 1379,-2 6 1,2 4 0,-1-1 0,-4-7-1,0-1 1,-2 1 0,1 6 0,0-1-1,0 1 1</inkml:trace>
  <inkml:trace contextRef="#ctx0" brushRef="#br0" timeOffset="54835">1182 18133 18650,'-28'-27'-3277,"11"-2"0,9 16 0,16-5 3437,-6 11 918,21 7-1279,-3 23 0,-1-1 0,-3 14 0</inkml:trace>
  <inkml:trace contextRef="#ctx0" brushRef="#br2" timeOffset="70805">3210 8875 5914,'-37'-21'-90,"12"-1"90,1 21 0,12-5 0,-5 6 0,1 0-3277,14 6 3162,2-5 115,25 4 0,5-5 0,13-7 0,4-2 0,-16 4 0,1 0-64,15-6 0,0-1 0,-19 5 0,-3 1 0,18-6 0</inkml:trace>
  <inkml:trace contextRef="#ctx0" brushRef="#br2" timeOffset="71700">4216 7982 5824,'-8'-14'0,"-2"3"0,-8 6 0,1 3 0,-17 8 0,12 18 0,-1 10 0,4-6 0,0 3 0,3 1 269,1 4 1,3 1 0,1 0-373,-4 11 1,7-4 147,8-14 0,8-6-495,25-5 180,1-37 1,2-14 269,-4-3 0,-3-5 0,-5 7 0,0-2 0,-5 0 0,-8-2 0,-3 0 0,-2 5 0,4-11 360,-10 3 1349,-10 34-90,1 50-1145,1-5-1059,5 5 1,6 2-271,4-18 1,1-3 674,4 24-3097,21-26 3046,-5-16 0,-9 4 0,-3-4 0</inkml:trace>
  <inkml:trace contextRef="#ctx0" brushRef="#br2" timeOffset="72200">4498 8243 5914,'-10'-7'-90,"2"1"180,8 17 719,0 19-359,0-1-270,0-2 0,0-1-180,0-10-1260,0 6 1035,0-48 1,0-14 224,0 7 0,4-17 0,0 2 0,-2 25 539,6-5-89,-8 28 1079,0 6 360,0 34-1079,0 2-1575,-4-6 1,0 2-316,3-7 1,0-1 1079,-3-3 0,0-3 0,4 14 0,0-15 0</inkml:trace>
  <inkml:trace contextRef="#ctx0" brushRef="#br2" timeOffset="72917">4886 7685 5824,'-37'26'0,"11"3"0,12 7 0,5 8 449,6-9 1,3 2 0,-1 2-1543,-4 8 1,-2 1 0,3-1 417,4-9 1,3-1-1,2 0 285,4 0 1,2-1-1,2-6 832,2-9 1,2-2-443,7 12 0,3-4 0,8-15 0,0-6 0</inkml:trace>
  <inkml:trace contextRef="#ctx0" brushRef="#br2" timeOffset="73866">5027 8007 7533,'-8'-19'-1709,"6"1"1709,2 5 0,18-10 0,9-3 0,1 0 0,-3 8 0,-15 12 0,6 17 0,-6 20 0,-4 4 0,-3 8 0,-3-3 0,-3 3 0,-1-1-1093,-2-1 1,-1-1 0,0-1 1053,1-3 1,-1 0 0,0-5 38,-2-2 0,3-5 0,6-5 0,-8-6 0,6-8 0,2-16 0,2-8 0,6-13 0</inkml:trace>
  <inkml:trace contextRef="#ctx0" brushRef="#br2" timeOffset="74088">5186 7896 5914,'16'-14'-90,"-5"3"90,15 16 0,-9 2 0,1 5 0,0 12 0,-9-3 0,-9 14 0,-17-3 0,-4-8 0,-1 0 0,6-3 0,0-2 0,-6-3 0,3 0 0,9 6 0,10-26 0,10 2 0</inkml:trace>
  <inkml:trace contextRef="#ctx0" brushRef="#br2" timeOffset="74301">5380 8057 5824,'18'0'0,"7"0"0,2 0 0,1 0 0,-3 0 0</inkml:trace>
  <inkml:trace contextRef="#ctx0" brushRef="#br2" timeOffset="74455">5415 8156 0,'-19'7'0,"3"4"163,16-10-163,47-7 0,-12-2 0,-4-3 0,-1-1 0,3-8 0</inkml:trace>
  <inkml:trace contextRef="#ctx0" brushRef="#br2" timeOffset="74816">5697 7821 7533,'-9'-7'-1709,"1"1"1709,8 12 0,0 12 0,0 14 0,0 18-425,-4-20 0,0 1 425,3 3 0,0 1 0,-7 2 0,0 0 0,7 0 0,0 1 0,-3 5 0,0-1 0,4-14 0,0-1 0,0 2 0,0 0 0</inkml:trace>
  <inkml:trace contextRef="#ctx0" brushRef="#br2" timeOffset="75634">5838 8329 5824,'10'17'0,"-2"-13"0,-16 29 0,-2-18 0,-7 15 0,-1-5 0</inkml:trace>
  <inkml:trace contextRef="#ctx0" brushRef="#br2" timeOffset="87866">6191 7846 5824,'-10'18'0,"3"18"0,17-2 0,3 4 0,-9 4 0,-2 2 0,6-4 0,2 2 0,-4-3 0,-9 0 0,-2-3 0,5-2 0,-2-9 0,-6-20 0,16-51 0,3 1 0,3-4 0,-5 16 0,0-1 0,3 0-222,3-6 0,3 0 1,0 6 221,-4 8 0,1 5 0,18-12 0,-15 33 0</inkml:trace>
  <inkml:trace contextRef="#ctx0" brushRef="#br2" timeOffset="88051">6473 7933 5824,'40'-7'0,"-31"1"0,39 6 0,-39 0 0</inkml:trace>
  <inkml:trace contextRef="#ctx0" brushRef="#br2" timeOffset="88201">6544 8044 7533,'-20'12'-1709,"5"-5"1709,15-1 0,39-23 0,-14 2 0,1 1 0,-1-2 0,1-9 0</inkml:trace>
  <inkml:trace contextRef="#ctx0" brushRef="#br2" timeOffset="88451">6773 7871 6633,'-13'29'-240,"-1"1"0,2-1 1,6 1 194,10 2 0,8-6 45,25-12 0,-17-32 0,-1-8 0,4-1 0,-4-3 0,-15-17 0,-7 1 0,2-3 0,-33 18 0,13 44 0,-5 16 0,18 13 0</inkml:trace>
  <inkml:trace contextRef="#ctx0" brushRef="#br2" timeOffset="88784">7020 7536 6633,'43'-3'1259,"-23"20"1,-2 7-496,1 5 1,-3 5-1328,-7 10 1,-4 7-1,-1-5 698,1-5 0,-3 0-225,-5 4 0,-5 5 0,-4-2-1003,-3-9 1,-3-2 0,-2 0 1047,-3 3 1,-2-1-1,-2 0 1,1 0 0,-1-2-1,0-3 1,-7 2 0,0 0-1</inkml:trace>
  <inkml:trace contextRef="#ctx0" brushRef="#br2" timeOffset="102983">1976 5727 6183,'-18'-13'-359,"0"6"359,1-4 0,-1 10 0,-7-5 0,-11 17 0,10 11 0,-1 8 0,7 0 0,2 4 0,1 3-205,6 0 1,1 3 0,1 1 0,2-2 234,-2 3 0,2-2 0,8-1-244,9 3 0,7-1 0,5-14 169,2-16 0,2-12 45,6-14 0,1-12 0,-3-1 0,-3-7 0,-5-6 0,-7-2 0,-2-9 0,-1-1 0,-3 9 0,-3 6 0,-3 2 300,0-5 0,-2-4 0,-5 13 779,-5 17-269,-1 20 89,2 39-764,10 4 0,4 2-1175,-1-16 0,0-2-490,-2 7 1,3-4 1496,18 6-686,-5-13 719,17 4 0,-1-21 0,0-18 0</inkml:trace>
  <inkml:trace contextRef="#ctx0" brushRef="#br2" timeOffset="103284">2240 5937 5824,'18'0'0,"7"-5"0,-5 3 0,5 2 0,-15 18 0,-18 19 0,0-12 0,-3 1 0,-3 3 0,0-1 0,-3 5 0,48-17 0,-13-23 0,5-1 0,3-2 0,7-9 0,4-5 0</inkml:trace>
  <inkml:trace contextRef="#ctx0" brushRef="#br2" timeOffset="104418">2663 5392 6183,'-8'29'-120,"-1"1"0,-1 11 1,2 5 119,4-6 0,1 3 0,0-1-1093,0-8 1,1-1 0,0 1 297,1 6 1,0 2-1,3-3 885,0 3 0,3-2 280,2-6 1,2 0 0,1-1-461,3 10 0,3-3 540,5-10 1,1-5-451,6-2 0,-3-28 0,-7-9 0</inkml:trace>
  <inkml:trace contextRef="#ctx0" brushRef="#br2" timeOffset="104872">2822 5676 5824,'6'-19'0,"14"2"0,25 10 0,-8 12 0,-12 9 0,-9 33 0,-14-17 0,-2 3 0,5 5 0,-2 1 0,-6-4 0,-2-1 0,5 7 0,-2-1 0,-10-9 0,1-1 0,9 8 0,0-2 0,-22 8 0,14-20 0,1-24 0,1-18 0,8-8 0</inkml:trace>
  <inkml:trace contextRef="#ctx0" brushRef="#br2" timeOffset="105106">2963 5578 5824,'27'-4'0,"-1"1"0,19 8-3277,-9 9 893,-19 5 3793,-17 10-1409,-17 14 0,0-17 0,-2 0 0,-3 5 0,-1 0 0,4-4 0,1-4-353,-7 3 1,17-9 0,8-17 0</inkml:trace>
  <inkml:trace contextRef="#ctx0" brushRef="#br2" timeOffset="105256">3122 5739 5824,'43'0'0,"-13"-6"0,3 5 0,-15-4 0,-9-1 0,-1-1 0</inkml:trace>
  <inkml:trace contextRef="#ctx0" brushRef="#br2" timeOffset="105401">3175 5863 7533,'-10'33'-1709,"2"-4"1709,16-22 0,10-7 0,17-18 0,-5 3 0,3-14 0,-16 9 0</inkml:trace>
  <inkml:trace contextRef="#ctx0" brushRef="#br2" timeOffset="105601">3404 5528 9602,'0'48'389,"0"-1"1,0-10 0,0 0-1245,0 9 1,0 1-765,0-5 1,0 1 1618,0-8 0,0 2 0,0-1 0,0 8 0,0-2 0,0-9 0,0 0 0</inkml:trace>
  <inkml:trace contextRef="#ctx0" brushRef="#br2" timeOffset="106000">3634 6160 5824,'-18'32'0,"0"9"-820,1-19 1,-1 7 0,0-17 0</inkml:trace>
  <inkml:trace contextRef="#ctx0" brushRef="#br2" timeOffset="106550">3828 5603 5914,'-10'-13'-90,"2"6"90,16 29 0,0 7 0,1 4-148,1 0 0,0 3 148,-1-2 0,0 3 0,-1-2 0,-3 5 0,-1-3 0,1-3 0,-2-3 73,-11 16 557,6-29 179,-13-12-1169,13-28-45,0-1 1,4-5 269,8-12 0,5-2-100,2 0 1,3 1 234,6 3 0,1 3 0,-8 14 0,0 4 0,1 1 0,1 3 0,6 0 0</inkml:trace>
  <inkml:trace contextRef="#ctx0" brushRef="#br2" timeOffset="106689">4128 5676 5914,'-20'0'-90,"4"0"90,16-5 0,16 4 0,4-5 0,7 12 0,-2 0 0</inkml:trace>
  <inkml:trace contextRef="#ctx0" brushRef="#br2" timeOffset="106855">4145 5863 6633,'-19'7'-809,"-5"-2"809,22-5 0,18 0-3277,-3-5 2302,29-8 1190,-7-17 0,-6 2 0,5-7 0</inkml:trace>
  <inkml:trace contextRef="#ctx0" brushRef="#br2" timeOffset="107023">4339 5503 5824,'0'36'764,"-4"-9"1,0 1-406,3 2 1,0-1-900,-3 2 1,1 0 44,2 5 1,2-1 404,-2-8 0,2-1 90,2 3 0,1-1 0,-2 8 0,6-24 0,-8-6 0</inkml:trace>
  <inkml:trace contextRef="#ctx0" brushRef="#br2" timeOffset="107401">4480 5354 5824,'47'17'1484,"-20"7"0,-5 6-405,-10-1 1,-4 4-631,-1 0 1,-1 5 0,-1-2-540,-3 12 0,-4-1-407,-4-8 1,-3 1 0,-2-2-464,-2-4 1,-2-2 0,-2-1 549,0 1 0,-1-1 1,-2-4-1,-10 3 1,-1-3-1,5-3 0,-1 0 1</inkml:trace>
  <inkml:trace contextRef="#ctx0" brushRef="#br2" timeOffset="128668">5221 7127 5824,'-19'-25'0,"3"6"0,8 7 0,-2 6 0,-7 17 0,-4 19 0,0 9 0,7-8 0,1 3 0,1 0-81,0 1 1,2 1 0,3-1 80,2 12 0,12-11 0,16-27 0,7-11 0,3-20 0,-2-10 0,-1-6 0,-5-4 0,-8 6 0,-3-3 0,-4 2 0,-3-1 0,-4 5 270,-3-3 719,0 55 1,-2 14-631,-2 14 1,0 4-390,3-18 0,0 1 1,3 0-731,3 5 1,3 0-1,3-7 760,18 4 0,-11-17 0,2-4 0,13-9 0</inkml:trace>
  <inkml:trace contextRef="#ctx0" brushRef="#br2" timeOffset="129084">5556 7325 6633,'-19'-5'-809,"3"3"809,32-3 0,3 5 0,17 0 0,-9 17 0,-33 14 0,0 9 0,-27-3 0,23-8 0,10-15 0,10-2 0,15-6 0,3-6 0,-1 0 0,-9 16 0,-42 10 0,-7 7 0,5-18 0,-1-5 0,0-4 0,3-19 0,14-6 0</inkml:trace>
  <inkml:trace contextRef="#ctx0" brushRef="#br2" timeOffset="129334">5980 6817 6183,'-18'22'472,"0"0"0,5 6 1,1 4-1,2 2-22,-1 7 0,1 3 0,4 2-862,2-6 1,2 3 0,2-1 0,4-2-249,3 2 0,5-3 1,4-4 604,5-7 1,4-2-1,1-6 1,7-2 0,1-9-1,-1-12 1,1-1 0</inkml:trace>
  <inkml:trace contextRef="#ctx0" brushRef="#br2" timeOffset="130584">6174 6990 6183,'-10'-5'-359,"2"4"359,8-10 0,16 9 0,19-9 0,-4 10 0,10 1 0,-31 12 0,-2 24 0,-8 4-820,-8-9 1,-5 8 0,-1 1 0,2-7 761,2-2 1,0-1 57,-6 12 0,-2 5 0,3-12 0,8-16 0,7-7 0,0-12 0,0-12 0,0-7 0</inkml:trace>
  <inkml:trace contextRef="#ctx0" brushRef="#br2" timeOffset="130800">6315 6941 7533,'19'-7'-1709,"5"2"1709,-7 16 0,3 8 0,-2 2 0,-18 18 0,-18-5 0,-2 10 0,-7-11 0,-2-2 0,3 1 0,2-7 0,7-5 0,17-13 0,10-1 0</inkml:trace>
  <inkml:trace contextRef="#ctx0" brushRef="#br2" timeOffset="130967">6509 7102 7533,'-10'7'-1709,"2"-1"1709,16-6 0,17 0 0,-3 0 0,11 5 0,-15 2 0</inkml:trace>
  <inkml:trace contextRef="#ctx0" brushRef="#br2" timeOffset="131106">6509 7337 6633,'-10'8'-809,"2"-3"809,16-5 0,2-5 0,23-8 0,-11-1 0,11-4 0</inkml:trace>
  <inkml:trace contextRef="#ctx0" brushRef="#br2" timeOffset="131401">6844 7053 7533,'-37'17'-1350,"3"8"1665,23 1 0,5 2-765,4 9 360,4 5-269,23-31 269,3-17 90,7-17 0,-8 6 0,-16-12 0,-4-4-3277,1-10 3219,-11 18 1,-2 0 57,-5-10 0,-15 23 0,5 16 0,-5 20-568,15 11 1,10 2 0,10-13 0</inkml:trace>
  <inkml:trace contextRef="#ctx0" brushRef="#br2" timeOffset="131539">6967 7151 7533,'0'39'-1439,"0"-8"1528,0-8-358,0-4 179,0 0 90,8 5 0,10-16 0,9 3 0</inkml:trace>
  <inkml:trace contextRef="#ctx0" brushRef="#br2" timeOffset="131788">7179 6929 7533,'-8'24'-1529,"-2"12"1619,1-3-180,1 4-90,16 10 180,1-18 0,9 1 0,0-13 0,-9-10 0,-1 11 0,-21 4 0,-5 3 0,2 17 0,-4-16 0,-1-2 0,3 5 0,9-22 0,1-2 0</inkml:trace>
  <inkml:trace contextRef="#ctx0" brushRef="#br2" timeOffset="131917">7179 7151 7533,'18'-26'-1709,"15"-2"-1568,-4 20 2681,7-3 0,-3 16 0,-6 2 0</inkml:trace>
  <inkml:trace contextRef="#ctx0" brushRef="#br2" timeOffset="132189">7479 7363 5824,'0'37'0,"-8"11"0,-10-8 0,7-3 0,-5-14 0</inkml:trace>
  <inkml:trace contextRef="#ctx0" brushRef="#br2" timeOffset="132622">7849 7003 6183,'0'20'-359,"0"8"359,0 9 0,0-11 0,0 0 0,1-2 0,-2 2 0,-6 11 0,-1-3-3277,4-8 2752,-12 12 1924,16-43-859,0-19-405,10-1 0,4-5-405,2-10 0,5-2-150,0 13 0,4 0 1,-1 3 376,4-8 0,1 6 1,1 8-1,-1 5 0,6 3 1</inkml:trace>
  <inkml:trace contextRef="#ctx0" brushRef="#br2" timeOffset="132772">8114 7053 6633,'-10'6'180,"2"0"-899,16-6 719,25 0 0,-9-6 0,17 0 0</inkml:trace>
  <inkml:trace contextRef="#ctx0" brushRef="#br2" timeOffset="132938">8167 7164 7533,'-18'12'-1709,"1"1"2968,7-6 360,2-2-3688,24 1 1260,11-5 809,-1-3 0,1-1 0,12-6 0,2-9 0</inkml:trace>
  <inkml:trace contextRef="#ctx0" brushRef="#br2" timeOffset="133172">8378 7065 5824,'-9'30'899,"1"2"360,8 0-89,0-2-1170,8-11-90,1-7-1619,17-12 450,9-34 989,-13-7 270,-8 13 0,-5-1 0,-17-19 0,-9 22 0,-11 8 0,-15 24 0,22 13 0,-3-4 0,24 2 0</inkml:trace>
  <inkml:trace contextRef="#ctx0" brushRef="#br2" timeOffset="133368">8608 6829 7533,'19'18'1709,"13"2"-71,-25 3 0,-3 6-1141,5 1 0,1 3 0,-3 2-1590,-6 3 1,-4 2 0,-1 0 450,2 4 1,-1 0 0,-4-1-289,-4-5 1,-4-2-1,-2-1 47,1-5 0,-2-1 0,-1-1 883,-11 8 0,-2-2 0,1-3 0,-1-1 0,1-9 0,1 0 0</inkml:trace>
  <inkml:trace contextRef="#ctx0" brushRef="#br2" timeOffset="134805">3704 6582 5824,'-10'6'0,"-13"11"0,11 2 0,-4 1 0,-1 3-1639,6 2 1,2 1 1150,0-1 1,1 1 1347,0 22-860,8-11 0,8-11 0,1-8 0,9-12 0,15-23 0,-17-12 0,-2-6 0,4 6 0,-1-2 0,-9-5 0,-3-5 0,0 7 0,2-5 3276,-7-5-2171,-7 60 604,5 16-899,-6 14-1125,10-14 0,4 2 90,-2-8 0,1 0-360,3 3 1,2-3-585,16 12 1169,-15-14 0,13-11 0,-14-8 0</inkml:trace>
  <inkml:trace contextRef="#ctx0" brushRef="#br2" timeOffset="135168">3916 6792 5914,'-20'0'0,"12"0"-90,26 0 90,-6 0 0,11 0 0,-13 0 0,0 11 0,-18 9 0,-4 11 0,-13-5 0,7 3 0,8-15 0,10-1 0,10-8 0,16-5 0,-7 5 0,-1-3 0,-10 3 0,-8 1 0,0 1 0,-16 11 0,-4 1 0,-23 6 0,22-11 0,-18 2 0,19-9 0</inkml:trace>
  <inkml:trace contextRef="#ctx0" brushRef="#br2" timeOffset="136217">4128 6408 5824,'0'39'0,"0"0"0,0 1 0,0-1 0,-1 2 0,1-1 0,1 0 0,1 11 0,2 1 0,5-6 0,11-7 0,3-5 0,-7-4 0,2-6 0,6-16 0,1 0 0</inkml:trace>
  <inkml:trace contextRef="#ctx0" brushRef="#br2" timeOffset="136718">4269 6557 6183,'0'-20'-359,"15"3"359,13 21 0,1 15 0,-9 10 0,-7 8 0,-11-2 0,-6 4 0,1-1 0,2-4 0,0 0 0,-1 0 0,-3 3 0,-2 1 0,1-6 0,-2 6 0,8-21 0,-8-35 0,-1-8 0</inkml:trace>
  <inkml:trace contextRef="#ctx0" brushRef="#br2" timeOffset="136951">4374 6545 5824,'27'-11'0,"-1"1"0,12 4 0,-13 20 0,-17 5 0,-8 10 0,-14-2 0,-3 0 0,-7 11 0,2-4 0,1-4 0,3-15 0,10 2 0,8-17 0</inkml:trace>
  <inkml:trace contextRef="#ctx0" brushRef="#br2" timeOffset="137101">4533 6594 5824,'32'7'0,"-25"-7"0,40-7 0,-27-5 0</inkml:trace>
  <inkml:trace contextRef="#ctx0" brushRef="#br2" timeOffset="137251">4568 6731 5824,'36'-25'0,"-9"0"0,-1 0 0</inkml:trace>
  <inkml:trace contextRef="#ctx0" brushRef="#br2" timeOffset="137500">4745 6519 6183,'-10'43'-180,"4"-18"1,4 0 179,18 20 0,11-24 0,11-40 0,-22-5 0,-5-5 0,-4-5 0,-6-1 0,-3 8 0,-6 4 0,-25-8 0,19 59 0,-9-13 0,23 31 0</inkml:trace>
  <inkml:trace contextRef="#ctx0" brushRef="#br2" timeOffset="137683">4921 6681 5824,'10'17'0,"-2"20"0,-18-15 0,-4 1 0,1 22 0,-4-24 0,0 0 0</inkml:trace>
  <inkml:trace contextRef="#ctx0" brushRef="#br2" timeOffset="138868">4904 6693 5824,'7'13'0,"3"4"0,0 8 0,-10-4 0,-10 2 0</inkml:trace>
  <inkml:trace contextRef="#ctx0" brushRef="#br2" timeOffset="139200">4992 6346 7533,'-10'-1'-1709,"2"24"1709,6 1 0,4 3 0,5 0 0,2 0 0,0 9 0,1-2 0,18 6 0,-19-16 0,0 0 0,6 8 0,-21 4 0,-11-4 0,-5-6 0,-11-3 0,15-11 0</inkml:trace>
  <inkml:trace contextRef="#ctx0" brushRef="#br2" timeOffset="139334">5009 6445 5824,'46'-7'0,"-3"2"0,-16-1 0,-1 0 0</inkml:trace>
  <inkml:trace contextRef="#ctx0" brushRef="#br2" timeOffset="139584">5186 6731 5824,'0'13'0,"0"20"0,-24 0 0,18 2 0,-17-1 0,23-21 0</inkml:trace>
  <inkml:trace contextRef="#ctx0" brushRef="#br2" timeOffset="139951">5345 6346 5914,'9'39'-45,"0"-11"0,-2 2 45,-5-2 0,-2 2 0,4 10 0,0 1 0,-4-13 0,0-3 0,0 4 0,8-70 0,0 7 0,1-4 0,3-7 0,4 1-547,5 4 1,1 5 0,-8 12 0,1 4 0,19-5 0</inkml:trace>
  <inkml:trace contextRef="#ctx0" brushRef="#br2" timeOffset="140118">5592 6408 7533,'-8'7'-1709,"6"-1"1709,17-12 0,-1 5 0,19-11 0,-15 6 0</inkml:trace>
  <inkml:trace contextRef="#ctx0" brushRef="#br2" timeOffset="140283">5627 6482 0,'-20'20'0,"-3"-2"163,29-11-163,11-13 0,13-8 0,5-10 0,-10-1 0</inkml:trace>
  <inkml:trace contextRef="#ctx0" brushRef="#br2" timeOffset="140517">5768 6371 5914,'-5'34'90,"0"1"0,5 10-360,10-16 270,23-62 0,-11-10 0,-6 12 0,-7-1 0,-24-11 0,-23 42 0,-1 22 0,6 12 0,25 3 0</inkml:trace>
  <inkml:trace contextRef="#ctx0" brushRef="#br2" timeOffset="140833">5891 6172 7533,'20'-13'359,"11"7"811,-19 24-811,-1 11 1,-4 7-1110,-9 0 1,-4 5 0,-2 0 526,1-4 0,-2 1 1,-1-1-1,-1 0 1,-4 7-1,0-1 0,-2-2 1,0-8-1,0 0 1,0 1-1</inkml:trace>
  <inkml:trace contextRef="#ctx0" brushRef="#br2" timeOffset="155917">32226 706 7533,'-5'-31'-540,"0"0"0,1 3 1,1 0 494,3 0 0,0 1 45,-5 2 0,-6 0 0,-12 3 0,-8 2 0,-5 2-814,-4 4 1,-6 3-1,-3 2 1,-2 1 813,7 3 0,-3 0 0,-1 1 0,-2 2 0,0 2 0,0 3-284,4 2 0,-2 3 1,0 1-1,0 3 1,0 0-1,1 1 0,1 0 359,-1 0 0,0 1 0,1 1 0,2 1 0,0 2 0,2 2-1,2 1 0,2 2 0,0 2 0,2 1 0,1 1 0,0 2 1,1 3 0,0 1 0,1 1 0,2 2 0,2 0 0,2 1-75,0 5 0,3 2 0,3 0 0,1 1 0,0 2 45,2-3 0,0 1 0,0 2 0,3 0 0,4-1 0,7-1 24,6-3 0,5 0 0,3-1 0,4 0 0,3-3 0,2-1 365,3-2 1,5-1 0,2-2 0,3-2 0,2-1-1,0-2-105,5 1 1,3-2 0,1-1 0,2-3 0,1 0 0,0-3-211,-5-3 0,2-1 1,0-2-1,1-1 0,-1-1 1,1-1-1,0 0-14,4 0 0,1-2 0,0 0 0,0-2 0,0 0 0,-1-1-1,-2-2 1,-1 1 0,1-2 0,-1-1 0,0 0 0,0-2 59,-1 0 1,0-2 0,0-1 0,0-1 0,-1 0 0,1 0-195,-2 0 0,-1-1 0,1 1 0,-1-2 0,0 0 0,1-1-30,-1-2 0,1 0 0,-1-1 0,0-1 0,0 0 1,0-1 166,5-2 1,1 0 0,-1-1 0,-1-1 0,0-1 0,-3-2 0,1-1 0,-2 0 0,-1-1 0,-2 1 72,0 0 0,-1 0 0,-1 0 0,-2-1-46,-2-1 1,-1-1 0,-2 0 0,-4 0 225,5-10 0,-5-1 433,0-3 0,-7-4-554,-8 4 1,-6-3 0,-8 0-375,-8 7 0,-6 0 0,-6 1 1,-2 0-218,-4-1 1,-5 0 0,-3 1 0,-3 1 0,-1 2 94,5 7 0,-2 0 0,-2 2 0,-1 0 0,-1 1 0,-1 2 0,-1 1-2,4 2 0,-2 1 1,0 1-1,-1 1 1,0 0-1,0 2 1,0 0-1,1 1-210,-4-1 1,1 0 0,0 1 0,0 1 0,0 2 0,1 2 0,1 2 464,-3 4 1,-1 3-1,2 2 1,0 2 0,2 0-1,3-1 1,-6 2 0,3 0-1,2 2 1,2 3 0,7 7-1,0 1 1,-1-1 0,1 1-1</inkml:trace>
  <inkml:trace contextRef="#ctx0" brushRef="#br2" timeOffset="158718">5027 9667 5914,'-27'0'-90,"1"5"90,1 3 0,3 11 0,1 7 0,-3 5 0,1 3 0,-1 2 0,2 1 0,8-4 0,3 0 0,3 14 0,39-20 0,17-30 0,-20-2 0,0-7 0,-1-14 0,-1-8 0,-4 0 0,-1-4 0,-3 0 0,1-2 0,-3 4 0,0 7 0,-24 54 179,6 4 1,2 4-180,-1 5 0,2 1-180,5 0 1,6-2 179,8-7 0,3-5 0,8 0 0,10-19 0,-23-14 0</inkml:trace>
  <inkml:trace contextRef="#ctx0" brushRef="#br2" timeOffset="158883">5362 9952 7533,'2'29'-1709,"-4"-7"1754,-2 8 0,-2 4-45,2-7 0,1-1 0,2 3 0,2 0 0,-1 18 0</inkml:trace>
  <inkml:trace contextRef="#ctx0" brushRef="#br2" timeOffset="159234">5697 9692 5914,'-25'34'819,"-1"-1"0,11 5 0,3 5 0,0 2-424,2-9 0,-1 1 1,2 0-1,4 0-1488,5 12 1,6 1 0,4-7 1065,6-1 0,7-12 0,3-20 0,3-8 0,-4-6 0,1 0 0</inkml:trace>
  <inkml:trace contextRef="#ctx0" brushRef="#br2" timeOffset="160900">5962 9965 7533,'-18'-13'-1619,"9"1"1529,1-1 90,8 6 0,8-4 0,25 5 0,6-1 0,-12 4 0,-1 6 0,1 26 0,-19 9 0,-8 8 0,-6-14 0,-4 2 0,1 0-227,2 8 0,1 1 1,-3-4 226,-12 2 0,1-6 0,8 6 0,-3-30 0,15-22 0,0-3 0</inkml:trace>
  <inkml:trace contextRef="#ctx0" brushRef="#br2" timeOffset="161134">6103 9915 5824,'27'-7'0,"-1"0"0,11-4 0,-11 11 0,5 0 0,-17 0 0,11 11 0,-48 25 0,4-13 0,-1 1 0,-4 2 0,0-1 0,-9 11 0,33-24 0,10-6 0</inkml:trace>
  <inkml:trace contextRef="#ctx0" brushRef="#br2" timeOffset="161284">6350 9989 5824,'27'-12'0,"7"5"0,-7 2 0</inkml:trace>
  <inkml:trace contextRef="#ctx0" brushRef="#br2" timeOffset="161435">6350 10138 6633,'-2'8'-809,"35"-9"809,1-13 0,9-9 0,-28 4 0</inkml:trace>
  <inkml:trace contextRef="#ctx0" brushRef="#br2" timeOffset="161701">6685 9928 7533,'-17'20'-855,"-1"1"1,-10 19 1123,10-1 1,3 4-135,6-6 0,6-1-495,7-1 1,8-11 269,27-35 90,-14-5 0,-3-8 0,-5-9 0,-5-8 0,-7 4 0,-15 7 0,-4 2 0,4-4 0,-3 10 0,-13 33 0,1 13 0,5 16 0,13-9 0,6-2 0,11 1 0</inkml:trace>
  <inkml:trace contextRef="#ctx0" brushRef="#br2" timeOffset="161851">6791 10150 7533,'-10'36'-270,"-6"-14"180,15 24-540,-7-35 360,8 16-89,0-14 359,8 0 0,9 0 0,11-8 0</inkml:trace>
  <inkml:trace contextRef="#ctx0" brushRef="#br2" timeOffset="162101">6932 9903 6183,'-14'35'270,"16"-22"-45,-17 28 0,-1 9-585,17-20 0,4-1 270,-5-2 1,2 0-1,5 0 0,3-4 90,8-3 0,-24 21 0,-21-6 0,-5-4 0,-9-14 0,24-17 0</inkml:trace>
  <inkml:trace contextRef="#ctx0" brushRef="#br2" timeOffset="162233">6914 10064 6633,'28'-7'-809,"13"1"-11,-19 6 1,11 0 0,-15 0 0</inkml:trace>
  <inkml:trace contextRef="#ctx0" brushRef="#br2" timeOffset="162484">7179 10423 6363,'20'16'-539,"-13"11"539,-24 6 0,-3 3 0,-5-12 0</inkml:trace>
  <inkml:trace contextRef="#ctx0" brushRef="#br2" timeOffset="163068">7426 10002 7533,'0'-42'-1709,"8"8"1709,9-3 90,11 57 314,-17 9 1,-3 7-225,-1-2 0,-1 4 0,-3-1 209,-4-1 1,-2 1 0,-1-3 419,1 7 1,-3-7-630,-12-4-899,16-48 449,-4-11-180,19-10 0,5-3-700,-4-3 670,3 14 0,4-2 1,-2 4 29,4-8 450,5 7 0,1 2 0,1 8 0,13-4 0</inkml:trace>
  <inkml:trace contextRef="#ctx0" brushRef="#br2" timeOffset="163235">7849 10002 7533,'-9'-13'-1709,"24"6"1709,7-3 0,13 14 0,-9-3 0</inkml:trace>
  <inkml:trace contextRef="#ctx0" brushRef="#br2" timeOffset="163384">7867 10150 7533,'-27'7'-1709,"25"-18"1709,37-9 0,6-6 0,-15 13 0,-1 2 0,0-1 0</inkml:trace>
  <inkml:trace contextRef="#ctx0" brushRef="#br2" timeOffset="163601">8184 9779 7533,'-17'0'1169,"7"5"0,2 8-674,7 12 0,2 7-1935,-5 11 1,0 4 779,3-9 1,1 1 0,-1 0 560,-3 10 1,1-3 0,2-12 0,2-4-1,-1 1 1</inkml:trace>
  <inkml:trace contextRef="#ctx0" brushRef="#br2" timeOffset="163868">8361 9965 6183,'-10'44'450,"12"-17"0,4-1-1350,13 3 631,17 0 224,-10-37 0,-1-11 45,-7-5 0,-5-5 0,-4-9 0,-8-1 764,-9 8 1,-6 4-630,-7 7 0,-3 6 314,-11 8 91,2 17-2789,5 20 2249,16-8 0,7 11 0,22-21 0</inkml:trace>
  <inkml:trace contextRef="#ctx0" brushRef="#br2" timeOffset="164200">8625 9692 6183,'18'25'3239,"0"21"-2790,-1-15 91,-10 9 0,-4 5-810,-1-4 0,-4 2-823,-5 2 1,-4 4 0,-4-1 972,0-13 0,-3-1 0,-1 0 0,0-2 0,-3 8 0,0-2 0,-2-3 0,-4-7 0,-1-1 0,1 1 0</inkml:trace>
  <inkml:trace contextRef="#ctx0" brushRef="#br2" timeOffset="165535">7514 10312 7533,'-17'-7'-1709,"7"1"1709,2 6 629,8 11 180,22-5 1,11-4-45,3 5 0,4-1-496,-3-4 1,3-2 0,1-2-280,-4-1 0,2-1 1,0-1-1,-1-1 130,8-2 0,-1-1 0,1 0 217,-7 1 0,2 0 1,-1 0-1,-1 0 352,2-2 1,-1-1 0,-4 2-286,2 2 1,-5 0 135,6-9-270,-37 3-900,-26-1-269,-15 8 584,-5 14 0,-6 7-262,10-2 1,-1 2-1,-1 2 217,6 0 0,0 1 1,0 0-1,-1-2 7,-3-2 0,0-1 0,0 0 0,1-1 233,-7 5 0,2 0 0,1-4 479,3-5 1,2-2 0,2 0 494,-6 3 1,4-1 134,5-1 1,5-1-270,0 1-540,13-2 160,30-5 290,28-5-331,-7 1 1,6 0 0,0-1-119,-1 1 0,0-1 0,2 1-1,2-2 0,4 0 0,-1 0 0,-1 0 60,2 1 0,-1 1 0,0-1-134,-9 0 1,1-1-1,-1 0 1,-1 0 282,6 1 1,-3 1 0,0-1-1,-2-2 1,-1-1 0,-1 0-255,9 1 0,-4 0-315,-14 0 0,-1 2-899,14-1 2137,-39 6-2767,-36 6 749,2 2 1,-8 2 0,1 1 479,3-2 0,1 0 1,-4 2 269,2-1 0,-4 3 1,-1 0-1,0-1 1,4-1 119,-8 0 0,3-2 0,-1 0 359,5-1 1,-2 0 0,1 0 0,3-3 299,-1-4 1,3-1 0,2-1-120,-4 1 0,4-2 629,-11-9-1079,27 10-629,17-5 179,41 6 360,0-4 0,6-3 184,-2 2 0,4-2 0,0 0-72,-10 0 1,0-1-1,0 0 1,-1-1-113,1 1 0,0-2 0,-2 1 0,-3-1 45,10-3 0,-6 0-945,-10 1 1,-7 1 989,-13 4 0,-23 12 0,-5 9 0</inkml:trace>
  <inkml:trace contextRef="#ctx0" brushRef="#br2" timeOffset="173218">12453 6718 6633,'-18'-7'-809,"9"2"809,-7-7 0,-10 10 629,1 20 1,-2 8 179,2-5 1,1 4-1658,-1 14 1,2 6 0,4-4 936,7-14 1,2-1 45,-4 20 0,13-8-255,28-27 1,10-11-646,-6 1 1,1-7-329,3-9 1,2-7 0,-5-3 355,-2-10 0,-5-4 737,-9 5 0,-2-1 0,-3 2 0,-4 2 0,-4 3 180,-11-21 3096,-4 59 0,-13 24-2378,18-4 1,4 3-935,2 1 1,2 0-595,2-5 1,4-2-990,5 2 0,1-2 1619,7 11 0,5-7 0,-7-13 0</inkml:trace>
  <inkml:trace contextRef="#ctx0" brushRef="#br2" timeOffset="173389">12700 6990 6633,'-18'18'3276,"1"13"-4123,7 7 847,5-13 0,2 0 0,3 14 0,0-4 0</inkml:trace>
  <inkml:trace contextRef="#ctx0" brushRef="#br2" timeOffset="174501">13070 6631 5914,'-27'15'359,"10"11"1,1 9 269,2 1 1,0 8 0,2 2 0,1-3-1152,3-5 0,2-2 0,1 1 0,-2 1 297,-4 9 0,-4 2 0,4-2 1,9-5-1415,20 5 1,3-8-598,-11 6 2105,17-31 1,1-6-1,-16-8 1,13 0 0</inkml:trace>
  <inkml:trace contextRef="#ctx0" brushRef="#br2" timeOffset="174801">13176 6904 7533,'6'-46'-630,"6"11"90,16 24 1,3 9 539,-6 19 0,-3 1 0,-5 8 389,-19 15 1,-13 10 0,1-1-450,9-13 0,1-2 0,-3 3-30,-3 0 0,-4 3 0,0-1 0,3-5-225,5 6 1,1-8 314,-11 1 0,16-25 0,0-28 0</inkml:trace>
  <inkml:trace contextRef="#ctx0" brushRef="#br2" timeOffset="175018">13300 6916 6633,'27'-38'-405,"-3"15"1,1 5 404,7 8 0,11 6-3277,-18 45 2302,-23-16 1405,-4 3 0,-6 0-430,-27 5-1135,8-13 1,1-1 1134,-5 6-41,-1-14 0,32-11 0,0 0 1</inkml:trace>
  <inkml:trace contextRef="#ctx0" brushRef="#br2" timeOffset="175168">13600 6892 6183,'35'6'-90,"-8"0"0,-1-6 0,-9 0 1</inkml:trace>
  <inkml:trace contextRef="#ctx0" brushRef="#br2" timeOffset="175318">13653 7003 7533,'-30'33'-1350,"7"-10"1081,46-17 179,7-23 90,15 2 0,-10-10 0,-10-3 0,-7 1 0</inkml:trace>
  <inkml:trace contextRef="#ctx0" brushRef="#br2" timeOffset="175567">13864 6829 5824,'-9'40'1092,"1"0"0,-3 4 0,4-1-2731,9-9 1,2-2 116,0 17 502,29-55 165,-18-20 1,-3-9 854,4 0 0,-4-4-470,-9 5 1,-3-3-1,-1 5 470,-3-17 0,-19 36 0,-3 10 0,-5 30 453,8 5 1,2 3 0,4 2 0,9 8 0</inkml:trace>
  <inkml:trace contextRef="#ctx0" brushRef="#br2" timeOffset="175702">14005 7015 6633,'-17'46'1484,"10"-17"1,4 0-3464,3 5 1979,17 3 0,-5-19 0,4-12 0</inkml:trace>
  <inkml:trace contextRef="#ctx0" brushRef="#br2" timeOffset="175951">14235 6805 7533,'-28'0'1889,"-5"22"-540,18 3 0,2 5-1079,-5 5 0,1 3-540,6 6 0,3-1 90,2-11 0,4-3-449,11 9 449,1-15-2968,14-5 2698,-20-10-360,11 14 91,-46 9 719,8-2 0,-2-9 0,-1-5 0,-2-13 0,3-11 0</inkml:trace>
  <inkml:trace contextRef="#ctx0" brushRef="#br2" timeOffset="176100">14129 6978 6453,'37'-12'1439,"12"5"-1439,-12 7 0,0 1 0,-3 5 0</inkml:trace>
  <inkml:trace contextRef="#ctx0" brushRef="#br2" timeOffset="176535">14376 7337 8162,'-6'38'-383,"-6"-7"1,-15-6 0,1-7 0</inkml:trace>
  <inkml:trace contextRef="#ctx0" brushRef="#br2" timeOffset="177283">14693 6966 6633,'0'-19'-809,"0"1"854,4 39 0,0 11-45,-2-6 239,1 9 1,0 8 0,-1-6-60,-2 8 180,-3 4 0,-2 0-441,0-23 0,0-2 396,1 4 0,-2-1 1054,-9 2-1189,13-28-630,-6-8 461,16-29-1000,2-3 0,5-6 539,0 14 0,4 0 0,0 0 326,4-6 1,2 1 0,0 3 0,3-1-1,1 6 1,-5 10 0,1 1 0</inkml:trace>
  <inkml:trace contextRef="#ctx0" brushRef="#br2" timeOffset="177450">14975 7065 7533,'-19'14'-1709,"11"-3"1709,41-17 0,-1 5 0,11-10 0,-18 4 0</inkml:trace>
  <inkml:trace contextRef="#ctx0" brushRef="#br2" timeOffset="177601">15011 7189 7533,'-20'14'-1709,"12"2"1709,42-15 0,-7-2 0,0-3 0,15-4 0,-13-3 0,-4-1 0,-5-8 0</inkml:trace>
  <inkml:trace contextRef="#ctx0" brushRef="#br2" timeOffset="177834">15275 7028 5914,'-17'37'1049,"-1"0"0,7-5 1,2 1 29,3 11 1,5-1-721,10 5-1708,33-41-290,-23-28 1,1-5-1,3 10 1,-1-3 810,-2-18 1,-7-6 876,-10 12 1,-4 1-50,-1-20 0,-11 21 0,-7 6 0,-17 16 0,-9 19 0,19 9 0,11 4 0,16-7 0,0-6 0</inkml:trace>
  <inkml:trace contextRef="#ctx0" brushRef="#br2" timeOffset="178017">15575 6780 7533,'18'36'655,"1"0"0,-1-1 1,-3 11-1,-2 2 0,-6 2-125,-4-9 0,-4 3 0,-2 0 1,-4-1-829,-2 2 0,-4 0 0,-2-1 0,0-4 0,-3 2 0,-1-4 0,-3-3 0,-4-8 1,1 0-1,-1 0 0</inkml:trace>
  <inkml:trace contextRef="#ctx0" brushRef="#br2" timeOffset="189051">5062 10659 7533,'-27'0'-1619,"1"0"1529,9 5 90,-1-3 0,1 9 0,-17 1 0,5 13 30,7-2 0,-2 6 0,3 0 104,3 6 1,3 2 524,-3-2 1,-1 3 0,7-2-300,11-2 0,8-5-2609,20-3 1979,-3-37 0,4-15 1,-1 0 269,4-4 0,-2-4-1093,-4-7 1,-1-6 0,-6 6 1034,-8 15 1,-2 2 416,7-21 631,-21 50-450,4 20 404,-3 16 1,1 6-1620,2-13 0,4 0 75,3 2 1,4 2-1,2-6-29,19 8 61,5-12 1,-10-16 0,-7-5 0</inkml:trace>
  <inkml:trace contextRef="#ctx0" brushRef="#br2" timeOffset="189323">5256 10944 7533,'-9'0'-1709,"1"0"1709,31 0 0,-1 0 0,21 0 0,-39 22 0,-11 1 0,-6 3 359,-9 10 1,-3 0-405,3-3 0,7-1-584,23 9 629,31-41-547,-12-2 1,1-4 0,-2-5 0,-1-2 0,10-6 0</inkml:trace>
  <inkml:trace contextRef="#ctx0" brushRef="#br2" timeOffset="189539">5733 10683 7533,'-26'-12'-1619,"14"5"-354,-19 35 3322,19-4-810,2 6 1,-2 7 0,1 0 50,-4 8 1,3 3-921,3-5 1,2 3-1,3 2-490,2-6 1,3 2 0,1-1 0,5-4 783,5-3 0,4-4 1,1 0-1,-2 4 0,0 0 1,4-9-1,10-15 1,1-1-1</inkml:trace>
  <inkml:trace contextRef="#ctx0" brushRef="#br2" timeOffset="190317">5927 11030 6633,'-18'-19'-809,"8"-4"809,10 9 0,34-4 0,-11 11 0,6 6 0,-1 8 0,-12 14 0,-3 5 0,3-3 0,-4 3 0,-10 13 0,-6 6 0,-2-1 0,-2-5 0,-2-2 0,-1 0 0,-1 2 0,0 1 0,-2-3 0,-7 11 0,1-8 0,8-14 0,-3-26 0,15-21 0</inkml:trace>
  <inkml:trace contextRef="#ctx0" brushRef="#br2" timeOffset="190533">6103 10944 7533,'8'-26'-1709,"10"8"1709,6 12 0,2 6 0,8 11 0,-14 8 0,-7 4 0,-23 19 0,-4-13 0,-5 2 0,1-3 0,2-5 0,-1-2 0,-5 5 0,3-5 0,11-10 0</inkml:trace>
  <inkml:trace contextRef="#ctx0" brushRef="#br2" timeOffset="190685">6368 11006 5824,'7'7'0,"19"4"-820,-4-10 1,3 10 0,-17-4 0</inkml:trace>
  <inkml:trace contextRef="#ctx0" brushRef="#br2" timeOffset="190817">6385 11154 7533,'-17'32'-1709,"7"-13"1709,2-8 0,39-16 0,1-7 0,-6 3 0,1-2 0,16-14 0</inkml:trace>
  <inkml:trace contextRef="#ctx0" brushRef="#br2" timeOffset="190969">6650 10932 6183,'-9'44'162,"1"0"0,-1 0 0,5-6 0,0-1 0,1 0-162,-3 7 0,0 0 0,2-3 0,3-4 0,2-4 0,-1-7 0,0 0 0</inkml:trace>
  <inkml:trace contextRef="#ctx0" brushRef="#br2" timeOffset="191168">6826 11464 5914,'-4'25'1092,"0"0"0,0 0 0,-1 0-1040,-13 13-1491,-8 3 1439,7-20 0,-7 13 0,9-7 0</inkml:trace>
  <inkml:trace contextRef="#ctx0" brushRef="#br2" timeOffset="194321">7285 11030 7533,'-18'-19'-1709,"1"7"1709,7 17 0,10 42 0,4-8 0,2 5 30,-2-2 0,0 3 0,-3-1 359,-2-6 1,-2-1 0,0-1 869,-2 18 1,-2-23-541,-3-51-1124,18-18 1,9-9-376,-1 5 0,2-3 1,3 2 604,-1 10 1,3 1 0,1 1-1,-2 3 1,7-9 0,0 5 0,0 12-1,-1 0 1</inkml:trace>
  <inkml:trace contextRef="#ctx0" brushRef="#br2" timeOffset="194457">7602 11055 7533,'-7'14'-630,"5"-3"810,17-11-180,15 0 0,7 0 0,-4 0 0</inkml:trace>
  <inkml:trace contextRef="#ctx0" brushRef="#br2" timeOffset="194606">7638 11254 7533,'-28'12'-810,"18"-5"1,44-1 809,-11-11 0,3-1 0,9-1 0,0 0 0,-4-6 0,-1 1 0</inkml:trace>
  <inkml:trace contextRef="#ctx0" brushRef="#br2" timeOffset="194838">7902 11093 6633,'-13'35'1092,"1"0"0,4-4 0,4 0-616,3 9 0,10-6-1915,28-19 494,-12-29 1,-3-11 89,0-14 1,-9-6 854,-8 2 0,-10 2 0,-5 9 0,-7 9 0,-20 29 0,9 12 0,13 23 0</inkml:trace>
  <inkml:trace contextRef="#ctx0" brushRef="#br2" timeOffset="195055">8167 10894 6183,'25'-7'3276,"11"40"-1638,-17-11 0,-1 4-1785,1 16 0,-3 3 956,-5-1 1,-4-1-450,-2 0 0,-2 1-100,-6-1 1,-2 1-1161,-2-3 1,-4-1 269,-5 0 1,-3 0 629,-6 1 0,-3-2 0,1-9 0,-1-1 0,-2 1 0,-1-1 0</inkml:trace>
  <inkml:trace contextRef="#ctx0" brushRef="#br2" timeOffset="201455">12400 7598 7533,'0'-26'-1709,"0"2"1709,0 12 0,-16 5 0,5 2 0,-30 21 0,18 5 0,0 6 0,2 0 0,-1 3 0,3 1 149,3 0 1,3 0 0,3 0-375,-3 9 1,10-6 224,30-5 0,-2-38 0,6-14 0,-2-1 0,3-7 0,-2-3-474,-2-1 1,-1-4-1,-5 3 474,-7 5 0,-5 2 0,-2-16 540,-24 66 989,-3 24-1709,7-3 0,4 4-540,9-3 1,6-2 719,5-4 0,5-6 0,21-1 0,-5-19 0</inkml:trace>
  <inkml:trace contextRef="#ctx0" brushRef="#br2" timeOffset="201801">12647 7784 5914,'-20'0'-90,"36"-6"90,-8 5 0,23 1 0,-31 12 0,-15 19 0,-13 7 0,12-15 0,3-2 0,3 6 0,22-11 0,15-16 0,-1 5 0,-9 2 0,-7 17 0,-18 8 0,-11 1 0,2-15 0,-2-1 0,-8 2 0,9-6 0,11-13 0,7-7 0</inkml:trace>
  <inkml:trace contextRef="#ctx0" brushRef="#br2" timeOffset="202071">13106 7536 7533,'-18'-6'719,"-15"33"450,17 5 1,2 9-960,-1 0 0,0 4 0,2 2-1303,5 3 1,2 1 0,1-3-1,-3-9 1,1-1 0,6-2-547,14 14 1,5-9 2023,-2-16-385,7-3 0,3-4 0,1-12 0,9 0 0</inkml:trace>
  <inkml:trace contextRef="#ctx0" brushRef="#br2" timeOffset="202488">13264 7796 7533,'-9'-12'-1709,"1"5"1709,16-4 0,25 4 0,-2 11 0,-7 7 0,-5 8 0,-12 20 0,-12 8 0,-1-9 0,-4 3 0,-1 1-69,-1 3 1,-1 0-1,-1-1 69,-1-5 0,0 0 0,2-6 0,2-4 0,4-7 0,7-12 0,10-36 0</inkml:trace>
  <inkml:trace contextRef="#ctx0" brushRef="#br2" timeOffset="202690">13388 7896 6633,'25'-25'-809,"3"11"809,7 3 0,-7 11 0,-11 11 0,-32 13 0,-3 1 0,-2 0 0,-3-1 0,-1-1 0,1 2 0,3-2 0,2-3 0,11-9 0</inkml:trace>
  <inkml:trace contextRef="#ctx0" brushRef="#br2" timeOffset="202840">13653 7945 7533,'-20'-5'-1709,"20"3"1709,20-9 0,-1 10 0,12-5 0,-11 6 0</inkml:trace>
  <inkml:trace contextRef="#ctx0" brushRef="#br2" timeOffset="202989">13653 8094 7533,'-10'0'-1709,"10"-11"-1568,25-3 893,-3-5 2343,11 6 0,-7 2 0,1 4 1</inkml:trace>
  <inkml:trace contextRef="#ctx0" brushRef="#br2" timeOffset="203506">13935 7908 5707,'-26'-1'-1709,"7"24"1934,1 13 1,2 6-226,8-9 0,5 1 218,6 9 1,9-10-219,12-25-1465,6-28 0,-1-9 1465,-8-11 0,-5-2 0,-8-1 320,-32 2-320,3-3 156,-23 59-156,25 11 0,19 23 0,19-20 0</inkml:trace>
  <inkml:trace contextRef="#ctx0" brushRef="#br2" timeOffset="203656">14058 8081 7533,'-27'26'1439,"9"9"-1529,10-9-2698,16 22 1968,2-19 1,8 6 0,-1-23 0</inkml:trace>
  <inkml:trace contextRef="#ctx0" brushRef="#br2" timeOffset="203889">14235 7908 5824,'-28'4'2698,"11"21"-3148,11-2 1,4 5-361,1 6 1,2 1 629,-1 11 180,0-19 0,0-3-3277,0 2 3162,0-5 115,-16 1 0,4-15 0,-13-6 0,7-2 0</inkml:trace>
  <inkml:trace contextRef="#ctx0" brushRef="#br2" timeOffset="204023">14182 8019 6183,'27'-19'-359,"6"1"359,3 11 0,-15 2 0,11 10 0,-23 2 0</inkml:trace>
  <inkml:trace contextRef="#ctx0" brushRef="#br2" timeOffset="204217">14323 8329 9512,'19'30'-720,"-19"13"251,-11-20 1,-5-1 0,-2 1 0,-1-1 0,-3-4 0,1 0 0</inkml:trace>
  <inkml:trace contextRef="#ctx0" brushRef="#br2" timeOffset="205133">14658 7957 7533,'-28'17'-1709,"11"3"1709,9 29 0,7-6 0,2 3 0,-1-2 0,0 0 0,1-8 0,0 0 0,-3-3 449,-6 1 1,0-6 809,4-9-1528,4-60-361,14 4 0,8-4 420,-3 7 0,2-1 1,1 2-201,-1 2 0,1 1 1,0 4-1,9-1 1,-1 4-1,-9 9 0,1-1 1</inkml:trace>
  <inkml:trace contextRef="#ctx0" brushRef="#br2" timeOffset="205268">14887 8118 5824,'28'0'0,"-3"6"0,-7 1 0</inkml:trace>
  <inkml:trace contextRef="#ctx0" brushRef="#br2" timeOffset="205418">14887 8317 7533,'-19'7'-1709,"58"-18"1053,-18 7 1,15-7-1,1 0 1,-10 4 0</inkml:trace>
  <inkml:trace contextRef="#ctx0" brushRef="#br2" timeOffset="206172">31873 5974 6633,'-23'17'0,"-1"-1"0,4-1 0,-1-1 0</inkml:trace>
  <inkml:trace contextRef="#ctx0" brushRef="#br2" timeOffset="206505">31627 6098 7533,'-29'0'-855,"1"0"1,-15 0 854,7 0 0,11 6 0,39 22 0,3-4-233,11-5 1,11 1-1,0-1 233,0-4 0,0-2 0,1-1-297,-5 0 1,0-1 0,2-1 296,2-2 0,3 0 0,0-2 0,-2-6 0,7-9 0,-3-6 0,0 1 0,-4 6 0,-2 1 0,2-5 0,1-6 0,2-6 0,-1-3 0,-5-2 0,-5-5 0,-5-3 0,0 1 0,3 5 0,0 1 0,-8-5 0,-10-5 0,-4-5 0,-8 1 0,-10 7 562,-13 12 0,-10 6 1,-6 3-1,-1 1-218,4 0 1,-3 1 0,-2 0 0,-1 2 0,-1 3 0,-1 4-498,0 3 0,-1 3 0,-1 3 0,0 2 0,-1 2 0,2 2 0,0 1-143,2 2 0,0 0 1,0 3-1,1 1 1,1 2-1,3 2 1,2 2 295,1 3 0,1 3 0,3 1 0,2 2 0,4 0 0,3-1 0,0 4 0,5-1 0,5 1 0,4 0 0,12 10 0,1 0 0,0 0 0</inkml:trace>
  <inkml:trace contextRef="#ctx0" brushRef="#br2" timeOffset="207371">15152 8044 7533,'-10'-32'-1709,"2"8"1709,8 55 224,-7-2 1,-2 3 270,6 16 0,3 0-495,0-10 0,7-5-360,13-11 0,5-10 0,11-18 1,1-11 359,-3-2 0,-3-2 0,-4-1 0,-3-2 0,1-17 0</inkml:trace>
  <inkml:trace contextRef="#ctx0" brushRef="#br2" timeOffset="207523">15363 8032 7533,'-27'6'-1709,"2"16"2248,-1 16 46,12 1 0,1 7-795,-1-11 0,-2 2 0,3 0-120,2 1 0,1 1 1,1-2 329,-4 10 0,1-7 0,-4 3 0,6-26 0</inkml:trace>
  <inkml:trace contextRef="#ctx0" brushRef="#br2" timeOffset="207722">15575 7994 5824,'8'47'1638,"-6"-9"0,-2 4-546,0-1 0,-2 4 0,-4 0-1912,-5-5 1,-4 2 0,-1-1 0,-1 0 545,3-2 1,1 0 0,-2 0 0,-3-3 0,-5-2 0,-3-1 0,-2-2 0,3-1 0,-2 0 0,0 1 0,0-1 0</inkml:trace>
  <inkml:trace contextRef="#ctx0" brushRef="#br2" timeOffset="208851">4939 11774 0,'-24'12'0,"3"12"126,0-10 1,-1 4-172,-2 15 0,5 5 749,5-4 1,6 0-705,3 4 0,10-7 860,32-23-860,-8-27 0,-3-13 0,-5-9 0,-5-4 0,-1 3 0,-6 2 1638,-8 6 0,-2 14-1522,1 35-116,3 14 0,2 6 0,2 7 0,3 3 0,3 2 0,2-2 0,2-13 0,1-4 0,10 4 0,-3-9 0</inkml:trace>
  <inkml:trace contextRef="#ctx0" brushRef="#br2" timeOffset="209221">5274 12022 7533,'-20'6'-1709,"5"-5"1709,15 4 0,15 1 0,-3-5 0,14 5 0,-9 5 0,-23 25 0,-5 5 0,-6-10 0,-2-1 0,0 3 0,34-10 0,9-17 0,19-1 0,-25 24 0,-42 11 0,10-14 0,-3-1 0,-9-3 0,-1-7 0,0-8 0,11-15 0</inkml:trace>
  <inkml:trace contextRef="#ctx0" brushRef="#br2" timeOffset="209471">5715 11824 7533,'-16'-19'899,"-3"45"-480,4 1 1,0 7 0,2 2-465,3-1 0,3 3 0,0 1 1,1-1-723,0 3 1,0 1-1,1 0 1,5-1-327,3 10 1,5-1 0,6-7 1071,11-3 1,5-8 0,-6-6 0,1-5 0,-1-16 0,1 1 0</inkml:trace>
  <inkml:trace contextRef="#ctx0" brushRef="#br2" timeOffset="209738">5927 12059 7533,'-12'-12'-1709,"30"-6"1709,3 7 0,5 3 0,6 0 0,-2 7 0,-8 15 0,-6 7 0,-10 1 0,-5 6 0,-5 14 0,-7 8 0,-1-2-99,0-9 1,-1-1 0,1 1 98,2 5 0,1 1 0,0-3 0,-3-3 0,1-6 0,1 2 0</inkml:trace>
  <inkml:trace contextRef="#ctx0" brushRef="#br2" timeOffset="209973">6085 12072 6633,'10'-14'-809,"22"-3"809,-3 16 0,8 7 0,-11 13 0,-42 23 0,3-19 0,-3 0 0,-7 2 0,1-1 0,-6 8 0,12-9 0,16-10 0</inkml:trace>
  <inkml:trace contextRef="#ctx0" brushRef="#br2" timeOffset="210123">6315 12208 5824,'15'-19'0,"5"6"0,7 8 0,-1 5 0</inkml:trace>
  <inkml:trace contextRef="#ctx0" brushRef="#br2" timeOffset="210273">6332 12357 5824,'28'-10'0,"-1"0"0,16-7 0,-17 4 0</inkml:trace>
  <inkml:trace contextRef="#ctx0" brushRef="#br2" timeOffset="211151">6650 12097 7533,'-18'10'-1709,"1"4"1709,7 16 0,2 19 0,8-19 0,8 16 0,9-33 0,-5-6 0,27-30-3277,-33-1 3162,18-17 115,-16 11 0,-11 3 0,0 0 0,9-5 0,-22-13 0,14 32 0,-22 1 0,21 16 3276,-13 10-3247,16 12 0,0 4 0,0-5 0</inkml:trace>
  <inkml:trace contextRef="#ctx0" brushRef="#br2" timeOffset="211285">6791 12158 6183,'-10'13'180,"2"-1"360,8 6-1619,0 18 1079,0-13 0,8 17 0,2-32 0,8 3 0</inkml:trace>
  <inkml:trace contextRef="#ctx0" brushRef="#br2" timeOffset="211518">6914 12034 5914,'-9'34'-90,"1"0"90,8-9 0,0 23 0,0-7 0,3-14 0,2 0 0,4 16 0,1-16 0,-10 2 0,-17-16 0,-3-7 0,-5 5 0,15-9 0,2 4 0</inkml:trace>
  <inkml:trace contextRef="#ctx0" brushRef="#br2" timeOffset="211652">6914 12109 7533,'16'-25'-1709,"-4"11"1709,21 3 0,-13 11 0,5 0 0,-7 0 0,0 6 0,-1 1 0</inkml:trace>
  <inkml:trace contextRef="#ctx0" brushRef="#br2" timeOffset="211851">7038 12481 5824,'10'37'629,"-20"-8"1,-4 1-630,-1 7 0,-9-10 0,-1-1 0,-3-2 0</inkml:trace>
  <inkml:trace contextRef="#ctx0" brushRef="#br2" timeOffset="212985">7408 12097 7533,'0'-14'-1709,"8"63"1709,-6-8 0,-2 5 0,3 0 0,0 3 0,-1 0 0,-1-1 0,0-1 0,-3-4 0,-6 6 0,0-8 0,4-5 0,6-60 0,4-17 0,4 3 0,3-5 0,1 1 0,1 3 0,1 0 0,0 2-250,1 0 0,1 2 0,-2 7 250,12-1 0,-3 23 0,-7 0 0</inkml:trace>
  <inkml:trace contextRef="#ctx0" brushRef="#br2" timeOffset="213151">7743 12344 7533,'-27'0'-1709,"9"-5"1709,26-2 0,-4 0 0,28 1 0,-13 6 0</inkml:trace>
  <inkml:trace contextRef="#ctx0" brushRef="#br2" timeOffset="213285">7726 12481 7533,'-20'7'-1709,"5"-2"1709,38-16 0,6 3 0,9-10 0,-5 6 0</inkml:trace>
  <inkml:trace contextRef="#ctx0" brushRef="#br2" timeOffset="213583">7973 12183 5824,'43'12'0,"-22"1"0,11 10 0,-35 0 0,-8 3 0,-2 8 0,-1 2 0,2 0 0,0 0 0,-7-7 0,7-3 0,27-3 0,9-30 0,3-8 0,17-3 0,-11-3 0,0 1 0</inkml:trace>
  <inkml:trace contextRef="#ctx0" brushRef="#br2" timeOffset="213800">8431 12072 7533,'16'-14'1079,"-4"41"-450,-2 10 1,-3 8-900,-8-4 0,-5 5 1,-2 0-551,-1-7 1,-2 1 0,-1 0 0,-1-2-175,-4 8 0,-2-2 0,-2-2 994,-6-1 0,-2-3 0,1-2 0,-1 0 0,1-2 0,-7-1 0,1 0 0</inkml:trace>
  <inkml:trace contextRef="#ctx0" brushRef="#br1" timeOffset="-190591.73">2117 10175 6183,'-10'-25'-359,"10"-5"359,18-1 270,1-1 314,5 11 1,1 0 674,6-12-675,-6 11 1,1 2-630,-4 6 1,0 2-946,15-12 540,-2 17 900,-17 18 1979,-10 37-1575,-15-11 1,-2 4-586,7-7 1,3 2 0,-4 0-60,-7 1 0,-2 1 0,3-2-300,6 13 0,2-3-1549,-8-4 1,2-4-1639,7 12 2914,8-26 0,-6-18 0,6-13 1</inkml:trace>
  <inkml:trace contextRef="#ctx0" brushRef="#br1" timeOffset="-190390.73">2223 10534 7533,'-23'16'944,"0"-1"1,-4 6 764,19-4-71,27-8 0,11-6 0,5-9 0,5-4-914,-4 6 0,4 0 1,-1-3-1818,-2-2 1,-1-3 0,-1 2-547,7-1 1,-4 2 982,-10 3 1,-5 1-1,-5 5 1,-10 0 0</inkml:trace>
  <inkml:trace contextRef="#ctx0" brushRef="#br1" timeOffset="-189290.73">1446 9977 7533,'-27'-7'-1709,"1"2"1709,17 21 0,7 17 0,4 10 0,0-3 0,1 3 0,1 2-190,0-3 0,1 2 1,-1 0-1,1-2 190,0 6 0,-1-1 0,5-7 856,6 0 1,3-19 177,5-51 1,-1-23-735,-7 10 0,-3-4 0,0-3-650,-1 12 0,0-1 1,-1-2-1,0 2 0,-3 1-400,-2-11 1,-2 2 0,1 4 749,9-1 0,-2 10 0,-9 17 0,5 31 0</inkml:trace>
  <inkml:trace contextRef="#ctx0" brushRef="#br1" timeOffset="-188857.73">1799 10175 5824,'41'-19'0,"-1"6"0,-14 10 0,0 1 0,2 2 0,-12 0 0</inkml:trace>
  <inkml:trace contextRef="#ctx0" brushRef="#br1" timeOffset="-188711.73">1852 10262 0,'-43'18'0,"14"-4"3276,27-2-4320,39-6 1044,-6-8 0,3-2 0,-3 3 0,0 1 0,-5-3 0,-1 0 0</inkml:trace>
  <inkml:trace contextRef="#ctx0" brushRef="#br1" timeOffset="-187711.73">10195 9716 7533,'-8'-26'-1709,"6"-8"1709,-5 19 0,7-3 0,0 13 0,0 10 0,7 8 0,-1 16 0,-2 5 0,6 7-351,-6 1 1,0 3 529,0-12 1,0 1 240,-4 7 0,0 3 0,2-2 209,5 0 1,1-1 179,0 9 1,2-19-226,10-60 1,3-22-615,-7 16 0,-1-1 0,1-5-402,-3 6 0,1-3 1,0-2-1,0 0 1,0 3-389,1 0 1,1 1 0,0 2 0,0 1 272,7-14 1,1 6 0,-7 14 0,-1 11 0,-8 16 0</inkml:trace>
  <inkml:trace contextRef="#ctx0" brushRef="#br1" timeOffset="-187544.73">10566 9791 1508,'-28'0'-809,"11"0"3613,17-11-3793,25-3 1676,20-5-687,2 7 0,-4 12 0,-17 6 0</inkml:trace>
  <inkml:trace contextRef="#ctx0" brushRef="#br1" timeOffset="-187411.73">10619 9940 7533,'-30'14'-540,"7"-3"360,31-22-180,25-3-109,-3-1 1,3-1 0,-8 6 0,1 0 0,2-2 0,0 0 0</inkml:trace>
  <inkml:trace contextRef="#ctx0" brushRef="#br1" timeOffset="-187128.73">11024 9555 7533,'-27'-6'0,"1"22"359,9 28-539,10-11 1,4 5-31,3-5 0,3 3 0,2-2 390,3 4 0,3-2-135,2 6 0,2-7-135,10-9 90,-7 19-450,-8-17 45,-10-3 1,-8 0 314,-22 4 0,-7-4 90,14-12 0,-1-3 0,-18 0 0,2-9 0,5-22 0</inkml:trace>
  <inkml:trace contextRef="#ctx0" brushRef="#br1" timeOffset="-186995.73">11042 9655 5914,'6'-7'2968,"37"-4"-3418,0 9 450,-2 0 0,0-1 0,-1-3 0,-15 3 0,1 0 0</inkml:trace>
  <inkml:trace contextRef="#ctx0" brushRef="#br1" timeOffset="-165761.73">1676 5181 7533,'-26'4'-1709,"7"15"1709,5 1 0,2 4-462,6 10 1,2 5 461,-2 5 0,-2 5 0,-1 2-319,1-7 0,-1 2 0,0 1 0,0 1 319,1-5 0,0 1 0,1 0 0,-1-1 0,-1 0 0,-2 5 0,0 0 0,0-1 0,1-4 167,3-1 0,1-2 0,2-5-167,-1-4 0,2-7 0,3-8 0,15-33 0,5-10 0</inkml:trace>
  <inkml:trace contextRef="#ctx0" brushRef="#br1" timeOffset="-163929.73">1570 5392 6633,'19'-26'-270,"1"1"0,17-1 1,6 4 269,-1 7 0,5 3-391,-13 5 0,4-1 0,1 1 0,-1 1 391,9-3 0,-1 1 0,4 0-254,-4 1 1,3 1-1,1-1 1,1 1 253,-9 0 0,0-1 0,1 1 0,0 0 0,0 0 0,3 1 0,0 0 0,0 0 0,0 0 0,-2 0 0,2 0 0,-1 1 0,0-1 0,1 0 54,-4 0 0,1 0 0,0 1 0,0-1 0,-2 1-32,-1 0 1,-1 0-1,0 1 1,-1 0-23,2 0 0,1 0 0,-1 0 0,-2 0 29,4-1 1,-2 0 0,0 1 0,-5 2 0,0 1 0,-2-1-165,12-2 1,1 1 193,-7 1 1,3 2 0,-4-1-60,-3-3 0,1 0 30,5 2 0,4 1 0,-2 0 95,1-3 1,-2 0-126,-6 1 0,1 0 0,-2 1 45,6 0 0,-4 1 0,-7-3 0,-1 0 90,17 3 0,0 0 296,-17 0 1,-1 0-387,21 0 0,0 0-875,-16 0 1,-5 0 1009,5 6 135,3-3 0,-1 0-225,-4 4-45,-1-1 0,1-1 135,14 2-90,-10 11-90,-17-4 3276,-2 9-3070,-14-9-26,5 4-90,-7 0 0,0-4 180,0 9 0,0 2-90,0-5 179,-7 20 271,-3-1-540,0-5 0,-2-4 0,0-3-180,9-9 135,-12 9 0,-2 2-3322,5 6 3252,-5 3 115,5-12 0,0-1 90,-7 15-91,5-7 1,0 1 0,1-5 0,1 0-45,2 5 0,2-2 135,-2 14-90,-5-3 90,13-19-90,-14 0-90,14-16 0,-6 14-360,8 3 180,-8-3 180,6 7-270,-5-17 270,-1 1 90,6-1-180,-6-5 180,0 4 0,6-4 0,-6 0-90,0 4 90,-1-10 180,-9 4-270,-7 1 0,-11-5-180,-9 11 3302,0-11-3661,2 10 269,16-10 0,-15 10 0,-3-4 225,15 2 0,-2 0-45,1-2 0,-1 0 180,-7 4 0,1 1-90,14-5 0,-1 0-90,-11 5 0,-2-1 45,11-4 0,-1 0 0,-17 8 0,-4-1 26,3-6 0,0-1 49,11 1 0,-1 0 0,1 0 60,-13-2 0,0 0-18,4 0 1,0 0-103,10 0 0,-2 0 0,2 1-15,-13 2 1,2 1-1595,0 0 1,2-1 1547,11-3 0,3 0-1224,-6 5 1225,-7-9 217,17 3 1,-2 1-128,-5-5 0,-1-1 9,-10 3 1,0-1-100,3-1 0,-1-2 45,-3 1 0,0 0 45,4 0 0,0 0 0,-3 1 0,0-2 0,3-1 0,-1-1-60,7 2 0,-3 1 0,4 0-30,2-3 0,2 0 351,-8 3 0,1 0-126,3-2 0,-1-1-45,3-1 0,-2 0 0,-3-1-30,-8-1 0,-2 0 0,1-1-30,8 1 0,0-1 0,1 1 60,1-1 0,1 1 0,3 1 0,-16-2 44,21 2 1,2-1 45,-4-1 1458,3 1 0,1 0-408,1-1 563,-11-4-1433,19 4-360,13-6-90,-14 7-359,6-5 179,-8 9 180,9-9-1170,-15 4-1438,5-5 2698,-1 5 0,4 7 0,16 7 0</inkml:trace>
  <inkml:trace contextRef="#ctx0" brushRef="#br3" timeOffset="15820.27">13935 12344 7533,'-26'-19'-855,"1"0"1,-7-6 854,9 15 0,-3 9 0,-4 29 0,2 10 0,2-13 0,1 5-656,4 5 1,-2 9-1,0 5 1,1-1 0,3-5 330,0 0 0,2-3 0,0 7 325,3-7 0,0 6 0,-2 4 0,1 2 0,0-1 0,2-4 0,2-6-219,1-1 0,2-6 0,0 1 0,1 4 219,-1 5 0,-1 6 0,0 3 0,2-1 0,1-4 0,3-7 0,3-4 0,2-5 0,4 2 0,6 3 0,4 4 0,3-3 0,1-9-308,4-7 0,7-9 308,6-6 0,9-6 0,1-3 0,-7-4 0,5-7 0,-1-9-14,-13 2 1,4-4 0,2-4-1,1-1 1,-4 0 0,-4 3 13,5-8 0,-6 2 0,1-8 0,-6 6 0,2-5 0,1-3 0,1-3 0,-3 1 0,-2 3 0,-3 3 0,-3 1 0,-3 2 0,-2 1 0,2-3 0,3-4 0,3-2 0,0-2 0,-2 0 0,-5 2 0,-5-3 0,-5 2 0,-2-2 0,-1-2 0,0 7 0,0-4 0,-1 0 0,-1-1 0,-3 1 0,-3 2 121,-4 2 0,-4 1 0,-2 1 1,-1 0-1,0 1 0,1 0-67,1-6 0,2-2 0,-1 1 0,-4 6 0,-6 8 162,-8 10 0,-8 7 0,-2 5 0,2 4 0,6 5-482,-8 10 0,2 7 116,-2-3 0,-3 1 0,6 6 120,15 1 0,4 4 1,0 3-223,1 2 1,0 3-1,1 2 1,2-3 251,-1-2 0,2 0 0,4 3 0,3 9 0,4 7 0,3-2 0,6-7 0,9-5 0,5-3 0,-3 2 0,1 2 0,1-3 0,6-7 0,0 1 0</inkml:trace>
  <inkml:trace contextRef="#ctx0" brushRef="#br3" timeOffset="16143.27">13952 13410 7533,'0'29'-570,"0"0"0,7 6 1,2 2 614,-4-1 0,2 1-697,5-5 1,4 0 0,-3-4 741,1 9-180,9 4 0,1-2-3034,-11-7 3124,4-6 0,0 0 0,0 4 163,-4-5 0,0-1 0,6 6 1,7 10-1</inkml:trace>
  <inkml:trace contextRef="#ctx0" brushRef="#br3" timeOffset="31437.27">14482 11762 6633,'0'-21'-809,"0"-1"809,7 21 0,11-5 0,9 6 0,-1 10 0,-1 2 0,7-1 0,-13 15 0,-5 5 0,-6-1-553,-17 12 0,-6 3 553,2 0 0,-4-12 0,-4 4 0,2-3-407,3-3 0,0 0 407,-3 1 0,3-1 0,8 9 0,57-34 0,-13-5 0,3-2 0,3-1 0,0-2 0,0-2 0,0-1 0</inkml:trace>
  <inkml:trace contextRef="#ctx0" brushRef="#br3" timeOffset="31753.27">15099 12097 7533,'-10'-21'-1619,"-6"4"1529,14 23 90,-15 26 0,-5 9 0,14-14 0,1 2-533,-8 6 0,-3 4 0,2 0 713,3-1 0,3 0 0,-3 4 74,2-5 1,-1 2 0,-2 3 0,0 2 0,1 1 0,1-1 213,1-2 0,0 1 0,1 1 0,0 1 0,1 0 0,0 0 0,0-1-332,1 3 0,-1 0 0,1 1 0,1 0 0,0-1 0,2-1 0,2-2-586,1 8 0,1 1 0,2-3 1,4-4-1,4-6-385,8 0 0,4-6 0,6-10 835,20-11 0,2-14 0,-18-5 0,-4-6 0,2-12 0,-1 0 0</inkml:trace>
  <inkml:trace contextRef="#ctx0" brushRef="#br3" timeOffset="32176.27">15540 12332 6633,'-13'28'-270,"0"-1"0,8 2 1,-1 4 658,-9 9 1,-3 6 0,4-3-2029,6-2 1,0-1 1173,-4 2 1,-3 2-1,1-2 825,1 1 0,0 0-612,-1-3 0,-1 4 0,1 0-108,3 1 0,2 0 1,-2-1 299,-3-3 0,-2 0 0,5-4 60,4 0 0,4-8 0,3-13 0,10-29 0,7-10 0</inkml:trace>
  <inkml:trace contextRef="#ctx0" brushRef="#br3" timeOffset="32354.27">15452 12592 5408,'15'-41'-1710,"-11"23"2711,12-15 1068,-8 37 270,2 36-1889,7 4-940,-11-7 1,-2 5 309,1-11 0,0 2 0,1 3-382,-2 5 0,1 3 0,-1 2 0,0-1 44,1 0 1,0-1 0,0 0 0,0 0 472,1-2 0,1 0 0,0-1 0,-2-4 45,0 15 0,0-13 0,3-20 0,-16-6 0,-2-8 0</inkml:trace>
  <inkml:trace contextRef="#ctx0" brushRef="#br3" timeOffset="32478.27">15434 13150 7533,'0'-25'-1709,"8"-5"1709,10 4 0,9 1 0,8 13 0,8 6-820,-5 6 1,5 11 0,-8 3 0</inkml:trace>
  <inkml:trace contextRef="#ctx0" brushRef="#br3" timeOffset="32654.27">15946 13336 7533,'-28'11'3276,"3"19"-1721,12-3 0,0 3-3194,-8 7 1,-1 1 1348,3 1 0,-1-2 0,-5-7 0,-1-3 0,8-7 0,1 1 0</inkml:trace>
  <inkml:trace contextRef="#ctx0" brushRef="#br3" timeOffset="33737.27">16722 12716 0,'-16'-30'0,"-4"9"163,-15-2-163,7 16 0,-3 7 0,-4 10 0,-2 7 1,4 3 0,0 3 0,1 3 149,3 2 0,1 3 0,2 2 164,5 0 1,0 3 0,2 0 0,4-3 617,1 12 1,6-2-1203,5 0 0,8-7-90,14-17 1,8-9 44,14-20 0,4-13 45,-11 1 0,-1-4 0,0-2 1007,-1-2 0,-1-3 1,-2-3-738,-7 3 0,-2-4 0,-1 1 0,-4 4 0,3-5 0,-8 4 1169,-18-14-90,-22 62 0,3 16 1,2 10-631,10-11 1,3 3 0,1-1-92,-4 5 0,5 2-1198,10-2 1,6 4-1,4-6-105,6-9 1,5-1 454,6 12 0,1-2 0,-9-12 1,-1-3-1,5 11 0</inkml:trace>
  <inkml:trace contextRef="#ctx0" brushRef="#br3" timeOffset="33908.27">16933 13200 7533,'-35'5'449,"8"19"-1348,9 20 269,12-13 1,4 1 629,10 15 0,-6-13 0,6-28 0</inkml:trace>
  <inkml:trace contextRef="#ctx0" brushRef="#br3" timeOffset="34159.27">17180 12394 7533,'6'-21'1619,"14"54"-990,-7 5 1,0 11 0,-2 3-1278,-4-13 0,0 1 0,0 2 0,-3 1 0,-2 1 558,-1 2 0,-3 1 0,-2 1 0,-1 1 0,-1 0 0,-1-2-45,-1-4 0,-1 1 0,0-2 0,-3 0 0,0-1 0,-3-1-369,-3 1 0,-3 0 1,-1-2-1,-1-2 1,-1-1 210,-2 1 1,-1-2 0,0-3-1,0-4-116,-15 3 0,3-6 0,12-6 1,3-3-1,-1-4 0</inkml:trace>
  <inkml:trace contextRef="#ctx0" brushRef="#br3" timeOffset="34392.27">17621 12939 7533,'11'-28'179,"0"0"1,12-5-585,9 18 1,5 7-181,-5 12 1,-1 4-449,16 5 1033,-6 7 0,-24-2 0,1-6 0</inkml:trace>
  <inkml:trace contextRef="#ctx0" brushRef="#br3" timeOffset="34541.27">17604 13200 5406,'-34'17'3276,"36"-19"-938,34-1-3148,3-6 1,6-1 809,-12 5 0,1 1 0,-1 0 0,11 1 0,-2 1 0,-12 2 0,1 0 0</inkml:trace>
  <inkml:trace contextRef="#ctx0" brushRef="#br3" timeOffset="50392.27">18239 12840 0,'-8'-36'0,"6"20"523,-14-6-883,6 44 495,2 2 0,-1 7 310,0 1 0,0 7 0,0 1 0,2-1-236,3 7 1,2 0 0,2 1-255,1-5 0,-1 2 0,5-3 1,7-9-136,25-6 0,6-13 135,-7-5 0,-1-12 112,-7-15 1,0-11-1,-1-5 1,-4 5 121,0-1 0,-5-3-77,-3-5 1,-2-9-1,0-1 1,-3 8 22,1 5 0,-4 0 404,-6-2 1,-3-8 0,-1 1 0,-1 9-361,0 9 1,-4 3 479,-7-9 1,-6-3 0,0 8 2182,-12 7-2842,-12 14 0,0 7 180,9 4-1819,1 18 1,6 7 957,17-5 681,16 9 0,8-2 0,11-8 0,3-5 0,-1-1 0</inkml:trace>
  <inkml:trace contextRef="#ctx0" brushRef="#br3" timeOffset="50621.27">19068 12642 7533,'-10'9'3276,"-6"29"-2351,7 3 1,1 4-2117,-1-8 0,-2 2 801,-4 6 0,-2 4 1,0-5 119,2-10 0,-1-1-383,-1 1 1,-3 5 0,0 0 0,2-6 22,-2-2 1,-1-1 239,-1 6 0,-1 4 1,1-8-2502,-15 0 2891,23-7 0,1-5 0,-11-13 0,14-1 0</inkml:trace>
  <inkml:trace contextRef="#ctx0" brushRef="#br3" timeOffset="50774.27">18750 12791 7533,'-10'20'3276,"18"26"-2509,-2-11 0,0 6 0,2-2-1687,0-7 0,2-1 1,-1 3 99,0 7 1,-1 5 0,1 0 0,-1-6 471,1 3 1,1-3 0,-2-2 0,1 1 0,0-5 0,-1-10 0,1 0 0</inkml:trace>
  <inkml:trace contextRef="#ctx0" brushRef="#br3" timeOffset="51275.27">19297 12505 7533,'-20'-22'-855,"1"-1"1,27-24 854,17 32 0,16 2 0,8 4 0,1 7 0,-2 3-682,-12-4 0,1 0 682,-1 4 0,3 0 0,-10 3 0,-14 3 0,17 5 0</inkml:trace>
  <inkml:trace contextRef="#ctx0" brushRef="#br3" timeOffset="51442.27">19438 12518 7533,'-21'29'-342,"0"0"0,0 1 0,2 7 0,1 3 1,2 1 580,5 1 1,2 1 0,2-1-1194,0-3 1,1-1 0,3 4 1020,5 0 1,2 4-1,1 0 1,0-7-23,-1 1 0,4-3-375,9 8 0,6 4 1,1-11 284,0-15 0,3-8 45,12-3 0,6-3 0,-3-7 0,-2-9 0,0-7 0,-3 0 0,-1-1 0,1 0 0</inkml:trace>
  <inkml:trace contextRef="#ctx0" brushRef="#br3" timeOffset="51788.27">20496 12481 7533,'-22'-25'1439,"-1"0"0,27-19-1799,19 26 0,9 4 60,-1 4 0,4 1 1,1 5-481,1 5 1,0 4-1,-3 4 465,5 9 1,-8 8 898,-13 18 1,-10 6-2030,-3-11 0,-4 3 1827,-5-6 0,-3 5 0,-1 0 1,3-5-692,3 2 1,0 1 825,-2 5 0,-3 7 1,0 0-1,2-7-337,-1-1 0,2-2-23,1 0 0,1 6 1,0-1-1,-1-8 23,-1-3 0,0-2 30,3 6 0,2 3 0,-1-7 758,0 2-834,-10-12 1,-3-5-45,-1-13-1124,-17-7 0,-3-5-136,1-4 826,-7-4 1,-2-2 0,17 2 0,1-1 0,-11-4 0,1-1 0</inkml:trace>
  <inkml:trace contextRef="#ctx0" brushRef="#br3" timeOffset="56988.27">21220 12927 6183,'-2'-14'630,"4"3"989,47 5-1304,-14 6 0,2-1-1080,-3-2 1,1 1 374,-1 1 0,3 1 0,-2 1 390,3-1 0,-2 0 0,-2-3 0,-1 0 0,-5 0 0,0-1 0</inkml:trace>
  <inkml:trace contextRef="#ctx0" brushRef="#br3" timeOffset="57170.27">21590 12555 7533,'-10'5'-1350,"-13"13"2969,16 19 1,2 8-1111,-5-14 1,-3 0 0,3 2-1146,4 2 0,3 1 0,0 2 486,-3 8 0,0 3 0,2-7-435,4-11 1,0 0 344,0 12 0,0 5 0,0-7 240,0-13 0,0-3 0,0 11 0,0-2 0,0-4 0</inkml:trace>
  <inkml:trace contextRef="#ctx0" brushRef="#br3" timeOffset="57587.27">22207 12481 7533,'-9'-19'0,"1"0"-900,8 13 2339,-8 6 199,6 23 0,2 10-1046,-16 8-113,12-1 1,2 9 0,-2 0-1568,-3 0 1,-2 0 0,0-1 1147,2-6 0,1-1 0,-1 2-420,1-1 0,-1 2 1,0 1-1,2-6-1279,-1 10 1,2-5-1,-1-4 1,2-1 1177,5-4 0,4-8 0,12-14 0,9-1 1</inkml:trace>
  <inkml:trace contextRef="#ctx0" brushRef="#br3" timeOffset="57842.27">22825 12617 7533,'-8'-29'-450,"6"8"2069,-14 56 0,14-6-3258,-12 10 1,-3 3 1750,11-17 1,-2 1-83,-11 11 0,-5 5 0,3-5 534,8-10 1,0-1-715,-11 13 0,-6 5 1,4-7 149,9-13 0,0-1-1093,-6 7 1,-4 4 0,3-6 397,-7 3 695,5-9 0,3-5 0,11-15 0,-4-3 0</inkml:trace>
  <inkml:trace contextRef="#ctx0" brushRef="#br3" timeOffset="58004.27">22560 12605 7533,'-19'11'3276,"3"24"-1638,21 4 0,6 8-1253,-5-11 1,0 3 0,1 2 0,1-3-869,3 2 1,2-1 0,0 2-338,-1 3 1,1 5 0,0-3 0,0-7-820,6-7 1,-1-4 1504,0 15 0,0-5 0,15-7 0,-6-6 0</inkml:trace>
  <inkml:trace contextRef="#ctx0" brushRef="#br3" timeOffset="58420.27">23178 12196 7533,'-36'-13'-1619,"17"1"1529,3 5 1079,16 1 270,23 6 1,-1 6-721,2-2 1,3-1-405,-1 0 0,1 1-641,4 1 1,1 1-754,3-3 0,0 0-380,1 4 1,-1-1-652,12 1 1497,-17-1 1,-3-1 792,-14-4 0,19 5 0,-23-6 0</inkml:trace>
  <inkml:trace contextRef="#ctx0" brushRef="#br3" timeOffset="58637.27">23301 12332 0,'-25'23'0,"1"-1"0,-2-1 1638,1 13 0,2 11-546,9-10 0,4 5 0,0 5-546,4-9 0,1 5 0,0 3 0,0 1 0,1 1 0,0-1-291,-1-3 0,1 2 0,-1 0 0,0 0 0,1 1 0,1-1 0,1 0-397,1 0 1,0 1 0,1 0 0,1-1-1,0 0 1,2-3 0,2-1 33,2 4 0,1-1 0,2-2 0,2-5 0,4-6-985,8-3 1,5-8 0,0-4 727,17-4 0,-1-10 1,-13-9-1,-2-2 1,11 5-1</inkml:trace>
  <inkml:trace contextRef="#ctx0" brushRef="#br3" timeOffset="59792.27">16563 2963 7533,'-20'17'-1709,"20"25"1709,28-1 0,4-20 0,10-2 0,-1-4 0,-8-4 0,0-3 0,3-6-284,4-6 1,4-5 0,3-4 0,-1-4 0,-5-2 283,-7-4 0,-2-3 0,-2-3 0,-1-2 0,-1-1 0,0-1 0,0-3 0,-1 0 0,-3-2 0,-4-2 125,-2-3 1,-2-4 0,-3-1 0,-6 2 0,-6 1 436,-8-3 0,-6 1 1,-8 4-1,-5 4 93,-1 11 0,-7 4 1,-3 2-1,0 4 0,0 2-328,-2 1 1,0 3 0,-1 6 0,-3 8-354,5 8 0,-5 6 1,-1 6-1,0 5 1,1 2-1,5 1 1,6 1-631,2 8 1,8 5-1,3 1 1,1 1 0,-3-1 381,-5-2 1,-2-1 0,-1 0 0,6 0 0,8 0 0,9 3 0,7 2 0,5-4 0,2-6 0,11-6 0,0 0 0</inkml:trace>
  <inkml:trace contextRef="#ctx0" brushRef="#br3" timeOffset="67471.27">23618 12766 0,'-27'11'0,"5"14"0,3 8 0,7-4 0,2 5 819,2 1 0,1 6 0,0 1 0,4-2-216,2 4 1,3-2-1,5 0-783,6 7 0,7-1 1,5-13 415,16-11 1,3-20-477,-9-21 0,-1-16 0,-3-5 689,-8 0 1,-4-5 0,-2-3 0,-6-1 83,-5 8 1,-3-2-1,-4-1 1,-1 1-1,-2 2 254,-1-3 0,-3 0 0,-3 3 1,-4 5-519,-8 0 1,-5 4 0,-1 14-793,-9 20 0,3 16 523,9 8 0,7 7 0,11 6 0,8 1 0,10-10 0,0 0 0</inkml:trace>
  <inkml:trace contextRef="#ctx0" brushRef="#br3" timeOffset="67771.27">24201 12927 6903,'39'7'1638,"-12"-6"0,3-2-3141,10-7 0,2-2 1503,-5 3 0,-4-1 0,11-16 0,-19 12 0</inkml:trace>
  <inkml:trace contextRef="#ctx0" brushRef="#br3" timeOffset="67921.27">24465 12666 7533,'-17'34'546,"0"-1"0,0 0 0,4 1 0,1 3 0,1 1 0,0 3 109,1 2 0,1 3 1,0 2-1,0 0 0,1-2-772,0-1 1,1 0 0,0-1 0,1 0 0,1-2 0,1 4 0,2-1 0,0-2 0,0-3 0,-1-5 0,1 0 0,-1 0 0</inkml:trace>
  <inkml:trace contextRef="#ctx0" brushRef="#br3" timeOffset="70203.27">23583 7858 7533,'-10'-19'-1709,"-5"1"1709,5 6 90,-23 5 449,-12 18 360,10 0 1,-1 4 224,-4 8 1,0 4-406,12-8 1,2 2 0,-1 0-151,0 3 1,0 1 0,3 1 149,-6 13 1,5 3-136,1 1 1,5 1 45,7-1 0,6 1-46,7-5 1,6-3-315,7-3 0,7-4-136,8-5 1,5-5-360,12-4 1,4-5-43,-17-5 0,0-1 0,1-1 267,3 0 0,2 0 0,-1-3-60,0-4 0,0-2 0,-1-1-60,-3 0 0,-1-1 1,0-3-61,3-3 0,-1-3 0,-2-2 449,-2 0 1,-1-1 0,-3-2 60,-1-2 0,-3-1 0,1-1-31,2 0 1,1-1 0,-4-1 150,3-15 0,-5-1 88,3 4 1,-4-1-90,-9 1 1,-5 0 0,-7 8 0,-6 1-1,-4 2 1,-5 3-90,-9 0 0,-3 4 0,-2 2 0,-3 1 44,-5-3 1,-2 1 45,0 4 0,0 3-450,-7 2 0,-3 4-50,16 4 0,-1 2 1,-1 3 49,-5 3 0,0 5 0,-1 1 0,0 3 0,0 1 0,1 3 0,-4 4 0,0 2 0,3 2 0,7 1 0,2 1 0,1 1-1093,2-1 1,0-1 0,4 3-547,0 11 1,7 5 1228,8-8 0,2 3 1,4-3-1,3 3 1,4-1-1,3 10 0,-1 1 1</inkml:trace>
  <inkml:trace contextRef="#ctx0" brushRef="#br3" timeOffset="88687.27">25118 12852 7533,'-20'-12'-1709,"5"0"1709,15-1 0,0-5 0,0-1 0</inkml:trace>
  <inkml:trace contextRef="#ctx0" brushRef="#br3" timeOffset="88892.27">25047 12716 7533,'-17'0'-1709,"-1"0"1709,8 0 0,2 6 0,8 6 179,0 13 1,0 2 90,0 12-419,0 3 0,0 3 464,1-13 0,-2 1-1,-1 12 1,-4 2-45,-2-1 0,-1 2-135,3 2 0,0-2-45,-2-11 0,0-2-585,4 2 0,1-4-29,1 0-645,-6 3 450,8-17 719,8-6 0,-6-13 0,5-7 0</inkml:trace>
  <inkml:trace contextRef="#ctx0" brushRef="#br3" timeOffset="89121.27">25682 12840 7533,'-33'29'-1619,"19"-7"2788,-7 3 0,3 2-1445,14 8 815,-14 2 1,-3 2-3817,7 5 2820,-1-12 1,-3 0-399,-6 1 1,-1-1 160,5-1 1,-1-1 603,-5 0 0,-1-2 59,1-3 1,3-5 0,9-12 0,-9 3 0</inkml:trace>
  <inkml:trace contextRef="#ctx0" brushRef="#br3" timeOffset="89287.27">25400 12840 7533,'9'39'1092,"0"1"0,-1 4 0,1 4-1075,0-3 0,0 2 1,-1-3-430,-3 0 0,2 1-408,1-6 1,2 5 0,1-1 0,-1-10 736,3 6 1,3-10 0,2-2 0,-1-8 0</inkml:trace>
  <inkml:trace contextRef="#ctx0" brushRef="#br3" timeOffset="89725.27">25912 12716 7533,'0'-27'1259,"15"65"-167,-13 1 0,-5 10 0,0 5-1036,4-9 0,0 4 0,0 2 0,1 0 1,-1 0 176,0-1 1,0 0 0,-1 1 0,2-2 0,0-2 305,-1 8 1,0 1 0,4-8 0,8-15 230,15-16 0,4-19-883,-9-19 1,-3-17-1,-1-7 1,0-1-308,-4 10 0,-1-3 0,-1-2 1,1 0-1,-1-1 0,0 0-127,1-2 1,0-2 0,-1 1 0,0 0 0,0 1 0,-2 4 136,2-5 0,-1 2 1,-1 4-1,-1 2 1,4-17-1,-3 11 0,-3 18 1</inkml:trace>
  <inkml:trace contextRef="#ctx0" brushRef="#br3" timeOffset="90454.27">26529 12381 7533,'0'-13'0,"0"-4"-1619,0 10 1529,0-5 90,0 16 0,0 4 0,0 16 0,0 5 0,0 3 0,-4 10 0,0 1-320,2-5 320,-1 8 0,-2 1 0,-3-3 0,4-12 0,-1 1 0</inkml:trace>
  <inkml:trace contextRef="#ctx0" brushRef="#br3" timeOffset="90770.27">26917 12654 7533,'-27'-27'-180,"-15"21"809,21 21-1025,0 1 0,1 4 890,2 7 1,0 5 44,2-1 1,-2 5 0,0 1 0,2-3-420,1-1 0,1-2 0,0 4-10,-1 5 0,-2 6 1,1 2-1,2-1 1,3-6 308,4-3 1,4-3 0,-1 1-360,-3 8 0,0 3 0,6-3-180,6-6 0,4-2 0,2-7 120,11 4-855,-7-3 1,3-3-2423,23-14 3177,-14-15 0,1-5 0,-3 0 0,-1-3 0,1-11 0,-1 0 0</inkml:trace>
  <inkml:trace contextRef="#ctx0" brushRef="#br3" timeOffset="90971.27">27058 12827 7533,'-10'-2'3276,"-13"32"0,19 7-2427,-4-6 1,0 3-536,7 12 1,2 2-1268,-3-13 1,-1 0 0,0 1 862,2-1 0,1 0 1,-1 0 89,-3 10 0,1-4-1440,3-10 1,0-2-1838,-8 13 2509,6-10 0,-6-35 0,8-29 0</inkml:trace>
  <inkml:trace contextRef="#ctx0" brushRef="#br3" timeOffset="91342.27">27093 12827 7533,'-9'-19'2248,"1"7"-179,8 7-630,15 10 540,5 2-1169,23 5-2339,-6 6-810,6-4 810,-15 9 1439,-3-9-3148,-7 10 2518,-24-11 1,-6 16 1033,-8-13 1,-3 0-396,5 3 0,-1 1 621,-7 1 0,1 0 179,-4 16 900,-5-5-989,25-7-270,9-2-810,17-9 90,11 4-179,7 0 89,0 1 720,0 6-450,-7 0 1421,-10 5-791,-11-4 0,-7 10-450,-23-10 179,-7 10-1348,-7-15 719,13-9 1,-1-1-2430,-12-4 2250,-8-2 629,10-10 0,9-8 0,9-6 0</inkml:trace>
  <inkml:trace contextRef="#ctx0" brushRef="#br3" timeOffset="91603.27">27411 12605 7533,'21'-17'269,"1"-1"1,7-4 1368,-3 34 0,-3 10 663,-9 9-2000,-1-2 0,2 7 0,-4 2 58,-6 8 1,-6 4 0,1-3-1453,3-6 1,0-1 0,-1 1 1139,-3 7 0,-3 3 0,-1-6-227,-2-1 1,-3-4 123,-6 4 1,-2 2-485,9-11 1,0 1-1,-2-1 0,-4-1 1,-3-1-1,0-1-553,1-3 1,0 0 0,-2 0 1086,-8 4 0,-3 0 1,1-3-1,-5 0 0,-1-3 1,7-6-1,0 0 1,0 0-1</inkml:trace>
  <inkml:trace contextRef="#ctx0" brushRef="#br3" timeOffset="92108.27">27658 12295 7533,'-18'-18'-1709,"8"4"3328,18-15 0,20 14-180,9-3-809,6 13-181,0 5 1,-6 0-450,6 5-360,-7 2 360,-9 5-539,6 1 179,-21-1-180,4 6 180,-8 1 450,-6 17 90,-2 3-90,-1-13 0,0 3-268,-3 1 1,0 2 357,0 4 0,0 2-343,3 7 0,0 2 492,-4-11 1,-1 2 0,1 0-476,4 4 0,2 2 1,-3 1 347,-2-7 0,-3 0 1,1 1-1,0 0 68,2 0 0,2 1 0,-1-1 0,0 0-46,-1 0 1,0 0 0,-1 0 0,1 0 15,-2 9 0,1-1 0,0 0-260,2-7 1,0 0 0,-1-2 259,-1-4 0,-1-1 0,-1-1-131,0 7 1,-3-4-65,-6-5 0,-2-4-495,-11 5 495,-2-19 0,-5-6-1684,9-3 1,-2 0 1430,-14 3 1,-1-1 0,8-6 0,0-1 0,-3 4-1,-1 0 1</inkml:trace>
  <inkml:trace contextRef="#ctx0" brushRef="#br3" timeOffset="102258.27">28363 13076 7533,'-11'-2'-1709,"28"-2"1709,15 10-1639,1-5 1,0-2-746,-1-5 2569,1 4 1,-2-3-186,-7-7 165,17 5 0,-23-4 0,-1 4 0</inkml:trace>
  <inkml:trace contextRef="#ctx0" brushRef="#br3" timeOffset="102407.27">28434 13249 7533,'-37'12'-1709,"43"1"1709,22-7 0,14-5 0,0-3 0,5-3 0,-1 1 0,-6 1 0,-2 0 0,0-1 0,0-4 0,1 1 0,0-1 0</inkml:trace>
  <inkml:trace contextRef="#ctx0" brushRef="#br3" timeOffset="102725.27">29210 12592 7533,'-27'-10'-1709,"1"46"1858,18-1 1,3 8 0,0 2-558,1-4 0,1 2 1,1 1-1,2 1 408,2-4 0,1 1 0,2 0 0,1 0 0,1-2-23,2 6 1,2-2-1,1 0 1,3-3 163,3-5 0,2-1 0,2-2 0,-1-2 219,1 1 0,0-1 0,-2-2 216,7 8 1,-11-1-622,-18-4 0,-11-2-720,-14 0 1,-9-3 314,5-9 1,-3-1-1,-1-3 85,-1-1 1,-1-3 0,2-1 0,-6-1 0,2-4-1,9-4 1,1-1 0</inkml:trace>
  <inkml:trace contextRef="#ctx0" brushRef="#br3" timeOffset="102908.27">29263 12791 7533,'26'-24'819,"0"0"0,0 0 0,10-6 0,1 6-74,-3 13 1,2 4-1151,10 3 0,0 3-1234,-3 6 1,-1 1 1091,-4-5 1,-2 1 0,-5 5 0,-5 2 0,-8-2 0</inkml:trace>
  <inkml:trace contextRef="#ctx0" brushRef="#br3" timeOffset="159258.27">11148 9383 7533,'0'-35'-570,"0"-1"0,2 3 1,-4 0 569,-10-3 0,-8 1 0,-3 3 0,-8 3-531,-5 6 1,-5 1 0,-4 5 530,6 8 0,-3 2 0,-2 4 0,0 3-203,-2 3 0,-2 3 0,0 3 0,0 3 526,6 1 1,-1 2 0,0 2 0,1 2 0,3 4-19,2 3 1,1 3 0,3 3 0,0 1 0,1 1-355,0 1 1,0 2 0,1 0-1,3 3 1,2 1 18,7-4 0,2 2 0,1 2 0,2 0 0,2 0 0,0 0-42,0 4 0,1 0 0,2 1 0,2-1 0,3 0-122,2 0 0,2 1 1,2-1-1,2-1 1,2 0 148,3 6 0,3-1 0,2-2 0,4-2 93,0-4 0,2-2 0,3-3 1,4-2 513,5-2 0,3-2 0,4-4 0,2-2-257,-5-7 1,2-3 0,2-1 0,0-3 0,2-2-241,4-3 1,2-3-1,1-2 1,0-2-1,0-2-5,-7-1 0,-1-1 0,1-2 0,0-1 0,-1-2 0,0-1 75,-2-2 0,1-1 0,-1-2 0,-1-2 0,-1 0 0,-1-3 44,0-2 1,-1-1 0,-1-2 0,-1-2 0,-1-1 0,0 0-120,0-4 1,-1 0 0,0-2 0,-2-1 0,-1-1 0,-3-1-16,0-1 0,-3-2 0,-1-1 0,-1-1 0,-3 0 0,-2 0 224,-2 0 1,0-2 0,-3 1 0,-3 0 0,-3 0 0,-6 1-213,-5 3 0,-4 0 0,-3 0 1,-4 2-1,-3 1 0,-2 2-282,-4 0 0,-3 3 0,-3 1 0,-2 2 1,-2 1-1,-1 3-322,-3 1 1,-4 2 0,-1 2 0,-1 2 0,1 2 0,1 3 508,-4 3 1,0 2 0,1 3-1,2 2 1,2 2 0,-10-1-1,3 4 1,7 7 0,8 20-1,0-1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39:40.462"/>
    </inkml:context>
    <inkml:brush xml:id="br0">
      <inkml:brushProperty name="width" value="0.09071" units="cm"/>
      <inkml:brushProperty name="height" value="0.09071" units="cm"/>
      <inkml:brushProperty name="color" value="#00206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14905 10126 7533,'-37'0'-1709,"3"5"1709,64-3 1092,6-5 0,10-1 0,-1-1-1606,-12 3 0,-1-1 0,5-1 819,4-2 1,6-1 0,3-1 0,0 1 0,-3 0-914,2 2 1,-2 1 0,-1 1 0,2 0 444,-5 3 0,0 0 0,0 1 0,0 1 0,-1 0 0,4-1 0,0 0 0,-2 2 0,-4 3 0,-4 6 0,0 0 0,0 0 0</inkml:trace>
  <inkml:trace contextRef="#ctx0" brushRef="#br0" timeOffset="533">22401 10051 352,'-4'-37'0,"39"13"0,13 6 448,-12 5 0,6 3 207,-4 3 0,8 0 1,3 0-1,0 1 0,-2 0-10,-4 3 1,-2 0-1,1 0 1,0 1 0,2 0-1066,-1-1 0,2-1 0,1 1 1,0 0-1,0-1 0,-1 1-192,5 0 0,1-1 1,-1 1-1,-1-1 1,-2 0 611,0 0 0,-1-1 0,-3 0 0,-3 1 0,12 1 0,-6-2 0,-18 0 0,1-1 0</inkml:trace>
  <inkml:trace contextRef="#ctx0" brushRef="#br0" timeOffset="5699">22102 979 0,'-8'-30'0,"6"4"163,-14-4-163,14 10 1409,-6 19-1409,-7 31 180,7-3 0,0 7 0,-4 1-158,-6 5 1,-6 3 0,-1 2 0,0 1-53,7-10 0,0 2 0,-1 0 0,1 1 0,-1 0 0,-1-1-75,0 1 0,-2 1 0,0-1 0,0 0 0,1-2 0,1-2 651,-5 7 0,0-2 1,3-3-1,6-4-546,2 7 0,10-17 0,12-36 0,9-22 0,4-13 0,3-1 0,-2 8 0,3 5 0,0 2 0,2 0 0,-2-4-191,-5 2 0,0-4 0,0-2 0,-1 1 0,0 3 0,-1 7 250,6-7 1,0 7 0,-8 19 1559,-6 50-1139,-5-8 0,0 6 0,1 0-900,2 3 0,1 1 0,7-4 405,10-1 1,7-5 0,2-13-316,4-21 1,2-14-1,1-3 487,-8 4 1,1-2-1,-1-3 1,-2 0 441,4-14 1,-4-2 0,-4 19 2676,7 39-3317,-31 21 0,-10 12-769,0-6 1,-2 3-1,3 0 123,5-1 1,4 0-1,-2-5 687,-5-3 0,4-5 0,14-5 0,1-5 0,-6-7 0</inkml:trace>
  <inkml:trace contextRef="#ctx0" brushRef="#br0" timeOffset="5933">22931 1078 7533,'-18'-1'3276,"8"35"-2480,9-4 1,2 5 0,-1 4-932,-1 2 0,0 5 0,-1 1 1,0 0-522,1-7 1,-1 1-1,0-1 1,0 1 0,-1-2 166,0 8 0,-2 0 0,0-2 0,-1-3-604,-2-2 1,-2-3 0,2-5 1079,-1 10 0,1-42 0,8-20 1</inkml:trace>
  <inkml:trace contextRef="#ctx0" brushRef="#br0" timeOffset="6150">22948 1116 6842,'26'-36'-1709,"1"8"2609,8-2-236,2 23 0,1 13-709,-7 16 0,-1 8 0,8-2 0,-6 7-587,-21-2 0,-5 7 0,-5 2 0,-1-4 782,-3-3 0,-3-2 0,-5 4-150,-5 3 0,-6 6 0,-3 2 0,-1-3 0,0-4-475,-1-5 0,0-5 0,-1 0 0,0 1 475,1-2 0,0 3 0,-1-1 0,1-2 0,3-4 0,-14 10 0,7-7 0,7-6 0</inkml:trace>
  <inkml:trace contextRef="#ctx0" brushRef="#br0" timeOffset="6416">23495 1103 7533,'-12'-8'1638,"11"26"0,4 15-961,1 6 0,1 8 0,-2 3-1131,-4-10 1,-2 2 0,0 2 0,-2 1 0,1 1 408,1-5 0,0 1 0,0 1 0,-1-1 0,0 1 0,-2-2-603,-3 4 0,-2 1 1,-1-2-1,2-1 1,1-2-446,1 8 1,3-2 0,-2-6 1030,-4 2 1,-1-15 0,2-28 0,-8-21 0</inkml:trace>
  <inkml:trace contextRef="#ctx0" brushRef="#br0" timeOffset="6632">23618 1141 0,'21'-24'769,"0"1"1,4 11 0,5 4 868,13-2 0,2 9-1398,-16 14 0,-1 9 1,-3 4-361,-1 5 0,-4 6 0,-9 2 305,-12-3 0,-6 2 0,-7 0 0,-3 0-653,-5-2 0,-4 0 1,-5-1-1,-1-1 1,0-1 422,-2-1 1,-1-2 0,-2-1-1,0 0 1,-1-2 0,0 0-1,-1-2 1,-1 0 0,2-2 0,1 0-1,3-2 1,0 0 0,-1 0-1,1 0 1</inkml:trace>
  <inkml:trace contextRef="#ctx0" brushRef="#br1" timeOffset="9816">24906 1153 7533,'23'-28'-450,"-1"-1"0,16-4 0,-9 17 2249,-27 34-989,-22 19 0,-13 8-1630,7-12 1,-5 1 0,-2 2 0,-1-1 851,4-3 0,-3 0 0,0 0 0,0-1 0,2-2 147,-10 5 1,3-3 0,1-1 449,7-5 1,1-1 0,4-5 1935,-12 2-1846,19-3-338,57-7 0,18-5-156,-29-5 0,1 0-46,5 3 1,6 1 0,2 1 0,-3 1-1033,1 2 1,-2 2-1,-3 0 853,7 2 0,-1 3-719,1 3 0,2 4 1,-9-2-2559,-2 9 2781,1 1 1,-3 1 0,-9 3 0,-6-11-1,1 0 1</inkml:trace>
  <inkml:trace contextRef="#ctx0" brushRef="#br1" timeOffset="10783">26035 979 7533,'0'-32'-1709,"0"-14"1709,0 28 0,0-21 0,-16 37 0,12-9 0,-31 31 0,-8 15-1318,12 0 1408,-1-4 0,-6 5 0,2 2 269,4 2 1,3 2 0,2-3-315,-2 0 0,3-1-15,-1-1 0,0 1 0,18-5-1643,35-6 1,11-6 1162,2 9 360,-7-14 0,6 0 0,0-2-607,-3-3 0,0-1 1,-1-1 696,3 1 0,-2 2 0,11 8 0,-10 5 0,-26 20 351,-20-4 186,-16-3 1,-6-2-403,11-19 0,-1-2-75,-8 6 0,-3 2 0,5-4 1782,-5 3-2337,0-3 0,1-3-134,11-8 1357,-5 3 1,26-5 0,10 0 0</inkml:trace>
  <inkml:trace contextRef="#ctx0" brushRef="#br1" timeOffset="10966">26423 1847 7533,'-27'-7'-810,"9"1"2879,2 28-2339,7-5 225,0 4 0,0 5-1080,-4 10 1,0-1 1079,4-11 1,-1-1-127,-10 21 0,-1-2 1,-1-14-1,5-7 1,1 0-1</inkml:trace>
  <inkml:trace contextRef="#ctx0" brushRef="#br1" timeOffset="11466">27217 769 6633,'-21'22'719,"1"0"1,-4 16-158,7-9 0,-5 6 1,0 1-1,3-2-2021,-3 8 0,1 2 1621,3-8 0,-3 4 0,-1 3 0,1-1 0,3-6-72,0 0 0,2-5 0,-1 6-108,-2 3 0,-2 6 0,-1 3 0,2-4 0,4-6-657,2 2 0,0-1 472,-1-6 1,-4 5 0,2-2 0,6-5-1406,8-4 1,2-4 1607,-15 16 0,16-12 0,0-40 0,0-1 0</inkml:trace>
  <inkml:trace contextRef="#ctx0" brushRef="#br1" timeOffset="11632">27005 1165 7533,'28'-3'-1709,"-11"6"902,-2 32 1,-6 10 1166,-7-18 0,0 1-91,4 13 1,3 7 0,-1 2-977,-3-8 1,0 2 0,-1 0 0,0-3 706,0-1 0,-1-2 0,2 4-583,-1-3 0,2 6 0,-1 1 0,0-5 0,-2-8 583,-1 12 0,4-3 0,4-5 0,0-25 0</inkml:trace>
  <inkml:trace contextRef="#ctx0" brushRef="#br1" timeOffset="11782">26917 1686 7533,'-20'-7'-1619,"13"1"2248,16 6 361,32-5-1890,-1 3-366,5 0 1,2-1 1265,-21 3 0,1 0 0,14-2 0,0-1 0,4-4 0</inkml:trace>
  <inkml:trace contextRef="#ctx0" brushRef="#br1" timeOffset="13166">27499 2107 7533,'0'-19'-1709,"0"7"1709,16 12 90,-5 28 90,15-10-225,-18 6 0,-6 3-135,-18 12 180,2 1 0,-5-21 0,-3-2 0,3 0 0,-7-4 0</inkml:trace>
  <inkml:trace contextRef="#ctx0" brushRef="#br1" timeOffset="14300">28134 930 7533,'0'-14'-1709,"0"19"1709,-3 26 0,-2 8 0,5-10 0,-2 3-320,-2 1 0,-2 4 0,-1 3 1,1 0 386,1 3 1,0 2-1,1-1 1,-2-2-396,-3 4 1,0-3 0,0 4 273,3-7 0,0 3 0,1 0 0,0-1 0,1-5-156,0 0 0,1-5 1,0 0 209,-1 15 0,1-3 317,0-6 1,6-14-318,4-28 0,-5-10 0,6-18 0</inkml:trace>
  <inkml:trace contextRef="#ctx0" brushRef="#br1" timeOffset="14550">28134 955 7533,'16'-38'-855,"-1"1"1,1-10 854,13 23 0,7 8 899,-5 16 1,0 5-721,-1-6 1,-1 4-360,14 15 1,-3 10-316,-18-2 0,-5 5 135,-1 15 1,-5 2-10,-4-14 1,-8 0 368,-13-5 0,-10 1 0,-3-4 0,-4-4 0,-4-4 0,1 0 0,-7 6 0,0 0 0,4-3 0,-2 1 0,11-3-131,15-2 1,-19 12 0,22-17 0</inkml:trace>
  <inkml:trace contextRef="#ctx0" brushRef="#br1" timeOffset="14799">28593 1822 6183,'9'41'180,"-1"-12"270,-5-1 0,-6 2-450,-11-4 0,-3-1-630,1 17 360,-10-15 1,-5-3 269,-6-9 0,0 2 0,4-11 0</inkml:trace>
  <inkml:trace contextRef="#ctx0" brushRef="#br1" timeOffset="15549">29157 967 5914,'0'37'134,"0"0"1,0 0 0,0-3 0,0 1 269,-1 5 1,-1 6 0,0 3 0,-1-2-577,1-4 1,1 0-1,-2 0 1,-1 1 153,-1-1 0,-2 2 0,-1 0 0,1-1 0,1-1 63,2 0 0,2-1 0,-1-1 0,-2-2-15,-4 7 0,-3-2 0,2-9-2543,0 1 1883,0 0 395,-13-47 235,17-28 0,8-16 0,-1 15 0,1-5 0,0-2 0,1 3-308,-1 5 0,0 1 0,1 0 1,4-1 307,1-4 0,4-3 0,1 0 0,2 2 0,1 5 0,8-4 0,3 5 0,3 0 128,-5 5 1,2-2 0,1 2 0,1 2-129,1 6 0,3 2 0,-2 3 0,-1 2 0,8-8 0,-2 10 164,0 13 0,-7 12-164,-17 33 0,-15-3 0,-10 4 0,-6-10 0,-6 2 0,-1-2-101,-4 4 0,-2-1 0,-1-2 251,0-7 0,-1-2 0,3-2 344,3 4 1,4-5-315,0-5 1501,40 0-737,4-3 1,3 2-540,5 10 0,1 5-1155,-5-5 1,1 2-1,-4-1 525,-1 3 0,-3 0-450,0 14 1,-2-2 359,-6-17 1,-1-2 314,2 6 0,0-1 0,16 7 0,-9-17 0</inkml:trace>
  <inkml:trace contextRef="#ctx0" brushRef="#br1" timeOffset="15849">29951 1463 7533,'0'-21'-270,"23"10"2429,7 40-855,2-5 0,4 3-885,-11-5 1,-1 2 0,0 0-330,1 2 0,-1-1 0,-1-2 0,2-2 0,-5-2 450,4 20-540,-48-20-270,3 2-823,-5-8 1,-9 0 0,-2 1 1069,0 0 1,-4 2-1,-1 0 1,3-2 0,-3 2-1,1-2 1,-1 2-1,3 0 1,0-1 0,1 1-1,-1 0 1</inkml:trace>
  <inkml:trace contextRef="#ctx0" brushRef="#br2" timeOffset="54683">19897 15096 11683,'8'-37'-2058,"9"16"2385,9 3 1,7 3-206,12 6 0,8 3-920,-11 1 1,5 0 0,3 0 0,1 0 790,-10 2 0,2 0 0,0 1 1,2-1-1,2 1 0,1-1-298,-4 1 1,2-1 0,2 1 0,0 0 0,1-1 0,1 1 0,0 0 0,1 0 289,-7 0 0,1 1 0,0-1 1,1 1-1,1-1 0,-1 1 0,1 0 1,0-1-1,1 1 0,-1-1 13,0 0 1,-1 1 0,1-1 0,1 0 0,-1 0 0,1 1 0,0-1 0,0 0 0,0 1-1,1-1 1,-1 1-90,0 0 1,1 0 0,0 1 0,0-1-1,0 1 1,0-1 0,0 1 0,0 0-1,0 0 1,0-1 0,0 1 138,1-1 0,0 1 1,-1-1-1,1 0 1,0 1-1,0-1 1,-1 1-1,1-1 1,-1 1-1,0-1 1,0 1-136,-1 0 0,-1-1 1,0 1-1,0-1 1,0 1-1,0 0 0,0 0 1,0 0-1,-1 0 1,1 0-1,-1 1 56,3-1 1,0 2-1,1-1 1,-1 0-1,0 1 1,-1 0-1,1 0 1,-1 0-1,-1 0 1,1 0-62,1 1 1,0-1 0,-1 1 0,0-1 0,0 1 0,-1 0-1,1 1 1,-1 0 0,0 0 51,-2 0 0,1 1 0,-1 0 1,-1 1-1,1 0 0,0 0 0,-1 0 1,0 0-1,0-1 55,3 2 0,0-1 0,0 0 0,-1 0 0,0 1 0,1-1 0,-1 0 0,0 0-17,0 0 0,-1-1 1,1 1-1,-1-1 1,0 1-1,1-1 0,-1 1 1,0-1 64,-1 1 0,0-1 0,0 1 0,0-1 0,0 1 0,-1-1 0,1 0 0,0 0-91,4 0 0,0 0 0,0-1 0,0 1 0,0-1 0,-1 0 1,1 1 72,-3-1 1,0 1-1,-1-1 1,1 1-1,-1-1 1,0 0 0,0 0-46,6 0 1,0-1 0,0 0 0,0 0-1,-1 0 1,0 0 15,-2-1 0,0 1 0,0-1 0,0 0 0,-1 0 0,0-1 13,0 1 0,0-1 0,0 0 0,-1 0 0,1-1 0,0 1 94,0-1 1,0 0 0,0 0 0,0 0 0,-1 0 0,0 0-115,6 0 1,-1 0-1,0 0 1,-1 0-1,0 0 270,-3-1 1,0 0-1,0 0 1,-1 0-1,-1-1-46,-2 1 1,-2 0 0,0 0 0,0-1 0,0 0-162,1-1 0,-1 0 0,0-1 0,0 0 0,1 1-235,3 0 0,-1 1 0,2-1 0,-1 0 1,0 0-126,-1-2 0,0-1 0,0 0 0,0 0 0,0 0-144,0 1 0,0 0 1,0 0-1,-1 0 1,-1-1 431,7-3 0,-1 0 0,-1-1 0,-3 1 0,-1 0 0,-2 0 0,-2 0 0,-5 2 0,0-1 0,1 0 0</inkml:trace>
  <inkml:trace contextRef="#ctx0" brushRef="#br1" timeOffset="66300">7020 16869 7533,'10'-14'-1709,"6"3"1709,-14 16 0,-10-4 0,-35 11 0,16-7 0,-3 2 0,-12 4 0,-2 3 0,13-3 0,-1 2 0,-1 0-237,-9 3 1,-3 1-1,0-1 237,10-3 0,0 0 0,-2 0 0,-1-1-257,-7 2 1,-3 1 0,-1-2 0,1 1 256,3-3 0,1 1 0,-1-2 0,-1 1 0,6-3 0,-1 0 0,1-1 0,-1 0 0,1 0 0,-5 0 0,0-1 0,1 0 0,0 0-138,1 0 1,1-1 0,1 1 0,0 0 137,-7 0 0,1 0 0,1 1 0,1 1 0,2 0 0,0 1-84,4-1 1,1 1 0,-1-1 83,-2-1 0,0-1 0,2 0 0,-8 4 0,1-2 286,2-4 1,2-1-242,11 0 0,1 0 409,-4-3 1,0 0-455,5 0 0,1 0 319,-3-3 1,1 0-320,-13-4 0,24 0 323,-13-10 36,13 4-314,1-4 0,0-2 90,0-2 0,1-2-225,2 1 0,3-1 0,1-9 0,4-1 45,5 7 1,4-1-91,13-15 0,3 0 135,-10 17 0,0 1 0,15-18 0,1-2 0,-13 9 0,-2 0 0,0 5 0,1-2 0,2-16 0,0 0 0,-4 18 0,1-1 0,2-2 0,1-4 0,1 4 0,1 2 0,1 0 0,1-2 0,1-3 0,-1 3 0,-1 5 0,-1-1 0,1-4 0,0-5 0,-1 2 0,-1-6 0,1 0 0,-2 11 0,1-1 0,3 3 0,12-8 0,5 5-251,-3 9 0,3 3 0,2 2 251,3 5 0,3 3 0,-3 0 0,8-2 0,1 1 0,-6 6 0,4 1 0,-2 2 0,-6 2 0,-1 2 0,3 0 0,2 0 0,4 1 0,0 0 0,0 1 0,-3 1 0,0 1 0,1 1 0,1 2 0,-1 0 0,2 1 0,1 2 0,-2-1 0,-1 0 0,-1-1 0,-3 0 0,1 0 0,2 1 0,3 2 0,3 2 0,1 0 0,-1-1 0,-3 0 0,-4-2 0,-1-1 0,-2 1 0,2 0 90,5 2 0,1 2 0,0-1 0,-1 0 0,-5-2 0,0-1 0,-1 0 0,-1 1 29,8 5 1,-1 1 0,-1-1-292,-2-1 0,-1-1 0,-1 2 172,-4 0 0,-1 0 0,-2 1-45,9 8 0,-3 1 0,-6-3 1,-4 1 44,-5 2 0,-5-1 0,-1 6 179,-10 7-269,0-3 90,-6-8-405,0-2 1,-4 3 404,-23 7 0,-7-1-1002,10-7 0,-1 1 1002,-3-1 0,-4 1 0,2-2 0,-3-2 0,1-2 0,-2 4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42:55.2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16686 11948 7533,'-43'-11'-1709,"14"3"2518,11-10 1080,52 5-1957,-4 8 1,9 0 0,3 1-1,-3 0-502,6 1 1,-1 1-1,3-1 76,1 0 0,4 0 1,-1 0-1,-6 1 494,4 2 0,-8 0 0,-13-2 0,-5-2 0,-8-3 0</inkml:trace>
  <inkml:trace contextRef="#ctx0" brushRef="#br0" timeOffset="166">17180 11774 0,'-25'15'0,"-1"-1"0,6 1 0,1 3 666,-4 11 1,3 8 152,9 0 0,2 6 0,2 3 0,1-3-1324,1-4 1,3-1 0,0 1 0,-1 1 234,0 0 1,-1 2-1,0 0 1,1-1-1,1-3 270,1 6 0,2-4 0,-1-3 0,0-4 0,0-4 0,0 12 0</inkml:trace>
  <inkml:trace contextRef="#ctx0" brushRef="#br0" timeOffset="883">17780 11675 7533,'0'-14'-1709,"0"31"1709,-6 12 0,-4 9 359,-2 4 1,-2 6 0,-3 4-819,3-9 1,-1 3 0,-2 2-1,0 1 1,0-1 263,1-5 0,-1 0 0,0 0 0,0 1 0,0-1 1,1-1-4,-2 5 0,1 0 0,0-1 0,1-1 0,2-1 198,-1 1 0,0 0 0,3-4 0,3-6 0,2-3 0,6-6 0,11 7 0</inkml:trace>
  <inkml:trace contextRef="#ctx0" brushRef="#br0" timeOffset="1200">17974 11948 7533,'-20'-15'90,"20"27"584,5 12 1,2 8-406,-1 6 1,1 5 0,-2 3-1090,-2-5 1,0 1 0,-2 2 0,0 0 779,-2 2 1,-2 2-1,1-1 1,0-2 99,1 5 0,1-2 0,-1-2 203,-2-4 1,0-2-1,1-6-263,2 9 0,0-2 0,0-30 0</inkml:trace>
  <inkml:trace contextRef="#ctx0" brushRef="#br0" timeOffset="1349">18027 12468 7533,'12'-24'-210,"-1"0"0,10 3 0,4 2-285,5-3 1,4 2 494,10-2 0,-2 2 0,-12 6 0,-3 1 0,3-5 0,-1 0 0</inkml:trace>
  <inkml:trace contextRef="#ctx0" brushRef="#br0" timeOffset="1516">18468 11811 6183,'-26'40'1092,"19"-10"0,1 5 0,0 2-273,-2 0 0,-1 1 0,0 3 0,2 3-1139,1-3 0,2 2 1,-1 2-1,1 1 1,0 1-1,-1 0 320,0-4 0,-2 2 0,1 0 0,-1 1 0,0-2 0,1 0 0,1-3 0,0 5 0,1-2 0,0-1 0,0-1 0,-1 1 0,0 5 0,-1 0 0,0 0 0,0 0 0</inkml:trace>
  <inkml:trace contextRef="#ctx0" brushRef="#br0" timeOffset="1999">18785 12258 0,'-35'-11'0,"23"8"883,30-8-1153,10 14 0,7 5 270,9-2 0,2 1 0,-8 3 0,-2 0 0,-2-1 0,-1 0 0</inkml:trace>
  <inkml:trace contextRef="#ctx0" brushRef="#br0" timeOffset="2166">18821 12481 0,'-47'0'1312,"13"5"-1968,62-1 0,15-1 656,0 4 0,-8-6 0,10-3 0,0 0 0,-7 0 0,-8-2 0,-2-1 0,21-4 0,0 0 0</inkml:trace>
  <inkml:trace contextRef="#ctx0" brushRef="#br0" timeOffset="2433">19614 11861 401,'-17'-20'2338,"-1"36"-700,12 25 0,2 14-1809,-2-16 0,-3 4 0,0 1 1,2 1-486,3-5 1,2 0-1,1 2 1,-2-1 0,-1 1 468,-3 2 0,-2 2 1,0-1-1,0-1 1,2-3 186,2 12 0,2-4 0,-1-3-225,-6 7 1,5-8-1,20-5 1,5-35 0</inkml:trace>
  <inkml:trace contextRef="#ctx0" brushRef="#br0" timeOffset="2700">19791 12381 7353,'14'43'629,"23"-21"-1663,1-17 0,4-10 989,1-18 0,-4-9 45,-2 1 0,-11-5 989,-20-11 1,-18 3 648,-15 16 0,-10 9-546,2 8 0,-3 4 0,1 2-681,-7 0 1,4 7-1042,-1 13 1,9 3 629,20-7-3277,28 34 2621,8-28 1,0-2-1,2-1 1,10-2 0</inkml:trace>
  <inkml:trace contextRef="#ctx0" brushRef="#br0" timeOffset="2983">20197 12282 7533,'7'31'270,"-5"-11"1259,14 9-1080,-6-15-988,39-7 539,-24-8-1260,15-18 1,1-8-380,-19 7 1,-3-3 1131,6-4 0,-5-2 1451,-11 1 1,-10 4 693,-20 10 0,-9 6-1118,-7 1 1,-1 7-1735,0 6 0,2 8-226,6 9 1,9 4 1439,21 18 0,19-8 0,17-13 0</inkml:trace>
  <inkml:trace contextRef="#ctx0" brushRef="#br0" timeOffset="3233">20690 12196 5824,'-8'29'1092,"-1"1"0,1 10 0,6-1-1648,9-14 1,2-1 285,-5 3 0,5-3 435,21-10 0,5-10-570,-6-12 0,-1-9 385,6-14 0,-3-5 380,-5 0 0,-9-2 404,-22-5 1,-14 7-361,-7 21 1,-5 8-405,-2-1 0,0 9 0,1 13 0,5 7 0,1 11 0</inkml:trace>
  <inkml:trace contextRef="#ctx0" brushRef="#br0" timeOffset="-44525.46">13899 3607 7533,'-19'-26'-1709,"-13"-3"1709,21 20 0,-12 1 0,-3 5 0,-1 19 0,-1 7 0,-12 0 0,0 2-824,7 6 1,1 3 823,4-2 0,0 3 0,2-4 0,1-6 0,1 2 0,-2 13 0,0 6 0,1-5 0,1-11 0,1 0 30,4 12 0,2 7 0,2-7 150,4-16 0,2 1 239,4 17 1,3 6 0,2-7-240,-1-17 0,4-1 120,7 14 0,5 5 0,-1-8 354,1 3-264,5-13 0,6 3 0,1-4 14,5-6 1,1-2-315,-2 5 0,4-2 240,2-9 0,4-4 0,-5-1-684,-9-2 0,1-1 473,7-2 1,5-3 0,0-3 90,2-6 0,-1-4 0,-2 0-120,3 0 0,0-2-244,-4 0 0,4-2 1,-2-2-1,-7 4 244,-9 2 0,-1-1 299,13-6 1,5-4 0,-4 0-210,-7 0 0,-1-2-90,-4 4 0,2-3 0,-1-2 30,2-7 0,-2-2 0,-4-1-31,-3-4 1,-4-3 0,3 1 0,0-4 0,-7 1 99,-12 10 1,-5 0 0,-1 0-100,1-7 0,-2-1 0,-5 0-480,-8 6 1,-6-1 0,-1 1 0,2 3 389,4 3 0,2 2 0,-5 0 67,-4 1 0,-4-1 1,-2 2-1,3 4-256,1 6 0,1 3 1,1 1-1451,-14-9 1,-1 5 545,9 13 1,-3 6 0,4 7 871,4 13 1,4 8 0,1 1 0,-5 4-1,1 3 1,11-2 0,-1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4:58:40.13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19861 13695 7533,'-19'-12'-1709,"-5"5"1709,22-4 0,2 15 899,10-2 1440,23 15-1260,-8-9 1,3-2-226,7 4 1,3-2-286,-5-4 1,2-3 0,1 1-203,-1 0 0,1 1 1,1-2-129,1-2 1,0-1 0,1-1 90,5 0 0,1-1 0,-4-1-240,-6-2 0,0 0 299,-1 0 1,3-1 0,-4 0-1131,-4-2 1,-1 0 919,0 3 1,1 0 540,7-4 0,0 0 44,-7 7 1,-3 0-405,15-14-91,-6 14 1,1 1 810,3-2-675,0-1-135,-11 6 0,-1-1 809,10-10-719,-5 4 2916,15-5-2890,-28-6-386,9 10 0,-3-4-1170,-7 1-1438,-8 8-271,5-8-398,-28 11 2994,1 0 1,-23-5-1,-1-2 1</inkml:trace>
  <inkml:trace contextRef="#ctx0" brushRef="#br0" timeOffset="1850">18979 14712 6633,'-9'-7'-809,"16"1"809,13 6 90,4-2 0,3-1 134,4 2 1,1 0-701,-4-1 0,1-1 341,16 0 1,0 0 134,-2 2 0,-1-2 0,-2 0 0,-8 3 0,17 0 0,-22 0 0</inkml:trace>
  <inkml:trace contextRef="#ctx0" brushRef="#br0" timeOffset="2101">19068 15022 7533,'-20'12'-1619,"4"-5"1529,16 4 90,40-10 0,-15 5 0,12-5 0,1-2 0,-7 1 0,2-5 0,-1-1 0,-9 3 0,10-14 0,-17 11 0,-6-7 0</inkml:trace>
  <inkml:trace contextRef="#ctx0" brushRef="#br0" timeOffset="2270">19244 14873 6633,'-25'33'-629,"5"-8"763,7 9 1,0 7 434,2-9 1,-1 2 0,2-2-852,2 4 0,2 1 492,-1 0 0,0 2 0,6-6 268,18 3-1782,-1-14 0,4-3 944,17-7 360,-4-17 0,1-6 0,7-11 0,-12 1 0,1-1 0</inkml:trace>
  <inkml:trace contextRef="#ctx0" brushRef="#br0" timeOffset="2518">19191 13980 7533,'0'-27'-1709,"0"-1"1709,0 27 0,0 34 0,0 15 0,0-11 0,0 6 0,0-3 0,0 0 0,0-2 0,0 12 0,0-1 0</inkml:trace>
  <inkml:trace contextRef="#ctx0" brushRef="#br0" timeOffset="3234">19650 14390 5656,'-18'0'-1349,"0"0"1880,9 0-531,9 0 540,33 0-270,-2-6-270,10 5 0,1 1-190,1-6-35,3 5 1,-2 2 373,-11-1-194,0 0 0,-1 0 45,-3 0 0,7 6 0,-11 1 0</inkml:trace>
  <inkml:trace contextRef="#ctx0" brushRef="#br0" timeOffset="3551">19861 14390 6296,'-37'2'-810,"0"1"1,-8-2 1259,10 5 0,3-1 2397,7-3-2308,15 3 29,18 6-568,11-3-225,6 4 1,1 0 224,6-4-1350,-3 3 1,-1 0 630,-7 3 554,5 11 165,-30 3 0,-8 1 0,-10 5-235,-5 6 1,-4-1 773,6-23 1,2-1 539,4 8 1,1 1 1259,-5 1-1979,38-6-810,13-7-315,8-5 1,4-3-271,-10 0 1,1-1 111,12 3 1,-2 1 922,4 5 0,-9 0 0,-11 1 0</inkml:trace>
  <inkml:trace contextRef="#ctx0" brushRef="#br0" timeOffset="5184">19773 14947 5824,'-2'-14'0,"4"3"0,16 17 0,-1 1 0,1 5 0</inkml:trace>
  <inkml:trace contextRef="#ctx0" brushRef="#br0" timeOffset="5451">19773 15059 7533,'-8'19'-1350,"6"-6"991,-5-3 359,14-8 0,-5 3 0,14-5 0,-6 17 0,0-7 0,-10 35 0,-10 1 0,0 0 0,2 1 0,8-33 0,0 2 0,8-14 0,10-8 0,17-13 0,2-7 0,-15 10 0,-1 1 0</inkml:trace>
  <inkml:trace contextRef="#ctx0" brushRef="#br0" timeOffset="7551">20320 14352 6183,'-20'29'-359,"5"15"359,17-9 0,4 5 0,-5-7 0,-1 2 0,1 1-180,-1 2 1,0 0 0,0 1 179,-3-1 0,0 1 0,-1-4 88,-5 7 0,0-8-88,-1-3 89,10-67-89,8 2 0,2-4 0,-1-9 0,2-1 0,5 1 0,1 2 0,-8 4 0,1 2 0,7 4 0,0 1 0,-8 2 0,1 2 136,6 6 1,2 4-137,9-5 0,8 20 0,-7 17 0,-11 18 0,-9 15 0,-23 0 0,3-17 0,-4-2 0,-6-9 0,-1-1 0,4 2 0,1 0 899,-15 1 450,23-1-359,18 5-720,19 9-900,-9-6 0,1 3-359,3 3 0,-1-1 989,-2-4 0,-2-2 0,-4 0 0,1-3 0,12 3 0</inkml:trace>
  <inkml:trace contextRef="#ctx0" brushRef="#br0" timeOffset="10934">20655 14786 5824,'-17'-1'0,"7"13"0,2 25 0,0 9 0,6 3 0,-14-17 0,14-14 0,10-40 0,12-24 0,-3 17 0,1-1 0,-4 3 0,0 5 0,3 4 0,-1 41 0,-14 22 0,1-16 0,2 1 0,3 19 0,1-19 0,9-17 0,0-8 0</inkml:trace>
  <inkml:trace contextRef="#ctx0" brushRef="#br0" timeOffset="14484">20867 14959 5824,'8'-13'0,"1"7"0,9 13 0</inkml:trace>
  <inkml:trace contextRef="#ctx0" brushRef="#br0" timeOffset="14667">20867 15071 6183,'-10'25'-359,"2"0"359,8-6 0,0-1 0,8-11 0,2-7 0,7-7 0,-7-11 0,-2-1 0</inkml:trace>
  <inkml:trace contextRef="#ctx0" brushRef="#br0" timeOffset="15601">21096 14774 7533,'-10'-7'-1709,"-13"23"1709,19-5 0,-7 10 0,-2 4 0,8 2 0,1 1 0,-6 16 0,4-12 0,4-1 0,10 1 0,2-6 0,15-8 0,-13-12 0,11-6 0,-13 0 0</inkml:trace>
  <inkml:trace contextRef="#ctx0" brushRef="#br0" timeOffset="16461">21237 14848 5824,'-10'-7'0,"-5"2"0,13 5 0,-14 5 0,6 2 0,-7 17 0,-1-4 0,0 16 0,9-16 0,1 15 0,8-20 0,0 9 0,8-18 0,1 0 0,9-6 0,8-17 0,-15 8 0,36 2 0,-39 10 0,24 15 0</inkml:trace>
  <inkml:trace contextRef="#ctx0" brushRef="#br0" timeOffset="17251">21255 14885 5824,'-10'6'0,"2"6"0,8 2 0,0 9 0,0 2 0,0 7 0,0-12 0,8 8 0,-6-25 0,14 13 0,-6-9 0</inkml:trace>
  <inkml:trace contextRef="#ctx0" brushRef="#br0" timeOffset="28867">21361 14997 5824,'-20'0'0,"12"0"0,10 0 0,6 5 0,-8-3 0,0 3 0,0-5 0</inkml:trace>
  <inkml:trace contextRef="#ctx0" brushRef="#br0" timeOffset="29067">21343 15084 5824,'0'20'0,"0"2"0,8-20 0,-6-8 0,14-2 0,-7-10 0,9 6 0</inkml:trace>
  <inkml:trace contextRef="#ctx0" brushRef="#br0" timeOffset="29367">21484 14761 5824,'0'31'0,"0"17"0,0-13 0,1-2 0,-2 3 0,-5 6 0,-4 2 0,-2 2 0,-3 1-172,6-13 0,-1 0 1,0-2-1,-7 0 1,0-4-1,0 8 1</inkml:trace>
  <inkml:trace contextRef="#ctx0" brushRef="#br0" timeOffset="30484">21184 14302 5914,'-19'-6'-90,"-5"11"90,14 4 0,-7 36 0,-1-15-663,1 12 1,1 3 662,2 1 0,1-9 0,-2 7 0,4-6 0,8-10 0,2 0 0,-4 14 0,-1 6 0,1-6 0,5-15 0,0-1 0,-1 8 0,0 4 0,3-6 0,14 5-28,-4-7 1,3-2 0,15-8 0,3 4 0</inkml:trace>
  <inkml:trace contextRef="#ctx0" brushRef="#br0" timeOffset="30951">21414 14365 5824,'17'24'0,"-7"-4"0,14 14 0,-13-17 0,6 5 0,0 1 0,-6-1 179,2 9 1,-2 2-99,-9-2 324,3 14 0,-2 1-315,-11-6-330,5-8 0,0 6 0,-1-5-229,-4-7 1,-2-1 288,2 9 0,0 4 1,-1-5 134,-1-7 0,0-1 45,1 19 0,1-1 0,-8-2 0,11-14 0,0 0 0</inkml:trace>
  <inkml:trace contextRef="#ctx0" brushRef="#br0" timeOffset="32034">21290 14588 5824,'0'-14'0,"0"3"0,-8 11 0,6 0 0,-13 0 0,5 6 0,-8 11 0,1 9 0,1 2 0,-6 11-362,5 4 1,1-1 361,-2-10 0,13 3 0,1-1 90,-4-11 450,8 22-360,0-35 0,15 12-180,-11-21-180,28 5 183,-5-28-93,-5 11 90,-5-13 0,-3-3 0,-4 4 0,-5-8 0,0-2 0,3 3 0,-5-2 0,1 1 0,6-4 0,0 4 0,-2 14 899,-14 38 1,-4 13-316,8-6 1,0 2-513,-6 8 0,1 1 288,6 2 0,2-2-1440,-1 2 1,13-18 0,5-2 1079,5 3 0,20-24 0,-17-7 0</inkml:trace>
  <inkml:trace contextRef="#ctx0" brushRef="#br0" timeOffset="32551">21431 14848 7533,'-19'7'-1709,"3"4"1709,16 1 0,0 2 0,8 4 0,2-11 0,-1 4 0,-1-10 0,-8 5 0</inkml:trace>
  <inkml:trace contextRef="#ctx0" brushRef="#br0" timeOffset="32750">21431 14947 6633,'-17'19'-809,"7"-6"809,2 3 0,8-2 0,0 11 0,0 0 0,0-11 0,0 8 0,0-14 0,0 10 0,16-11 0,-12-2 0,19-16 0,-13-3 0,8-10 0</inkml:trace>
  <inkml:trace contextRef="#ctx0" brushRef="#br0" timeOffset="34751">21325 14278 5824,'-18'26'359,"-1"0"1,-5 4 0,-1-2-720,6-8 0,1-1 271,-11 14-181,5-10 270,32-18 0,10-15 0,9-4 0</inkml:trace>
  <inkml:trace contextRef="#ctx0" brushRef="#br0" timeOffset="34884">21378 14253 5914,'0'26'1349,"0"14"-989,0-18-900,3 4 0,2 1 540,5 7 0,8 9 0,-1-13 0</inkml:trace>
  <inkml:trace contextRef="#ctx0" brushRef="#br0" timeOffset="37534">20990 7040 0,'-35'-5'0,"8"14"0,12 20 0,4 6 0,1 9 0,4-3 0,1 10 0,1-1 171,3-4 0,1-1 0,-1 3-171,-4-5 0,-1 3 0,-1 0 0,1-1 0,3-2 0,0 0 0,1-2 0,-2-4 494,-4 22 1,-1-26-495,1-71 0,10 8 0,4-7 0,2-5 0,-1-1 290,-1 5 0,-1-2 0,1-2 0,0-1 1,1 0-1,1 2-290,1-2 0,3 1 0,0-1 0,0 2 0,1 0 0,-1 1 0,1-1 0,-2 0 0,2 1 0,0 3 0,2 5 0,7-6 0,1 6 0,0 11 416,15 15-416,-22 31 0,-7 12 0,-7-5 0,-5 2 0,-4 2 146,-3 6 0,-5 0 1,-3-1-147,-2-3 0,-3-3 0,2 0 0,-5 9 0,3-3 854,-2-7 1,10-2-496,27-3 1,8-1-855,-3 3 1,5 0 44,2-6 0,3-1 1,0 0 126,7 6 0,-3-1 1,-3-1-1,-3-1 1,8 9-1</inkml:trace>
  <inkml:trace contextRef="#ctx0" brushRef="#br0" timeOffset="37867">21396 7598 7533,'-20'-1'-1260,"5"24"1485,13 3 0,4 4-405,-2 6 0,0 0-90,-2-1 1,4-7 269,13-8 0,5-33 0,3-11 0,2-3 0,-1-1 0,3-3 0,-1 11 0,0 25 0,-20 20 0,-4 8 0,2 6 0,0 0 0,-4-6 0,2-2 0,13 9 0,-5-28 0</inkml:trace>
  <inkml:trace contextRef="#ctx0" brushRef="#br0" timeOffset="38952">21731 7796 6183,'-19'0'-359,"3"0"359,32 11 0,-13 3 0,21 11 0,-14 0 0</inkml:trace>
  <inkml:trace contextRef="#ctx0" brushRef="#br0" timeOffset="39134">21731 8019 7533,'-16'31'-1709,"13"-11"1709,3 4 0,27-23 0,2-13 0,5-9 0,-17-9 0</inkml:trace>
  <inkml:trace contextRef="#ctx0" brushRef="#br0" timeOffset="39451">22119 6990 7533,'-17'-13'-1709,"-1"24"1709,8 17 0,2 10 329,-3 4 1,-1 7 0,2 2-653,6-13 0,1 1 1,1 3-1,0-1 1,-1 1 160,-2 3 0,-1 1 0,-1 1 0,3-1 0,3-2-41,5 4 1,4-1 0,1-1 0,1-4 202,-1-1 0,0-3 0,4-7 0,12-3 0,3-11 0,15-11 0</inkml:trace>
  <inkml:trace contextRef="#ctx0" brushRef="#br0" timeOffset="40317">22507 7201 7533,'-25'-12'-1709,"-11"16"1709,10 12 0,0 9 0,6 2 0,2 6 0,1 1 65,-2 5 0,1 3 1,2-1 383,1 2 1,2 0 0,5-3-495,6 5 0,10-9-1497,30-11 1317,-3-39 1,2-15 224,-11 4 0,-1-6 0,-3-2-58,-2-7 0,-2-3 0,-3 0 58,-5 6 0,-1 0 0,-3 3 0,2-8 0,-8 15 1349,-16 27-225,5 32 1,3 16-1035,0-11 0,0 2 0,4 2-809,3 5 1,3 1 0,5-3 178,3-6 1,3-2-1,1-4 13,5 2 0,1-5 0,1-10 0,-1-4 0,-2-3 0</inkml:trace>
  <inkml:trace contextRef="#ctx0" brushRef="#br0" timeOffset="40984">22737 7573 7533,'-30'-14'-1709,"7"3"1709,30 28 0,11 9 0,-6 2 0,4 6 0,-16-15 0</inkml:trace>
  <inkml:trace contextRef="#ctx0" brushRef="#br0" timeOffset="41150">22737 7796 7533,'-18'23'-1709,"0"-2"1709,8 10 0,18-17 0,20-14 0,1-9 0,4-9 0</inkml:trace>
  <inkml:trace contextRef="#ctx0" brushRef="#br0" timeOffset="41484">22490 6792 7533,'-28'-26'-1709,"-5"14"1709,5 41 0,14-7 0,1 2 0,-1 8 0,2 0 0,3 6 0,1-10 0,8-21 0</inkml:trace>
  <inkml:trace contextRef="#ctx0" brushRef="#br0" timeOffset="41617">22490 6780 6183,'8'28'-120,"1"-1"0,7 7 1,2-1 119,-4-8 0,1-1 0,-1 3 0,-1-2 0,3 0 0</inkml:trace>
  <inkml:trace contextRef="#ctx0" brushRef="#br0" timeOffset="41867">22913 6867 5914,'20'37'546,"0"1"0,1 0 0,-8-3 0,-1 2 0,-1 1 0,0 2-466,0 6 1,-1 3-1,-2 1 1,-2 0-534,-3-10 1,-1-1 0,-2 1 0,-1 1 0,-3 0-95,-2 1 1,-3 1 0,-1 1 0,-2-1 0,1-2 0,0-3 223,-3 11 0,0-5 0,-3 1 0,0-4 0,-3 3 0,0-3 0,3-6 0,-1-8 1,0 1-1</inkml:trace>
  <inkml:trace contextRef="#ctx0" brushRef="#br0" timeOffset="42918">23372 7239 7533,'-26'-13'-1709,"14"23"1709,20 10 0,-2 13 0,25 3 0,-21-11 0</inkml:trace>
  <inkml:trace contextRef="#ctx0" brushRef="#br0" timeOffset="43067">23336 7710 7533,'-27'35'-1709,"17"9"1709,12-9 0,16 5 0,-1-21 0</inkml:trace>
  <inkml:trace contextRef="#ctx0" brushRef="#br0" timeOffset="167968">31697 11191 7533,'-29'0'-1709,"-3"-5"1709,30 4 0,10-10 0,-4 9 0,12-3 0</inkml:trace>
  <inkml:trace contextRef="#ctx0" brushRef="#br0" timeOffset="169150">31521 11167 7533,'-18'0'-1709,"-7"0"1709,13 0 0,-12 0 0,30 0 0,4 0 0,17 0 0,9 5 0,7 2 0,-17-3 0,1-1 0,4-4 0,0-3 0,5-7 0,-1-3 0,-2-2 0,-3-1 0,7-10 0,2 0 0,-11 13 0,1-5 0,-5 7 0,1 1 90,-3-2 0,1 1-45,8-1 0,1 0-90,3-5 0,0 0 45,-3 4 0,-1 2 45,-4-1 0,-1 1-1,0 0 1,-1 1 45,20-9-135,-15 6 0,1-2 0,-4 0 1,1 0-1,6-2 0,0-1-45,-10 3 0,-1 0 90,7 1 0,-1 0 90,8-10 0,-12 13 0,1-1-1,-3 1 1,-1 0-45,1-1 0,-1 1-135,22-13 90,-9 0 0,0 6-90,0-5 90,-15 16-89,11-8-1,-19 3 0,21 0 90,-5-5 90,-1 5 89,7-4-89,-15 8 0,7-7 0,-1 9-180,-5-6 180,13 1 0,-5 0 90,7-1 360,0 1 89,-8-1-359,7 1-180,-15 5-450,7-4-539,-8 10-270,-1-5 1169,1 6 0,-8 11 0,-3-2 0,-22 8 0,-5-4 0</inkml:trace>
  <inkml:trace contextRef="#ctx0" brushRef="#br0" timeOffset="191035">10954 17166 7533,'-28'7'-1709,"3"-2"1709,15-5 449,18 0 271,19 0-540,10 3 0,3 0-900,5-2 480,-13 1 0,6 0 1,-4 0-230,-4-1 1,-2-2 0,5-4 0,-1-1 0,-7-1 0,-1 0 0</inkml:trace>
  <inkml:trace contextRef="#ctx0" brushRef="#br0" timeOffset="191269">11218 17129 7533,'-29'23'-855,"0"0"1,-5 8 854,11-5 0,-3 6 0,3 1-1093,5-2 1,4 2 0,-1-1 297,-1-2 1,-1-1-1,3 2 1035,0 6 0,2 1 0,4-4 1259,8 7-1769,18-20 0,5-5 1130,11-5-995,6-19 0,2-7 135,-17 1 0,-1 0 0,7-5 0,-1 1 0,-9 2 0,1 1 0</inkml:trace>
  <inkml:trace contextRef="#ctx0" brushRef="#br0" timeOffset="191434">11448 17377 6183,'6'-7'-359,"21"1"359,4 12 0,18 0 0,-29 7 0,5-1 0</inkml:trace>
  <inkml:trace contextRef="#ctx0" brushRef="#br0" timeOffset="191585">11483 17562 7533,'-37'13'-540,"35"-6"-449,47-7 899,-21-3 0,3-1-1549,20-1 1,-4-3 1161,-18-4 0,3 6 1,-1 0-1,-7-6 0</inkml:trace>
  <inkml:trace contextRef="#ctx0" brushRef="#br0" timeOffset="191751">11924 17228 7713,'-20'5'1638,"7"14"0,3 8-1253,3 15 1,4 4-1585,-2-8 0,0 3 779,0 2 0,-1 4 1,1-7 309,5-13 0,-1-1 0,-7 13 0,0-1 0,-2 4 1</inkml:trace>
  <inkml:trace contextRef="#ctx0" brushRef="#br0" timeOffset="155059.81">14552 17116 7533,'-37'-5'-1709,"11"3"3508,66-14-900,4 8 1,10 2-1380,-8 0 0,4-1 0,1 1-340,-9 2 1,2 1 0,-1 0 0,-4 0 513,-3 1 0,-2 0 1,-2 1-1,11 1 1,-6 0-1,-9 0 1</inkml:trace>
  <inkml:trace contextRef="#ctx0" brushRef="#br0" timeOffset="155259.81">14905 17030 7533,'-24'15'-405,"1"1"0,-1 5 0,-1 4 1,1 4 1223,6 1 0,2 5 0,1 2 0,0 1-875,-1-2 0,0 3 1,0 0-1,2 1 1,1 0 1,2 0 0,1 1 0,1-1 0,3 0 0,5-3-576,5 17 0,6-4 1,11-13-300,8-20 1,6-9-1,1-7 929,1-7 0,1-8 0,-1-2 0,-1-2 0,0-2 0,-4-2 0,2-11 0,0 1 0</inkml:trace>
  <inkml:trace contextRef="#ctx0" brushRef="#br0" timeOffset="155759.81">15558 17414 7533,'-20'-7'-1439,"51"1"2473,3 0 0,7 1-1034,2 4 0,6 1 0,0-1-1049,-1-3 0,1 0 0,-1 1 1049,-5 2 0,0 1 0,-4 1 0,7-1 0,-5 0 0,-16 0 0,1 0 0</inkml:trace>
  <inkml:trace contextRef="#ctx0" brushRef="#br0" timeOffset="156009.81">16016 17091 7533,'-10'-7'-1619,"18"13"1574,21 7 0,9 4 105,-8-2 0,1 2 0,2 2-341,-2 0 1,2 2-1,-1 1 1,-3 2 309,5 5 1,-3 3 0,-13 2 270,-19 4 0,-12 3 0,-3-3-165,-1 1 0,-9-4-315,-2-13 0,-8-2 1,-6-1-1,0-1 1,2 0-114,-6 1 1,0-2 0,0 0-1,2 0 85,4-1 0,0-1 0,2 1 1,-1-1-1,-2 0 0,-1 1 0,3-1 1,6-3-1,7-3 0,-1 0 0</inkml:trace>
  <inkml:trace contextRef="#ctx0" brushRef="#br0" timeOffset="156689.81">17004 17216 7533,'-26'-25'-1709,"7"11"1709,-22 19 0,19 16-1177,-3 19 1,1 7 1176,12-21 0,3 3 269,-3 14 1,0 7 0,2-5 0,4-15 0,2 0 0,6 10 0,4 4 0,2-7-181,14 3 1,-1-16 0,6 2 0,-1-8 0,17-8-30,-7-14 0,5-4 0,-4-3-105,-9 1 0,-1-6-135,2-7 0,5-7 0,-1-2 1,-6 3 134,-2-1 0,-5-2 0,0-4 0,0-7 0,-1-1 0,-5 6 0,-6 0 0,-4 0 449,-2 3 1,0-6 0,-2 1 0,-4 6-1,-11-3 1,-6 4-75,1 4 0,-3 1 0,-4 6-743,-6 10 0,-4 6 0,1 5-127,-9 6 0,4 9 540,-1 11 0,7 7 0,16-6 0,5 2 0,5 1 0,0 1 0</inkml:trace>
  <inkml:trace contextRef="#ctx0" brushRef="#br0" timeOffset="201009.81">18098 17104 5824,'-20'19'0,"12"8"0,8 3 0,15-6 0,3 1 0,-10 7 0,0 0 0,12-7 0,-1-4 0,-9 4 0</inkml:trace>
  <inkml:trace contextRef="#ctx0" brushRef="#br0" timeOffset="201129.81">18062 17501 7533,'-19'16'-570,"-1"0"0,-11 18 1,7 0 569,18-6 0,8 3 0,3 7 0,4-5 0,16 3 0,5-2 0,-1 0 0</inkml:trace>
  <inkml:trace contextRef="#ctx0" brushRef="#br0" timeOffset="202549.81">18821 17302 7533,'-23'-12'-360,"1"0"0,49-2 839,13 12 1,12 6 0,3-1-1087,-10-2 0,2 0 0,0-1 0,0 2-213,2 2 1,0 1 0,-1 0 0,-6-2 342,15-1 0,-16-4 1,-25-9-1,-16-3 0</inkml:trace>
  <inkml:trace contextRef="#ctx0" brushRef="#br0" timeOffset="202759.81">19385 17054 7533,'-10'-13'-900,"57"24"900,-17 5 404,-2 2 1,9 5 0,-2 4 0,-14 2-285,-17 7 0,-13 5 0,-9-1-120,-4-9 0,-8 1 0,-5 0 0,0-2 0,2-1 0,2 0 0,1-2 0,-2-2 0,-4-3 0,-11-10 0,0 0 0,1 0 0,-1 0 0,0 0 0</inkml:trace>
  <inkml:trace contextRef="#ctx0" brushRef="#br0" timeOffset="203479.81">20408 16806 7533,'-39'-8'-225,"0"0"0,16 28 0,2 14 0,0 9 0,1 1 0,-1-5 764,-7 2 1,-1-3 0,1 3 0,5 3-585,7-2 0,0 8 0,2 2 0,5-4 0,7-9 0,10-15-705,25-18 1,16-18 0,-3-4 749,-11-1 0,-1-3 0,-2 10 989,15 20 1,-7 13-1980,-18 2 1,-9 8 989,-13 3 0,-8 8 0,-1 0 0,6-8 0,12-1 0,4-15 0,10-34 0</inkml:trace>
  <inkml:trace contextRef="#ctx0" brushRef="#br0" timeOffset="203709.81">20620 17166 7533,'-9'40'-232,"1"0"1,-1 0 0,0 0-1,1-1 1,0-4 0,1-4 0,0 4 208,-1 16 1,-2 10-1,4-10 1,7-28 22,9-44 0,6-27 0,5 7 0,15 13 0,2-1 0,-17-4 0,-3-8 0,1 0 0,2 8 0,17-6 0,-2 18 0,-10 34 0</inkml:trace>
  <inkml:trace contextRef="#ctx0" brushRef="#br0" timeOffset="204009.81">20814 17476 7533,'-26'12'-855,"47"-10"1,9-8 854,-9-17 0,-2-6 0,2 0 0,-9 11 0,-29 28 0,-7 13 0,0 5 0,7 6 0,9 1 0,6 5 0,8-6 0,9-4 0,9-11 0,12-26 0,0 0 0</inkml:trace>
  <inkml:trace contextRef="#ctx0" brushRef="#br0" timeOffset="204299.81">21078 17550 7533,'2'5'-1709,"30"-42"1709,-13 6 2248,-48 29-3327,8 15 0,1 7 1079,-9 15 0,11 3 0,23-6 0,11-5 0,27-3 0</inkml:trace>
  <inkml:trace contextRef="#ctx0" brushRef="#br0" timeOffset="204759.81">21361 17513 7533,'-32'18'-630,"1"1"0,17 20 405,42-61 1,13-25 224,-22 16 0,1-6 0,-1-4 0,0-3 0,1 0 0,-2 1 134,3-2 1,-1-1 0,1-1 0,-2 1 0,-2 2 0,-3 2 684,0-9 0,-3-3 0,-4 12 0,-5 24-19,-9 33 0,-6 24 0,-3 10 1,3-1-1348,2-9 1,-1 2 0,1 3 0,0 0 0,2-1 0,4-2 486,2 4 1,2-1 0,3 0 0,1-4 0,2-6 0,2 13 0,7-20 0,23-54 0,1 1 0</inkml:trace>
  <inkml:trace contextRef="#ctx0" brushRef="#br0" timeOffset="205029.81">21713 17315 5824,'2'46'67,"0"1"1,0 0-1,28-38 1,7-11 156,0-3 1,-1 4 1413,-3 13 0,-10 11-1196,-24 5 0,-14 9 0,-9 7 1,-2 2-1,0-2-591,7-9 0,-1 2 0,-2 1 0,-1 0 0,-1 1 0,0-1 0,0 0 0,0 0 0,0 0 0,-1 1 0,0 0 0,0 0 0,-1-1 0,0-2 0,0-1 0,-1-3 1,-10 1-1,0 1 0,1-1 0,-1 1 0,0 0 0</inkml:trace>
  <inkml:trace contextRef="#ctx0" brushRef="#br0" timeOffset="206059.81">14464 18405 7533,'-26'-24'-1709,"15"4"1709,26 8 0,13 5 0,7 3 0,3 1 0,4 2 0,2-2-180,1-2 1,1-2 0,0 1 179,-3 0 0,0 0 0,-4-1-415,3-2 1,-5-2-1,4-6 1,-24 4-1</inkml:trace>
  <inkml:trace contextRef="#ctx0" brushRef="#br0" timeOffset="206229.81">14817 18244 7533,'-43'23'-810,"15"3"1,3 8 1198,5 0 1,1 6 0,3 3-412,2-5 0,1 2 0,2 1 0,4-1-383,1 1 0,3 1 1,4-2-1,5-3 75,8 4 0,7-4 1,4-9 329,13-7 0,3-13 0,4-11 0,-2-10 0,-14-9 0,1 1 0</inkml:trace>
  <inkml:trace contextRef="#ctx0" brushRef="#br0" timeOffset="206749.81">15275 18554 7533,'-35'-5'-1709,"15"3"1709,20-3 539,23 3 1,13 4-240,-3-3 0,3-1 0,3-1-869,-3-1 0,3 0 1,0-1-1,0 0 419,10 0 0,0 0 0,-2 0-169,-9-1 0,-2-1 0,-4 2 0,-4 1 1,-5 3-1,-8 1 0</inkml:trace>
  <inkml:trace contextRef="#ctx0" brushRef="#br0" timeOffset="206979.81">15699 18405 7533,'-2'-19'-1709,"19"18"1888,12 9 1,3 8 45,-2 7 0,-1 5-405,7 5 0,-11 3-45,-29 4 1,-14 0 224,-3-10 0,-7-1 0,-5-1-554,-3-4 0,-6-2 1,-1-1-1,3 0 554,0 2 0,1-1 0,0-2 0,-1-3 0,0-1 0,7-3 0,-3 5 0</inkml:trace>
  <inkml:trace contextRef="#ctx0" brushRef="#br0" timeOffset="207729.81">16439 18393 7533,'-15'-25'-1709,"11"11"1709,-12 59 0,17-11 0,6 6 0,1-1 0,3 2 0,3-1-148,4-6 0,3-2 0,3-4 103,14 7 0,6-14 45,-7-24 0,2-9 0,-3-1 0,-1 1 0,-1-5 90,1-10 0,2-7 0,-4 3 45,-3 6 0,-1 2 164,1 5 1,4 1 0,-4 2-390,-1 1 0,-1 5 20,6 8 1,-1 7-21,-9 4 0,-3 5 90,-4 5 0,-5 4 405,-1 4 0,-6 1 224,-10-3 1,-8-1 539,-19 4 1,-10-5-766,-3-6 1,-4-8-249,6-8 0,-3-5 0,2-6-156,3-5 0,2-6 0,3-4-150,3-5 0,4-5 0,3 1-210,-1-12 1,1 6-1280,-4 16 1,3 14 1464,3 32 1,3 0-1,1 6 1,11 1 0,1 0-1</inkml:trace>
  <inkml:trace contextRef="#ctx0" brushRef="#br0" timeOffset="213879.81">22437 17265 7533,'-47'3'-1709,"13"-5"1709,19 48 0,21-21 0,1 1 0,-11 22-92,20-24 0,0-1 1,-12 0-1,11-3 0</inkml:trace>
  <inkml:trace contextRef="#ctx0" brushRef="#br0" timeOffset="214009.81">22401 17624 7533,'-9'34'-810,"-7"0"1260,14-20-180,-6 9-1170,24 13 900,3-7 0,9 7 0,-3-18 0</inkml:trace>
  <inkml:trace contextRef="#ctx0" brushRef="#br0" timeOffset="-214746.92">22842 17377 7533,'-9'24'-1619,"9"7"1529,41-11 90,-16-2 0,21-19 0,4-14 0,-18-10 0,-3-6 0,-6 7 0,0-3 0,-4 0 0,2-9 0,-11 0 0,-20 0 0,-13 9 0,-18 28 0,-5 11 0,10-12 0,0 7 398,-1 14 0,-1 10 0,5 3 441,9-1 1,4 2 0,1-1-211,-3 10 1,5 2-361,7-9 1,2 2 0,11-6-1170,18-7 1,9-6 449,-7 2 1,4-5-331,6-8 1,6-5-1,-3-6 780,-4-10 0,-2-6 0,0 1 0,13-1 0,-1-3 0,-5-11 0,0 0 0</inkml:trace>
  <inkml:trace contextRef="#ctx0" brushRef="#br0" timeOffset="-214466.92">23248 17253 2400,'-18'-18'-899,"9"4"2214,9-9-1315,41 3 0,-8 7 0,0 3 0,1 8 0,3 30 0,-2-10 0,-25 19 0,-10 11-621,-6-8 1,-4 3 0,1-2 620,4-5 0,1-2 0,-3 4 157,-7 5 1,-6 5-1,0 0 1,3-4-457,5-6 0,2-3 0,-1-1 299,-3 2 0,-2-1 0,1-3 484,-3 7 1,5-8-485,11-19 0,-6-18 0,8-8 0</inkml:trace>
  <inkml:trace contextRef="#ctx0" brushRef="#br0" timeOffset="-214266.92">23442 17290 7533,'37'-21'-1619,"12"16"1574,-26 20 0,-1 6 45,18 3 0,-21 5 0,-5 4 0,-7-7 0,-6-1 0,-17 18 0,-2-10 0,-7-4 0,-13-13 0,-4-4-1639,7 4 1,1-1 1467,-5-4 1,4-4 0,7-2 0,3-5 0</inkml:trace>
  <inkml:trace contextRef="#ctx0" brushRef="#br0" timeOffset="-212986.92">23213 17228 7533,'-10'-14'-1709,"2"31"1709,10 20 0,5 16 0,0-5 0,-6-12 0,2 0 0,4 7 0,5 10 0,0-4 0,-4-15 0,-2-12 0,25 17 0,-21-46 0</inkml:trace>
  <inkml:trace contextRef="#ctx0" brushRef="#br0" timeOffset="-212846.92">23372 17290 7533,'-8'-21'-1709,"-18"16"1709,5 19 0,-2 10 0,-7 13 0,1 2 0,7-5 0,8-3 0,0 2-656,-4-2 1,-5 7-1,-2 2 1,3-3 0,8-7 460,9 16 0,-11-16 0,0-3 0,6-9 0</inkml:trace>
  <inkml:trace contextRef="#ctx0" brushRef="#br0" timeOffset="-212386.92">23901 16794 7533,'-8'35'-285,"0"-1"0,0 0 0,-3 7 0,0 3 0,0-1 1,1-4 115,-2 3 1,1-2 0,-1 5 168,2-2 0,-1 8 0,1 3 0,0-2 0,1-5 0,2-12 83,-1-6 0,6-6-83,19 12 0,5-15 0,6-47 0,5-5 0,0-1 0</inkml:trace>
  <inkml:trace contextRef="#ctx0" brushRef="#br0" timeOffset="-212146.92">23918 17377 6633,'10'31'509,"-10"2"1,-4 7 0,0-5-240,0 3-495,20 10 0,8-12-854,5-43 719,-1-23 0,2-17 1,-6 6 359,-9 16 0,-8 0 329,-16-13 1,-10-6 0,0 19 300,1 26-570,-13 9 0,-9 7 0,17 3-60,37 9 0,5 1 0,-24 13 0,29-27 0,1 0 0</inkml:trace>
  <inkml:trace contextRef="#ctx0" brushRef="#br0" timeOffset="-211966.92">24324 16980 7533,'-20'-8'-855,"10"31"1,5 10 854,5 6 0,0 2 0,0-1 0,0-10 0</inkml:trace>
  <inkml:trace contextRef="#ctx0" brushRef="#br0" timeOffset="-211836.92">24306 17426 7533,'-9'24'-570,"-1"-1"0,-4 25 1,4-1 569,8-16 0,0 14 0,4-4 0,8-24 0,8 5 0</inkml:trace>
  <inkml:trace contextRef="#ctx0" brushRef="#br0" timeOffset="-211666.92">24483 17364 7533,'17'-28'-765,"9"10"1,5 3 295,-2 8 1,1 1 0,3-6 0,-1-1 0,-8 0 0,1 1 0</inkml:trace>
  <inkml:trace contextRef="#ctx0" brushRef="#br0" timeOffset="-211486.92">24783 16967 7533,'-19'35'-245,"0"-1"1,1 0 0,-1 0 0,6 10 0,2 2 0,2 1 0,-3-1-121,-3-5 1,-2 0 0,2-2 0,3 1 0,5 14 0,4 0 0,5-16 0,8-20 0</inkml:trace>
  <inkml:trace contextRef="#ctx0" brushRef="#br0" timeOffset="-211146.92">24853 17389 7533,'-37'-7'-810,"10"29"1,5 11 899,13-4 0,4 1-180,-7 12 0,9-12 0,36-35 90,-10-13 0,-5-14 0,0-7 0,-5 20 1979,-1 59-1800,4-32-314,-16 26 1,0 7 134,14-16 0,3-4 0,-1-1 0,25-2 0</inkml:trace>
  <inkml:trace contextRef="#ctx0" brushRef="#br0" timeOffset="-210596.92">24994 17315 7533,'36'-17'-214,"-1"1"0,0 0 1,2 3-1,10 3 0,-2 2 1,-12-2-1,-1 1 1</inkml:trace>
  <inkml:trace contextRef="#ctx0" brushRef="#br0" timeOffset="-210396.92">25294 16856 7533,'-19'36'-180,"1"0"0,-1 0 0,0 0 0,0 0 0,5 9 0,3 3 0,1 0 0,1 1 1,0 0 179,0-2 0,-1 0 0,1 0 0,2 0 0,1-2 0,1 6 0,2 2 0,3-7 0,4-14 0,12-11 0</inkml:trace>
  <inkml:trace contextRef="#ctx0" brushRef="#br0" timeOffset="-210236.92">25435 16930 7533,'-19'40'-342,"3"-14"0,14 12 0,4 3 0,-2 0 1</inkml:trace>
  <inkml:trace contextRef="#ctx0" brushRef="#br0" timeOffset="-210066.92">25365 17327 7533,'-14'26'-570,"0"0"0,-5 16 1,5 3 569,14-9 0,4 0 0,-9 2 0,6-6 0,24-16 0</inkml:trace>
  <inkml:trace contextRef="#ctx0" brushRef="#br0" timeOffset="-209686.92">25471 17501 5824,'41'2'0,"-18"-15"0,11-4 0,-42 23 0,35-5 0,5-19 1079,9 24-944,-20-26 0,-3 6-135,-8 41 0,-4 8 0,-3-14 0,13 24 0</inkml:trace>
  <inkml:trace contextRef="#ctx0" brushRef="#br0" timeOffset="-195066.92">17780 18306 7533,'-10'-25'-1619,"2"11"1529,8 3 90,11 33 0,2 12 0,1 1 0,2 1 0,1 0 0,1 0 0</inkml:trace>
  <inkml:trace contextRef="#ctx0" brushRef="#br0" timeOffset="-194936.92">17709 18740 7533,'-6'26'-13,"-1"0"0,3 22 0,18-16 0,7-2 0,-3-6 1,-1 1-1</inkml:trace>
  <inkml:trace contextRef="#ctx0" brushRef="#br0" timeOffset="-156786.92">18486 18331 7533,'-18'-14'-900,"8"3"91,2 17 809,8 6 0,0 15 0,0 4 0,0 14-857,0-7 0,0 6 0,0-4 857,1-10 0,-2 0 0,-1 14 0,-1 6 0,0-6 62,3-13 1,-2-1-63,-2 6 0,-3 3 0,3-4 0,2 7-104,-6-14 1,0-3 103,6-11 0,-6-14 0,8-14 0,0-33 0,8 5 0,-3 12 0,0 0 0</inkml:trace>
  <inkml:trace contextRef="#ctx0" brushRef="#br0" timeOffset="-156556.92">18450 18405 7533,'0'-19'-1619,"24"-4"1529,-10 14 90,9 3 0,3 2 0,-5 4 0,8 4 0,-1 2 0,-12 3 0,9 6 0,-3 4 0,-18 3 0,4 4 0,-1 0 0,-7 3 0,-17 3 0,-5 0 0,4-2 0,-21 0 0,-2-2 0,16-6 0,-8-6 0,1-3 0,10-6 0,-3-2 0,17-5 0,24 0 0,-5-11 0,15-2 0</inkml:trace>
  <inkml:trace contextRef="#ctx0" brushRef="#br0" timeOffset="-155836.92">18891 18591 5914,'28'-7'-90,"5"2"90,-6 5 0,1 5 0,-3 2 0</inkml:trace>
  <inkml:trace contextRef="#ctx0" brushRef="#br0" timeOffset="-155686.92">18891 18777 7533,'-19'0'-1709,"3"0"1709,55-5 0,0-1 0,3-1 0,-10 3 0,0 0 0,8-1 0,1-1 0</inkml:trace>
  <inkml:trace contextRef="#ctx0" brushRef="#br0" timeOffset="-155416.92">19491 18158 5824,'-5'35'33,"0"1"1,0 5 0,0 5 0,-1-8-1,-3 9 1,0-2 0,0 1 0</inkml:trace>
  <inkml:trace contextRef="#ctx0" brushRef="#br0" timeOffset="-155096.92">19685 18517 6633,'0'-14'-809,"0"-3"809,-8 16 719,-2 1-719,-7 7 629,-7 14 1,-6 10 0,3-4-540,7-11 0,-1 2-592,-3 7 1,-5 6 0,0 1 0,5-7-129,4-6 1,1-1 280,-3 11 1,-2 5-1,4-4 1,3-10 0,2-1-1,-5 13 1,-1 0-1</inkml:trace>
  <inkml:trace contextRef="#ctx0" brushRef="#br0" timeOffset="-154786.92">19597 18764 5824,'0'34'0,"-3"14"0,-2-1 0,-5-18 0,6 21 0,-2-5 0,-1-34 0,7 10 0</inkml:trace>
  <inkml:trace contextRef="#ctx0" brushRef="#br0" timeOffset="-154466.92">19791 18764 6183,'0'-13'-359,"-24"29"359,3 2 0,-8 14 0,-1 0 0,6-13 2968,9 20-1979,27-38-269,15 4 0,2 1-810,-11-5 90,10 16 0,-1 5 0,-15-3 0,0 5 0,1-1 0</inkml:trace>
  <inkml:trace contextRef="#ctx0" brushRef="#br0" timeOffset="-143896.92">20690 18306 7533,'-7'-14'-1709,"-3"14"1709,-8 25 0,9 1 0,1 3 0,-6 6 0,2 6 0,6 2 0,1 9 0,1 0 0,-1-6-200,-5 2 0,3 0 200,8-3 0,5 7 0,2-4 0,0-12-298,8-6 1,7-11 0,3-4-1,1-9 1</inkml:trace>
  <inkml:trace contextRef="#ctx0" brushRef="#br0" timeOffset="-142786.92">21149 18244 7533,'-25'-14'-1709,"5"25"1709,5 18 0,0 12 0,4 0 0,3 3 0,2 4 0,-2-7 0,-3 6 0,0 4 0,1-4 0,3-7 0,4 2 0,0-2 0,-5-2 0,-4 5 0,1-2 0,3-11 0,4-4 0,-18-1 0,-3-4 0,9-15 0,-33-11 0,22-9 0</inkml:trace>
  <inkml:trace contextRef="#ctx0" brushRef="#br0" timeOffset="-142666.92">20832 18703 6633,'19'-21'-405,"12"3"1,1 3 404,-5 11 0,14-7 0,1 0 0,-11 10 0,10-10 0,-23 3 0</inkml:trace>
  <inkml:trace contextRef="#ctx0" brushRef="#br0" timeOffset="-142386.92">21220 18579 5824,'-10'26'0,"0"0"0,-1 5 0,6-4 0,29 0 0,13-51 0,2 17 0,-20-22 0,-4 7 0,-8 28 0,-4 18 0,2 4 0,15-13 0,1-1 0,5 25 0,23-47 0</inkml:trace>
  <inkml:trace contextRef="#ctx0" brushRef="#br0" timeOffset="-141846.92">21555 18566 7533,'-10'-1'-1709,"-6"24"1709,14-5 0,-2 11 0,0-1 0,4-10 0,0 7 0,0 1 0,0-4 0,0 8 0,16-34 0,-4-6 0,6-20 0,-3 11 0,-13 1 0,6 11 0,-8 7 0,0 7 0,0 5 0,0 1 0,0-1 0</inkml:trace>
  <inkml:trace contextRef="#ctx0" brushRef="#br0" timeOffset="-141536.92">21643 18344 7533,'-20'-20'-1619,"5"8"1529,15 6 90,0 6 0,0 11 0,-8 25 0,-2 0-673,5 6 1,0 2 672,-3-18 0,1-1 0,2 9 0,3 4 0,-1-5 0,-2-7 0,0-1-120,1 9 0,0 4 1,4-7 119,8 4 0,10-1 0,1-38 0,7-30 0,-9 7 0</inkml:trace>
  <inkml:trace contextRef="#ctx0" brushRef="#br0" timeOffset="-141286.92">21802 18294 7533,'9'-21'-1709,"-1"-1"1709,-8 26 0,-8 25 0,-1 1 494,1 5 1,-1 11 0,0 3 0,1-9-406,1-7 1,1 0-704,-1 7 1,0 8 0,1-1 0,2-13-197,4-3 475,16 8 245,-4-32 90,21-7 0,-21-12 0,11-2 0,-13-9 0,8 4 0</inkml:trace>
  <inkml:trace contextRef="#ctx0" brushRef="#br0" timeOffset="-140806.92">22366 18244 5824,'-17'41'0,"1"1"0,-1-1 0,0 0 0,2-1 0,-3 4 0,-1 3 0,0 0 0,0-2 0,3-4 0,3-6 0,1 0 0,3-7 0,-3 4 0,-5 7 0,-5 8 0,0 0 0,1-5 0,7-13 0,0-3 0,-9-10 0</inkml:trace>
  <inkml:trace contextRef="#ctx0" brushRef="#br0" timeOffset="-140536.92">22366 18603 7533,'37'-26'-855,"-11"16"1,-3 2 854,-9 3 0,14 11 0,-1 5 0,-19-2 0,10 13 0,-5 7 0,-22 5 0,-11 4 0,2-2 0,9-3 0,-1 1-820,-5 2 1,-4 7 0,1-1 0,5-11 624,1-1 0,1 1 0,-1-6 0,4-20 32</inkml:trace>
  <inkml:trace contextRef="#ctx0" brushRef="#br0" timeOffset="-140286.92">22595 18529 7533,'47'-14'-855,"-20"18"1,-5 4 854,-10 3 0,-15 22 0,-9 1 0,-4-18 0,-6 8 0,-6 7 0,5-8 0,6-10 0,-15 22 0,42-30 0</inkml:trace>
  <inkml:trace contextRef="#ctx0" brushRef="#br0" timeOffset="-139996.92">22789 18517 5914,'0'26'-90,"0"19"90,4-16 0,0-1 0,-2 11 0,37-45 0,-23-17 0,8-16 0,1 3 0,-5 25 0,-3-4 0,-11 36 0,-4 9 0,-2-2 0,0 4 0,0-1 0,0-16 0,0 2 0</inkml:trace>
  <inkml:trace contextRef="#ctx0" brushRef="#br0" timeOffset="-139736.92">23089 18492 5824,'-4'40'45,"0"0"0,3-7-90,-4 18 0,2-7 45,3-37 0,14-24 0,3-12 0,-9 1 0,7-5 0,7-7 0,-4 12 0,-5 15 0,21-14 0,-24 27 0,-3 0 0</inkml:trace>
  <inkml:trace contextRef="#ctx0" brushRef="#br0" timeOffset="-139436.92">23283 18579 6183,'8'14'-359,"25"2"359,-17-14 0,12-16 0,-1-6 0,-13 5 0,-8-21 0,-2-1 0,-1 23 764,-41 26 1,-10 15 224,31 7-405,1 2 1,-4 12 0,2 0 0,9-10-585,19 7 0,3-7 0,4 4 0,2-15 0,6-25 0,24 2 0</inkml:trace>
  <inkml:trace contextRef="#ctx0" brushRef="#br0" timeOffset="-138556.92">24059 18554 7533,'-35'0'-1709,"16"5"1709,3 8 0,55 6 0,-21-5 0,16-7 0,4-8 0,-13-9 0,-3-4 0,4-6 0,-5-4 0,-8-4 0,-8-2 0,-25-15 0,-8 33 0,-4 11 45,5 18 0,5 9 89,1 11 1,6 3-45,9-9 0,6 0-180,9 9 0,8-7-90,8-20 1,1-4 179,7 16 0,3-21 0,1-8 0,-6-10 0,-5 2 0,-1 0 0</inkml:trace>
  <inkml:trace contextRef="#ctx0" brushRef="#br0" timeOffset="-138366.92">24412 18467 7533,'18'-7'-1709,"15"18"1709,-11 8 0,1 5 0,6 4 0,-3 3 0,-6 4 0,-3-1 0,1-7 0,-4-4 0,-12-4 0,6-15 0</inkml:trace>
  <inkml:trace contextRef="#ctx0" brushRef="#br0" timeOffset="-138216.92">24677 18455 7533,'-34'20'-855,"12"5"1,-1 7 854,1 0 0,-2 5 0,0 2-498,3-4 0,1 3 0,0 0 0,1-1 498,-4 8 0,2-1 0,0-3 0,3-10 0,0-1 0,3-3 0,2-5 0,1-1 0</inkml:trace>
  <inkml:trace contextRef="#ctx0" brushRef="#br0" timeOffset="-137286.92">24818 18529 7533,'-20'-14'-1709,"20"-8"1709,28 14 0,-2 7 0,1 6 0,4 33 0,-26 1 0,-10 8 0,-4-4 0,-5 2 0,-2-2-314,1-10 1,-1-2-1,0 2 314,-2 10 0,0 2 0,5-8 0,1-4 0,-4 12 0,16-40 0</inkml:trace>
  <inkml:trace contextRef="#ctx0" brushRef="#br0" timeOffset="-137066.92">24941 18542 7533,'30'-21'-1619,"9"-1"1529,-12 26 90,11 3 0,-3 18 0,-41 17 0,-9-16 0,-7-1 0,-13 7 0,-3-2 0,9-6 0,1-2 0,4-5 0,7-4 0,17-7 0,10-14 0</inkml:trace>
  <inkml:trace contextRef="#ctx0" brushRef="#br0" timeOffset="-136546.92">25329 18170 7533,'-17'33'-342,"-1"0"0,1 0 0,0 4 0,1 1 1,3 5 341,6-3 0,2 6 0,2 0 0,0-1 0,2-5-469,-1-1 1,2-5 0,4-1 0,7 13 0,5-18 0,20-60 0</inkml:trace>
  <inkml:trace contextRef="#ctx0" brushRef="#br0" timeOffset="-136346.92">25329 18628 7533,'0'16'-1709,"32"0"1709,-9-39 0,-19 21 0,4-32 0,-31 38 0,32 19 0</inkml:trace>
  <inkml:trace contextRef="#ctx0" brushRef="#br0" timeOffset="-136116.92">25559 18505 7533,'8'35'-855,"-7"11"1,0 2 854,3-21 0,-1-2 0,-4 14 0,2-14 0,23-57 0,-7 4 0,3-3 0,6-2 0,3 3 0,-3 6 0,1 5 0,16-5 0</inkml:trace>
  <inkml:trace contextRef="#ctx0" brushRef="#br0" timeOffset="-135736.92">25947 18603 7533,'-18'-20'-855,"-6"31"1,-1 11 854,7-1 0,3 3 0,-5 8 0,12-6 0,36-20 0,13-13 0,-11 6 0,-1 2 0,6 6 0,-15 20 0,3-32 0,-13-2 0</inkml:trace>
  <inkml:trace contextRef="#ctx0" brushRef="#br0" timeOffset="-135446.92">26123 18517 7533,'-29'-20'-855,"53"11"1,15 1 854,-7 1 0,4 1 0,1 2 0,4 0 0,-5 0 0,-4-2 0,-5-1 0,-2-5 0</inkml:trace>
  <inkml:trace contextRef="#ctx0" brushRef="#br0" timeOffset="-135216.92">26370 18195 7533,'-22'34'-428,"-1"1"1,5-3 0,1 4 0,1 3-393,5 2 1,2 5 0,0 0 0,1-4 521,-2-4 0,1-4 0,0 1 0,2 5 0,2-1 0,2-13 0,3-20 0</inkml:trace>
  <inkml:trace contextRef="#ctx0" brushRef="#br0" timeOffset="-135016.92">26494 18182 7533,'-16'2'-570,"8"21"0,2 15 1,0 0 569,-8 5 0,1 2 0,6-1 0,1 2 0,1-5 0,1-15 0,0 0 0</inkml:trace>
  <inkml:trace contextRef="#ctx0" brushRef="#br0" timeOffset="-134836.92">26476 18554 7533,'-37'29'-855,"22"3"1,4 2 854,3 13 0,8-16 0,0-4 0,0-17 0</inkml:trace>
  <inkml:trace contextRef="#ctx0" brushRef="#br0" timeOffset="-134446.92">26547 18628 5824,'35'35'0,"0"-35"0,-47-1 0,20 7 0,-24 8 0,52-14 0,-5-14 0,-8-7 0,-5 8 1529,-8 41-1529,6-4 0,-14 14 0,6-22 0</inkml:trace>
  <inkml:trace contextRef="#ctx0" brushRef="#br0" timeOffset="-133266.92">27182 18219 7533,'0'-19'-900,"0"1"91,0 11 2877,-8 51-1469,1-8 1,-2 6 0,-1 3-987,0-2 1,-2 4-1,1 1 1,-1 1-270,3-2 1,-1 1-1,1 2 1,0-2 0,-1-4 486,-1-1 0,-1-3 0,1-2 0,2-2 0,2 3 1,2-1-1,-1-10 0,-1-7 7</inkml:trace>
  <inkml:trace contextRef="#ctx0" brushRef="#br0" timeOffset="-132616.92">27464 18455 7533,'-10'-14'-1709,"2"31"1709,4 10 0,0 8 0,1-3 0,0 3 0,-1-1 0,0 13 0,-1-1 0,0-5 0,2-5 0,3-11 0,23-53 0,2-4 0,3-6 0,-6 3 0,1-3 0,-1 2 0,-1 4 0,1 1 0,-2 3 404,3-7 1,-5 16 585,-8 37-1260,-9 14 0,-2 5-45,-1 0 0,2 1 315,6 6 0,3-4 0,5-7 0,19-12 0</inkml:trace>
  <inkml:trace contextRef="#ctx0" brushRef="#br0" timeOffset="-132366.92">27922 18529 7533,'-21'23'-855,"-1"0"1,1 20 2383,11-1 0,12 0-2024,15-20 0,9-7-404,17-11 0,2-14 764,-7-12 0,-5-11 135,-13 4 0,-3-5 0,-11 3 0,-22-2 0,-13 7 0,-11 12 0,-5 10 0,7 6 0,2 7 0,8 9 0,-1 0 0</inkml:trace>
  <inkml:trace contextRef="#ctx0" brushRef="#br0" timeOffset="-130516.92">28504 18554 7533,'-19'0'-1709,"3"5"1709,16 8 0,8 1 0,17-2 0,1-19 0,1-8 0,0 0 0,-5-4 0,-5-14 0,-6-2 0,1-1 0,-45 33 0,-5 12 0,24 11 269,-8 3 1,-7 5 0,10 1 359,21 12 1,8 0-1080,-10-11 1,3-1-91,19 15 1,7-10 539,18-24 0,-1 6 0,-13-16 0</inkml:trace>
  <inkml:trace contextRef="#ctx0" brushRef="#br0" timeOffset="-130316.92">28787 18467 7533,'-10'20'-1709,"10"19"1709,25 2 0,-7-11 0,2 1 0,-2-7 0,1-2 0,14 14 0,-23-30 0,-2-7 0</inkml:trace>
  <inkml:trace contextRef="#ctx0" brushRef="#br0" timeOffset="-130156.92">28963 18418 7533,'-10'-14'-1709,"-21"41"1709,12 0 0,1 6 0,0-3 0,-1 3 0,1-1-283,-5 4 1,1-1 282,-1 7 0,5-4-123,6-7 0,-12 10 0,14-23 0</inkml:trace>
  <inkml:trace contextRef="#ctx0" brushRef="#br0" timeOffset="-129716.92">29034 18529 7533,'-10'-7'-1709,"10"2"1709,10 5 0,23 5 0,-12 2 0,-6 19 0,-4 5 0,-3-2 0,-14 1 0,-7 6 0,0 0 0,-1 3 0,-3 0 0,-2-7 0,-4 1 0,4-2 0,4 9 0,1-5 0,-10 1 0,24-31 0,0-11 0</inkml:trace>
  <inkml:trace contextRef="#ctx0" brushRef="#br0" timeOffset="-129496.92">29104 18591 6183,'28'-14'-359,"13"-2"359,-12 14 0,-3 2 0,-1 0 0,5 7 0,3 11 0,-47 7 0,-2-3 0,-5-1 0,-2-7 0,-3 1 0,-12 12 0,1-3 0,6-13 0,-10 10 0</inkml:trace>
  <inkml:trace contextRef="#ctx0" brushRef="#br0" timeOffset="-129046.92">29492 18071 7533,'-19'0'-1709,"3"11"1709,8-3 0,-1 22 0,0 7 0,4-6 0,-1 2 0,-2 1 0,-1 5 0,0 1 0,3-4-285,4 4 1,0 1 284,-4-6 0,-2 4 0,-2 0 0,3-5 0,1 6 0,0-4 0,-3 3 0,1-1 27,5-6 1,6-13 0,6-29 0,9-5 0</inkml:trace>
  <inkml:trace contextRef="#ctx0" brushRef="#br0" timeOffset="-128816.92">29475 18603 5824,'0'42'0,"7"-13"0,19 1 0,3-19 0,-6-35 0,-3-7 0,0 12 0,-10-14 0,-12 4 0,-39 28 0,15 2 0,-9 8 0,6 5 0,23 7 0,-8 4 0,39-18 0,3-9 0</inkml:trace>
  <inkml:trace contextRef="#ctx0" brushRef="#br0" timeOffset="-128636.92">29722 18207 5914,'-10'48'-23,"2"-13"1,8 6-1,0-16 1</inkml:trace>
  <inkml:trace contextRef="#ctx0" brushRef="#br0" timeOffset="-128486.92">29722 18492 7533,'-10'46'-855,"5"-6"1,2-1 854,3-4 0,0 1 0,0-3 0,0-18 0,0 1 0</inkml:trace>
  <inkml:trace contextRef="#ctx0" brushRef="#br0" timeOffset="-128266.92">29845 18480 5824,'43'-14'0,"-13"3"0,2 9 0,0 4 0,2-2 0,-9-5 0,0-1 0,1-2 0,-16-10 0,-2 5 0</inkml:trace>
  <inkml:trace contextRef="#ctx0" brushRef="#br0" timeOffset="-128096.92">30092 18269 7533,'-26'4'-1709,"-1"21"889,12 3 1,0 12 0,0 1 0,1-5-373,-4-2 0,3 2 1151,5 4 0,2 9 0,2-3 1,4-13 40,6-12 40,30 6 1,-15-41 0,7-10 0</inkml:trace>
  <inkml:trace contextRef="#ctx0" brushRef="#br0" timeOffset="-127816.92">30092 18591 7533,'-10'-14'-1709,"-21"31"1709,25-5 0,-10 12 0,1 3 0,13 1 0,2-2 0,9-9 0,17-28 0,1-14 0,-7 8 0,-4 1 0,-24 50 0,6-20 0,2 19 0,17-44 0,3 3 0,6-16 0,-9 5 0</inkml:trace>
  <inkml:trace contextRef="#ctx0" brushRef="#br0" timeOffset="-127636.92">30215 18517 5824,'28'7'0,"13"-2"0,-4-16 0,-7 8 0,-6-9 0,-1-3 0,-10 5 0,21-13 0,-17 10 0</inkml:trace>
  <inkml:trace contextRef="#ctx0" brushRef="#br0" timeOffset="-127446.92">30357 18244 5914,'-12'36'-15,"0"0"0,0 1 0,0-1 0,2 14 0,1 1 0,3-6-242,1-8 1,4-4 0,7 1 0,4-13-1,0-28 1</inkml:trace>
  <inkml:trace contextRef="#ctx0" brushRef="#br0" timeOffset="-127286.92">30533 18207 6183,'-20'23'-359,"5"20"359,15-2 0,-8 8 0,-2-19 0</inkml:trace>
  <inkml:trace contextRef="#ctx0" brushRef="#br0" timeOffset="-127136.92">30515 18566 7533,'-27'27'-1709,"9"1"1709,3-8 0,13-1 0,-6 5 0,8-11 0,8 5 0,-6-11 0,13-1 0,-5-12 0,8-1 0</inkml:trace>
  <inkml:trace contextRef="#ctx0" brushRef="#br0" timeOffset="-126686.92">30621 18666 6633,'0'24'-809,"8"1"809,10-33 0,1-3 0,-9-21 0,-20 20 0,-17 24 0,7-2 0,20 7 0,12-17 0,29-11 0,-12 2 0,-1 2 0,-12 3 0,-16 10 0,7-6 0,3 0 0,8 5 0,-8 2 0,-2 5 0,-8-16 0,0-15 0,0-9 0,0-8 0</inkml:trace>
  <inkml:trace contextRef="#ctx0" brushRef="#br0" timeOffset="-126486.92">30868 18356 7533,'14'-27'-855,"-1"0"1,13-13 1393,7 57 1099,-23 10 0,-6 12-1041,1 2 1,-1 9 0,-3 2 0,-3-4-1161,-6-8 1,-3-3 0,-2 1 0,2 1 197,1 10 1,2 2 0,-2-2 0,-3-7 0,-16 0 0,-1-7 0,12-14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5:02:49.93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A020F0"/>
    </inkml:brush>
    <inkml:brush xml:id="br2">
      <inkml:brushProperty name="width" value="0.12095" units="cm"/>
      <inkml:brushProperty name="height" value="0.12095" units="cm"/>
      <inkml:brushProperty name="color" value="#A020F0"/>
    </inkml:brush>
  </inkml:definitions>
  <inkml:trace contextRef="#ctx0" brushRef="#br0">5733 6495 7533,'-10'-21'-1709,"2"32"1709,8 13 0,2 15 0,1 14 0,0 2-783,-1-14 0,1 0 0,-1 3 1,1 2 782,-1-2 0,0 4 0,-1 1 0,1 2 0,-1-1 0,0-1 0,0-4 0,-1-1 0,0 0 0,0 0 0,0 1 0,-1 0 0,1 3 0,0 2 0,-1-1 0,1 1 0,0-2 0,-1-2 34,1-1 0,0-1 0,0-2 1,0-1-1,0-1-34,1 12 0,-1-3 0,1-4 0,4 5 0,-2-22 162,-3-39 0,8-15 0,2-18 0</inkml:trace>
  <inkml:trace contextRef="#ctx0" brushRef="#br0" timeOffset="1100">5768 6631 7533,'-10'-45'-1709,"2"9"1709,24 18 0,4 6 0,15 3 0,13 2 0,-2-1 0,-4-1 0,6-3-410,-14 4 0,6-3 1,5-1-1,3-2 1,1 0-1,-1 1 0,-3 0 1,-5 2 165,7-2 0,-6 1 1,1-1-1,10-1 244,-18 5 0,3-1 0,3-1 0,4-1 0,1 0 0,2 0 0,2-1 0,0 0 0,1 0 0,-1 1 0,0 0 0,-1 1 0,-2 1 0,-2 0-50,4 0 0,-1 1 1,-1 1-1,-1 0 0,0 1 1,1 0-1,-1 0 1,1 0-1,0 0 0,2 0 1,2-1 49,-6 1 0,1-1 0,2 1 0,1-1 0,0 0 0,1 0 0,0 0 0,1 1 0,-1-1 0,-1 0 0,0 1 0,-1 0 0,-2 0 0,-1 1 0,-2-1-114,12 0 0,-2 0 0,-2 0 0,-1 1 0,-1-1 0,-1 2 0,-1-1 0,-1 1 0,-1 1 114,4-1 0,-1 1 0,0 0 0,-2 1 0,-3 0 0,-4 0 0,-5 1 0,15-1 0,-4 1 0,3 1 0,4 1 0,-5 1 0,-6-1 0,2 0 0,0 0 0,6 0 0,2 0 0,-4 0 0,-2 0 0,-3 0 0,1 0 0,-4 0 0,1 0 0,-1 0 0,0 0 0,8 0 0,-1 0 0,-2 0 230,2 0 1,0 0-231,-8 0 0,2 0 0,-2 0 0,13-1 0,0 2-30,-9 0 0,0 1 0,-3 0 30,-3-1 0,-2-1 0,17 3 0,-2 0 11,-19-3 0,-1 0-11,11-1 0,1 2 286,-5 1 0,0 1-286,0-2 0,1 0 90,4 4 0,-2 1 937,11-5-937,-12 4 0,-1 1 360,3 1-360,6 0 45,-19-1 0,-3-1-135,-9-3 3220,33 8-3130,-26-8 834,22 9-924,-23-4 180,11 5-90,-19 0 406,21 1-496,-21-1 360,12 6-270,-14-4 180,-1 26 90,7 5-46,-11-13 1,0 0-225,5 13 90,-6-13 0,-1-2-90,-3-5 225,0 7 0,0 5 134,1-5 1,-2-1-405,-2-1 0,-1 0-161,-1 15 0,0-3 206,-5 1-180,5-2 0,2 5 45,3 3 0,0 1 75,0-13 0,0 1 0,0-2 0,0-2 0,0 0 0,0-1 105,0 19 0,0-6 45,0-8-45,-3 6 0,-2 3-180,1-5 0,-1-1-90,0 2 0,0 1 0,0 3 0,2 1 180,2 1 0,2-3-45,-1-17 0,0 1 210,0 6 0,0 3 0,0-5-30,0 10-225,1-1 0,-2 1-450,-3-14 0,0-1 180,4-2 1,-2-2-2925,-14 15 1710,14-27 360,-13-7 1169,13 0 0,-14-12 0,6-1 0</inkml:trace>
  <inkml:trace contextRef="#ctx0" brushRef="#br0" timeOffset="2183">5750 8292 7533,'-4'-27'-1709,"0"5"1709,46 27 0,-9-4 0,2-1 0,-9 3 0,1 0-402,11-4 0,7-1 1,1-1 401,-3 1 0,1-2 0,1 1 0,-2 0-291,4 0 0,-1 1 0,6-1 291,-9 0 0,4 0 0,4 0 0,-1 0 0,-1 0 0,-5 1-551,1 1 1,-4 1-1,-2 0 1,3 0 550,4 0 0,0-1 0,2 1 0,0 1 143,-5 0 1,2 0 0,0 0 0,-1 1 0,-2 0-204,2 1 1,-4 0 0,2 0 0,3 0 223,-3-1 1,4-1 0,1 0 0,0 0 0,-1 0 0,-4 0-284,4 1 1,-5-1-1,1 1 1,2-1 243,1-2 1,4 0 0,-1 0 0,-2-1 0,-7 1 54,5 0 0,-2 1-113,2-2 1,7 1-1,0-1 1,-8 1 22,-5 1 0,0 0 45,5 0 0,7 0 0,1 0 0,-9 0-45,-6 0 0,-1 0 44,4 0 1,7 0 0,2 0 0,-3 0-23,-6 0 1,0 0-1,-1 0 1,-1 0-53,7 0 0,-2 0 0,1 0-90,5 0 0,-1 1 0,-3-2 165,-1-2 0,-1 0 14,-2 3 1,2 0 0,-1-1-60,-8 0 0,0-1 0,1 0-116,4 0 1,4 1-1,-1-1 1,-7 1 70,-6 1 0,-1-1 371,11-1 0,6 0 1,-5 1-283,-8 0 1,-1 2 15,2-2 0,3 1 0,0 1 120,0 0 0,1 1 0,-3 0-180,2-1 0,0-1 59,6 2 1,3 1 0,-7-2 30,8-7-60,-10 4 0,6 1 0,-3-3 589,0-5 1,0 1-261,-1 4 1,3 2 0,-3-1-360,1-5 0,-2 0 1175,7 6 0,-3 2-995,-1-5 44,-6 4 1,0 2-135,7-1-90,-7-3 0,0 0-90,-1 2 410,-8-4 0,1-1-2749,18-1 1260,-12 0-560,-3-1 1,1-1 1142,8-4 0,0-12 0,-3 0 0</inkml:trace>
  <inkml:trace contextRef="#ctx0" brushRef="#br0" timeOffset="3200">7073 5925 7533,'-18'-32'-570,"-1"0"0,6 6 1,0 3 569,-10-7 0,3 39 0,-15 19 0,17 4 0,0 10 0,3 1-149,3-2 0,1 2 0,3-1 149,-1 2 0,2 1 0,5-4 0,7 6 0,10-12 0,30-24 0,-11-27 0,0-9 54,0-1 1,-3-1-55,-1-6 0,-5 13 0,-7 41 0,-21 5 0,-6 5 0,-1 13 0,0 2 0,4 0 0,4-4 0,12 0 0,0-7 0,6-24 0,-7-11 0</inkml:trace>
  <inkml:trace contextRef="#ctx0" brushRef="#br0" timeOffset="3467">7338 6111 7533,'-35'27'-1709,"15"-3"1709,11-2 0,2 4 0,2 5 0,2 2 0,2-2 0,0-1 0,1-2 0,0-3 0,2-9 0,14-31 0,-8-15 0,2-4 0,6 9 0,3 1 0,3-6 0,1 3 0,14 4 0,-3 24 0,-17 12 0</inkml:trace>
  <inkml:trace contextRef="#ctx0" brushRef="#br0" timeOffset="3783">7479 6296 7533,'-18'18'-1709,"8"-4"1709,10-1 0,34-13 0,-11-10 0,1-4 0,0 1 0,-1-2 0,10-21 0,-49 11 0,3 12 0,-28 19 0,13 24 0,9-6 0,3 3 0,8 5 0,4-1 0,-2 15 0,24-29 0,5-5 0,9-7-820,11-10 1,-10-8 0,-5-6 0</inkml:trace>
  <inkml:trace contextRef="#ctx0" brushRef="#br0" timeOffset="4083">7779 6259 7533,'-30'18'-1709,"23"-10"1709,50-8 0,-2-24 0,-14 6 0,-3-3 0,-7-17 0,-17 13 0,-17 8 0,-11 28 0,-3 10 179,1 0 1,1 5-180,4 0 0,0 5 0,5 0-180,2 11 1,8-1 179,8-14 0,6-4-820,24 5 1,7-28 0,0 0 0</inkml:trace>
  <inkml:trace contextRef="#ctx0" brushRef="#br0" timeOffset="4467">8026 6309 7533,'-37'21'-390,"1"-1"0,3 4 0,5 3 120,14-1 1,9 1 269,22 10 0,23-54 0,-13 2 0,-1-6-166,-8-7 0,-2-7 0,1-2 166,-2 3 0,0-3 0,1-1 0,-2-1-163,1-3 1,-1-2 0,0-1 0,0 2 162,0 0 0,0 0 0,-1 2 0,-1 2 0,0 1 0,-1 3 0,-8 10 360,-11 14 224,-5 48 1,-2 21-360,1-23 0,-1 2-479,4-1 0,-1 6 0,2-1 0,2-6 344,1-5 0,2-1-360,-4 12 0,0 4 0,3-4-159,8-7 0,2-3 384,3 8 0,4-5 45,10-11 0,13-29 0,-17-14 0</inkml:trace>
  <inkml:trace contextRef="#ctx0" brushRef="#br0" timeOffset="4750">8308 6210 5914,'0'48'1349,"0"-3"-2698,16-6 1259,11-27 90,10-42 0,-14 13 0,-3-2 0,-5-2 0,-2 0 0,12-3 0,-15 23 0,-2 35 239,-10-3 1,-5 5 0,0 1 0,2-3 0,-2 0 0,0 2 143,-2 2 1,-1 4 0,-1-1 0,-2-2-804,-8 3 0,-2-3 1,-2-1 419,-3 2 0,-3-1 0,0-3 0,1-6 0,-1-3 0,0-3 0,-1-6 0,1-1 0,0 0 0</inkml:trace>
  <inkml:trace contextRef="#ctx0" brushRef="#br0" timeOffset="15050">10037 5925 0,'-26'-6'0,"1"9"0,-1 4 163,-15 7-163,13 6 0,-1 8 0,4-1 0,7-4 0,2 3 330,-4 12 0,-1 6 0,5-7 1888,5 5-1813,-1 1 0,8-1-225,28-8-180,-3 4-990,10-23 1,5-7 584,-8-9 0,1-2-300,-2 3 1,0-3 704,0-4 0,-5-4 0,-2-7 0,6-1 0</inkml:trace>
  <inkml:trace contextRef="#ctx0" brushRef="#br0" timeOffset="15200">10142 6197 7892,'43'0'90,"-5"0"-855,-5 0 1,0 0 494,1 0 270,15 0 0,-32 6 0,1 1 0</inkml:trace>
  <inkml:trace contextRef="#ctx0" brushRef="#br0" timeOffset="15350">10266 6296 7533,'-35'11'-1709,"15"-8"1799,12 14 179,18-16-1908,13 5 1,3-1 304,7-3 1680,-4 0 0,1 1-346,13-3 0,-6-5 0,7-3 0</inkml:trace>
  <inkml:trace contextRef="#ctx0" brushRef="#br0" timeOffset="15600">10707 6210 7533,'-24'20'30,"1"0"0,0 4 0,5 3-1421,6 3 0,6 0 1660,4 10 166,8-9 0,6-5-705,17-19-1369,15-11 1,2-3 628,-7-3 695,7-5 0,-3-10 462,-27-3 1,-5-6 0,-1 2 392,4 0 0,-7-1 552,-11-3 0,-8-2 0,-5 8 546,-10 12 0,-7 9-1275,-2 10 0,-4 5 0,5 4-363,4 6 0,3 4 0,-7 9 0,5 4 0,16-6 0,1 1 0</inkml:trace>
  <inkml:trace contextRef="#ctx0" brushRef="#br0" timeOffset="53600">16316 1153 0,'-35'0'0,"7"5"163,11-3 1366,9 3 109,34-5 0,18-5-1631,-11 0 1,2-2-1,1 1-967,9-1 1,2 0 0,0 0 956,-7 0 0,0 0 0,-1-1 1,-5 0-1,2-4 0,-3-1 0,-1 1 1,1-1-1</inkml:trace>
  <inkml:trace contextRef="#ctx0" brushRef="#br0" timeOffset="53784">16739 781 7533,'-28'25'337,"0"-1"0,0 1 1,4 3-1,3 3 482,0 4 0,-1 7 0,1 2 0,5-2-980,5-1 0,5-1 0,1 2-559,0-4 1,-1 3-1,4-2 1,5-3-374,10-3 1,6-4 0,0-3 781,2 2 1,3-9-1,10-15 1,-1-8-1,-8-10 1</inkml:trace>
  <inkml:trace contextRef="#ctx0" brushRef="#br0" timeOffset="54000">17022 1041 5824,'-20'-14'1169,"4"14"-2248,24 20 1079,2 11 0,0 1 0,-2-1 0</inkml:trace>
  <inkml:trace contextRef="#ctx0" brushRef="#br0" timeOffset="54133">17022 1339 7533,'-8'26'-270,"0"0"0,-4 6-90,6-1 0,2 1 1,6-5-461,16-2 1,-8-3 0,-2-8 0</inkml:trace>
  <inkml:trace contextRef="#ctx0" brushRef="#br0" timeOffset="54650">17533 1103 6183,'-23'4'1979,"1"32"-1664,-4 2 0,1 5-915,15-10 1,3 2-1,2 1 210,3 2 0,1 1 1,4-5 389,5-1 0,6-6 0,10-6 0,3-10 0,10-23 0,6-7 0</inkml:trace>
  <inkml:trace contextRef="#ctx0" brushRef="#br0" timeOffset="54951">17745 1128 5914,'-13'38'1092,"0"0"0,7-7 0,0 1-1606,-4 17 0,5-2-1465,20 0 1620,29-51 359,-19-14 0,-1-6 0,3-8 0,-1-1 0,-8 2 0,-3 14 809,-5 32 450,-10 26-1619,-2-9 1,2 1-316,2-4 1,4-3 674,5-1 0,15-14 0,-9-11 0</inkml:trace>
  <inkml:trace contextRef="#ctx0" brushRef="#br0" timeOffset="55567">18062 1239 5914,'0'-26'-90,"0"8"90,0 18 180,0 40-91,0-12 1,0 4 45,0 11 0,0 2 0,0-11 0,0-4 135,0 12-855,10-77 1,4-18 584,7 11 0,-7 4 0,0-8 0,1 10 0,13 10 0,-3 3 0</inkml:trace>
  <inkml:trace contextRef="#ctx0" brushRef="#br0" timeOffset="55884">18256 1214 5824,'5'30'0,"0"0"0,0-3 0,-2-1 0,-3 4 0,0-3 0,0 3 90,0-40-135,11-13 0,1-4 45,-6-12 0,11 3 0,5 5 0,6 14 0,1-12 0,5 17 0</inkml:trace>
  <inkml:trace contextRef="#ctx0" brushRef="#br0" timeOffset="56217">18486 1326 7533,'-10'7'-1709,"10"-1"1709,25-17 0,12-9 0,1-11 0,-13-7 0,-40 18 0,-15 25 1638,3 19 0,1 7-893,10-6 1,3 1-1061,-1 10 0,4-1-134,10-4-2160,24-6 1530,5-18 1079,8-14-742,-11-12 1,-10-6 0,-7 0 0</inkml:trace>
  <inkml:trace contextRef="#ctx0" brushRef="#br0" timeOffset="56483">18680 1227 5824,'-3'27'899,"0"0"1,5 2-1,0 0-1619,-11 1 1,2-2-450,15-2 1079,9-40 90,11-26 0,-1 7 0,-1 39 359,-16 17-718,-3 25 359,9-16 0,-12-13 0,12-8 0</inkml:trace>
  <inkml:trace contextRef="#ctx0" brushRef="#br0" timeOffset="56633">18909 1214 7982,'39'-4'-1439,"-13"-4"1079,11-7 1,0-6 359,-6-12 0,-9 13 0,-2-2 0,-3-16 0</inkml:trace>
  <inkml:trace contextRef="#ctx0" brushRef="#br0" timeOffset="56767">19103 917 7533,'-20'41'468,"1"-1"0,-1 0 0,1 0 0,6-1 0,3 0 0,1 1 0,-1-1-1288,-2 4 1,-1 1 0,3-2 0,6-1 409,10 1 0,7-3 1,0-3-1,-4-3 1,5-6-1,12-12 0,-1 0 1</inkml:trace>
  <inkml:trace contextRef="#ctx0" brushRef="#br0" timeOffset="57150">19491 1314 6633,'-10'0'180,"42"0"-270,5-7 0,6-3-150,-7 5 0,2 1 1,0-2 72,-4-3 1,0-2 0,-2 1 0,4 0 0,-6 0 0,-4-8 0</inkml:trace>
  <inkml:trace contextRef="#ctx0" brushRef="#br0" timeOffset="57334">19738 992 7533,'-16'29'-60,"1"0"0,6 2 0,2 3-210,-4 3 0,-2 2 0,4 1 30,5-3 0,4 0 1,4-2 239,7 12 0,3-4 0,-5-13 0,4-7 0,20-6 0</inkml:trace>
  <inkml:trace contextRef="#ctx0" brushRef="#br0" timeOffset="57500">20038 831 7533,'-26'20'-1709,"15"9"70,1 14 1,4 4 1240,5-18 1,2-1 0,2 9 0,2-3 0,5-4-1</inkml:trace>
  <inkml:trace contextRef="#ctx0" brushRef="#br0" timeOffset="57667">20055 1202 7533,'-9'31'539,"-1"-1"1,-6 17-1485,15-10 1,2 1 494,-1-10 1,0-2 449,3 1 0,2-3 0,5 5 0,7-24 0</inkml:trace>
  <inkml:trace contextRef="#ctx0" brushRef="#br0" timeOffset="57953">20144 1339 5824,'-18'41'0,"8"-7"0,10 4 0,18-26 0,-6-13 0,19-23 0,-27 9 0,19 3 539,-21 18-359,6 14-450,0-1-89,-6-7 269,14-6 90,1-12 0,-5 5 0,4-10 0,-16 4 0</inkml:trace>
  <inkml:trace contextRef="#ctx0" brushRef="#br0" timeOffset="58233">20391 1376 5824,'17'1'0,"1"-19"0,-24 2 539,-21 9 1099,3 23 0,0 11-847,3 4 0,5 4-926,6 9 0,12-1 135,23-13 0,9-8 0,-8-10 0,1-6 0,15-14 0,0 0 0</inkml:trace>
  <inkml:trace contextRef="#ctx0" brushRef="#br0" timeOffset="58950">20902 1190 5914,'-35'12'-90,"7"23"90,11-16 0,1 2 0,7 4 0,6 1 0,11 11 0,22-14 0,7-5 0,-12 7 0,-40 12 0,-15 2 0,-7-13 0,11-10 0,34-27 0,12-3 0</inkml:trace>
  <inkml:trace contextRef="#ctx0" brushRef="#br0" timeOffset="59250">21026 1314 5824,'26'1'0,"0"-1"0,2-9 0,-3-5 0,-4-6 0,-4-6 0,-5-10 0,-7-2 0,-7 7 0,-6 3 0,-3 2 0,-5 9 0,-19 28 179,19 18 1,4 9-150,2-2 0,2 3 0,1 1-120,2 2 0,1 2 1,3-2 29,1-5 0,2 0 0,4-5 60,6-1 0,3-7 0,15-7 0,3-24 0</inkml:trace>
  <inkml:trace contextRef="#ctx0" brushRef="#br0" timeOffset="59883">21255 1413 5824,'33'-4'0,"-3"-15"0,-3-15 0,-11 8 0,-32 10 0,-11 32 0,5 0 45,1 7 0,3 6 269,15-3 1,2 0-315,-9 7 0,4-2-719,30 7 719,5-32 0,8-27 0,-3-16 0</inkml:trace>
  <inkml:trace contextRef="#ctx0" brushRef="#br0" timeOffset="60100">21449 1351 5824,'35'4'0,"-23"43"0,-14-8 0,-6 6 0,-2-3 0,-3 3 0,-1-1-1047,-1-6 0,-1-1 0,2-2 1047,-1 8 0,2-6 0,-2-3 0,15-28 0</inkml:trace>
  <inkml:trace contextRef="#ctx0" brushRef="#br0" timeOffset="60317">21519 1425 7533,'26'-31'-1709,"1"1"1709,16 21 0,-13 22 0,-12 25 0,-23-8 0,-8 2 0,-14 3 0,-7-1 0,-3-1 0,0-3 0,4-6 0,1-4 0,7-5 0,1-1 0</inkml:trace>
  <inkml:trace contextRef="#ctx0" brushRef="#br0" timeOffset="60617">21978 1252 5914,'29'-15'-30,"1"0"0,2 1 0,1 1-517,4 1 1,-2 0 0,-11 0 0,-3 0 0,3-7 0</inkml:trace>
  <inkml:trace contextRef="#ctx0" brushRef="#br0" timeOffset="60800">22190 979 7533,'-17'23'539,"0"0"1,-2 17 0,1 6 552,2-5 0,0 2 0,3 1-1632,5 3 1,3 1 0,6-3-1100,8 6 1,10-7 1476,7-16 1,5-10-1,0-17 1,0-8-1,-5-6 1,-1 0-1</inkml:trace>
  <inkml:trace contextRef="#ctx0" brushRef="#br0" timeOffset="62133">22066 1016 7533,'-27'6'-1709,"1"28"1709,33-2 0,8 5 0,-4-3 0,2 1 0,2-2-822,12 8 0,3-2 822,-5-8 0,1-1 0,-3-6 0,9 0 0,-6-1 0,-3-1 0,-11-6 0,3 7 0</inkml:trace>
  <inkml:trace contextRef="#ctx0" brushRef="#br0" timeOffset="62334">22084 1029 7533,'-20'0'-270,"12"33"180,18-8 0,6 2-450,2 16 1,1 2-378,3-5 1,1-3 916,0-2 0,-3-3 0,0 5 0,-4-7 0,-16-5 0</inkml:trace>
  <inkml:trace contextRef="#ctx0" brushRef="#br0" timeOffset="62433">22137 1202 7533,'-18'10'-300,"1"0"0,-1 20 0</inkml:trace>
  <inkml:trace contextRef="#ctx0" brushRef="#br0" timeOffset="128767">24289 3607 7533,'-18'-20'-1619,"40"13"1529,17 3 90,-4 4 0,11 1 0,2-1 0,-3-1 0,1-2 0,-2-1 0,2-1 0,-5 2 0,2 0 0,0 0 0,-6-2 0,4-4 0,0 0 0</inkml:trace>
  <inkml:trace contextRef="#ctx0" brushRef="#br0" timeOffset="128967">24924 3185 7533,'-30'17'323,"1"0"1,0 0 0,-3 11 0,2 4 0,3 8-217,9-1 1,3 8 0,2 2 0,2 0 0,4-3-890,1-5 1,4-3 0,2 1 0,4-1 353,4 10 1,4 2 0,4-5 0,5-14 427,16-16 0,4-14 0,3-5 0,-4-7 0,-18-4 0,-1 0 0</inkml:trace>
  <inkml:trace contextRef="#ctx0" brushRef="#br0" timeOffset="129117">25329 3532 7533,'-29'-6'3148,"29"11"-3688,21 2 1,11 0 539,12 10 0,2 2 0,-11-8 0,-1 0 0,-2 3 0,0 1 0</inkml:trace>
  <inkml:trace contextRef="#ctx0" brushRef="#br0" timeOffset="129267">25365 3805 7533,'-25'12'719,"1"0"1,16 14-990,30-15 0,17-3 0,2-1 270,-1 0 0,2-1 0,1-1 0,5-2 0,1-1 0,-3-2 0,-9 0 0,-1 0 0,1 0 0</inkml:trace>
  <inkml:trace contextRef="#ctx0" brushRef="#br0" timeOffset="131267">26582 3173 7533,'-17'37'-428,"0"0"1,5 0 0,0 3 0,-1 3 427,-1 1 0,-2 3 0,0 2 0,1 0-532,4-5 1,0 0-1,0 2 1,1 0 0,-1-1 531,-2-1 0,0 1 0,0-1 0,1 0 0,2-2 0,0 1 0,2-1 0,1-1 0,2-2-1,3 4 0,2-1 0,2-8 1,12 10 0,27-38 0,-13-27 0</inkml:trace>
  <inkml:trace contextRef="#ctx0" brushRef="#br0" timeOffset="131520">26776 3793 7533,'-24'20'2698,"18"15"-2743,7-9 0,6 0-855,16 0 1,9-9 119,3-18 1,6-9 0,-3 0 689,-1 5 0,-2-5 90,-1-13 0,-1-7 0,-11-2 0,-18-5 0,-12 2 135,-17 0 0,-9 8 134,-9 13 1,-2 10-540,-3 11 1,11 11 269,27 12 0,13 1 0,32 2 0,3-19 0,0 1 0</inkml:trace>
  <inkml:trace contextRef="#ctx0" brushRef="#br0" timeOffset="131736">27323 3842 7533,'-21'31'989,"0"0"1,6 16-1260,17-10 0,11-6-765,13-23 1,7-10 674,1-7 0,4-8 1,-4 0 359,2-1 0,-5-3 0,2-12 0,-17 4 0,-42 24 0,-11 6 0,-4-11 709,9 14 0,-8 5 1,-1 4-1,7 1-709,-4 14 0,3 2 0,6-12 0,-2 0 0,5 1 0,6 10 0,-1 0 0</inkml:trace>
  <inkml:trace contextRef="#ctx0" brushRef="#br0" timeOffset="137284">18027 6135 0,'0'-24'0,"0"10"973,0 8-1378,0 28 0,0 18 630,-3-7 0,-1 6 0,-1 1 0,1 1-17,3 4 0,0 2 0,1 0 1,-2 2-389,-1-6 0,-1 1 0,-1 1 0,2-2 0,3-2 120,5 10 0,4-3 0,0-6 60,-4-4 0,4-7 0,7-8 0,1-7 0,1-9 0</inkml:trace>
  <inkml:trace contextRef="#ctx0" brushRef="#br0" timeOffset="138467">18327 6507 6183,'0'-26'-359,"0"-3"359,0 10 0,0 5 90,0 36 179,0 19 226,1-6 0,-2 5 224,-3-4 1,-2 4 0,0-3-361,0 2 1,0 0-90,1-1 0,-2 1 0,2-4-990,-3 12-89,31-39 89,3-39 0,1-17 570,-3 12 0,2-3 1,-1 0 598,-1-1 1,1 0 0,-2 4 404,5-6 1,-5 20 1484,-5 56-2564,-13-2 0,-2 4-990,1 8 1,0 1 494,-2-9 1,5-4-495,9-9 0,2-5 1214,3-4 0,13 2 0,-17-9 0</inkml:trace>
  <inkml:trace contextRef="#ctx0" brushRef="#br0" timeOffset="139134">19050 6148 5824,'-13'45'374,"1"0"1,-1-1 0,0 1 0,4-2 0,1-2-1,2 3-716,-1-5 0,0 4 1,1 1-1,2-3 0,4-6-1297,11 8 1,3-7 176,-4-6 1,2-9 1420,21-27 0,-15-13 0,0-12 1</inkml:trace>
  <inkml:trace contextRef="#ctx0" brushRef="#br0" timeOffset="139384">19209 6458 5914,'-8'29'1092,"0"1"0,5 0 0,2-1-976,3 1 0,4-2-1286,16 8 450,2-38 1,3-7 449,10-8-45,-13-8 1,-5-8 314,-9-3 0,-8-2 1034,-8 5 0,-6 3-404,-9-2 0,-5 10-900,-4 22 0,5 12-2249,13 23 2519,18 3 0,37-14 0,-7-19 0</inkml:trace>
  <inkml:trace contextRef="#ctx0" brushRef="#br0" timeOffset="139617">19562 6408 6633,'-1'44'-270,"0"0"0,34-28 1,6-6 269,4 15 0,3-38 0,-9-15 539,-37-22 1170,-20 20-269,-15 18-1530,-1 6 0,9 17-1619,-14 3 1709,27 16 0,-9-4 0,23 4 0</inkml:trace>
  <inkml:trace contextRef="#ctx0" brushRef="#br0" timeOffset="140750">16898 7474 0,'-10'-12'0,"-5"5"163,13 7-163,6 22 0,9 25 0,4 9 0,-4-9 0,-6-14 0,-1-3 0,2 4 11,4 2 1,2 5 0,3 2 0,0 1 0,-1-4 0,-4-5-57,4 14 0,0-7 45,4-6 0,3-5 134,-2-8 1,-1-6-135,2-9 1210,19-8-1031,-22-19-323,-9-7 0,-1-11 0,0-8 1,-2-3-1,0 2 204,-3 2 1,0-1 0,-2-1 0,-1-2 0,0-1 0,0-3-61,0 7 0,-1-3 0,-1-1 0,0-2 0,0 0 0,0 0 0,-1-1 0,1 2 0,-1 1 0,1-2 0,0-1 0,0 1 0,-1 0 0,1 1 0,-2 1 0,0 1 0,0 2 0,-3-3 0,-1 3 0,-1 1 0,0 1 0,1-1 0,2 0 120,1-4 0,2-1 0,1 0 0,0 1 0,0 3 0,0 5-152,-2-5 0,-1 5 1,3-3 336,2 5 1,1-3 0,2-1 0,0 2 0,1 5 548,2-16 1,5 6-450,8 7 0,3 4-136,-6 5 1,4 3 479,7 7 1,6 3 0,2 6-241,-3 9 1,1 7 0,2-1-420,5-3 0,2-1 0,3 1 0,-1 4-229,-7 3 0,0 3 0,1 2 0,0-1 0,1-3 193,2-1 0,1-2 0,1-1 0,1 0 0,2-1 95,-5-1 0,1 0 0,2-1 0,0 0 0,1 0 1,-1-1-1,-1-2 105,6 0 1,-1-1 0,0-2 0,0 0 0,1 0 0,-1 0-273,-6 1 1,1-1-1,0 0 1,0 0 0,-1 0-1,-1 0 1,0-1 17,8 0 0,-2-2 0,0 1 0,-1 0 0,1 0-244,0 1 1,1-1 0,0 1 0,-2 1 0,-1 1-577,1 1 1,-1 2 0,-1 0 0,-1-1 468,-1-1 1,1-2 0,-3 1 0,-2 3-1289,14 4 1,-8 3-1639,0 5 3183,-8-4 0,-11 9 0,-19-11 0</inkml:trace>
  <inkml:trace contextRef="#ctx0" brushRef="#br0" timeOffset="141417">18115 6011 7533,'0'-38'-855,"3"11"1,2 2 854,5 1 0,-8 1 0,-9 45 0,-4 23 398,4-12 0,-2 7 1,-1 5-1,0 3 0,1 1 1,0-2-1,2-4-1054,2 1 1,0-2-1,2-2 1,0 2 0,0 3 300,-2-1 0,-1 4 0,0 2 0,0 0 1,3-3-1,4-5 0,4-8 355,11 3 0,6-9 0,1-6 0,1-7 0,1-5 0,4-1 0,1 0 0</inkml:trace>
  <inkml:trace contextRef="#ctx0" brushRef="#br0" timeOffset="142651">17851 7176 7533,'-23'-11'-855,"0"-1"1,43 25 1946,8-10 0,9-3 0,4 2-540,1 3 1,3 3 0,5-1 0,5-1-813,-14-3 1,5-1 0,3 0 0,3-1 0,0 0 0,0 0 0,-1-1-1,-2 1 1,-4-1 409,3 1 0,-3-1 0,-2-1 0,0 1 0,2-1 0,1 1-83,-1-1 0,2 0 1,2 0-1,0 0 1,1 0-1,-1 1 1,-2-1-1,-2 1 63,4 2 0,0-1 0,-2 2 0,-1-1 0,-3 0 0,-3-1-130,12 0 0,-6 0 0,3 0-110,-7 1 1,4 1-1,0-1 1,-5 1-1,-10-2 110,4-1 0,-29 0 0,-24 0 0</inkml:trace>
  <inkml:trace contextRef="#ctx0" brushRef="#br0" timeOffset="160102">17921 7672 5970,'-10'-5'-1709,"2"-2"3988,48-16-2189,1 7-540,-10 8 1,6-1-1,-3 3 450,-4 2 0,0 1-57,17 0 1,-3 1-1,-5 2 1,-14 0-1,1 0 1</inkml:trace>
  <inkml:trace contextRef="#ctx0" brushRef="#br0" timeOffset="160284">17974 7858 7533,'-22'14'1439,"24"-3"-2294,23-11 1,11-6 134,9 1 1,0-2 719,-6 1 0,-1-2 0,-3 0 0,-4-2 0,-5-2 0</inkml:trace>
  <inkml:trace contextRef="#ctx0" brushRef="#br0" timeOffset="160483">18115 7499 7533,'-22'30'314,"-1"0"1,9 0 0,3 3 0,1 1-555,2 0 0,3 0 0,0 3-499,1 7 0,2 2 0,0-2 739,2-8 0,0-2 0,0-2 0,0 5 0,0-5 0,0 8 0</inkml:trace>
  <inkml:trace contextRef="#ctx0" brushRef="#br0" timeOffset="160634">18327 7363 5914,'-13'38'819,"0"1"0,1 5 0,0 4 0,1-1 247,3-13 1,2-1 0,-2 3-1723,1 0 1,-2 5-1,0 2 1,1-2 0,2-2 598,4 5 0,2-3 0,-2 0 1,-4 5-1,-4-1 0,3-1 1,4-7-1,-1 1 0,1-1 0</inkml:trace>
  <inkml:trace contextRef="#ctx0" brushRef="#br0" timeOffset="161800">18486 7735 7533,'0'-35'-1709,"15"17"-1568,21-16 893,-5 32 3050,-3 28 1,-7 10-667,-20-8 0,-6 5 0,1 12 0,-2 6 0,-4-6 124,-4-11 0,-3-1-124,1 1 0,-2 3 0,3-6 0,-5-1 0,7-6 0,1-1 0,2-10 762,2-7 1,8-18 0,0-8 0</inkml:trace>
  <inkml:trace contextRef="#ctx0" brushRef="#br0" timeOffset="162033">18662 7697 7533,'31'-7'-1709,"-15"18"1709,6 6 0,-3 3 0,-17 22 0,-15-4 0,-7-1 0,-14 1 0,9-15 0,0-5 0,-1-12 0,16-19 0,2-6 0</inkml:trace>
  <inkml:trace contextRef="#ctx0" brushRef="#br0" timeOffset="162284">18891 7400 7533,'0'-25'-1709,"8"0"1709,-6 33 0,6 3 517,-10 17 0,-7 15 0,-2 4 0,2-6-202,1 0 0,0 0-827,0-1 0,-2 6 1,1-1-1,3-8 242,0-6 0,4-5-539,10 16 534,1-22 95,9-9 180,7-17 0,-13-6 0,12-7 0,-14-6 0</inkml:trace>
  <inkml:trace contextRef="#ctx0" brushRef="#br0" timeOffset="162450">19068 7449 7533,'-12'47'959,"0"0"1,1-4-1,1 2-1229,0-5 0,1 3 1,0-3-430,0-3 0,2-3-381,5-2 1,4-6 552,6-12 527,2-3 0,8-17 0,-1 0 0</inkml:trace>
  <inkml:trace contextRef="#ctx0" brushRef="#br0" timeOffset="163217">18838 7660 5914,'-29'25'-90,"5"0"90,24 10 0,0 9 0,0-9 0,0 5 0,0-26 0,32-8 0,-9-40 0,3 8 0,-1-2 0,-9-2 0,-4 1 0,5-7 90,-9 65-180,-8 20 90,-1-17 0,2-1 0,15 6 0,-4-26 0,13-18 0</inkml:trace>
  <inkml:trace contextRef="#ctx0" brushRef="#br0" timeOffset="163517">19068 7387 7533,'-20'-12'-1439,"4"10"3867,16 42-1708,0 10-1569,-3-6 0,-1 3 849,-1-6 0,0-1-270,0 1 0,0-1 90,0-2 1,2-1-1002,6 1 0,2-3 1181,5 1 362,7-14-362,1-42 0,-9-2 0,0-4 0,8-15 0,-8 14 0,0 0 0</inkml:trace>
  <inkml:trace contextRef="#ctx0" brushRef="#br0" timeOffset="163683">19173 7400 5914,'-8'28'1092,"-1"0"0,-4 14 0,0 5-1285,6-3 1,1 2-1,0-2-354,0-10 0,-1-1 0,2-1-622,-1 21 0,4-9 1234,10-21-65,2 6 0,8-34 0,-1-9 0</inkml:trace>
  <inkml:trace contextRef="#ctx0" brushRef="#br0" timeOffset="163950">19297 7697 5914,'-37'18'809,"14"-4"1,5 2-2519,6 28 1709,4-4 0,26-4 0,1-18 0,-17 5 0,-20-6 0,-7-2 0,-10 13 0,6-14 0,1 0 0</inkml:trace>
  <inkml:trace contextRef="#ctx0" brushRef="#br0" timeOffset="164700">19808 7449 7533,'-27'1'-338,"0"1"1,5 20 0,2 12-1,3 2 578,2 3 0,4 3 0,0 1-1060,1-4 1,0 1 0,2 0 0,0-1 758,2 7 1,0-1 0,1-5 105,-4 0 0,2-4 192,6-4 1,0-2-598,-2-2 1,-2-2 561,-3 1-202,6 2 0,-21-22 0,19-18 0,-12-10 0</inkml:trace>
  <inkml:trace contextRef="#ctx0" brushRef="#br0" timeOffset="164867">19491 7846 6183,'23'-14'-180,"2"5"1,3 1 179,13 5 0,1 0 0,-8-3 0,-2-1 0,-3 1 0,-1 0 0</inkml:trace>
  <inkml:trace contextRef="#ctx0" brushRef="#br0" timeOffset="165083">19879 7771 7533,'-23'30'-540,"-1"-1"0,4-1 1,7-3 808,13 5 1,9-14-899,33-16 629,-19-32 0,-8 10 0,-4-2 0,-14-1 0,-4 1 0,-5-2 0,-4 20 0,16 9 0,8 13 0,2-9 0</inkml:trace>
  <inkml:trace contextRef="#ctx0" brushRef="#br0" timeOffset="165267">20020 7697 7533,'-4'26'-60,"0"0"0,3 1 0,0 0-210,-4 10 0,3-5-719,9-16 989,-5-10 0,5-29 0,2-12 0,9 0 0,-7-14 0,21 19 0,-13 5 0</inkml:trace>
  <inkml:trace contextRef="#ctx0" brushRef="#br0" timeOffset="165667">19773 7300 7533,'-19'-24'-1709,"3"-7"1709,32 16 0,-5 4 0,15 12 0,5 5 0,18 1 0,-12-7 0,8-1 0,2-1 0,-3 0 0,-2-1 0,-1 0 0,1 0 0,-3 0 0,3 0 0,-2 0 0,-4 0 0,5 0 0,0 0 0</inkml:trace>
  <inkml:trace contextRef="#ctx0" brushRef="#br0" timeOffset="166167">20443 7697 7533,'0'-14'-1619,"-15"-2"1529,-13 20 90,7-3 0,0 14 0,3 5 0,6 3 0,-1 5 0,0 2 90,4 10-180,1-7 90,23-6 0,29-42 0,-24 1 0,1-3 0,14-8 0,-4-3 0,-17-12 0,0 51 0,-8 21 0,1-4 0,5-1 0,18-2 0,3-14 0</inkml:trace>
  <inkml:trace contextRef="#ctx0" brushRef="#br0" timeOffset="166634">20708 7647 6633,'-27'17'-809,"-7"15"809,26-3 0,5 4 0,0 0 0,6-1 0,16 7 0,9-23 0,-3-36 0</inkml:trace>
  <inkml:trace contextRef="#ctx0" brushRef="#br0" timeOffset="166817">20779 7610 7533,'35'14'-342,"-6"-19"0,6 1 0,1-2 0,5-17 1</inkml:trace>
  <inkml:trace contextRef="#ctx0" brushRef="#br0" timeOffset="166984">20937 7387 7533,'-15'32'-234,"-1"-1"0,0 0 0,-2 6 0,1 2 0,3-2-36,6 4 1,5 0-278,5 9 1,3-2 0,-3-13 0,2-5 0,20 2 0</inkml:trace>
  <inkml:trace contextRef="#ctx0" brushRef="#br0" timeOffset="167150">21061 7412 7533,'-28'6'-1709,"3"6"1709,15 24 0,2 4 0,16-2 0,2-9 0</inkml:trace>
  <inkml:trace contextRef="#ctx0" brushRef="#br0" timeOffset="167317">21026 7672 7533,'-28'42'-1709,"3"-8"1709,22-7 0,4 0 0,1-5 0,7 0 0,-1-22 0</inkml:trace>
  <inkml:trace contextRef="#ctx0" brushRef="#br0" timeOffset="167550">21096 7771 7533,'-10'28'-1709,"18"-33"1709,4-13 0,-18-7 0,0 43 0,-11-6 0,18 15 0,17-27 0</inkml:trace>
  <inkml:trace contextRef="#ctx0" brushRef="#br0" timeOffset="167767">21184 7735 6183,'0'31'-359,"8"-17"359,10-16 0,-6-11 0,-5 33 0,-16-6 0,-9 33 0</inkml:trace>
  <inkml:trace contextRef="#ctx0" brushRef="#br0" timeOffset="168650">21625 7635 7533,'-25'18'-1619,"-3"7"1574,-1 8 0,0 4 45,7-6 0,2 2 0,-3 8 0,11-3 0,30-12 0,4-33 0,3-10 0,4-10 0,-3-6 0,-7 0 0,-3 2 0,0-1 719,-24 68-899,5-7 0,4 4 0,8 9 1,5-3 179,-3-14 0,2-6 0,30 3 0,-18-22 0</inkml:trace>
  <inkml:trace contextRef="#ctx0" brushRef="#br0" timeOffset="169784">20179 7325 7533,'-37'-5'-1709,"11"-19"1709,26-9 0,18 0 0,-6 10 0,-5 17 0,-16 6 0,-9-5 0,8 3 0,26-9 719,21 10-224,3 1 0,6 0-166,-7 0 1,3 0 0,1 1-406,-5 0 1,2 1 0,1 0 0,1-1 7,5-1 1,1 0 0,1 0-1,1 0 176,-10 0 0,0 0 0,0 1 0,1-1 0,1-1 59,6-2 0,0 0 0,1-1 1,0 1-1,0-1 66,0 1 1,-1 1 0,0-1 0,1 0 0,0-1-99,-4-1 0,1-1 0,-1 0 0,1-1 0,0 1 0,-1 0-75,-3 2 0,0-1 0,0 1 0,-1 0 0,0 0 0,0-1 47,4 0 1,1-1 0,-2 0 0,0-1 0,-2 1-215,4-1 1,-1 0-1,-1-1 1,-2 0-284,5-2 0,-3-1 0,-4 0-1249,-5-2 1,-5 0-1639,9-5 3205,-47 12 1,-10 12 0,-9 1 0</inkml:trace>
  <inkml:trace contextRef="#ctx0" brushRef="#br0" timeOffset="172250">22066 7586 7533,'-17'23'-855,"8"5"1,8 3 854,10-7 0,5-2 0,18 15 0,-10-26 0,1 1 314,-7 16 1,1-3 135,10-21 0,3-9-1215,0-7 1,-1-10 764,-6-5 0,-1-6 0,-3-2 0,-2-3 0,-3-3 0,-3 4 0,-8 8 0,1 1 0</inkml:trace>
  <inkml:trace contextRef="#ctx0" brushRef="#br0" timeOffset="172384">22454 7337 6183,'0'-13'-72,"16"41"0,-12-8 0,4 6 0,0 1 1</inkml:trace>
  <inkml:trace contextRef="#ctx0" brushRef="#br0" timeOffset="172550">22543 7586 6633,'-10'32'-203,"1"1"1,0-1 0,3 14 0,2-2 202,-1-13 0,4-3 0,17 5 0,-6-40 0</inkml:trace>
  <inkml:trace contextRef="#ctx0" brushRef="#br0" timeOffset="172700">22666 7598 5824,'43'-11'0,"-14"3"0,5-10 0</inkml:trace>
  <inkml:trace contextRef="#ctx0" brushRef="#br0" timeOffset="172884">22754 7363 7533,'-16'39'-428,"-1"0"1,6 1 0,1 4 0,1 0 17,2 0 0,0 0 1,2-1-1,0-4 1,2-1-1,5-8 0,16-4 1</inkml:trace>
  <inkml:trace contextRef="#ctx0" brushRef="#br0" timeOffset="173300">22842 7337 6183,'-5'34'-72,"0"0"0,0 0 0,-1 5 0,1 1 1,4-3 71,5 6 0,6-5 0,-1-11 0,5-5 0,23-2 0,10-11 0,-39 21 0,-2 0 0,20-19 0,-19-25 0</inkml:trace>
  <inkml:trace contextRef="#ctx0" brushRef="#br0" timeOffset="173533">23054 7337 7533,'-27'-19'-342,"32"68"0,-6-29 0,12 17 0,1 0 1</inkml:trace>
  <inkml:trace contextRef="#ctx0" brushRef="#br0" timeOffset="173868">23089 7697 7533,'-18'26'-855,"-1"0"1,17 11 854,32-27 0,9-13 0,-17-16 0,-3-3 359,-1 10-269,-9 7-539,-1 27 449,0 10 0,2-3 0,7-1 0</inkml:trace>
  <inkml:trace contextRef="#ctx0" brushRef="#br0" timeOffset="174484">23495 7610 7533,'29'1'-570,"1"0"0,6-7 1,2-1 569,-4 4 0,2 1 0,-2-3 0,11-5 0,-9-1 0,-19 4 0</inkml:trace>
  <inkml:trace contextRef="#ctx0" brushRef="#br0" timeOffset="174701">23707 7263 7533,'-15'40'-285,"0"-1"0,0 1 0,5-3 0,2 3 0,2 1 1,2-1 284,3 0 0,3 0 0,2-1 0,-1-1 0,-1 8 0,0-2 0,8-13 0,23-16 0</inkml:trace>
  <inkml:trace contextRef="#ctx0" brushRef="#br0" timeOffset="175050">23971 7151 7533,'-16'28'449,"-1"0"1,5 15 0,3 8 0,1 1-1270,-2-12 1,0 2 0,3-2 0,6-2 742,10-2 0,6-2 0,0-4 436,-2 4 1,4-14-135,13-41 0,-2 2-135,-16 45 0,-8 11-990,-4 2 900,11-1 0,2-7 0,-7-26 0,17-12 0</inkml:trace>
  <inkml:trace contextRef="#ctx0" brushRef="#br0" timeOffset="175201">24236 7263 5914,'-9'28'-15,"0"-1"0,-1 9 0,8 0 0,4 0 0,8-1 0</inkml:trace>
  <inkml:trace contextRef="#ctx0" brushRef="#br0" timeOffset="175367">24271 7610 5765,'-20'17'-180,"-1"1"0,-3 16 16,6-4 1,3 1 163,7 14 0,16-8 0,2-13 0</inkml:trace>
  <inkml:trace contextRef="#ctx0" brushRef="#br0" timeOffset="175700">24377 7635 7533,'0'-19'-1709,"0"6"1709,-8 19 0,6 2-1639,-13 16 1,-1 3-746,10-6 3088,-9 5 1,6-1-705,49-11 860,-31-2-860,31 15-1135,-60-11 1,-7 1 1134,15 12 0,-18-10 0,-3-5 0,13-6 0</inkml:trace>
  <inkml:trace contextRef="#ctx0" brushRef="#br0" timeOffset="176519">25030 7288 7533,'-8'-26'-1619,"6"8"1529,-22 29 90,20 10 0,-10 10 0,-3 8 90,7-5 0,2 3 0,-1-2-246,-6 10 0,0 1 186,1-3 0,-1 3 0,3-3-255,5 1 0,2-4 275,-4-5 0,3-3-95,10 2 0,7-11 45,25-38 0,-5-2 0,-11-4 0,1-1 0</inkml:trace>
  <inkml:trace contextRef="#ctx0" brushRef="#br0" timeOffset="176751">25083 7610 7533,'4'30'-570,"1"-1"0,-1 9 1,0-1-2708,4 10 1163,2-7 3433,23-18-1409,-14-38 0,-1-8 950,12-8-860,-15-1 0,-7-4-1135,-14 5 1,-3 2 1224,5-7 1134,-14 10 1,-4 10-1495,-7 32 270,0-11 0,12 17 0,10 3 0,31 5 0,-3 8 0,22-13 0</inkml:trace>
  <inkml:trace contextRef="#ctx0" brushRef="#br0" timeOffset="176986">25418 7660 7533,'-8'47'-990,"6"-23"1620,-5 6 0,6-3-361,25-11-89,-19 8-495,29-24 1,3-11-586,-17-4 450,15-8 1,2-7 449,-20 2 0,-5-2 0,4 7 0,-4-2 0,-11-5 0,-10 4-1639,-19 16 1,-5 5 1523,-4-13 294,-8 18 1,4 11-180,25 21 0,-17-3 0,25 5 0</inkml:trace>
  <inkml:trace contextRef="#ctx0" brushRef="#br0" timeOffset="177750">26158 7548 7533,'-35'11'-1350,"8"-2"991,-7 20 359,15-14 0,-7 25 0,9-13 0,7 5 0,2-3 0,16-4 0,2 1 0,7-1 0,-7-13 0,-2 5 0,-8-9 0,-16 15 0,-11 2 0,5-4 0,-17 8 0,35-21 0,-11 3 0</inkml:trace>
  <inkml:trace contextRef="#ctx0" brushRef="#br0" timeOffset="177933">26194 7747 7533,'23'-20'-855,"-2"8"1,3 1-785,20-2 1,1 1 446,-19 2 0,0-1 1896,21-6 1,-7-5-705,-25-17 0,3 19 0,-2 0 0,-8-21 0</inkml:trace>
  <inkml:trace contextRef="#ctx0" brushRef="#br0" timeOffset="178084">26529 7412 7533,'-8'-24'-855,"0"0"1,4 0 854,-27 8 0,16 37 0,2 10 0,-8 9 329,6-9 1,-3 5 0,4 0-961,3 10 0,0-2 675,-7-4 1,1 1-165,8-1 0,3 3 1,3-6-1179,11 10 1253,-8-13 0,4-3 45,20-8 0,-14-16 0,7-2 0</inkml:trace>
  <inkml:trace contextRef="#ctx0" brushRef="#br0" timeOffset="178367">26529 7833 6633,'-20'14'-809,"5"3"809,30-16 0,13-17 0,9-12 0,-10-5 0,-11-13 0,-24 30 0,-17 4 45,6 26 0,1 7-45,-12 11-45,13 2 0,3 1 45,4-6 0,9-2 0,0-2 0,-5-3 0,30 2 0,-13-19 0,7-5 0,-10 0 0</inkml:trace>
  <inkml:trace contextRef="#ctx0" brushRef="#br0" timeOffset="178617">26688 7784 7533,'7'-37'-1709,"3"11"1709,8 8 0,0 34 0,-18 9 0,-6 5 0,-3 9 0,-2 1-361,2-2 0,-3 1 361,-11 5 0,-2-2 0,11-5 0,-1-3 0,-4-6 0,1-1 37,4 4 1,2-6-38,5-16 0,7-9 0,0-20 0,0-11 0</inkml:trace>
  <inkml:trace contextRef="#ctx0" brushRef="#br0" timeOffset="178834">26670 7784 7533,'31'-35'-570,"1"0"0,-1 8 1,-2 4 569,9 0 0,3 34 0,-37 15 0,-14 18 0,-6-19 0,-5-1 0,-2-3 0,1-3 0,-6 7 0,13-14 0,15-11 0</inkml:trace>
  <inkml:trace contextRef="#ctx0" brushRef="#br0" timeOffset="179134">27093 7598 5824,'-25'37'0,"5"-5"0,4-11 0,-1-1 0,-3 8 0,11 7 0,26-10 0,13-5 0,-3-8 0,-11 10 0,-32 4 0,-4-1 0,-3 0 0,-1-5 0,-1 0 0,-6 1 0,1-1 0,-13 5 0</inkml:trace>
  <inkml:trace contextRef="#ctx0" brushRef="#br0" timeOffset="180186">24959 7276 7533,'0'-19'-1350,"0"6"991,0 2 359,0 10 0,0 6 0,0 9 0,-8 33 0,6-17-193,-8 9 0,-3 2 193,1 3 959,2-11 0,-2 4 1,1-2-241,1-7 1,0 2 29,-1 8 1,-1 5 0,2-3-301,-1-5 1,2 0-135,0 14 0,0-2-90,1-14 0,1-4 404,5 21-629,-6-24-1799,8-37 990,8-23 449,-4 3 0,2-6-733,5-2 1,4-4 0,0 1-1,-5 8 1,0 1 0,1-4 807,2-3 0,3-6 0,0-1 0,0 2 0,-2 6 285,-3 6 0,0 3 0,0-2 0,2-5 0,0-4 0,0 2 0,-3 9 686,0-5 123,5-6 1,-13 22 1079,6 6-360,-8 13-630,-8 24-539,-1 3-225,-7 13 0,-2 2 422,8-20 0,-1 3-647,-5 14 0,-2 7 0,3-6 180,4-13 0,0 1-1183,-5 16 1,-2 6 0,3-6 841,8-17 1,0 1 250,-1 14 0,0 6 0,1-7 0,-1 7 0,3-8 0,0 1 0</inkml:trace>
  <inkml:trace contextRef="#ctx0" brushRef="#br0" timeOffset="200167">27869 7387 7533,'-19'-7'-1709,"3"2"1709,55-6 0,-1 2 0,5-1 0,-8 0 0,3-1 0,0 0 0,4-1 0,1-1 0,-4 1-231,4-1 0,-6 0 1,-13-1-1,-5-1 1,-3-5-1</inkml:trace>
  <inkml:trace contextRef="#ctx0" brushRef="#br0" timeOffset="200317">28187 7003 6633,'-26'35'-405,"15"-5"1,3 7 404,1 1 0,2 4 0,-1 2-429,2-7 1,-1 2 0,1-1 0,2 1 428,2 11 0,4-1 0,-3-2 0,-4 5 0,1-5 0,5-18 0,1 0 0</inkml:trace>
  <inkml:trace contextRef="#ctx0" brushRef="#br0" timeOffset="202633">28540 7883 7533,'-20'7'-1350,"4"4"991,16 2 359,40-22 0,-25-28 0,-5-18 0,-2 19 0,1-5 0,0-4 0,0-3 0,0 0 0,-2-1-159,-2 5 1,0 0 0,-1-2 0,-1-1 0,0-1-1,1 1 1,0-1 0,1 1 371,1-1 1,-1-1 0,0-1-1,1 1 1,0 0 0,2 1-1,3 1 1,1 3 133,3-1 0,1-1 0,2 2 0,2 1 0,2 3 0,4 4 0,2 5-108,9 2 1,3 6 0,5 4 0,1 3 0,2 1 0,1 1-207,-7 3 1,2 1 0,1 2 0,1 1-1,1 0 1,-1 1 0,0 0 0,-2 1-215,3-1 1,0 1 0,-1 1 0,0 0 0,-1 0 0,-2 0-1,-1-1 181,6-1 0,-1-1 0,-2 0 0,-4 0 0,-6 0 0,11-7 0,-22 3 0,-34 7 0</inkml:trace>
  <inkml:trace contextRef="#ctx0" brushRef="#br0" timeOffset="204617">29122 6594 6183,'0'-14'-359,"0"3"359,0 17 0,-4 31 0,0 10 0,2-4-656,-1-8 1,-3 13-1,1 4 1,-1-2 0,2-11 167,3-5 1,-1-1 205,-2 4 0,-2 9 1,1 3-1,-1-5 0,3-12 282,1 7-28,12-9 1,4-9 0,1-31 0,6-5 0,-1 0 0</inkml:trace>
  <inkml:trace contextRef="#ctx0" brushRef="#br0" timeOffset="204934">29281 6929 5824,'4'27'0,"1"-1"0,-3 13 0,-3 4 0,0-8 0,-1-4 0,7 13 0,6-10 0,3-34 0,8-21 0,5-16 0,-4 6 0,5-2 0,-9 2 0,2-4 0,-4 17 0,-8 24 0,-7 37 0,-4 11 0,8-5 0,-4-15 0,0 5 0,4-8 0,22-1 0</inkml:trace>
  <inkml:trace contextRef="#ctx0" brushRef="#br0" timeOffset="205367">29739 6656 7533,'0'-33'-1709,"0"26"1709,-2 32 0,-1 27 0,0-4 0,3-16 0,-2 1 0,-1 7 0,-3 9 0,2-1 0,2-10 0,8 11 0,1-21 0,3-6 0,12-11 0,11-24 0</inkml:trace>
  <inkml:trace contextRef="#ctx0" brushRef="#br0" timeOffset="205634">29933 6867 5914,'-10'31'-30,"1"0"0,25-4 0,7-10 30,-2-24 0,20-8 0,-9-5 0,-52-14 0,12 7 0,-37 26 0,-8 14 0,22 6 0,39 27 0,25-44-346,13 2 1,-2-4 0,-16-12 0,-3 0 0</inkml:trace>
  <inkml:trace contextRef="#ctx0" brushRef="#br0" timeOffset="205834">30180 6904 6633,'18'4'-809,"-8"-1"809,-6 20 0,-1 5 0,5-8 0,15-7 0,3-8 0,-6-16 0,-8-22 0,-8-3 0,-20 14 0,-18 9 0,-13 2 0,8 8 0,2 18-201,-9 2 1,4 2 0,26 1 0,6 4 0</inkml:trace>
  <inkml:trace contextRef="#ctx0" brushRef="#br0" timeOffset="206217">29034 7474 7533,'-20'-14'-1709,"28"3"1709,6 17 395,13-5 1,17-2 0,7-1 0,-1 0 0,-9 1-659,1 4 1,2-1 138,-6-5 0,9-1 1,6-1-1,4-2 0,0 0 1,-3 0-1,-6 1 1,-10 1-62,12-3 1,-4 1 79,-7 1 0,8-2 0,3 1 0,-2-1 0,-6 2 1,-13 1 104,1-1 0,3 6 0,-11 0 0,-38 0 0,-4 0 0</inkml:trace>
  <inkml:trace contextRef="#ctx0" brushRef="#br0" timeOffset="206417">29633 7672 7533,'-19'0'-1709,"3"44"70,11-14 1,2 1 446,2 4 0,0 3 1168,-3 1 1,-3 4 0,3-5-1,2 11 1,-2-5 0,0-1 0</inkml:trace>
  <inkml:trace contextRef="#ctx0" brushRef="#br0" timeOffset="-209995.73">26335 8862 7533,'-24'-12'-1350,"11"-1"-289,-18 13 1,-3 5-1105,8 3 3095,3 14 0,-6 12 1,3 4-1,8-3-352,14 11 0,10-2 0,1-1 0,8-8 0,7-15 0,5-14-353,0-27 1,3-20 0,-3-6 0,-7 11 352,-4-4-82,2-14 1,-5 18 81,-13 43 0,3 21 0,3 14 0,1-5 0,4 10 0,2-12 0,4 8 0,1-1 0,-1-10 0,10-3 0,2-1 0,-1 0 0</inkml:trace>
  <inkml:trace contextRef="#ctx0" brushRef="#br0" timeOffset="-208445.73">26652 9085 7533,'-19'-7'-1709,"3"2"1709,16 16 0,0-3 0,16 32 0,-4-22 0,13 16 0</inkml:trace>
  <inkml:trace contextRef="#ctx0" brushRef="#br0" timeOffset="-208179.73">26582 9333 5824,'17'7'0,"8"1"0,-1 1 0,-6 4-1639,-3 27 1,-6 5-746,-13-5 2329,-7-6 1,-4 5 0,1-10 54,1-11 40,-21-2 1,9-24 0,-2-10 0</inkml:trace>
  <inkml:trace contextRef="#ctx0" brushRef="#br0" timeOffset="-204179.73">27534 9098 7533,'-19'-13'-1709,"3"1"1709,16 5 0,24 2 0,1 1 0,2 2 0,17 1 0,2-2 0,4 0 0,-12 3 0,-2 0 0,-2 0 0,1 0 0,11 1 0,-4-2-120,-11-5 1,5 0 0,-21-7 0</inkml:trace>
  <inkml:trace contextRef="#ctx0" brushRef="#br0" timeOffset="-204012.73">27905 8763 7533,'-38'17'-855,"12"2"1,3 4 854,10 14 0,2-7 0,0 4 0,1-1 0,4 3 0,3 2-410,-1 7 0,1 4 1,0-4-1,-2-2 1,2-2-1,3 5 0,0 1 1</inkml:trace>
  <inkml:trace contextRef="#ctx0" brushRef="#br0" timeOffset="-203379.73">28116 9333 7533,'-19'-1'-1709,"3"19"1709,16 4 0,16 25 0,11-9 0,-5-5 0,0-15 0,3-7 0,12-20 0,2-1 0,-13-17 0,-3-9-944,-9 3 0,-3-4 0,0 2 944,4-10 0,-1-2 0,-5 7 0,0-4 0,-1-1 0,-1 1-818,0-6 0,-1 1 0,-1 1 818,-2 5 0,0 0 0,1-1 0,1-6 0,1-2 0,-2 6-269,-3 5 0,0 5 269,6 5 0,2 1 0,1-7 0,5 7 293,9 19 0,5 5 276,8-3 1,6 1 0,-3 2 107,1 2 0,2 2-543,-5 1 1,3 1 0,2 0 0,-2 1-15,5 1 0,-1 0 0,-1 0-510,-5-2 0,-1 0 1,3 1-84,2 1 1,4 2 0,0-1 0,-6-1 157,5-1 0,-2 0 315,4-1 0,4 0 0,-7 0 0,-13 0 0,-3-2 0,4-2 0,-11-3 0,-22 0 0</inkml:trace>
  <inkml:trace contextRef="#ctx0" brushRef="#br0" timeOffset="-202945.73">28698 8540 7533,'0'-25'-1619,"0"11"1529,0 9 90,0 39 0,0-9 0,-3 12 0,-1 6 0,-1-7 0,0 0 0,0-3 0,0 1 0,0 11 0,2-5 0,3-9 0,0 10 0,0-23 0</inkml:trace>
  <inkml:trace contextRef="#ctx0" brushRef="#br0" timeOffset="-202679.73">28769 8788 7533,'10'-21'-1709,"-2"5"1709,-8 38 0,0-11 0,0 34 0,0-17 0,0 4 0,15-20 0,21-30 0,-5-4 0,-6 4 0,-1 0 0,3-1 0,1 12 0,-11 19 0,-9 26 0,-8-10 0,0 18 0,0-31 0,8 8 0,2-10 0</inkml:trace>
  <inkml:trace contextRef="#ctx0" brushRef="#br0" timeOffset="-202279.73">29157 8565 6183,'-9'33'-120,"0"0"0,4 7 1,1 1 119,-1 1 0,2 0 0,2-6 0,2-3 0,-1 8 0,8-23 0,1-6 0</inkml:trace>
  <inkml:trace contextRef="#ctx0" brushRef="#br0" timeOffset="-202027.73">29245 8775 5914,'0'20'-90,"8"-8"90,10-7 0,3-16 0,1-5 0,9 4 0,-8-10 0,-5-2 0,-8 4 0,-2-5 0,-24 12 0,-11 19 0,-2 2 0,-5 15 0,32-3 0,12-6 0,17-3 0</inkml:trace>
  <inkml:trace contextRef="#ctx0" brushRef="#br0" timeOffset="-201796.73">29457 8726 7533,'10'19'-1709,"-2"5"1709,-8-5 0,7 0 0,3-6 0,31-24 0,-9-26 0,-10 14 0,-1-2 0,-4-19 0,-24 21 0,-17 20 0,-3 6 0,-9 4 0,-1 6 0,2 3 0,13 0 0,-11 13 0</inkml:trace>
  <inkml:trace contextRef="#ctx0" brushRef="#br0" timeOffset="-201395.73">28452 9210 7533,'-20'-8'-1619,"4"3"1529,55-1 90,-13 5-432,5 0 0,10-1 0,1-1 432,5 0 0,1-1 0,0 0-406,-8 2 0,-1 0 1,3-2 405,-4 0 0,4 0 0,0-2 0,0 1 0,-4 1 0,5-1 0,-2 0 0,-1 1 0,0 0 0,1 0 0,-1 0 0,3-1 0,-1 1 0,-5 2-75,12 0 75,-4-3 0,-22 10 0,-23 2 0</inkml:trace>
  <inkml:trace contextRef="#ctx0" brushRef="#br0" timeOffset="-200946.73">28804 9234 6183,'-9'30'-120,"-1"0"0,3 0 1,6-2 119,14 1 0,7-1 0,2-2 0,3-4 0,4-6 0,-3 0 0,2 19 0,-15-14 0,-28-4 0,-9 0 0,-15 9 0,8-15 0,-1-1 0,-13 6-56,12-21 1,15-8-1,0-6 1</inkml:trace>
  <inkml:trace contextRef="#ctx0" brushRef="#br0" timeOffset="-200829.73">28751 9420 7533,'34'-25'-1709,"-21"11"1709,12 4 0,5 4 0,-2 7 0,-1 2 0,-2-3 0,1 1-399,12 4 1,-3 3 0,-6 4 0,14 1 0</inkml:trace>
  <inkml:trace contextRef="#ctx0" brushRef="#br0" timeOffset="-200545.73">29210 9457 7533,'-29'26'-1709,"5"14"1709,24 4 0,24-3 0,3-21 0,6-10 0,1-21 0,1-7 0,2 8 0,-3-6 0,-7-17 0,-13-2 0,-36-5 0,-2 23 0,-7 6 0,-14 12 0,-2 11 0,8 6 0,4 5 0,6-1 0,9 1 0,12 11 0</inkml:trace>
  <inkml:trace contextRef="#ctx0" brushRef="#br0" timeOffset="-148709.73">30586 8775 7533,'0'-30'-1709,"0"10"1709,0 2 0,0 12 0,-24 22 0,5 16 0,-1 13 0,-1 4-347,3-9 0,-1 3 1,0 3-1,0-1 1,1-2 436,-2 2 0,0-2 0,2 0 0,8 1-263,7 6 1,7 5 0,4-8-1,6-20 173,29-31-448,-17-12 0,6-12 1,3-6-1,0-2 1,-2 0-1,-7 6 388,-1 0 0,-5 2 0,-1-9-52,-4 1 0,-1-10 0,1-5 0,-1-4 0,-1 1 0,-1 2 0,-3 6 1,-3 9 111,2-13 0,-10 3 0,-6 7 0,-5-9 0,-4-1 0,-1 8 0,2 15 0,-16 12 0,11 35 0,-1 16 0,9-3 0,14 16 0,5-8 0,0 1 0,0 0 0</inkml:trace>
  <inkml:trace contextRef="#ctx0" brushRef="#br0" timeOffset="-148528.73">30621 8999 7533,'-23'23'0,"-1"0"0,3 17 0,9-1 719,12-12-1812,8 13 1,5 12 0,-1-8-547,-5-20 1,2 1 1473,3 12 1,5 8-1,-2 0 1,-4-8 0,-5 8-1,5-3 1,1 1 0</inkml:trace>
  <inkml:trace contextRef="#ctx0" brushRef="#br0" timeOffset="-148345.73">30833 9395 7533,'-25'10'-855,"1"-1"1,-15 15 854,78-10 0,-22-2 0,23-7 0,1-5 0,-16-5 0,24-2 0</inkml:trace>
  <inkml:trace contextRef="#ctx0" brushRef="#br0" timeOffset="-148178.73">31009 9197 7533,'-24'16'-113,"-1"1"1,1 15-1,1 8 1,7-6 202,11 3-390,-5 3 0,-1 9 0,8-9 300,27-1 0,-11 3 0,21-32 0</inkml:trace>
  <inkml:trace contextRef="#ctx0" brushRef="#br0" timeOffset="-147962.73">31450 8565 7533,'-33'22'521,"0"1"1,7 10 0,-1 10-1,3 1 1,4-7-1073,5-5 0,3 1 461,1 1 0,-2 9 0,0 2 0,2-3 1,2-8-901,3-3 1,2-1 359,1 11 0,1 6 1,7-8 629,11-14 0,2-4 0,-8 6 0,3-7 0,28-23 0</inkml:trace>
  <inkml:trace contextRef="#ctx0" brushRef="#br0" timeOffset="-147646.73">31556 8800 7533,'-33'20'607,"-1"-1"0,5 10 0,2 6 0,11-3-2246,18-6 1,6-1 1208,-8 11 0,6-11 430,29-45 0,6-20 0,-22 18 0,-3-2 0,10-21 0,-13 15 0,-15 32 1034,-9 34 0,-1 13-1663,8-13 629,4 2 0,2 7 0,4-11 0,8-13 0,2 2 0,1-1 0</inkml:trace>
  <inkml:trace contextRef="#ctx0" brushRef="#br0" timeOffset="-147527.73">31732 9098 7533,'-29'13'-1709,"21"-2"1709,28-11 0,15-5 0,0-2 0</inkml:trace>
  <inkml:trace contextRef="#ctx0" brushRef="#br0" timeOffset="-147379.73">31838 8986 7533,'-29'0'-428,"13"6"1,26-5 0,8 5 0</inkml:trace>
  <inkml:trace contextRef="#ctx0" brushRef="#br0" timeOffset="-147179.73">31803 9011 7533,'-10'-7'-1709,"-13"-10"1709,19 15 1349,-12-9-2024,25 29 1,6 8 674,-10-10 0,11 12 0,0 1 0,-6-10 0</inkml:trace>
  <inkml:trace contextRef="#ctx0" brushRef="#br0" timeOffset="-146929.73">31768 9184 7533,'-10'0'-1709,"2"-5"1709,8 4 0,24 28 0,-19-8 0,2 21 0,-6 0 0,-13-18 0,-4 9 0,-1-7 0,5-21 0,-3-3 0,15-8 0,-8-15 0,-2 3 0</inkml:trace>
  <inkml:trace contextRef="#ctx0" brushRef="#br0" timeOffset="-146695.73">31997 8627 7533,'0'19'-570,"2"13"0,2 10 1,-2-5 369,-5-11 1,0 1 401,1 10 1,2 9-1,-2 2 1,-4-3-1023,-4-6 1,-4-1 0,0-1 0,1-1 748,2 5 1,1-2 0,-2 2-2,0-5 0,-2 3 0,-1 1 0,-1-2 0,0-4-695,-7 6 0,-1-4 0,1 0 738,5-1 0,1 1 1,-1-2 28,-4-2 0,-2-2 0,5-5 0,2 6 0,-1-6 0</inkml:trace>
  <inkml:trace contextRef="#ctx0" brushRef="#br0" timeOffset="-146429.73">32120 9098 7533,'-9'-7'-1709,"48"1"1709,-7 6 0,2 0 0,1 0 0,-1 0 0,-2 0 0,1 0 0</inkml:trace>
  <inkml:trace contextRef="#ctx0" brushRef="#br0" timeOffset="-146295.73">32173 9259 7533,'-24'20'-855,"-1"0"1,65 9 854,-5-24-394,-2-4 0,6-2 1,-5 1-1,3 6 1,6 1-1</inkml:trace>
  <inkml:trace contextRef="#ctx0" brushRef="#br0" timeOffset="-145912.73">32791 9222 7533,'-12'-7'-720,"30"2"1440,13 5-918,0-1 0,11 0 0,5-1 0,0 1 0,-6 0 198,0 0 0,-2 1 0,2-1 0,-2 0 0,4-1 0,2-1 0,-4 1 0,-5-1 0,5 0 0,0-1 0</inkml:trace>
  <inkml:trace contextRef="#ctx0" brushRef="#br0" timeOffset="-145546.73">32949 9371 7533,'-21'38'-1709,"-1"-17"1709,26 7 0,11 9 0,-2-6 0,0-1 0,10 9 0,3 0 0,4 0 0,-3-10 90,-40 5 0,-13-2-90,-3-17-60,-12 3 0,-12 4 0,9-6 60,1-6-111,-1 0 1,8-9 0,28-19-1,8-8 1</inkml:trace>
  <inkml:trace contextRef="#ctx0" brushRef="#br0" timeOffset="-145412.73">33126 9395 7533,'-30'0'-1709,"46"11"1709,2-8 0,9 1 0,3-2 0,-3-9 0</inkml:trace>
  <inkml:trace contextRef="#ctx0" brushRef="#br0" timeOffset="-145179.73">33302 9593 7533,'-19'33'-1709,"11"7"1709,33-37 0,7-13 0,-9-15 0,-9-9 0,-17 1 0,-6-1 0,4-8 0,-8 4 0,-26 14 0,-4 10 0,18 7 0</inkml:trace>
  <inkml:trace contextRef="#ctx0" brushRef="#br0" timeOffset="-143812.73">32773 8528 7533,'-18'-6'-1709,"1"38"1709,7-24 0,5 20 0,3 12 0,1-7 0,1-6 0,-1 17 0,2-4 0,7-25 0,2 8 0</inkml:trace>
  <inkml:trace contextRef="#ctx0" brushRef="#br0" timeOffset="-143645.73">32914 8676 5824,'49'-7'0,"-2"-4"0,-37 4 0,8-5 0</inkml:trace>
  <inkml:trace contextRef="#ctx0" brushRef="#br0" timeOffset="-143513.73">33038 8590 7533,'-20'20'-855,"6"8"1,5 0 854,7-13 0,-3 12 0,2 2 0,3-8 0,0 3 0,0-6 0</inkml:trace>
  <inkml:trace contextRef="#ctx0" brushRef="#br0" timeOffset="-143345.73">33214 8714 5824,'26'-10'0,"-7"6"0,7-20 0</inkml:trace>
  <inkml:trace contextRef="#ctx0" brushRef="#br0" timeOffset="-143179.73">33302 8614 7533,'-17'20'-1709,"-1"20"1709,8-23 0,2 24 0,24-28 0,-4 0 0,13-8 0,-7-5 0</inkml:trace>
  <inkml:trace contextRef="#ctx0" brushRef="#br0" timeOffset="-143079.73">33338 8751 5824,'9'13'0,"15"4"0,-12-16 0,13 5 0,-7-6 0,-1 0 0</inkml:trace>
  <inkml:trace contextRef="#ctx0" brushRef="#br0" timeOffset="-142963.73">33496 8812 7533,'0'14'-1709,"0"-3"1709,24-11 0,-18 0 0,25-5 0,-21-2 0</inkml:trace>
  <inkml:trace contextRef="#ctx0" brushRef="#br0" timeOffset="-142596.73">32720 8912 7533,'-10'0'-1709,"42"11"1709,-15-9 0,15 4 0,14 2 0,3 0 0,-9-2 0,-9-4 0,1 0 0,1 3 0,10 1 0,4 2 0,0 0 0,-4-1 0,-7-2-343,3-2 0,-2-1 343,0 3 0,6 2 0,-1 0 0,-9-4-1158,6-3 1158,10 0 0,-37 6 0,3 1 0</inkml:trace>
  <inkml:trace contextRef="#ctx0" brushRef="#br0" timeOffset="-129362.73">27040 6049 7533,'-30'-11'-855,"0"1"1,-17 4 854,17 15 0,1 7 0,-4 19 0,5 8 0,3-3 0,9 1 0,19-1 0,8-3 0,2-3 0,14-37 0,9-14 0,-3-4 0,-8-6 0,-5-4 0,0 1 0,6-6 0,-1 0 1034,4-11 0,-11 20 58,-27 46 0,-10 20 0,8 1-2731,24 3 1,3 2 1432,-22-1 1,-7 3 0,11-6-1,24-1 1,5-13 0,-10-21-1</inkml:trace>
  <inkml:trace contextRef="#ctx0" brushRef="#br0" timeOffset="-129195.73">27287 6333 7533,'-29'-19'-1709,"5"7"1709,48 34 0,-18-10 0,17 23 0</inkml:trace>
  <inkml:trace contextRef="#ctx0" brushRef="#br0" timeOffset="-128962.73">27252 6569 7533,'-10'40'-855,"4"-1"1,-3 1 854,-4-14 0,0-2 0,5 8 0,-5-6 0,-24-11 0,1-13 0,16-17 0,-3 0 0,-1 0 0</inkml:trace>
  <inkml:trace contextRef="#ctx0" brushRef="#br0" timeOffset="-125829.73">27199 6519 5824,'-2'-13'0,"36"2"270,-1 44 1079,-31 2 0,-8 4-765,3 2 1,-6 1-345,-9-9 0,-6 0 0,7-3 1109,15 20-2878,24-51 0,7-6 1529,-2 7 0,-1-3 0,10-16 0,-3-2 0,0 9 0</inkml:trace>
  <inkml:trace contextRef="#ctx0" brushRef="#br0" timeOffset="-117545.73">28240 5193 7533,'-37'6'-675,"11"6"0,3 5 406,1 12-307,0 0 1,-4 6 0,2 4 575,7-6 0,3 3 0,0-1 0,0 0 0,-6 5 0,0-2 0,3 4 112,3 0 1,0 5-1,7-3 1,11-12-72,22-7 0,12-14-101,-6-10 0,3-7 1,0-6 59,-4-3 0,0-6 0,0-3 0,-2-5-553,-2-5 0,-1-7 1,-1-2-1,-3 0 0,-3 4 553,1-2 0,-5 3 0,-3-4 0,-3-3 0,-1-5 0,-5 2 0,-7 9 0,-10 8 0,-7 7 0,-16-2 0,-5 9 0,11 13 0,2 10 0,2 12 0,0 10 0,6 0 0,4 2 0,7 1 0,3 1 0,4 1 0,4-7 0,0 0 0</inkml:trace>
  <inkml:trace contextRef="#ctx0" brushRef="#br0" timeOffset="-117379.73">28169 5454 7533,'-21'17'494,"-1"0"1,1 18-360,13-9 0,8 3-1260,18 4 1,7 0 809,-5-6 1,1-1-132,1 0 0,-1-2 0,11 5 1,-13-17-1</inkml:trace>
  <inkml:trace contextRef="#ctx0" brushRef="#br0" timeOffset="-117212.73">28363 5676 5824,'31'-9'0,"-1"-1"0,9-7 0,-14 10 0,-1 1 0,4-6 0</inkml:trace>
  <inkml:trace contextRef="#ctx0" brushRef="#br0" timeOffset="-117062.73">28575 5454 7533,'-25'23'-570,"-1"0"0,5 4 1,3 4 629,1 5 0,1 4 0,6-1-150,7 6 0,4-1-164,-7 2 1,8-6 0,15-19 0,5-8-1,7-7 1</inkml:trace>
  <inkml:trace contextRef="#ctx0" brushRef="#br0" timeOffset="-115145.73">28910 5082 6633,'-17'-14'-809,"-1"9"809,-4 26 0,3 9 180,3 4-401,-3 2 1,-4 8 0,2 1 579,9-4 1,3 0 0,-1 0-270,-3-3 0,0 0 0,2 2-300,-1 6 0,2 3 0,8-7-375,16-6 1,4-6 494,-12-2 0,3-3 45,25-3 0,5-11 45,-6-17 0,-3-1 0,-1-4 0,6-15 0</inkml:trace>
  <inkml:trace contextRef="#ctx0" brushRef="#br0" timeOffset="-114829.73">29157 5280 7533,'-16'-14'-1709,"-11"31"1978,-3 10 1,-1 8 120,11-6 0,2 2 0,-1 0-255,-9 6 0,3-1-225,6 2 0,13-9-1529,22-25 1439,5 1 180,0-21 0,1-10 0,9-10 0,-3-2 0,-15 9 0,0 0 0,11-11 0,-1 6 0,-14 13 0,-7 9 180,-4 35 359,-9 2 1,-3 1-540,2 16-495,5-6 1,6-4 224,19-14 270,2 16 0,-3-27 0,-9-1 0</inkml:trace>
  <inkml:trace contextRef="#ctx0" brushRef="#br0" timeOffset="-114662.73">29316 5503 5824,'0'32'0,"-8"-7"0,-2-7 0</inkml:trace>
  <inkml:trace contextRef="#ctx0" brushRef="#br0" timeOffset="-114512.73">29333 5652 6633,'0'39'-809,"0"-4"809,0-21 0,0-3 0,0-16 0,0-2 0,0-5 0</inkml:trace>
  <inkml:trace contextRef="#ctx0" brushRef="#br0" timeOffset="-113962.73">29633 5032 7533,'-9'6'-1709,"1"6"1709,16 24 809,0-6 1,1 2-496,-3-5 1,0 1-168,2 2 1,1 4 0,-3 0-328,-5 1 0,-5 1 0,2-1-161,2 10 1,-2 1-50,-8 0 0,-5 4 1,-2-3-61,1-10 0,-3-3 1,0-2 449,0-3 0,0-2 0,0 0 0,-11 17 0,1-10 0,2-25 0,1 2 0</inkml:trace>
  <inkml:trace contextRef="#ctx0" brushRef="#br0" timeOffset="-113762.73">29916 5293 7533,'15'-20'-1709,"-11"8"1709,35 1 0,-17 4 0,13-5 0,6-1 0,-19 6 0,11 2 0</inkml:trace>
  <inkml:trace contextRef="#ctx0" brushRef="#br0" timeOffset="-113629.73">29933 5454 7533,'-2'5'-1709,"-4"2"4317,38 0-3058,13-2 0,-17-7 1,1-1 251,2 3 1,-2-2 0,7-14 0,-11 2 0</inkml:trace>
  <inkml:trace contextRef="#ctx0" brushRef="#br0" timeOffset="-112628.73">30621 4909 7533,'-18'-20'-1709,"9"8"1709,1 6 0,6 27 0,4 13 0,0-3 0,2 3 0,-2 3-395,-2 5 1,-2 3 0,0 2 0,0 1 394,0-7 0,1 2 0,-1 0 0,0-1 0,-1-3 0,-3 10 0,-1-4 0,0 0 0,2 2 0,-1-1 0,0-15 460,-2-19-460,8-2-45,8-43 0,7-26 45,-1 20 0,1-2 0,2-2 0,-2 2-361,0-5 1,-2 2 0,4-2 360,0 9 0,2-3 0,1 1 0,1 3 0,-2 6 0,10-4 0,-1 6 0,0-2 0,1 3 0,1 9 0,-3 9 0,-8 14 0,7 2 0</inkml:trace>
  <inkml:trace contextRef="#ctx0" brushRef="#br0" timeOffset="-112046.73">30868 5590 6183,'-20'30'-359,"5"8"359,15 0 0,-8-1 0,-2-6 0</inkml:trace>
  <inkml:trace contextRef="#ctx0" brushRef="#br0" timeOffset="-111745.73">31380 4772 7533,'-26'-1'-855,"4"20"1,1 12 884,2 4 0,1 5 0,0 4-378,4-8 1,-2 3-1,1 2 1,2 1 0,1 1 293,1 4 0,2 1 0,1 1 0,2 0 0,0-2-54,2-5 0,0 1 0,1-2 0,3-1 0,4-2 108,9 11 0,6-3 0,1-6 0,0-6 0,4-11 0,8-18 0,0-10 0,-4-8 0</inkml:trace>
  <inkml:trace contextRef="#ctx0" brushRef="#br0" timeOffset="-111345.73">31750 5082 7533,'-29'-1'-570,"-1"0"0,2 10 1,-1 6 973,-10 12 1,0 8-202,13-4 0,2 3 0,3 1-23,6 0 0,2 0 0,2-1-614,-3 10 1,13-7-827,44-12 1125,-12-42 0,2-15 135,-3 2 0,1-5 0,-3-1 0,-7-1 0,-3-1 0,-1 1 0,10-17 0,-12 21 468,-23 43 656,-2 18 1,0 12-766,2-3 1,1 5 0,2-2-1050,3-3 1,1 0-1,4-3-120,10 8 1,2-4 809,6 4 0,11-24 0,-22-12 0</inkml:trace>
  <inkml:trace contextRef="#ctx0" brushRef="#br0" timeOffset="-111012.73">31891 5429 7533,'-29'-2'-1709,"13"10"1709,26 11 0,7 5 0,-7-4 0,-2-3 0</inkml:trace>
  <inkml:trace contextRef="#ctx0" brushRef="#br0" timeOffset="-110829.73">31873 5603 7533,'-17'35'-1709,"7"9"1709,2-9 0,24-6 0,3-51 0,9 4 0,-3-23 0,-7 16 0</inkml:trace>
  <inkml:trace contextRef="#ctx0" brushRef="#br0" timeOffset="-110612.73">32279 5020 7533,'6'33'494,"0"6"1,0 7-285,1-4 0,0 3 0,-2 3-1030,-3-2 1,-2 2 0,-3 1 0,-3 0 372,-4-10 0,-3 1 1,-2 0-1,-1-2 1,1-1 182,0 1 0,1-1 0,-1-2 0,-4-2 1,-3-1-1,-4-1 0,-1-2 0,2-4 1,-6 3-1,0-1 0</inkml:trace>
  <inkml:trace contextRef="#ctx0" brushRef="#br0" timeOffset="-69795.73">29986 6111 7533,'-8'-40'-1619,"-2"0"1529,1 15 90,-15-1 0,12-5 0,-9 12 0,-7 3 0,3 3 0,-4 4 0,-9 1 0,-4 2 0,2 2-571,0 3 0,-2 3 571,5 2 0,-5 3 0,0 1 0,0 2 90,1 3 0,0 3 0,1 0 0,1 0-270,-5 0 0,2 0 0,-3 3 485,7-3 1,-2 1 0,-1 2 0,1 0 0,5 2 233,-5 8 1,5 2 0,-2 1-473,1-2 0,-3 0 0,0 3 0,2 1 94,9-5 1,1 1 0,0 2 0,2 0 0,-1 0-54,1 2 0,0 0 0,1 1 0,0 0 0,1-1 49,-5 7 1,1 0-1,0 0 1,3 0 21,1 1 1,2 0 0,1 0 0,1-1-110,2-5 1,0 0 0,2-1 0,4 1 169,2 10 0,5-1 0,7-1 179,8-3 1,7-1 0,4-2-210,4 0 0,5 0 0,4-3-96,-3-6 1,4-1 0,1-1 0,-1-1-70,0 1 0,-1-1 0,1 1 0,0 0-113,1 2 1,0 0 0,0 1-1,1-1 113,-1-3 0,0 0 0,0-1 0,1 0 0,1 0 0,0 1 0,1-2 0,1-2 0,-2-3 0,1-3 0,0-1 0,1-1 0,3-3 0,2-1 0,-2-1 0,-3-2-45,-5-1 0,-2-2 0,2-3 0,0-3 0,3-3 0,1-2 0,-2-3-45,-3-3 0,-1-5 0,-1 0 0,0 1 45,6 1 0,0 0 0,2-4-16,-5-1 0,2-3 0,1-2 0,-1-1 0,-2-1-74,-6 3 0,-1-1 0,-1-1 0,0-1 0,2-3-160,-3 1 1,1-1-1,1-2 1,0-2 0,0 0-1,-1-1 1,0 0 261,-1-3 1,0-1 0,0-1 0,-1-1 0,0 0 0,-2 2 0,-1 1 5,3-6 0,0 3 0,-3-1 0,-1 0 0,-4-2 371,-3 3 1,-1-2 0,-2-1 0,-3 0-1,-3 1 1,-5 1-148,-4 0 1,-6 1 0,-3 2 0,-3-2-1,-1 0 27,1-1 1,-2-2 0,-2 0 0,-3 1 0,-2 0 0,-4 3-428,1 8 1,-4 1 0,-3 0-1,-2 1 1,-1 2 0,1 0-1,0 2 1,3 2-109,-2-2 1,1 1 0,2 2 0,-2 2 0,-2 1 0,-3 3-140,0 3 0,-4 2 0,-1 1 1,-2 2-1,-1 1 0,1 3 0,2 1 1,2 2-143,-2 3 1,1 4 0,1 3 0,1 0 0,1 0 0,-1 0 317,-5-2 0,-1 0 0,1 0 0,2 2 1,0 3-1,1 3 0,0 2 0,2 2 1,3 2-1,7 1 0,7 5 0,1 0 0,-1 0 1</inkml:trace>
  <inkml:trace contextRef="#ctx0" brushRef="#br1" timeOffset="-65261.73">30409 7722 7533,'-7'-25'-1709,"-3"6"2068,0 7 1171,2 28-631,13 11 1,6 7-571,-3-4 1,1 3 0,1 0-300,4 5 0,2 0 0,-1 0 30,-2-3 0,0-2 0,-1-1 389,5 1 1,-9-5 270,-47 3-900,-2-25 0,-8-7-913,3-1 1,-4-3 0,1 0-1,4 0 1,1 1 0,3-1 778,-6-1 1,8 0-1,8 0 1,31 6 0</inkml:trace>
  <inkml:trace contextRef="#ctx0" brushRef="#br1" timeOffset="-65062.73">30498 8379 7533,'-43'-20'494,"18"13"1,-3 2-465,-6 4 0,-4 4 0,0 1-30,2 1 0,1 2 0,0 0 0,-2-1 0,1 1 0,1 1 0,-2 3 0,0 1 0</inkml:trace>
  <inkml:trace contextRef="#ctx0" brushRef="#br1" timeOffset="-63660.73">28751 8206 5914,'-41'-20'-90,"18"8"90,-8 9 0,-3 6 0,7 6 0,-1 5 0,-2 0 0,-3 3 0,0 2-304,-3 4 1,1 2 0,-2 2 730,7-2 0,-2 0 0,1 2 1,1 1-69,0 2 1,1 0 0,0 1 0,1 2-1,0 1 1,0 1 0,2 2 0,2 0-23,3 1 0,2 1 1,2 0-1,2 1-112,1-2 0,2 1 0,2 0 0,3 0-46,3 0 1,3 0 0,3-1 0,1 1 45,1-2 0,3 1 0,0-1 0,2-1-15,5 13 0,1-2 0,1 0-31,1-1 1,0 0 0,2-2 141,0-2 1,1-3 0,2-1-23,-1-7 1,2-1 0,4-3-90,5-2 0,3-3 0,1-3-210,0-5 0,0-2 0,2-1-120,5 2 0,2-1 0,-2-1 60,-4-2 0,0 0 0,-1-1 180,2 1 0,1 0 0,0-2-30,-3-1 0,0-2 0,1-2 60,4-2 0,2-2 0,-1-1-30,-2-2 0,-1-1 0,1-2 29,2-3 1,0-2 0,-1-1 60,-1-1 0,-1-2 0,0 0-52,0-3 1,0-1 0,0 0 43,-8 3 0,0 0 1,0-1-1,0-1-180,0-1 1,1-2-1,-1-1 1,0 0-113,-1-1 0,0-1 0,-1-1 0,-1-1 0,2-2 0,0-2 0,-2-1 0,-2-1 202,-5 1 1,-2-1 0,-1-1-1,-2 0 135,-1-1 1,0 1-1,-2-2 1,-3 1 81,1-9 1,-4-1 0,-6 1-64,-6 3 0,-6 1 1,-2 0-87,-2 1-1,-2 1 1,-4 1-180,-7 0 0,-5 1 0,0 0-8,5 8 1,0 0-1,-1-1 1,0 1-38,-1 0 0,0 1 0,-1 0 0,-2 0-196,-6-1 1,-3 0 0,-2 1 0,-2 3 78,5 6 0,-2 1 0,-2 1 0,-1 2 0,0 1-250,2 3 0,0 0 0,-1 1 0,-2 2 0,1 0 0,-1 1 142,-2 1 0,-2 2 0,0 0 0,0 1 1,0 2-1,0 1-150,0 2 0,0 1 0,0 1 1,1 2-1,0 0 0,1 2-127,3 0 1,1 1 0,0 1 0,2 1 0,0 1 0,2 1 248,-2 4 0,1 1 0,2 2 0,2 0 0,3 1 0,-9 7 0,4 2 0,6 1 1,8 11-1,-1 0 0</inkml:trace>
  <inkml:trace contextRef="#ctx0" brushRef="#br1" timeOffset="-27295.73">18697 11279 7533,'-19'0'-1709,"3"32"1709,18 9 0,4 9 0,-5-13 0,-1 3 0,0 2 0,1-3-913,1 7 0,1-1 0,0 1 913,-2-2 0,-1 3 0,0-2 0,-1-3 0,-3 9 0,0-3 0,3-2 0,0-1 410,-2-6 0,-2-9-410,-3-22 0,5-39 0,4-22 0,1 15 0,2-4 0,1-3 0,0-2-163,0 5 0,0-3 0,0-2 0,2 0 0,0 0 0,1 2 163,1 2 0,0 0 0,2 0 0,-1 1 0,2 2 0,0 0 0,4-10 0,0 0 0,2 5 0,2 7 0,14-4 0,3 18 0,-1 26 0,-2 15 0,-3 16 0,-7 10 0,-10-8 0,-3 4 0,-8 0 226,-10 5 0,-8 0 0,-4-1-226,-5-2 0,-5-3 0,-3-3 0,-5-4 0,-4-3 0,2-5 0,-9-2 0,6-7 0,6-10 1731,64 0-1821,6 13 0,4 8 90,-10-1 0,0 4 0,-1 2-650,3 9 1,0 2 0,-4-1 649,-9-8 0,-2-1 0,0-2 0,7 12 0,-3-6 0,-1-4 0</inkml:trace>
  <inkml:trace contextRef="#ctx0" brushRef="#br1" timeOffset="-26962.73">19156 11836 7533,'-10'11'-1709,"18"-2"1709,19 3 0,3-12 0,1-6 0,-5-7 0,-3-4 0,-2-2 0,-7-2 0,-23-23 0,-19 37 0,-5 11 0,-5 18 0,1 12 0,13-5 0,2 4 0,4 2 0,1 3 0,4 1 0,9-2 0,12-3 0,7-2 0,3-5-106,10-4 1,3-8 0,5-4-1,1-6 1,-8-12 0,1 1-1</inkml:trace>
  <inkml:trace contextRef="#ctx0" brushRef="#br1" timeOffset="-26528.73">19685 11725 7533,'-39'8'-338,"0"0"1,6 5 0,0 3-1,3 3 743,-7 12 0,5 4-555,9-8 0,1 1 0,8-1-210,13 3 1,10-4 359,28-7 0,-6-28 0,1-12 0,-3-9 0,-3-5 0,-3 3 0,-3 4 0,-2 3 0,-16 47 0,-4 17 0,-2-1 0,-3 5 0,0 2-172,1-6 0,0 1 0,-1 1 0,-1-1 172,-3-1 0,-2 0 0,0-1 0,-1-4 225,-8 18 0,-3-16 359,-3-25 1,3-15-1035,14-20 1,8-15-1,5-1 360,7-4 0,8-1 0,0-1-81,-5 9 0,0-1 0,1 1 0,3 4 1,8-1-1,3 5 0,-2 3 0,-3 5 0,-1 1 1</inkml:trace>
  <inkml:trace contextRef="#ctx0" brushRef="#br1" timeOffset="-26229.73">19791 11750 7533,'-10'34'-855,"5"0"1,2 5 854,5-6 0,1 2 0,0 0 0,-2 0 0,-1 0 0,1-2 0,1 13 0,4-18 0,10-55 0,-7-7 0,1-6 0,3 4 0,2-2 0,0 1 0,7-9 0,1 6-72,-5 16 0,2 7 0,21 6 0,-14 11 0</inkml:trace>
  <inkml:trace contextRef="#ctx0" brushRef="#br1" timeOffset="-25929.73">20038 11948 7533,'-28'12'-1709,"19"-5"1709,26-2 0,20-10 0,-9-4 0,-3-6 0,5-23 0,-14 12 0,-9 1 0,-38-3 0,-8 57 0,10 7 0,3 7 0,10-8 0,2 3 0,9-2 0,11 8 0,11-6 0,5-10 0,5-9 0,5-15 0,1-8 0,-4-3 0,1 0 0</inkml:trace>
  <inkml:trace contextRef="#ctx0" brushRef="#br1" timeOffset="-25512.73">20249 11799 6183,'6'0'-359,"30"-5"-110,-2 1 1,4 0 0,-4-1 0,-1-2 0,0 1 0,0 0 0</inkml:trace>
  <inkml:trace contextRef="#ctx0" brushRef="#br1" timeOffset="-25296.73">20567 11291 7533,'-27'8'-570,"1"0"0,-6 22 1,3 11 1388,12-10 0,1 4 0,1 3 0,1 1-1102,1-2 1,0 2-1,1 2 1,2 0 0,3-1-374,2 1 1,1 1-1,3-1 1,3 0 0,2-3 614,7 12 1,5-3 0,4-7 0,7 1 0,7-11 0,3-22 0,0 0 0</inkml:trace>
  <inkml:trace contextRef="#ctx0" brushRef="#br1" timeOffset="-24946.73">21114 11588 7533,'-37'-19'2158,"11"1"-1348,34 11-1620,27 2-314,-5 4 0,3 2 1124,-1 1 0,1 1 0,-2 0 0,-2 1 0,14 9 0</inkml:trace>
  <inkml:trace contextRef="#ctx0" brushRef="#br1" timeOffset="-24795.73">21078 11861 7533,'-33'11'359,"19"-14"1980,30 2-3978,17-3 1,7 0 1569,-2 0 1,2 2-1,4 6 1,-4 4 0,3 12-1</inkml:trace>
  <inkml:trace contextRef="#ctx0" brushRef="#br1" timeOffset="-14329.73">21837 11279 7533,'-18'0'-1709,"9"0"1709,1 0 2248,39 5-1304,6-4 1,4-1-765,-5 1 0,1-2-133,5-1 0,4-2 0,-3-2-812,5-3 1,-4-1 764,-1 3 0,-1 0-1620,-3-2 1,-4 1 1448,0 7 171,-15-5 0,-12 1 0,-18-2 0,-8-6 0</inkml:trace>
  <inkml:trace contextRef="#ctx0" brushRef="#br1" timeOffset="-14145.73">22331 11142 7533,'-47'5'-855,"20"3"1,5 2 854,10 11 809,-1 3 1,3 4 828,7 17 0,4 1-848,-5-13 1,0 2-793,-1 9 1,-1 6-1,1-2-478,1-9 1,1 0-1,-2-2-101,0 0 1,-2-2-1,2 2-319,-1 11 1,0 1 0,2-8-360,2 4 1259,-9 2 0,-2-3 0,2-12 0,-2-6 0,0 0 0</inkml:trace>
  <inkml:trace contextRef="#ctx0" brushRef="#br1" timeOffset="-13562.73">22789 11489 7533,'-27'-7'-1709,"9"7"1709,3 24 449,6-2 1,0 5-180,-12 16 0,-1 1-929,7-10 1,-1 1 448,-5-3 0,-3 2 0,4-2-60,4 2 0,1-4 270,-8-5 0,2-1 63,4 19 0,9-47 0,8 3 0</inkml:trace>
  <inkml:trace contextRef="#ctx0" brushRef="#br1" timeOffset="-13345.73">22560 11551 7533,'-17'-7'-1709,"7"2"1709,2 16 1169,24 25-539,-5-6-46,1 5 1,2 4-315,2-1 0,1 0-1260,1 4 1,1 1 269,3 3 1,1-6 622,-5-19 1,0-4 0,7 11 0,-7-22 0</inkml:trace>
  <inkml:trace contextRef="#ctx0" brushRef="#br1" timeOffset="-12179.73">22525 11787 7533,'-10'-7'-1709,"2"-4"1709,24 4 0,19-6 0,-8 12 0,1 1 0,4 0 0,-1 1 0,14 6 0,-12-1 0,-15-6 0</inkml:trace>
  <inkml:trace contextRef="#ctx0" brushRef="#br1" timeOffset="14270.27">23072 11352 7533,'-10'-24'-1709,"2"-1"1709,8 0 0,0 1 0,0 10 0,0-3 0,0 16 0,8 1 809,10 40-539,-7-9-399,6 14 1,-2 3 218,-13-23 0,0 1-120,3 13 0,1 7 0,-2-5-60,-3-10 0,-2 1 60,2 12 0,-1 6 1,-1-7 73,-2-12 1,-2-3 315,1 15 0,-1-3 1439,-5-3-720,2-28-359,8-29-600,10-10 0,5-9 0,-1 2-30,-6-1 0,2-1-574,5 1 0,5-4 0,0-1 1,-3 5-57,0-5 0,-2 3 210,-2 7 0,1 0 1,2 1-1310,9-6 1,-1 5 965,-9 4 673,25 2 0,-31 21 0,9-1 0</inkml:trace>
  <inkml:trace contextRef="#ctx0" brushRef="#br1" timeOffset="14637.27">23495 10981 7533,'0'-19'-1709,"0"12"1709,0 8 0,16 34 0,-7-5 0,1 2 0,0-7 0,0 1-372,6 15 0,-1-3 372,-3-9 90,0-5 1,1-1-91,13 9 0,-6-11 0,5-5 0,-7-16 0</inkml:trace>
  <inkml:trace contextRef="#ctx0" brushRef="#br1" timeOffset="14821.27">23795 11043 5914,'-28'-7'-90,"3"7"90,7 7 359,-15 27-314,11-9 0,-1 1-180,3-2 1,1 0-492,-11 15 1,3-3 625,5-12 0,6 5 0,-1-1 64,-1-12 0,1 8 0,-1-19 1</inkml:trace>
  <inkml:trace contextRef="#ctx0" brushRef="#br1" timeOffset="14972.27">23442 11204 5824,'-10'-5'1799,"10"3"1169,41-14-2608,-15 13-585,11-5 0,6-1 225,-3 8 0,1 1 0,-3-3 0,2 0 0,6 3 0,0 0 0</inkml:trace>
  <inkml:trace contextRef="#ctx0" brushRef="#br1" timeOffset="18237.27">19297 13336 7533,'8'-32'-1709,"17"2"1709,3 21 0,5 4 0,15-2 0,2 3 0,-10 6 0,-2 2 0,4-1 0,-1 1 0</inkml:trace>
  <inkml:trace contextRef="#ctx0" brushRef="#br1" timeOffset="26904.27">20655 13782 7533,'-19'-23'-1709,"3"13"1709,32-17 224,18 15 1,6 4-885,-12 0 1,1 1 659,6 0 0,3 1 0,-3 2 0,-7 6 0,-1 2 0,3 0 0,0-1 0</inkml:trace>
  <inkml:trace contextRef="#ctx0" brushRef="#br1" timeOffset="29806.27">21819 13447 7533,'-19'-20'-1709,"27"3"1709,13 23 0,7-5 0,3-1 0,16 6-476,-9-6 1,0 0 475,-9 0 0,-1 0 111,7 0 0,-1 0-111,11 0 0,-10 0 0,-9 0 0</inkml:trace>
  <inkml:trace contextRef="#ctx0" brushRef="#br1" timeOffset="43387.27">25471 14204 5824,'-10'34'180,"2"-11"-270,3 3 0,2 1 90,1 6 0,-6-2 0,8-13 0,8-12 0,2-6 0</inkml:trace>
  <inkml:trace contextRef="#ctx0" brushRef="#br1" timeOffset="51404.27">25541 12865 7533,'-18'-7'-1709,"1"-4"1709,7 10 1619,57-5-1844,-7 3 0,4 1-45,-3 0 0,3 2 0,-1 0-140,-3 1 0,-1 1 1,-3 1-1,6 0 1,-5 2-1,-12 4 0,1 0 1</inkml:trace>
  <inkml:trace contextRef="#ctx0" brushRef="#br1" timeOffset="54503.27">27323 13323 7533,'-10'0'-1709,"-6"0"1709,14 6 0,2 17 0,10-6 0,0 17 0,-2-14 0</inkml:trace>
  <inkml:trace contextRef="#ctx0" brushRef="#br1" timeOffset="56104.27">26158 12716 7533,'-35'-31'-1709,"16"6"1709,-5 7 0,22 11 0,-6 1 0,16 6 0,25 0 0,-9 0 0,7 0 0,3 0 0,-6 0 0,-1 0 0,14 0 0,6-5 0,-37-2 0</inkml:trace>
  <inkml:trace contextRef="#ctx0" brushRef="#br1" timeOffset="67772.27">28187 13212 6633,'-18'-7'-809,"9"2"809,56 5 0,-22-3 0,2 0 0,21 2 0,0 1 0,-19-1 0,-3 2 0,16 6 0,-25 5 0</inkml:trace>
  <inkml:trace contextRef="#ctx0" brushRef="#br1" timeOffset="91856.27">30745 15517 6633,'9'-8'-809,"-1"9"809,-8 19 0,8 10 0,2-9 0,0 2 0,-2-11 0</inkml:trace>
  <inkml:trace contextRef="#ctx0" brushRef="#br1" timeOffset="150637.27">21908 12245 7533,'0'-49'-1709,"0"10"1709,0 9 0,7 12 0,3 28 809,16 27-404,-11-5 0,5 0-375,4-8 0,5-2 0,2-3-323,4-2 1,1-2 0,3-4 82,5-4 0,2-4 0,-1-2 270,-5-1 0,-2 0 0,0-1 929,10-1 1,-2-2-91,-10-1 1,-2-1 89,2 0 1,-1-2-226,4-2 1,0 1-495,1 7 0,1 2-91,6 1 1,2 1 45,0 6 0,0-3 315,-4-12 0,0-3 359,3 2 0,-2-6-719,-13-11 0,-1-4-990,6 4 1,0 0 809,-1-9 0,-3 0 0,-13 13 0,-1 1 0,-1-1 0,1 1 0</inkml:trace>
  <inkml:trace contextRef="#ctx0" brushRef="#br1" timeOffset="157038.27">24112 11662 6633,'-19'6'-809,"3"-5"809,32 5 0,27-6 0,-5-3 0,4 0 0,0 2 0,1 1 0,2 0 0,-4 0 0,-4 1 270,-13 5-270,-56 5 0,7-2 0,-5 1 494,-14 6 1,-2 0 899,4-5 0,2-2 244,3 2 0,5-5 843,5-11-1042,35-2-1079,14 0 0,9 1-585,5-2 0,2-1-90,6 0 0,0-2-809,-7-4 0,-3 0 44,11-6 2879,-43 3-1619,-23 25 0,-11 8-150,3-3 0,-2 2 0,-1 0-1123,-2 3 1,0 1 0,2-1 899,-6 3 1,5-2-3085,0-2 3012,68-26 1,16-7 0,-12 4 0,-1 2 0,0-1-1,0 1 1</inkml:trace>
  <inkml:trace contextRef="#ctx0" brushRef="#br1" timeOffset="158038.27">24941 11043 5914,'0'-14'-90,"0"3"629,8 22 2070,33-8-1755,-3-2 1,5-2-645,-6-4 0,3-3 0,0 2-1303,3 1 1,0 0 0,-3 0 200,2-7 0,-2 2-458,6 8 1,-4 2-1896,7-5 3245,-2 5 0,-7 5 0,-39 2 0,7 5 0</inkml:trace>
  <inkml:trace contextRef="#ctx0" brushRef="#br1" timeOffset="158604.27">25030 11117 7533,'-36'-7'-1709,"9"-4"1709,9 10 0,10 1 0,8 12 0,0 2 1439,8 15-1169,2-14 1079,23 20-1079,-11-26-842,14 10 0,0 1 1022,-8-9-477,11 5 0,2 2-333,-2 7 270,6-4-135,-22-4 1,-4 0 44,-8-2-270,-3 25 675,-25-17 0,-7-2-135,8-1 0,-1 2-1,-8 1 1,-4 3 0,0-1-431,3-3 1,-2 0 0,2-1 610,-8 6 0,0 1 269,7-5 1,1 1 0,4-4 1708,-5 8-1708,9 4 2736,49-15-1638,7-12 0,5-4-693,-5 0 0,4-2-608,-5-1 0,6-1 1,0 0-1,-3 0-1295,-3 0 0,-3 1 0,2-1 138,3 0 1,2 0 0,-1 0 0,-3-1-820,11-2 1,-4 1 1231,4 5 0,-5-1 0,-4-10 0,-14 7 1,1 1-1</inkml:trace>
  <inkml:trace contextRef="#ctx0" brushRef="#br1" timeOffset="160587.27">25083 12134 7533,'-20'0'-900,"-4"0"181,22 0 629,-21 0 90,19 0 0,-12 0 180,16 0 629,16 5-539,-12-3-1349,35 3 989,-25-5 0,35 0 90,-28 0 0,13 0 0,-17 0 0,1 0 0</inkml:trace>
  <inkml:trace contextRef="#ctx0" brushRef="#br1" timeOffset="160787.27">25206 12009 7533,'-45'18'-225,"23"6"0,1 5 1079,-2 0 1,3 2-1149,8 1 1,3 3 0,0-4 428,-4 0 0,1-1 225,6 9 0,4-4-552,2-11-1157,8 10 197,2-27-377,23-7 1439,-12-7 90,21-11 0,-23-7 0,7-6 0</inkml:trace>
  <inkml:trace contextRef="#ctx0" brushRef="#br1" timeOffset="160955.27">25347 12183 6633,'-10'0'270,"26"-5"-630,-2 3 360,27-9 0,-22 10 0,7-5 0</inkml:trace>
  <inkml:trace contextRef="#ctx0" brushRef="#br1" timeOffset="161107.27">25382 12270 7533,'-19'12'-90,"11"-5"0,10-1-540,21-1 270,-3-3 360,23 3 0,-21-10 0,1-2 0</inkml:trace>
  <inkml:trace contextRef="#ctx0" brushRef="#br1" timeOffset="161274.27">25665 12047 6004,'0'25'1092,"0"1"0,-4 1 0,0 1 238,-1 6 0,0 2-2969,0 6 1,0-3 1194,-3-2 0,5-10 0,-2-1 0,-4-1 0</inkml:trace>
  <inkml:trace contextRef="#ctx0" brushRef="#br1" timeOffset="162172.27">25171 10683 7533,'-28'-12'-1709,"11"5"2788,9 2 2197,23 5-2324,5 0-458,4-2 1,3-2-630,7-1 0,3-2-1504,7-2 1,2-2-1,-4 2 1,-2-1 1065,-11 4 0,-5 0 0,-1-5 0,-23 4 1</inkml:trace>
  <inkml:trace contextRef="#ctx0" brushRef="#br1" timeOffset="162406.27">25400 10671 6633,'-10'13'-809,"-5"4"809,13-3 0,-6 21 1979,0 3-1665,7-10 1,0 1-971,-3-1 1,0 0-1,4 16 1,0-8 0</inkml:trace>
  <inkml:trace contextRef="#ctx0" brushRef="#br1" timeOffset="165888.27">26000 11030 7533,'-10'-19'-1709,"2"1"1709,8 11 0,0-3 180,8 25 629,-6 14 1,-2 6-676,4-6 1,0 3-190,-3 13 0,-2 7 0,1 1 100,0-15 0,0 1 0,0 1 0,0 0-23,-2 7 1,0 2 0,0 0-1,0-1-22,0-5 0,0 0 0,0-2 0,-2-3 135,-4 24 0,-2-27-675,1-52 0,4-12 1,2-10-1,3-5 247,3 1 1,3-5 0,2-1 0,-2-1 74,-2 8 0,0-2 0,0 0 1,0 1-1,2 0 218,1 2 0,1 0 0,1 1 0,0 1 0,1 2 0,3-12 0,1 3 0,2 4 764,8-2 1,5 9-315,5 11 0,3 12-15,-4 13 1,-2 9-526,-6 3 1,-5 7 178,-3 9 1,-10 4 180,-18 1 0,-9 1-270,-5 3 0,-5-2 180,4-12 0,-3-1 0,1-1 179,-10 4 1,4-1 1090,7-2 1,11 1 978,24 13-791,8-5 0,5 2-983,5 4 1,3 1-1646,-9-8 1,0 1 0,0-1 520,8 11 1,-3-3 0,-6-9 0,0-4 0,-3-5 0,1 0 0</inkml:trace>
  <inkml:trace contextRef="#ctx0" brushRef="#br1" timeOffset="166871.27">26441 11687 6633,'-20'-12'-809,"28"-6"809,29 4 0,-10 2 0,1 1 0,0 4 0,-3 0 0,2-11 0,-11 6 0</inkml:trace>
  <inkml:trace contextRef="#ctx0" brushRef="#br1" timeOffset="167056.27">26582 11452 6183,'-19'36'1092,"1"0"0,-2 7 0,6 2-751,10 0 0,6 1-341,5-7 0,4-4 0,10 1 0,13-25 0</inkml:trace>
  <inkml:trace contextRef="#ctx0" brushRef="#br1" timeOffset="167787.27">26970 10894 7533,'-26'-4'-270,"11"31"0,3 16 989,1-9 1,-1 5 0,1 3-1,2 2-923,2-1 1,2 4-1,1 1 1,1 0 0,0 0 185,0-2 0,-1 1 0,0-1 0,4 0 0,3-3-802,8 5 1,4-1 0,2-3 0,-1-4 644,-2-5 1,0-3 0,3-6-1,17-2 1,-1-8 0,-8-11-1</inkml:trace>
  <inkml:trace contextRef="#ctx0" brushRef="#br1" timeOffset="174554.27">27393 11241 6633,'-10'-23'-809,"3"13"809,-17 5 0,10 18 45,-9 5 0,-3 6-1138,7 8 1,2 7 0,0-4 1564,0-5 0,1 0-22,-2 11 0,-1 5 0,9-9 810,16-1-1080,-4 1-2464,39-26 1835,-10-18-406,-5-9 1,-1-8-46,-1-11 1,-5-4 1946,-3 8 1,-2-3-1048,-2-2 0,-1-5 0,-1 4 0,0 5 0,-2 2 249,-2-13 1,-2 17 3026,-4 29-1875,-2 18-891,-3 6 0,-1 9 0,1 0 29,4 10 1,0-1-450,-4-3 0,2 1-1183,6-7 1,3 1 0,1-7-758,5 3 1850,6-5 0,5-5 0,6-10 0,14-1 0</inkml:trace>
  <inkml:trace contextRef="#ctx0" brushRef="#br1" timeOffset="175854.27">27587 11625 6183,'-10'-13'-359,"3"2"359,22 16 0,-3-3 0,21 8 0,-21-8 0,27 3 0,-25-5 0,27-16 0,-29 6 0,11-13 0,-13 11 0</inkml:trace>
  <inkml:trace contextRef="#ctx0" brushRef="#br1" timeOffset="176005.27">27746 11464 7533,'-35'17'-1709,"15"-8"1709,6 15 0,5 4 0,7-4 90,-3 11 0,2-1 89,3-9-314,0 4 1,0-2 44,0-10 90,15 12 0,-3-22 0,22-13 0,-15-8 0,7-10 0</inkml:trace>
  <inkml:trace contextRef="#ctx0" brushRef="#br1" timeOffset="176455.27">27446 10844 7533,'-16'18'-1709,"-3"13"1709,-1-4 0,4 0 0,1-1 0,3-3 0,0 1 0,-1-2 0,-5-7 0,8 14 0,2-21 0,8 3 0,8-11 0,2 0 0</inkml:trace>
  <inkml:trace contextRef="#ctx0" brushRef="#br1" timeOffset="176606.27">27446 10869 6183,'0'39'-359,"8"8"359,2-20 0,5 5 0,3 0 0,4-6 0,-6-4 0,1 1 0</inkml:trace>
  <inkml:trace contextRef="#ctx0" brushRef="#br1" timeOffset="177156.27">27922 10944 7533,'0'-14'-1709,"16"3"1709,-12 11 0,35 22 1638,-23 9 0,-2 9-546,-1-1 0,0 4 0,-2 2-1076,-2-1 1,-2 3 0,-1 1-1,-3 0-84,-3 1 1,-4 0 0,-1 0 0,-1 0-753,-2-1 1,0 0 0,-2-2 0,-2-2 813,-4 3 0,-4-3 0,1-3 1,4-8-1,0-2 0,0-4 1,-1 0-1,-1 0 0</inkml:trace>
  <inkml:trace contextRef="#ctx0" brushRef="#br1" timeOffset="185421.27">22525 16075 6993,'34'-6'-390,"0"0"0,-5 0 1,-1-1 389,0 1 0,-3 0 0,9-6 0,-17-1 0</inkml:trace>
  <inkml:trace contextRef="#ctx0" brushRef="#br2" timeOffset="-147958.46">22119 12394 15305,'-25'-25'-3277,"13"6"342,-4-5 2201,8 5 464,38 5 895,2 12 1,6 4-487,1 6 0,4 3 0,3 1-443,-3-2 1,2 0-1,2 0 1,2 0 270,-3-2 1,2 0 0,1 0 0,1 0 0,0-2-123,-6-1 0,1 0 0,0-2 0,0 1 0,1-1 0,-1 1 305,2-1 0,0-1 1,-1 1-1,1-1 1,-1 1-1,0 0 148,4 0 1,1 1 0,-1-1 0,-2 1 0,-2 1 30,0 2 1,-2 1-1,-1 1 1,0-1-318,2 0 0,-1 1 0,1-1 0,-1-1-54,-1-1 1,0-1 0,-1-1-1,1 0 130,2-2 0,0-1 0,1 0 1,-2 0-246,-1 2 1,-1 1 0,0 0-1,-2 1-110,7 0 1,0 2-1,-2 1 180,-1 2 1,0 2 0,-1-1 57,1 1 1,0-1 0,2-3-291,-2-5 0,3-3 1,-1-1-1,-3 0 267,-5 1 0,-2-1 0,2-1 38,4-1 0,4-2 0,1 0 0,-4 0-62,-1 3 0,-3-1 0,0 1 143,10-1 0,0 1 123,-9 1 1,2 1 0,-5 1-24,-7 2 1,-3-1-130,4-1 0,3 0 224,10 2 1,2-1-98,-6-1 0,2-2-137,-7 0 1,1-1 0,1 0 27,1 0 0,1-1 1,-2 1-11,0-1 0,0-1-38,-3-1 0,2-1 1,0 1-112,9-2 1,2 0 130,-12 0 1,2 0 0,2-1 0,-1-1 760,10-2 0,0-1 0,1-2-646,-5 1 0,3-1 0,-1 0 0,-3 0 184,2-2 1,-3 1 0,3-1-222,-3 2 0,3 0 0,1 1 0,-3 1-37,4 0 0,-2 2 0,0 0-67,3 0 0,0-1 0,-1 2 79,1 0 0,-1 1 1,-5 0-119,-6 1 1,-3 0 84,15-4 1,0 0 38,-11 4 1,-1 0-218,-3-2 0,2-1 45,1 1 0,4-1 1,-2 0-124,9-3 0,-2 0 148,-6 0 1,0 0 25,-5 2 1,2 0-1,-2-1-17,8-7 1,-3 0 29,-5 2 1,2 0 46,8-1 0,4-2 0,-3 0-133,-14 4 1,-3-1-1,2-1-32,10-5 1,4-2 0,-5-1 99,-9 0 1,-3-1 0,-4-2 56,2-12 0,-7-4-60,-9 6 0,-3-2 0,-5 1-65,-3 6 1,-4 2 0,-2-3 17,-2-13 0,-2-2 0,-1 5-227,-1 9 1,-3 2 220,-4-2 0,-4-1 1,-2 2-130,-1 6 0,-2 2 0,0 1 514,4 0 1,0 2 0,-2-2-318,-4-1 0,-3-1 1,-2 0-1,2 2 8,3 4 0,1 1 1,-1 1-1,1 1 95,-7-5 0,1 2 1,-3-1-94,1 0 1,-2-1 0,-2 0-1,1 4-29,0 4 0,0 4 0,0 0 0,1-1-286,-2-2 1,1-1 0,-4 1 246,7 4 0,-4 1 0,-1 0 1,0 2-1,2 1-124,-3 2 1,0 2-1,0 0 1,2 1-54,4-2 0,1 1 0,-1 0 1,-2 0 140,-3 1 0,-4-1 0,-1 1 0,0 0 1,2 0 66,5 0 1,0-1 0,1 0-1,0 1 1,1 0 142,-4 0 0,1 0 1,0 0-1,-3-1-42,5 1 1,-2-1 0,-2 0-1,0 0 1,1 0 0,1 1 10,0 0 0,1 1 0,1-1 1,0 1-1,0 0-17,-4-1 1,0 0 0,0 1 0,-4-1-8,3 1 1,-4-1 0,-2 1 0,-1 0 0,2 1-1,3-1 9,3 2 0,3 0 1,0 1-1,-1-1 1,-2 0-3,4 0 1,-1-1-1,-1 0 1,-1 0 0,0 0-1,0 0 1,0 1-12,0 0 1,-1 0-1,0 1 1,0 0 0,1 0-1,3 0 1,1-1-26,-8-1 1,4 1 0,1-1 0,-4 0-1,5 1 0,-4 0 0,-1 0 0,1 1 0,1-2 1,4 0-5,0 0 0,4-2 1,0 1-1,-4-1 13,-3 0 1,-4 1 0,-3-1 0,0 0 0,1-1 0,4 1 52,1-2 1,2 1 0,1-1 0,0-1-1,-2 1-44,-1 0 0,-2 0 0,-1 0 0,1-1 1,2 1-1,5 0-37,-9 0 1,6-1 0,-3 1 39,8 0 1,-3 0 0,-1 1 0,0-1 0,4 2-715,-13 1 1,3 1-1,0 0 625,1-1 0,0 1 1,-3 1-114,3 0 0,-3 0 1,0 1-1,1 1 28,7 0 0,0 2 0,0 0 0,-2 0 105,-1-2 0,-2 0 0,-1-1 1,0 1-1,3-1 35,-1 1 1,2 1 0,0-1 0,-1 0 90,4-1 1,-2 1-1,-1-1 1,2 0-1,1 0 42,-2 0 0,2-1 0,1 1 0,1 0-116,-7 0 0,2 0 0,-3 1-49,0-1 1,-3 1 0,0 0 0,3 0-301,-3-1 1,2 0 0,1 0 337,4 2 1,2 0-1,-3 1-20,1-2 1,-2 0-1,-1 0 1,2 0 18,-3 1 1,3 0 0,0 0 7,3 1 1,0-1 0,-3 0 10,1-2 1,-3-1-1,0 1 1,1 0-105,-5 1 1,2 2 0,1-2 103,5-2 1,1-2-1,-1 2-69,2 1 1,-2 0 0,0 1 0,3 1 37,2 1 0,2 1 1,-3 1-176,-2 1 0,-3 2 0,0 0 0,3-1 119,0 0 1,3 0 0,-2 2 59,-2 3 0,-2 2 0,-1 1 0,1-2 265,7-2 1,0 0 0,0 0 0,-1 1-272,-7 4 0,-3 1 1,0 1-1,3-2 43,-3 0 1,2-1 0,0 0 100,10-2 1,-1 1-1,2 0 1,2 0 64,-1 1 1,3 0 0,1-1-181,-14 8 1,-1 1-67,5-1 1,-3 4 0,2 0 54,6-2 1,1 0 0,0 3-96,2-1 0,-2 3 0,1 0 0,1-1 157,-4 1 1,2-1 0,1 2-51,6-3 1,-1 1 0,3 1 0,3-1 104,2 4 1,4 0-1,0-1-201,-9 8 1,3 2 65,9-2 1,3 5-1,6-2 55,6-8 1,3 0 0,1-1-207,-3 10 0,3 1 54,8-1 0,5 3 1,2-5 593,0-11 1,2-3 0,3 1-500,1 0 0,4 1 0,0 0 1,-1-3-8,3 2 1,-1-2-1,4-2 110,0-6 0,4-1 0,2-2 0,1-4 53,-6-5 1,1-4 0,1-1 0,2 0 0,1-1 91,1 1 1,3 0 0,1-1 0,1 0 0,1-1 0,0 1-199,-3-1 0,1 0 0,0 0 0,1-1 1,0 1-1,0-1 0,0 0-59,-1-1 1,0 1 0,0-1 0,0 0 0,0 0 0,-1 0 0,1 0-14,-1 1 1,1 0 0,0 0 0,-1 0 0,0 0-1,-3 0 1,-2 0 46,11 0 1,-4 0 0,-1 0 0,2 0 29,-2 1 1,2-1 0,0 1 0,-1 0 0,-3 2-12,-2 0 0,-2 2 0,-2 0 0,-1 0-22,7-1 1,-1 1 0,1 1-11,-2 0 1,1 1-1,0 1 1,-3 0 20,0 0 0,-4 1 0,0-1 0,-2-3 1,-1 0 0,2 0-25,0 0 0,2 2 1,0-1-1,1-2-54,10-2 0,0-2 0,-1-1 65,-9 2 0,-1-1 0,3-1 62,5-1 1,3 0 0,1-2-1,-3 0-1,3-2 1,-3-1 0,-2 1 33,-6 1 1,-2 0 0,2 1-158,-2-1 1,2 1-1,0-1 1,-5 2-924,5 2 1,-4 1 877,1-4 1,1 3-1193,1 5 0,-6 8 1263,-20 10 0,-4 4 0,8-2 0,-1 2 1,-7 10-1,0 0 0</inkml:trace>
  <inkml:trace contextRef="#ctx0" brushRef="#br1" timeOffset="-93675.46">31838 10708 7533,'-41'24'-1709,"2"2"1709,16-13 0,1 0 0,0 1 0,3 1 0,-1 4 0,2 1 0,11-3 0,22-4 0,20-1 0,-11-3 0,0 0 0,21 5 0,-12 4 0</inkml:trace>
  <inkml:trace contextRef="#ctx0" brushRef="#br1" timeOffset="-89159.46">32773 10646 7533,'-18'0'-1709,"9"0"1709,1 0 0,23 0 0,-3 0 0,37 0 0,-10-5 0,-8 2 0,-1-1 0,7-9 0,-3 1 0</inkml:trace>
  <inkml:trace contextRef="#ctx0" brushRef="#br1" timeOffset="-75775.46">27358 17996 7533,'-37'-20'-1709,"19"20"1709,36 26 0,3 7 0,13 3 0</inkml:trace>
  <inkml:trace contextRef="#ctx0" brushRef="#br1" timeOffset="13756.54">17903 11464 7533,'0'-19'-1709,"0"1"1709,0 6 0,0 5 0,-7 2 0,-3 5 809,-16 5 1350,-9 7-1709,-2-3 89,9-1 1,-3 0-121,0-2 1,-3 0 0,-3 0-370,2 0 1,-3 0-1,-1 1 1,-2 0 218,3 0 1,-1 1 0,-1 0 0,-1-1 0,1 0-68,-9 1 0,-1-2 1,1 1-1,1-2 45,7 1 1,0-1-1,2-1 1,2-1-146,-1-1 0,4-3 1,0 0-238,-13-2 0,2 0-1504,7-2 1,3 3-1,5 2 1,3 5 1072,-6 20 1,43 2 0,17 9 0</inkml:trace>
  <inkml:trace contextRef="#ctx0" brushRef="#br1" timeOffset="14139.54">17851 11848 7533,'-36'0'-1709,"-7"6"1799,2 7 0,-2 3-1,16-7 1,-1 0-267,-3 1 1,-5 2 0,-3 0 0,0-1 580,-1-1 1,-1-1 0,-2 0 0,-2 0-811,7-1 1,-2 0-1,-1 0 1,-1 0 0,0 2-1,0-1 406,-2 3 0,-2 2 0,0 0 0,0 0 0,2-1 0,2-1 0,-7 0 0,3-2 0,1 0 0,3 2 0,-2 5 0,0 0 0,0 0 0</inkml:trace>
  <inkml:trace contextRef="#ctx0" brushRef="#br1" timeOffset="15239.54">16387 11911 7533,'-28'0'-1709,"-5"-6"1709,21-1 629,4-11 315,23-1 1,11-3-466,0-4 1,4-3 0,3-1-807,-6 5 1,3-1 0,1-1 0,1 0 0,-2-1 326,2-1 0,-1-1 0,0 0 0,0 0 0,1 2 54,0 1 0,0 1 0,0 0 0,0 2 0,-3 2 223,5-6 0,-1 3 0,-2 10 622,5 13 1,-3 10 224,-7 9 1,-1 7-46,3 13 1,4 1-601,-5-19 1,3-1 0,2-3-396,4 0 0,3-2 1,1-5-1178,4-7 1,1-6 0,-1-3-1,-3-1 1,-2-4 0,-1-3 682,-1-3 0,-1-3 1,-5-1-1,-1-5 1,-5-1-1,-5 2 0,1 0 1</inkml:trace>
  <inkml:trace contextRef="#ctx0" brushRef="#br1" timeOffset="15639.54">16492 12419 0,'-43'-11'0,"14"-9"81,16-2 1,8-4 98,16-6 0,12 1 912,-1 7 0,6 0 0,2 2 0,6-4 0,4 1 0,1 3-273,-3 4 0,1 2 0,2 1 0,-2 2-506,-2 1 0,-1 1 0,0 2 0,0 1-43,13-3 0,-1 2 0,-4 11 466,-11 11 1,-3 8 0,-2 3-198,-2 1 1,-2 2 0,0 2-480,0 4 0,0 0 0,4-8-570,10-14 0,4-8 0,2-8-310,-4-6 1,1-7 0,1-3 0,-2-2 603,-2 0 1,-1-2 0,0-2 0,-2 0 0,-3 1 0,-1-2 0,-2 0 0,-2 3 0,7-5-1,1 0 1</inkml:trace>
  <inkml:trace contextRef="#ctx0" brushRef="#br1" timeOffset="16473.54">12629 11539 7533,'-37'2'-428,"0"0"1,3 13 0,0 9 0,4 6 584,7 4 0,5 7 1,1 4-1,1 1-266,2-7 0,-1 1 0,2 2 0,0 1 0,2 0 0,2 0 468,1 0 1,1 0 0,1 2 0,3-2 0,3-1-1,4-2-224,9 12 0,5-1 0,7-6 0,6-13-273,4-14 0,6-10 1,4-7-1,-2-7-204,-1-7 0,1-7 0,1-6 1,-3-4-1,-3-2-108,-7 1 0,-1-2 0,-2-3 1,-3-3-1,-2 0 0,-5-1 354,-4-1 0,-2-3 1,-4 0-1,-4-1 1,-2 0-1,-5 2 347,-5-6 1,-5 1 0,-4 0 0,-5 3 0,-2 4 54,-3 5 0,-4 2 0,-4 4 0,0 3 0,-2 7-596,-7 2 0,-3 6 0,1 7 0,5 8-550,2 12 1,4 10 0,7 4 839,1 14 0,15 3 0,16 3 0,13-5 0,5-26 0,-1 1 0</inkml:trace>
  <inkml:trace contextRef="#ctx0" brushRef="#br1" timeOffset="16722.54">13529 11279 7533,'-35'-9'819,"-1"0"0,7 22 0,0 11 0,1 9-273,8-3 0,1 7 0,1 4 0,1 3 0,1 2 0,0-1-413,4-5 0,0 2 0,1 1 0,1 1 0,1 0 0,0 1 0,1 1 0,1-1-88,0 2 0,0 2 0,1 1 0,1 0 0,1-1 0,2 0 0,3-2 0,2-1-514,2-1 1,3 0 0,1 0 0,3-2 0,1-2 0,3-3 0,1-3 170,11 10 0,4-5 0,3-6 0,1-7 0,6-6 0,2-9 0,-2-7 0,-9-11 1,0-1-1,1 0 0</inkml:trace>
  <inkml:trace contextRef="#ctx0" brushRef="#br1" timeOffset="17256.54">13758 11440 5914,'4'39'655,"0"0"0,-3-4 1,0 4-1,-1 4 0,0 1-109,1-3 0,1 3 0,-1 1 0,1 2 0,-1 0 0,0 0-398,-1-4 0,1 1 0,-1 0 1,-1 1-1,1-1 0,0 0 0,0-2-583,0 4 0,-1 0 1,1-1-1,-1-1 0,2-1 1,0-4-386,2 6 1,2-3 0,-1-3 0,0-5 168,-5 5 1,6-13 0,18-28 0,-13-24 0</inkml:trace>
  <inkml:trace contextRef="#ctx0" brushRef="#br1" timeOffset="17540.54">14358 11638 7533,'-30'-8'869,"-1"1"1,0 17-1,0 9-869,0 4 0,-1 6 0,1 1-22,-1 4 1,2 2 0,-1-1 740,0-2 1,0-2-1,3-1 353,-1-2 0,13-3 1536,42 10-1169,7-14 1,8 0-2010,-6 0 0,2 2 1,-1 2-251,-7-2 1,1 2 0,-1 1 0,-3-1 350,-2 4 1,-3 0 0,0-1 0,10 7 0,-5-3 0,-8 3 0</inkml:trace>
  <inkml:trace contextRef="#ctx0" brushRef="#br1" timeOffset="18106.54">14746 11266 7533,'-15'23'427,"1"-1"0,0 7 0,0 4 1,3 3 314,4 7 0,5 4 0,1 4 0,-1 0-1223,-3-4 0,0 2 1,-1 1-1,1 1 0,0 0 361,2-7 0,1 0 0,0 1 0,1 0 0,0-1 1,0-2-367,2 2 0,0-1 0,0-1 1,1-2-1,1-2-438,1 8 1,2-3 0,4-10 923,7-9 0,1-12 0,2-27 0,-5-29 0</inkml:trace>
  <inkml:trace contextRef="#ctx0" brushRef="#br1" timeOffset="18506.54">14887 12047 7533,'0'-14'-360,"8"36"1889,-7 10 0,0 5-1034,6 11 0,2 2-585,-6 0 0,4-5-495,3-17 0,5-12-944,5-30 0,3-14 1199,-2 1 0,0-5 1,0-1 329,0-2 0,1-2 0,-1 5 1259,6-8 0,-1 17 2017,8 48-2575,-27 13 0,-4 8-1794,1-12 1,2 2 0,-1-2 1045,3 12 1,2-5 0,9 1 0,7-25 0</inkml:trace>
  <inkml:trace contextRef="#ctx0" brushRef="#br1" timeOffset="18956.54">15328 11477 7533,'-27'-18'1169,"48"10"-90,5 1 1,5 3-1290,4 2 0,5 3 0,1 0-883,1-1 1,0 0 0,-1 0 550,-3-2 0,-1 0 0,-4 0-96,0 2 0,-3-1 1,9-5-1,-29 6 1</inkml:trace>
  <inkml:trace contextRef="#ctx0" brushRef="#br1" timeOffset="19139.54">15716 11440 7533,'-18'17'479,"-1"0"1,4 16 0,5 7 612,3 1 0,2 6 0,1 1-920,1-3 0,0 3 0,1 0 0,0 0-992,1 0 1,0 1 0,1-1 0,0-1-274,0 6 1,-1-3 0,4-4 891,4 1 1,4-9 0,6-10 0,1-22-1</inkml:trace>
  <inkml:trace contextRef="#ctx0" brushRef="#br1" timeOffset="19490.54">15981 11191 7533,'31'-37'1638,"-6"28"0,5 9-632,2 8 1,2 8 0,-2 7-1009,-6 2 0,-2 5 0,-2 4 0,-2 2 397,-3 1 1,-2 3 0,-2 2 0,-3 2 0,-2 0-246,-3-4 0,-3 1 0,-1 0 0,-2 2 0,-2-1 0,-1 1-180,-2 3 0,-2 0 0,-1 1 0,-2 0 0,-3 0 1,-1-2-440,-1-4 1,-1-1 0,-3-1 0,-1 1 0,0-2 0,-1 1 0,0-2 287,-3 5 0,0 0 0,-1-1 1,-1-1-1,0-1 0,0-3 1,-1 0-1,-2-1 0,1-3 1,0-1-1,0-1 0,0-2 0,-1-1 1,1 1-1,0-1 0</inkml:trace>
  <inkml:trace contextRef="#ctx0" brushRef="#br1" timeOffset="38639.54">22207 12208 7533,'-35'-6'-570,"0"-1"0,7 4 1,1 0 569,-16-8-3277,2 4 1343,27 0 5052,-10 1-869,40 17-1380,22 0 1,6-2-465,-12-1 0,3-1 247,4-2 0,7 1 0,3-2 0,-3-3-343,-4-2 0,-1-2 0,0-1 0,0 1-197,0 2 1,0 1-1,1 0 1,3-1 201,-5-2 1,5-1 0,1 0 0,-1-1 0,-3 1 0,-6 2-226,1 0 1,-5 2 0,3-1 18,4 0 0,5-1 0,1 1 0,-1 0 0,-6 1-58,12 0 0,-4 1 9,-13 1 1,1 0 0,-1-1 211,19 0 0,-6-2-181,-13-4-1729,1 0 1,-3-3-1639,-17-5 0,9 0 2669,-31 8 1,-9 10 0,-11 2 0</inkml:trace>
  <inkml:trace contextRef="#ctx0" brushRef="#br0" timeOffset="43273.54">24783 12555 7533,'-18'0'-1619,"-7"0"1529,13 5 90,-4 2 989,47 28-90,-3-20 1,7-2 0,4-1-1379,4-2 1,5-1 0,1-1 0,0-1 590,-6-1 0,-1 0 1,1-2-1,3-3 143,-3-3 0,2-2 0,2-2 0,1-1 0,0-1 0,-1-1-187,-4 0 1,0-1-1,1 0 1,0-2-1,-1 1 1,-1 0 0,-1 0 20,7-2 1,-2 1 0,-1-1 0,1 0 0,4 0-43,-7 3 1,2-1 0,1-1 0,2 0-1,0 1 1,-1 0 0,-2 1 0,-2 1 509,8-2 1,-3 2 0,-2 0-1,0 1 1,0-1-486,-3 1 0,-1 0 0,-1 0 0,1 0 0,2 1 167,-3 2 1,2 1 0,1 0 0,0 0 0,-2 1 0,-4 0 97,4 0 0,-3-1 1,-2 2-1,0 0-277,10 1 0,0 2 0,0-2-263,-6-2 1,1-1 0,0-1 0,-2 0-891,4-1 1,-3 0 0,-1-1-1,-6 0 1,-2 0 0,0 0 8,8-1 1,1 0-1,-8 1-2193,-2-6 163,3 6 3114,-26 2 0,-16-1 0,-2 0 0</inkml:trace>
  <inkml:trace contextRef="#ctx0" brushRef="#br0" timeOffset="44006.54">24747 10795 7533,'-19'-21'-1709,"3"5"2023,14 36 1,4 15-630,1 5 1,2 5 314,-2-1 0,0 3 0,1 1-970,-1 1 1,1 0-1,-1-4 970,-2 3 0,-2-5 0,-3-5 0,-2-7 0,-12-6 0</inkml:trace>
  <inkml:trace contextRef="#ctx0" brushRef="#br0" timeOffset="44189.54">24553 11452 7533,'-11'-13'539,"36"7"-1349,8 4 1,7 4 494,6 0 1,0 2 314,-9 0 0,-2-1 0,14 3 0,-31-6 0</inkml:trace>
  <inkml:trace contextRef="#ctx0" brushRef="#br0" timeOffset="44422.54">24536 11799 7533,'-36'0'-1709,"32"0"1709,48-11 0,-1 2 0,6-1 0,-11 1 0,3 1 0,-3-2-479,10-2 0,-6 0 0,-13 3 0,-7 0 0,-6-4 0</inkml:trace>
  <inkml:trace contextRef="#ctx0" brushRef="#br0" timeOffset="44573.54">24747 11799 7533,'-26'36'819,"-1"0"0,10-1 0,2 4 0,2 2-292,2 7 0,2 2 0,2 0-892,0-2 1,1 0 0,3-2 0,4-10 0,2-1 0,1-3 0,1-6 0,0 0 0</inkml:trace>
  <inkml:trace contextRef="#ctx0" brushRef="#br0" timeOffset="45706.54">21731 10820 7533,'-19'-26'-1170,"3"19"2024,10 29 1,4 14-675,-1-4 0,-1 5 0,1 2-898,1-1 1,-1 2 0,1 0 0,-1 1 379,1 0 1,0 0 0,0 0 0,1-2 337,0 3 0,2-1 0,-1-4 0,-4 5 0,0-5 0,-6 4 0</inkml:trace>
  <inkml:trace contextRef="#ctx0" brushRef="#br0" timeOffset="45906.54">21467 11539 7533,'-48'13'2069,"47"4"-1755,22-14 1,12-5-1275,3 1 1,4-1 0,0 0-134,-2-1 1,-1 1 0,0-1 978,13-4 1,-4 1 0,-19 3 0,-3 1 0,1 2 0</inkml:trace>
  <inkml:trace contextRef="#ctx0" brushRef="#br0" timeOffset="46189.54">21484 11948 7533,'-19'5'-1709,"3"-3"1709,32 8 0,27-14 0,-5 2 0,4-3 0,0-3 0,0-3 0,4 2 0,-5-1 0,-4-8 0,-14 6 0</inkml:trace>
  <inkml:trace contextRef="#ctx0" brushRef="#br0" timeOffset="46356.54">21661 12009 7533,'-36'6'2698,"9"29"-2158,16-1 0,4 6-1633,3-2 1,2 3 0,0 0 682,1 0 0,1 0 1,1-1-1,3 12 1,0-4-1,1-16 0,0 0 1</inkml:trace>
  <inkml:trace contextRef="#ctx0" brushRef="#br0" timeOffset="52756.54">13476 12827 7533,'-37'0'-1619,"11"0"1529,19 0 90,7 0 0,0 0 0,31 0 0,-15 0 404,17-2 1,6-1 1214,-7 0 0,1-1-1582,2 1 0,4-1 1012,6-1 0,4-1 1,-4 1-556,-4 1 1,3 0 62,-3-1 1,8-1 0,3 0 0,-1-1 0,-7 2-1077,-5-1 1,-4 2 0,5-1 590,-1 0 0,5 1 0,3 0 0,-1-1 0,-1-1 90,-4 0 0,0-1 0,-1-1 0,-1 1 0,-2 1-103,7 0 1,-4 0 0,5 0-6,0-1 0,6-2 0,1 1 0,-5-1 0,-9 2 36,-6 0 0,-3 0-739,7 2 1,6 1 0,-1 0 0,-7-1 378,13-7-797,-11 5 0,6 1 0,-6 1 797,7-3-800,3-3 0,-2-1 80,-11 4-359,5-3 0,-3-1 449,-12-2 446,19 2-85,-33 1 831,-1 9 1,-16 8-1,-1 8 1</inkml:trace>
  <inkml:trace contextRef="#ctx0" brushRef="#br0" timeOffset="53122.54">14482 13187 7533,'-2'-5'-540,"20"-7"0,13 0 1304,13-2 1,4 1-1460,-5-3 1,2 0 963,1 4 1,4 0 0,-9 2-180,6-5-810,-13 7 1,5 0-1,-6 0 361,8-4 359,-6 8 0,-3 1 0,-11-3 0,3 6 0</inkml:trace>
  <inkml:trace contextRef="#ctx0" brushRef="#br0" timeOffset="149126.54">15646 12729 7533,'-43'23'-1709,"13"-13"1709,-3 12 270,47-21 989,15-11 0,10-7-660,-2 2 1,3-1 0,3 0-945,-5 1 1,3 0-1,0-1 1,-1 2-466,9-2 0,0 1 1,-3 3 239,-9 5 0,-2 2 1,-2 1 569,4 1 0,-5 1 0,3-5 0,-9-5 0</inkml:trace>
  <inkml:trace contextRef="#ctx0" brushRef="#br0" timeOffset="149386.54">15981 12729 5824,'0'39'197,"0"1"1,0-1 0,0 8 0,0 2 0,0 1-266,0-7 1,0 0 0,0 1-1,0-2-335,0 7 1,0-2 0,0-4 0,0 5 0,0-6 0,0-1 0</inkml:trace>
  <inkml:trace contextRef="#ctx0" brushRef="#br0" timeOffset="149906.54">15293 12605 7533,'-43'-24'-1709,"13"-2"1709,28 0 0,26 12 0,13 4 1092,5 4 0,7 1 0,1-2-1164,-4-2 1,1-3-1,1-1 1,1 1-91,-6 2 0,0 1 0,1 0 0,-1-1 0,-2-1-288,6-4 0,-2-1 1,-1-1-1,-2 3-240,5 2 1,-2 2-1,-5 1 690,-7-2 0,-4 5 0,11 12 0,-31 1 0</inkml:trace>
  <inkml:trace contextRef="#ctx0" brushRef="#br0" timeOffset="150236.54">15787 12803 7533,'-45'-5'-1709,"9"-2"1709,42-11 539,16 2 1,9 1-240,-1 4 0,5 0 0,0 0-1024,8-3 0,3-1 0,-2 1 604,-3 3 0,-2 0 0,-1 2 13,8-1 1,-4 1 0,-14 0 0,-5 1 0,3 1 0</inkml:trace>
  <inkml:trace contextRef="#ctx0" brushRef="#br0" timeOffset="150406.54">16140 12654 7533,'-36'35'449,"21"-9"1,0 7 0,2 3-630,2 2 0,2 4 0,0 2 0,1 1-476,1-6 1,1 2-1,1 0 1,0 0 0,1-2 317,-1 7 0,0 0 1,1-2-1,2-3 0,1-2 1,1-3-1,1-4 1,-1 14-1</inkml:trace>
  <inkml:trace contextRef="#ctx0" brushRef="#br0" timeOffset="154329.81">13741 8044 6183,'-10'-19'-359,"2"1"1348,8 11 1800,0 7-1440,16 12-1349,-5 2 180,31 10-90,-13-11-180,0-3 0,1-2 0,1-1-270,9-3 0,1-2-683,2-2 863,-6 0 0,2 0-109,-11-3 0,-3 0 289,12 2 1529,-11-5 990,-11 23-2160,-13-2 1081,6 26-673,-8-13-299,20-14 0,15 1 0,12 1 0,5 0 0,0-1 0,-5-1 0,-10-2-38,-3 1 1,-6-2 0,6 1-329,4-1 1,8 3 0,5 1 0,2-1 0,-2-2 0,-6-3 0,-9-6 571,6-8 1,-8-6-1054,0-5 0,-1-1 154,-1 0 0,-1-1-805,-6-6 0,-1 3-410,3 6 853,-7-9 0,11 6 0,-11-1 1</inkml:trace>
  <inkml:trace contextRef="#ctx0" brushRef="#br0" timeOffset="160359.81">15399 7796 5824,'30'-3'0,"1"-1"0,0 1 0,0 1 0,-3 2 0,-1 0 0,16 0 0,-17 0 0,-9 0 0</inkml:trace>
  <inkml:trace contextRef="#ctx0" brushRef="#br0" timeOffset="160529.81">15628 7586 7533,'-22'33'90,"-1"1"0,3 7 0,5 3-900,4 3 0,4 1 263,2 1 1,2-2 0,3-12 0,0-2 0,0 14 0</inkml:trace>
  <inkml:trace contextRef="#ctx0" brushRef="#br0" timeOffset="162379.81">15857 7747 5824,'28'-20'0,"-3"8"0,-15 7 0,-10 10 0,-18 13 0,1 0 0,-1 1 180,-11 10 134,11-6 1,2 0 45,7-3-810,16 0-269,21-9 719,1-11 0,-3 5 1169,-42 24 315,-2-7 0,-1 1-1349,1 6 0,5 0-1034,5 15-1080,53-26 1979,-17-19 0,1-5 0,-2-2 0,-1-3 0,7-14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5:47:18.30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28346 7660 7533,'18'17'-570,"1"0"0,0 2 1,3-5 569,10-13 0,3-6 0,2 7 0,2 0 0,11-3 0,-2 2 0,-14 7 0,-5 2 0,4 6 0,-25 7 0</inkml:trace>
  <inkml:trace contextRef="#ctx0" brushRef="#br0" timeOffset="355">29034 7300 7533,'7'-45'-1709,"11"9"1709,2 18 0,13 11 0,2 2 0,-5 5 0,11 5 0,-14 13 0,-7-2 0,-4 7 0</inkml:trace>
  <inkml:trace contextRef="#ctx0" brushRef="#br0" timeOffset="534">29087 7400 7533,'-10'6'-1709,"10"-11"1709,33-3 0,-7 3 0,3 3 0,11 6 0,0 4 0,-7-1 0,-1 2 0,-3 2 0,1 1 0</inkml:trace>
  <inkml:trace contextRef="#ctx0" brushRef="#br0" timeOffset="3268">29792 6879 7533,'-37'-7'-1350,"-4"-4"991,21 10 359,2-5 0,11 1 0,22-2 0,13 0 0,-2 7 0,1 6 0,12 18 0,-22 1 0,-9 5 0,-16 7 0,-9 2 0,-5 3 0,-3-1 0,0-5 0,3-3 0,4 9 0,46-18 0,19-12 0,-22 0 0,-5 5 0,-18 27 0,-20-10 0,-9 1 0,4-9 0,-3 0 0,0-2-340,-11 6 1,2-2-1,7-6 1,5-3-1,-3-1 1</inkml:trace>
  <inkml:trace contextRef="#ctx0" brushRef="#br0" timeOffset="3453">29986 7127 6183,'37'-14'-180,"-9"6"1,1 0 179,2 1 0,1 1 0,5 0 0,0-2 0,0 0 0,-3-1 0,1-4 0,-19 1 0</inkml:trace>
  <inkml:trace contextRef="#ctx0" brushRef="#br0" timeOffset="3603">30251 6829 7533,'0'45'-428,"0"0"1,-6-9 0,-3 1 0,0 3 427,4-3 0,0 3 0,0 0 0,-1-1-365,-8 9 1,-2 0 0,3-3 0,5-7 0,2-2 0,0-4 0,-2 0 0,0 0 0</inkml:trace>
  <inkml:trace contextRef="#ctx0" brushRef="#br0" timeOffset="4151">30621 6842 6183,'-9'35'-120,"0"0"0,-3 11 1,-1 3 119,6-12 0,0 2 0,1 1-1093,0 5 1,0 1 0,1-4-100,0 0 0,2-4 1192,2 2 0,2-4 0,-1-4 0,0-2 0</inkml:trace>
  <inkml:trace contextRef="#ctx0" brushRef="#br0" timeOffset="4320">30798 7078 7533,'37'-21'-855,"-9"11"1,1 3 854,18 7 0,-12-4 0,0-3 0,-7 1 0,-1-2 0,-1-4 0,-1-1 0</inkml:trace>
  <inkml:trace contextRef="#ctx0" brushRef="#br0" timeOffset="4487">31062 6916 7533,'-13'29'-570,"1"0"0,2 8 1,0 3 569,-1 1 0,-1 4 0,2-1 0,4-5 0,2 0 0,2 0 0,1-2 0,1-1 0,1-5 0,3 19 0,12-28 0</inkml:trace>
  <inkml:trace contextRef="#ctx0" brushRef="#br0" timeOffset="4851">31327 6817 7533,'17'-40'-1709,"9"6"1709,-7 21 0,-1 6 0,-2 7 0,-6 24 0,-1-2 0,-10 3 0,-6 2 0,-1 5 0,-3-2 0,-2-8 0,-2 0 0,-2 13 0,1-2 0,4-6 0,-3-1 0,23 2 0,25-14 0,-17 0 0,7-4 0,1 2 0,-5 7 0,1 1 0,-20 20 0,-21-15 0,-9 0 0,-7 5 0,-1-1-229,9-2 0,0-3 229,-7-4 0,9-5 0,23-9 0,-12 0 0</inkml:trace>
  <inkml:trace contextRef="#ctx0" brushRef="#br0" timeOffset="5033">31662 7127 6183,'25'5'-359,"18"2"359,-19 0 0,10-3 0,2-3 0,-2-1 0,-8-2 0,1-1 0,6-4 0</inkml:trace>
  <inkml:trace contextRef="#ctx0" brushRef="#br0" timeOffset="5200">31997 6892 7533,'-14'23'-570,"1"0"0,-13 11 1,3 1 569,15-8 0,0 3 0,-11 4 0,-6 4 0,6-3-859,10-3 0,2-1 859,-10 10 0,1 0 0,11-13 0,2-3 0,3 6 0</inkml:trace>
  <inkml:trace contextRef="#ctx0" brushRef="#br0" timeOffset="5486">32279 6990 7533,'-16'-8'-1709,"-11"26"1709,0 8 0,1 5 0,8 1 0,5 2 0,4-1 0,10-4 0,36 1 0,-6-21 0,1-1 0,-6-1 0,-5 4 0,-3 26 0,-31-11 0,-10-1 0,-7-1 0,-4-3 0,1-3 0,1-5 0,-11-8 0,27-12 0</inkml:trace>
  <inkml:trace contextRef="#ctx0" brushRef="#br0" timeOffset="5634">32332 6978 7533,'28'0'-1619,"21"0"1529,-26 6 90,9-1 0,1 2 0,6 12 0,-13-9 0,1 0 0,16 8 0</inkml:trace>
  <inkml:trace contextRef="#ctx0" brushRef="#br0" timeOffset="6019">32526 7573 7533,'10'-26'-1709,"13"-3"1709,-3 15 0,7 2 0,7 12 0,1 7 0,-6 0 0,5-2 0</inkml:trace>
  <inkml:trace contextRef="#ctx0" brushRef="#br0" timeOffset="6186">32473 7672 7533,'35'-19'-855,"-9"9"1,-1 2 854,15 1 0,-10 7 0,-2 0 0,2 2-161,11 3 1,-29 1 0,3 0 0</inkml:trace>
  <inkml:trace contextRef="#ctx0" brushRef="#br0" timeOffset="25483">33126 7300 7533,'0'-20'-1709,"-8"3"1709,6 23 0,-6 6 0,0 30 0,8-6 0,-2 2 0,-5-10 0,-1 2-84,3 4 1,0 3 0,-3-1 83,-13 7 0,-1-2 0,6-1 0,1 1 0,-1-8 0,-2 1 0,3-3 0,0-1 0,2-2 0,-6 13 0,3-2 0,24-43 0,2 2 0</inkml:trace>
  <inkml:trace contextRef="#ctx0" brushRef="#br0" timeOffset="25867">33285 7474 7533,'-10'-7'-1709,"2"1"1709,24 12 0,19 12 0,-12-3 0,3 0 0,-5 5 0,-17 22 0,4-11 0,-23-1 0,-11 2 0,-5-7 0,-3 0 0,0 7 0,2 1 135,4-4 0,13-1 44,48 8-179,2-24-225,6-4 1,1 0 224,-18 2 0,-1 0 0,22 10 0,-12 4 0</inkml:trace>
  <inkml:trace contextRef="#ctx0" brushRef="#br0" timeOffset="49001">12700 10820 7533,'-10'-18'-1709,"-5"4"1709,5-15 0,-8 14 0,0-3 0,-15 40 239,12 12 1,1 12 0,0 2-739,7-10 1,0 1 0,1 1 0,-1 0 565,-2 3 1,-2 0-1,1 1 1,6 0 22,4 2 0,5 1 0,2-1 0,3-7-97,2-1 1,7-4 36,9-1 0,7-2 0,5-11 0,9-16 0,6-13 0,0-6-592,-13-1 0,0-4 0,0-4 0,-1 0 382,4-4 0,0-2 0,-2-2 1,-5-2 89,-9 1 0,-4-2 0,-3-1 0,-4-1 128,-3-1 1,-3-3 0,-4 1 0,-1 4 51,-3-9 0,-8 2 694,-4 9 0,-4-3 1,-3 3-1,0 8-649,-4 7 0,-3 6 209,-11-2 0,-6 0 0,5 5-164,12 5 0,1 5-1217,-19 6 1,2 4-403,7 0 1244,20 10 1,7 5 0,10 9 0,9-6 0,1 0 0</inkml:trace>
  <inkml:trace contextRef="#ctx0" brushRef="#br0" timeOffset="51335">17127 10869 7533,'-26'0'-855,"-1"0"1,-18 17 854,14 15 0,4 12-539,12-4 1,6 6 0,1 1 538,2-5 0,0 1 0,3 0 0,8-3 0,9-3 0,7-1 0,3-3 0,2-5 0,4-2 0,4-5 0,2-9 0,9-10 0,3-12 0,-2-8 134,-9-7 1,0-8 0,-4-6 0,-5-1 314,-6-1 1,-5-4 0,-4-2 0,0-1-247,-2 4 1,1-3 0,-3 0 0,-5 1 0,-7 3-159,-11-4 0,-10 1 0,-4 5 0,-2 4-770,-6 0 1,-3 5 0,-4 10 364,-5 10 0,-4 9 0,5 8 360,15 7 0,2 6 0,4 2 0,-3 5 0,5 3 0,8 6 0,-1-1 0</inkml:trace>
  <inkml:trace contextRef="#ctx0" brushRef="#br0" timeOffset="53650">21855 10869 0,'-36'13'0,"6"13"0,2 10 0,10-5 0,2 3 0,1 3 0,-1-2 0,1 2 0,1 1 0,6-1 0,3 10 0,5 0 0,10-7 431,20 3 1,11-17-432,-2-31 0,6-16 0,-2-6 0,-4 1 0,-1-5 0,-2-4 0,-4-4 99,-7 4 0,-2-4 0,-4-2 0,-3 0 0,-6 2-99,-6-3 0,-4 1 0,-6 2 0,-8 6 30,-17 0 0,-12 8 0,-3 14-30,5 20 0,-4 13 0,-1 6 0,4-3 0,7-7 0,1 0 0,2 1 0,4 4 0,6 11 0,-1 1 0,1-1 0,0 1 0</inkml:trace>
  <inkml:trace contextRef="#ctx0" brushRef="#br0" timeOffset="54901">26529 10721 7533,'-28'9'-1709,"11"34"3347,15 2 0,4 9-1063,-2-18 0,1 3 0,0 1 0,-1 1-961,-1 4 0,0 2 0,-2 1 0,0 0 44,-1-7 0,-1 1 0,-1-1 1,0 0-1,-1-1-478,0 8 1,0-1 0,0-2 0,-1-3 760,-1-1 0,1-3 1,0-1-1,-1 11 0,2-5 1,-3-5-1</inkml:trace>
  <inkml:trace contextRef="#ctx0" brushRef="#br0" timeOffset="106584">11642 12605 7533,'-45'11'-855,"22"6"1,2 7 854,5 8 0,1 6 0,3 1-835,5 1 0,3 0 0,2 1 835,-4-1 0,1 0 0,10-6 43,24 2 0,8-14-43,-11-18 0,1-9 0,11-11 0,3-10 0,-4-1 0,-5-5 0,-3-6 67,-7 5 1,1-5-1,-2-2 1,-3 2-20,-2-6 0,-4 1 0,-3 1 12,0 2 0,-2 2 0,-5 0 479,-7-1 1,-4 0 0,-3 7-572,-1 8 1,-5 5 615,-22-8 1,-2 7-405,-1 8-90,-7 16 0,2 8-1080,12 5-134,1 9 0,6 5 224,17 5 900,17 7 0,6 1 0,-5-18 0,3-1 0,12 14 0,-1-1 0</inkml:trace>
  <inkml:trace contextRef="#ctx0" brushRef="#br0" timeOffset="107020">12100 13100 7533,'-19'31'-1709,"3"11"1709,24 4 0,-5-16 0,4 1 0,9 3 0,1-1 0,-10-9 0,0 0 0,4 2 0,1 0 0</inkml:trace>
  <inkml:trace contextRef="#ctx0" brushRef="#br0" timeOffset="107751">12524 12679 7533,'-20'26'-855,"-1"-3"1,3 0 854,12 0-786,-14 16 0,1 2 786,15-1 0,-4 6 0,0 0 0,8-9 115,10-6 1,4-4-116,-1-12 0,18-8 0,3-8 0,-8-13 0,7-15 0,-2-5-261,-9-6 261,-12 6 0,-2-6 0,-1 5 0,1-12 90,-15 14 0,-5-5 0,0 6 0,-4-7 0,-7 17 0,-8-1 0,5 5-90,-2 2-315,-16 12 0,0 8 315,19 12 0,-2 8 0,5 4 0,12 3 0,18 15 0,11-15 0,17 0 0</inkml:trace>
  <inkml:trace contextRef="#ctx0" brushRef="#br0" timeOffset="108067">12912 12568 0,'-26'-17'0,"14"13"523,-3-18-523,15 20 2668,31-3-2398,0 5-180,-1 0 0,1 5 180,1 11 0,-3 3-1620,2 6 775,-14 18 0,-10 5 575,-17-2 0,-3-6 0,-5 6 0,0-5 0,3-7 0,-3-2 157,-2-2 1,-4 4-1,-1 0 1,4-4 651,-2 5 1,2-1-91,-7 8 1,6 0 573,18-13 0,8-3-1293,15 7-1304,11-18 0,7-6 899,-5-10 0,2-4-202,11 0 0,-1-4 607,-12-2 0,-2-3 0,-3 2 0,-3 0 0,12-13 0</inkml:trace>
  <inkml:trace contextRef="#ctx0" brushRef="#br0" timeOffset="108384">13494 12493 7533,'-36'-27'-1709,"9"10"1799,6 30 0,1 9 899,-2 8-1627,6-1 0,-1 7 0,1-3 728,5-7 0,1 1-90,0 10 0,1 5 0,2-5 125,2-9 1,2 1-396,5 18 0,4-1 91,12-3-181,2-7 0,3-3 180,8-10-45,2 0 0,-1-1 225,-1-7 0,-5 3 0,-1-1 0,3-2 538,-11 20-538,-9-20 540,-23 25-90,-13-7-271,4-12 1,-5 2-600,-1-3 1,-3 1-1,2-3 161,4-5 0,-1-1 259,-18 8 0,4-7 0,21-19 0,-13-1 0</inkml:trace>
  <inkml:trace contextRef="#ctx0" brushRef="#br0" timeOffset="108517">13370 12704 7533,'16'-22'-855,"0"1"1,7-1 854,13 8 0,3 6-656,2 8 1,-8 2-1,0 1 1,13 4 0</inkml:trace>
  <inkml:trace contextRef="#ctx0" brushRef="#br0" timeOffset="109484">16351 12716 7533,'-19'0'-900,"-13"6"495,18 14 1,1 5 404,-17 8-966,15 1 0,2 8 0,0-4 966,3-10 0,1 0 0,0 10 0,1 6 0,7-5 430,9-5 1,8-6-431,12-7 0,6-14 0,-3-19 0,1-13 0,-3-5-48,-6 1 1,-3-5 0,-2-3-1,-4-1 48,-3-4 0,-4-4 0,-5 1 0,-4 2 30,-10-5 0,-7 2 0,-5 8-60,-2 12 0,-3 5 0,-1 11 30,-14 21 0,8 16-241,21 10 0,10 7 1,4 1-1,8-1 1,15-9-1,-1 1 1</inkml:trace>
  <inkml:trace contextRef="#ctx0" brushRef="#br0" timeOffset="109667">16669 13051 7533,'-18'18'-540,"8"12"1260,2-8-945,10 5 0,4 2-450,2-2 1,2-1 674,7 7 0,1-1 0,-4-6 0,2-3 0,17 6 0</inkml:trace>
  <inkml:trace contextRef="#ctx0" brushRef="#br0" timeOffset="110134">17039 12840 7533,'-30'25'-855,"-1"0"1,-8 4 854,17 12 0,11 5 0,27 0 0,10-21 0,8-11 0,4-19 0,1-12 0,-10-1 0,0-4 0,-7-4 0,-9-6 0,-7-4 0,-5 2 0,-6-14 0,-12 8 0,-15 15 0,-6 11 0,8 12 0,3 7 0,3 6 0,5 5 0,3 20 0</inkml:trace>
  <inkml:trace contextRef="#ctx0" brushRef="#br0" timeOffset="110451">17374 12555 7533,'-19'-19'-1709,"3"6"4047,32 2-2023,7 9 0,5 3-1125,4-2 1,2 2 179,8 5 1,-3 6 584,-8 5 0,-9 8 45,-19 17 0,-12 7 239,-1-10 1,-4 2 0,-2 0 323,-2 4 0,-2 0 1,2-1-654,0-3 0,0-1 0,11-4-945,13 2 1,11-7 809,13-12 0,5-8 225,-1-3 0,0-6 0,5-8 0,-3-5 0,-1-2 0</inkml:trace>
  <inkml:trace contextRef="#ctx0" brushRef="#br0" timeOffset="110734">18150 12592 7533,'-35'-14'-1709,"8"9"3238,2 15 0,1 9-630,-1 19 1,3 8-840,4-14 0,1 1 0,5 2-360,6 6 0,5 2 0,6-3-210,3-7 1,5-2-1,5-2-150,6-5 1,5-2-1,-2-1 345,7 9 1,-3 1 314,-5-4 0,-9 2 0,-20 3 0,-10-2 0,-4-5 0,-5-4 0,-1-4 0,-1-4 0,-1-6 0,1-3 0,-3-4 0</inkml:trace>
  <inkml:trace contextRef="#ctx0" brushRef="#br0" timeOffset="110867">18009 12827 7533,'11'-25'-405,"0"0"0,12-12 180,20 19 0,6 7-103,-10 3 1,-1 2-1,6-1 1,0 2-1,-10 2 1,1 0-1</inkml:trace>
  <inkml:trace contextRef="#ctx0" brushRef="#br0" timeOffset="111501">21114 12654 7533,'-30'25'-428,"1"0"1,0 0 0,-5-3 0,3 4 427,11 3 0,1 7 0,3 2 0,4-4 0,1 12 0,9-2 0,7-8 0,6 0 0,6-13 0,18-19 0,6-16 0,-5-9 0,-1-9 0,-6-6-323,-10 1 1,-5-5 0,-4-3 0,-6 3 322,-5-11 0,-8 0 0,-8 7 0,-6 9 0,-7 6 0,-1 10 205,-13 14 1,3 17-206,15 12 0,9 8 0,14 4 0,10-1 0,11-9 0,-1 0 0</inkml:trace>
  <inkml:trace contextRef="#ctx0" brushRef="#br0" timeOffset="111667">21361 12927 7533,'-28'36'314,"13"-15"1,5 2-1080,10 4 1,6 2 764,2 6 0,3-2 0,3-9 0,2-1 0,0 0 0,1 0 0</inkml:trace>
  <inkml:trace contextRef="#ctx0" brushRef="#br0" timeOffset="111950">21766 12815 2146,'-29'20'-855,"0"0"1,-5 5 1952,5 5 0,9 3-1098,34 7 467,6-22 0,5-8-467,12-16 0,1-11 256,-2-10 1,-8-7-257,-12-7 0,-14-1 872,-16 10 0,-9 8-872,-12 15 0,-3 11 0,7 9 0,5 5 0,1 19 0,37-1 0</inkml:trace>
  <inkml:trace contextRef="#ctx0" brushRef="#br0" timeOffset="112234">22066 12555 7533,'-2'-21'-1709,"20"10"1709,27 24 0,-17-3 0,-1 4 0,-5 8 0,-7 5 0,-17 15 0,-12 6 0,-1-7 0,-5 2 0,-1 0-90,4-8 0,-1 1 0,1-1 0,2 0 60,-4 8 0,2-1 0,10-3 30,14-1 0,11-7 0,5-16 0,3-7 0,6-9 0,-1-6 0,-5-6 0,-1 1 0</inkml:trace>
  <inkml:trace contextRef="#ctx0" brushRef="#br0" timeOffset="112517">22684 12505 7533,'-44'8'419,"1"0"1,4 18 0,4 8-150,8-4 0,1 2 0,8 4-510,10 4 0,8 4 0,4-3-150,5-5 0,5-3 1,3-1-61,3-4 0,3-2 0,0-2 180,11 4 1,-7-1 269,-17 1 0,-10 0 0,-13 0 0,-9 0 0,-13 2 0,-3-3 0,5-9 0,-1-3 0,1-4 0,0 0 0</inkml:trace>
  <inkml:trace contextRef="#ctx0" brushRef="#br0" timeOffset="112634">22525 12691 4746,'23'-23'-570,"1"-1"1,10 5-1,6 3 190,0 1 0,4 2 1,-2 3-1,6 2 0,-2 5 1,-5 7-1,0 0 1</inkml:trace>
  <inkml:trace contextRef="#ctx0" brushRef="#br0" timeOffset="113450">25823 12568 7533,'-17'-46'-1709,"-9"32"1709,15 36 0,3 15 0,1 0 0,1 4 0,1 2-375,2-4 0,1 1 0,0 0 0,1 1 375,0 2 0,0 1 0,2 0 0,0-3 0,3 6 0,2-2 0,0-4 0,-2 3 0,4-6 0,4-12 0,1-1 0</inkml:trace>
  <inkml:trace contextRef="#ctx0" brushRef="#br0" timeOffset="113651">26123 12976 7533,'-21'-20'-1709,"38"-2"1709,22 14 0,10 3 0,-3-2 0,4-2 0,-2 0-410,-9 3 0,-1-1 1,0 0-1,0-2 1,0-1-1,-6 0 0,11-10 1</inkml:trace>
  <inkml:trace contextRef="#ctx0" brushRef="#br0" timeOffset="114884">26882 12679 7533,'-34'11'-675,"16"7"0,-1 6 495,-9 13 1,3 7 179,15-11 0,4 3 0,1-2 0,-6 7 0,8-4 0,18 0 0,11-12 0,8-24 0,3-10 0,-11 6 0,1-3-206,6-13 1,2-7 0,-7-5 205,-15-8 0,-8-4 0,2 1-356,7 8 1,3 2 0,-7-3 355,-8-15 0,-8-3 0,-5 7 0,-10 13 0,-4 5 0,6-4 0,-3 7 196,-11 12 0,2 15-196,17 26 0,6 9 0,-2-14 0,2 2-106,5 19 1,8-1-1,10-23 1,4-2-1,-1 4 1,1-1-1</inkml:trace>
  <inkml:trace contextRef="#ctx0" brushRef="#br0" timeOffset="115051">27182 12865 7533,'-40'0'-1709,"9"0"1709,31 22 0,3 1 0,2 3 0,7 12 0,1 2 0,-2-6 0,0-2 0,1-4 0,1-4 0,3-6 0,-6-6 0</inkml:trace>
  <inkml:trace contextRef="#ctx0" brushRef="#br0" timeOffset="115785">27481 12592 7533,'-19'-27'-1709,"3"5"1709,24 27 0,2 2 0,15 11 0,11 12 0,-15-2 0,-13 13 0,-20-20 0,-29 2 0,19 1 0,-11-15 0,23 19 0,10-9 0,2 2 0,14 2 0,-6-11 0,0-5 0,-3-1 0,-7-6 0,8-11 0,-6-14 0,6 3 0,-8-18 0,0 8 0,0-1 0,-8-2 0,6 21 0,-6-3 0,8 16 0,-7-5 0,-3 12 0,-8 23 0,5-3 0,1 4 0,5 9 0,2-1 0,-4-7 0,2-2 0,7-1 0,8-5 0,33-10 0,-17-17 0,1-7 0,12-10 0,-3-9 0,-15 1 0,-3-6 0,-6-1 0,-7-2 0,-5-1 0,-5 1 0,-2 4 0,-4 1 0,-4 5 0,-18-3 0,-3 13 0,9 19 0,3 10 0,1 25 0,26-11 0,8-1 0,18 12 0</inkml:trace>
  <inkml:trace contextRef="#ctx0" brushRef="#br0" timeOffset="116084">27764 12505 7533,'-20'-27'-1709,"12"5"1709,34 27 0,-4 5 0,1 4 0,1 6 0,-1 4 0,-3-5 0,-5 3 0,-9 16 0,-12 4 0,-16-1 0,-7 1-98,12-7 1,0 2-1,0 0 98,-2-5 0,-1 0 0,6-2 36,4 7 1,12-7-37,25-20 0,5-7 0,5 0-175,1-9 1,-3-6-1,-8-11 1,9-3 0</inkml:trace>
  <inkml:trace contextRef="#ctx0" brushRef="#br0" timeOffset="116350">28169 12468 7533,'0'-27'-1709,"-15"38"1709,4 27 0,2 15 0,-2-10 0,-2 4 0,2-1-388,3-6 0,2 0 1,0 0 387,-1 3 0,1 1 0,3-6 186,7-10 0,0-2-186,-3 3 0,0-2 192,7 9-192,-31-12 0,-15-5 0,11-11 0,-1-3 0,-17-5 0,12-13 0</inkml:trace>
  <inkml:trace contextRef="#ctx0" brushRef="#br0" timeOffset="116451">28063 12815 7533,'40'-31'-570,"-1"0"0,1 9 1,0 5 569,-3 5 0,-1 5 0,-8 7 0,-3 3 0,8 15 0</inkml:trace>
  <inkml:trace contextRef="#ctx0" brushRef="#br0" timeOffset="126619">13882 12927 6183,'-10'7'810,"2"-2"2466,24-10-795,19 3-3426,-5-1 1,3 1-695,-1 1 1,1 2 1411,-1-1 1,-4 0 0,0 0 0,-13 0 0</inkml:trace>
  <inkml:trace contextRef="#ctx0" brushRef="#br0" timeOffset="126767">13970 13076 7533,'-19'24'-45,"1"1"0,-8 3 3321,34-6-616,12-22-2210,3 0 0,5 0-990,3-6 0,0 1 540,-2 3 0,-1 1 0,-1-5 0,-3 1 0,2 5 0</inkml:trace>
  <inkml:trace contextRef="#ctx0" brushRef="#br0" timeOffset="128852">14482 12344 6183,'-18'0'-359,"0"6"359,-7 34 0,17-12 0,4 3 0,0 3 0,8-2 90,14-4 0,7-13-45,3-28 0,1-14 134,-6 4 1,-1-4 0,-4-3 210,-4-5 0,-4-3 0,-7 2 779,-10-8 0,-11 7-1079,-8 13 0,-5 12-1729,-3 21 1,3 11 1630,14 2 1,7 4 0,4 3 0,8 0-1,11-6 1,-1 1 0</inkml:trace>
  <inkml:trace contextRef="#ctx0" brushRef="#br0" timeOffset="129018">14711 12444 7533,'-18'30'3276,"8"1"-3854,10 18-1061,4-21 1,2 0 1535,12 14 0,-8-3 1,-3-26-1</inkml:trace>
  <inkml:trace contextRef="#ctx0" brushRef="#br0" timeOffset="129217">15028 12233 7533,'-27'5'3276,"1"30"-2306,16-4 1,3 7-2064,3-6 1,1 2 0,0 1 763,-2 5 0,-1 1 0,1-3 1,1 6-1,-1-4 0,-4-5 0,0 0 1</inkml:trace>
  <inkml:trace contextRef="#ctx0" brushRef="#br0" timeOffset="129534">14464 13013 7533,'46'-10'819,"-1"-1"0,1 1 0,-5-3 0,0 1 187,4 6 1,3 2 0,-3 2-2222,-2 1 1,-2 2 1214,-8 2 0,1 1 0,-1 1 0,8 1 0,-4 2 0,-11 1 0,-1 0 0</inkml:trace>
  <inkml:trace contextRef="#ctx0" brushRef="#br0" timeOffset="131068">14605 13175 7533,'-23'14'314,"1"1"1,-6 18 449,18-4 1,5 2-450,6-1 0,6-2-90,3-1 0,5-3-675,9-6 0,5-6 270,2-9 1,3-6-1460,6-2 1,-2-4 1591,-13-2 1,-3-2 0,19-12 0,-23 0 0</inkml:trace>
  <inkml:trace contextRef="#ctx0" brushRef="#br0" timeOffset="131217">14817 13224 7533,'-26'18'-210,"1"-1"0,0 13 0,3 7 1019,0 1 1,1 4 0,3 2-1108,6-3 0,3 3 0,1-1 0,0-1 0,-4 2 0,0-2 0,2 0 0,4-2 1,1 0-1,-1 1 0</inkml:trace>
  <inkml:trace contextRef="#ctx0" brushRef="#br0" timeOffset="136701">3193 3334 7533,'-21'-21'-570,"0"0"0,0 5 1,-5 4 569,-14-3 0,-6 7-370,8 10 1,-2 7-1,-3 2 370,1-1 0,-3 3 0,0 2 0,0 3-315,8 1 0,0 2 1,0 1-1,0 3 1,1 0 314,-1 1 0,0 0 0,1 3 0,1 1 0,4 3 72,0 6 0,3 2 0,1 3 0,4 0 0,2 0 136,6-3 1,2 0-1,2 0 1,2 0-1,1 2-64,-1 3 0,2 2 0,1 0 0,3-1 0,4-2 36,4 1 0,4-1 0,4-2 0,3-1-73,0-5 1,3-1 0,2-1 0,2-1 0,2-2 94,9 3 1,3-2-1,3-3 1,2 0-78,-3-3 1,2-1 0,2 0 0,1-3 0,1-1-51,-6-6 0,1-2 0,1-1 0,1-1 0,0-1 0,0-1 45,3-1 0,1-1 0,0-1 0,1 0 0,-1-2 0,-1 0 23,4-1 1,0-1 0,-1-2 0,1 1 0,1-1 51,-4 1 0,2-1 0,0 1 0,-1-1 0,0-1 0,-3-1-70,-1 0 1,-2-2 0,-1 0 0,0-1 0,0 0-72,1 1 0,0-1 0,-1 0 0,0-2 0,0-3-54,-1-3 0,-1-3 0,0-3 0,-2-1 0,-1-1-90,4-7 0,-3-2 0,0-2 0,0-2 144,-2 3 0,1-1 0,-1-2 0,-1 0 0,-2-2 144,-5 0 0,-1-2 0,-1 0 0,-3-1 0,0-1-91,-1-1 1,-1-1 0,-1-1 0,-2-1 0,-3 0-36,-1-2 0,-3-1 0,-2 0 0,-2 0 0,-2-1-255,-2-3 0,-2 0 0,-2 0 0,-2-1 0,-3 2 219,-1 1 0,-2 0 0,-3 1 0,-2 1 0,-5 2-96,0 7 0,-2 0 0,-3 2 0,-3 1 0,-2 2 0,-3 3-320,0 5 1,-2 3-1,-2 1 1,-2 2 0,-3 2-1,-1 2 1,-1 1 51,2 3 0,-1 2 0,-2 2 1,-2 1-1,-1 2 0,-1 0 1,0 1-1,-1 1 0,2 1 1,0-1 19,1 2 1,0 0-1,-1 0 1,1 2 0,-1 0-1,1 1 1,-1 1 0,0 0-1,0 2 1,0-1 53,1 1 1,0 2-1,-2 0 1,0 0-1,-1 2 1,2-1-1,0 1 1,1 1-1,2-1 1,2 1-1,2-1 202,-5 2 0,2 0 0,3 0 1,1 1-1,1 0 0,2 2 0,1 0 1,-7 6-1,1 1 0,2 1 0,4 1 1,6-1-1,7 6 0,1-1 0,-1 0 1</inkml:trace>
  <inkml:trace contextRef="#ctx0" brushRef="#br0" timeOffset="138168">6244 11960 7533,'-10'-25'-1619,"-21"0"1529,25 6 90,-33 1 0,19 12 0,-11 4 0,-4 4 0,1 6 0,1 2-226,1-4 1,-1 3 585,-9 15 0,4 3-90,5-3 239,9-2 1,-3 3 0,3-3-240,-7 8 314,5 5 1,3-1-315,3-3 224,3 2 1,1 2-225,4 1 90,0 5 0,1 0-270,1-3 89,5 11 1,0-2 0,-3-12 90,7-4 0,2 6 0,-1-3-135,0-5 0,0-2-45,-1 5 0,2 0 89,5 2 1,4-1 540,17 8-630,-8-10 0,0 0 90,8 8-90,-10-15 0,-3-3 0,-2-4-180,8 1 0,1-2 90,1-2-135,2-2 0,1 0-45,-4-4 180,4 1 0,-1-2 0,-2-5-45,2 3 0,1 1 45,-3-5-135,9 4 0,2 1-135,8 1 180,-15-3 0,1-1 45,6 0 0,-1-1 45,9-2 225,-15 1 1,1-2-226,-2-4 0,-1-1 450,13-2-360,1-10 44,-13 9 1,-1 0-224,-3-4 89,4-2 0,-1 1 0,-2-1-45,-2-8 0,1 0 45,-2 5 89,0-17 1,-4-8-270,-8 7 1,-3-1-523,2 0 1,-1-2 0,0 2 701,0-3 0,-2 1 0,-2-11 0,0 4-257,7 13 616,-7-8 1,-2 2-450,1 14 675,1-13 0,-2-2 674,-15-5-989,11 15 0,-2-2 179,-12-1 1,-3 3-832,-7-6 517,-4 1 0,-1 0-135,14 17 0,-1 0-210,-9-6 0,-5-2 0,2 2-15,-2 2 0,1 1 90,-1-4 0,-2 1-855,-7 4 1,0 5-405,6 10 0,1 2 845,0-2 1,-2 4-545,1 12 1,-2 7 0,4 4 786,11 2 1,4 3-1,-1 1 1,-8 3-1,0 2 1,1 1 0,6 0-1,1 0 1,-1 0-1</inkml:trace>
  <inkml:trace contextRef="#ctx0" brushRef="#br0" timeOffset="155518">29475 12258 7533,'-10'0'-1709,"2"0"1709,8 27 0,4 8 0,0 3 0,-3-7 0,0 4-234,-2 1 0,0 5 1,-2 2-1,0-3 234,-2 1 0,-2-2 0,-1 2 0,0-1 0,-1 1 0,-1 1 0,2-2 0,1 2 0,1-2 0,-1-4 0,-2-2 0,3-6 0,14 0 0,1-28 0</inkml:trace>
  <inkml:trace contextRef="#ctx0" brushRef="#br0" timeOffset="155701">29580 12691 6183,'30'7'-180,"-1"-1"1,20 1 179,-2-8 0,-2-4 0,-2-3-149,-12 3 1,-5-2-1,-8-4 1,0 3-1</inkml:trace>
  <inkml:trace contextRef="#ctx0" brushRef="#br0" timeOffset="156568">30198 12444 7533,'2'-14'-1709,"-20"52"1709,0 5 0,-1 4 0,3-3 0,2 3-257,4-3 1,0 3 0,7-6 256,8-13 0,6-5 125,8 4 0,5-11-125,7-34 0,2-11 0,-3 10 0,-3-5 0,-5-10 0,-4-7 0,-9 2 0,-17-4 0,-5 2-41,11 3 0,-4 1 41,-23-5 0,-7 10 0,-3 23 0,2-1 0,13 50 0,40-5 0,-7-10 0,2 0 0,6-7 0,1 0 0</inkml:trace>
  <inkml:trace contextRef="#ctx0" brushRef="#br0" timeOffset="156718">30427 12741 7533,'-18'33'-1350,"1"13"1350,7-19-359,10 21 359,10-20 0,7 6 0,1-26 0,0 3 0,-1-11 0</inkml:trace>
  <inkml:trace contextRef="#ctx0" brushRef="#br0" timeOffset="156868">30709 12444 7533,'-19'11'-855,"-1"6"1,1 7 1093,5 7 1,2 6 0,0-2-852,-4 2 0,1 2 409,4-4 1,-1 5 0,3 0 0,2-2 202,4 12 0,4-1 0,-5 1 0,0-1 0,4-5 0,0-1 0</inkml:trace>
  <inkml:trace contextRef="#ctx0" brushRef="#br0" timeOffset="157204">30921 12716 7533,'-37'0'-1619,"19"0"1529,36 6 90,14-5 0,4-1 0,-10 3 0,1 0 0,22-5 0,0-2 0,-15-1 0,-3-2 0,2-2 0,-1-2 0,-3-1 0,0-1 0</inkml:trace>
  <inkml:trace contextRef="#ctx0" brushRef="#br0" timeOffset="157368">31203 12369 7533,'-21'15'-810,"-1"-1"1,-15 13 764,14 5 0,3 7-521,4-3 0,1 5 0,3-3 745,0 6 1,2 1-518,3-8 1,0 5 0,1 0 0,3-4 337,1 13 0,4-3 0,1 2 0,1-2 0,1-7 0,0-1 0</inkml:trace>
  <inkml:trace contextRef="#ctx0" brushRef="#br0" timeOffset="157921">31538 12171 7533,'-43'6'-1709,"14"6"1709,-4 23 0,26-4 0,4 0 0,-5 14 0,15-9 0,9-5 0,29-20 0,-3 6 0,-4-28 0,-4-13 0,-20-9 0,-4-3 0,8 8 0,-3-2 0,-9-18 0,-12 0 0,-10 23 0,-1 2 0,1-23 0,-12 29 0,1 12 0,13 40 0,-11-5 0,21-3 0,0 0 0</inkml:trace>
  <inkml:trace contextRef="#ctx0" brushRef="#br0" timeOffset="158084">31785 12381 7533,'-37'13'-1709,"12"-1"1709,17 12 0,8-9 0,15 14 0,-3-10 0,14-5 0,-9-3 0</inkml:trace>
  <inkml:trace contextRef="#ctx0" brushRef="#br0" timeOffset="158268">32085 12084 7533,'-35'11'-1709,"15"3"2383,4 9 1,1 6-1215,4 11 1,2 1-29,-4-4 1,-1 2 537,5-1 0,0 3 1,1-4-208,-1-3 1,1-1 0,-1 5 0,0-2 0,0-9 0,0 0 0</inkml:trace>
  <inkml:trace contextRef="#ctx0" brushRef="#br0" timeOffset="158522">31450 12741 7533,'-29'0'-1709,"5"0"2428,71 0-269,-19 0-320,4 0 0,9-1 0,-1 2-190,-3 0 0,0 2 0,-1-1 60,13-2 0,0 1-600,-8 0 1,1 1-1,-3 1 600,-6 0 0,-2-1 0,-2-1 0,-1-1 0,21 6 0</inkml:trace>
  <inkml:trace contextRef="#ctx0" brushRef="#br0" timeOffset="158918">31591 12915 7533,'-10'0'-1709,"-5"16"1709,5 21 0,0-1 0,5-5 0,2 1 0,3-5 0,0-3 90,0 18 269,0 3-359,32-37-179,-17 3 44,16-13 0,3-7 135,13-4 0,-23 3 0,-1 0 0,18-8 0</inkml:trace>
  <inkml:trace contextRef="#ctx0" brushRef="#br0" timeOffset="159085">31803 13076 7533,'-27'0'-855,"1"0"1,-19 5 1483,22 9 1,3 7-1,-4 16 1,5 5-630,7-7 0,2 2-1093,-4 6 1,-1 4 0,5-5 828,8-11 1,0-3-1,-12 17 1,-3-1-1,7-20 1,0 1 0</inkml:trace>
  <inkml:trace contextRef="#ctx0" brushRef="#br0" timeOffset="170001">25823 13472 6183,'-9'-7'-359,"-7"-4"359,14 10 0,-14-5 0,-1 34 0,10-5 0,2 5 0,-9 18 0,4 2 0,12-16 0,2-1 0,-3 9 0,8-7 0,14-22 0,5-12 0,1-22 0,-1-9 0,1 3 0,-3-5 0,-12-6 0,-6-8 0,-5 4 0,-8 0 0,-8 4 629,-7 3 1,-5 7-1799,-14 11 1169,6 54 0,33-2 0,5-4 0,0 0 0</inkml:trace>
  <inkml:trace contextRef="#ctx0" brushRef="#br0" timeOffset="170218">26123 13596 7533,'-10'-27'-1350,"10"5"1171,10 49-1,8 19 180,-9-14 0,-1 0 0,1-5 0,0-3 0,9 11 0</inkml:trace>
  <inkml:trace contextRef="#ctx0" brushRef="#br0" timeOffset="171001">26564 13323 5824,'-27'-6'0,"-7"0"0,-1 17 0,12 5 0,1 4 224,-2 4 1,3 4 270,4 6 0,7 1-585,6-5 0,8-3-989,23 4 989,-1-31 0,1-11 90,-2-8 0,-3-7 0,1-8 0,-3-3 0,-6 5 0,-2 1 0,5-12 0,-7 42 0,-10 44 0,-7-4 0,-4 5 0,2-6 0,0 2 0,0 0-252,-1 10 1,0-2 0,1-4 0,3-4 0,6 8 0</inkml:trace>
  <inkml:trace contextRef="#ctx0" brushRef="#br0" timeOffset="174402">26741 13435 5824,'-12'0'0,"14"0"0,33 0 0,2-5 0,-1-2 0,-19 5 0,-17 31 0,-7-4 0,-3 3 0,0 14 0,0 3 0,-4-4 0,2 0 0,11-5 0,1-3 0,-6 4 0,13-21 0,-7-16 0</inkml:trace>
  <inkml:trace contextRef="#ctx0" brushRef="#br0" timeOffset="175601">27040 13472 5824,'-9'41'0,"9"0"0,-1-14 0,4 1 0,12 16 0,-13-7 0,6-12 0,-16-8 0,-2-4 0,-15-1 0,13-5 0,-11-7 0,13-7 0</inkml:trace>
  <inkml:trace contextRef="#ctx0" brushRef="#br0" timeOffset="175750">27023 13609 7533,'17'-26'-570,"1"1"0,7 2 1,1 3 569,13-5 0,-12 18 0,-3 2 0,-4-6 0,-5 4 0</inkml:trace>
  <inkml:trace contextRef="#ctx0" brushRef="#br0" timeOffset="179935">28557 12568 7533,'-7'-14'-1709,"-11"14"1709,-10 41 0,1-9 0,14 3 0,1 4 0,-5-4 0,0-1 0,7-6 0,-1 0 0,-9 16 0,-2-2-1639,5-18 1,-1-1-746,-11 17 3793,-4-7-1409,23-32 0,2-12 0,8-10 0</inkml:trace>
  <inkml:trace contextRef="#ctx0" brushRef="#br0" timeOffset="180101">28381 12642 5824,'13'36'0,"-1"0"0,0 7 0,3 0 0,2 0 0,-7-16 0,-1-1 0,1 1 0,0-1 0,13 14 0,-13-28 0</inkml:trace>
  <inkml:trace contextRef="#ctx0" brushRef="#br0" timeOffset="180521">28681 12654 5824,'17'7'0,"9"4"0,9-4 0,-5 0 0,-5 10 0,-41 13 0,3-1 0,-14-1 0,-3 1 0,10-5 0,1-2 0,-1-5 0,2 0 404,2 6 1,9-2-45,30-5-450,-9 8 90,9-14 0,3-2-450,11 10 270,-7-4 1,1 9-91,-68 2 270,19-4 0,-19-3 0,-8-2 0,8-2 0,1-2 0,3 1 0,0 0 0,-1-1 0,1 0 0</inkml:trace>
  <inkml:trace contextRef="#ctx0" brushRef="#br0" timeOffset="182151">25823 13572 7533,'-19'-20'-1709,"3"8"1709,47 23 0,-15-1 0,12 6 0,9 2 0,4-8 0,7-2 0,-4 0-1085,0 3 0,4-1 1085,-7-7 0,5-3 0,5 0 0,-1-2 0,-3 1-741,3-2 1,-2-1 0,0 0 0,-2-1 740,-3 1 0,-3-1 0,1-1 0,2 2 0,-3 1 0,3 0 0,0 0 0,-2 2 0,-6 0-347,10 3 1,-4 2 346,1-4 0,-2 1 0,-4 2 0,-7 0 0,-9-3 0,-3-6 0,-9-12 0,-8 3 0,-16-20 0,13 21 0,-29-10 0,13 11 0</inkml:trace>
  <inkml:trace contextRef="#ctx0" brushRef="#br0" timeOffset="182517">26088 13572 7533,'-37'-20'-1709,"11"8"1709,18 6 0,24 6 0,25 5 0,8 1-493,-16-2 0,3 1 493,2-1 0,6 1 0,2 0 0,-2-2-817,6 0 1,-2-1 0,-1 0 816,-3 2 0,0 0 0,2-1 0,-1-2 0,3-1 0,-1 0 0,-7 1-225,-2 1 0,-2 1 225,7-2 0,4-2 0,-5 1 0,-12 0 0,-2 0 0,12 0 0,-3 0 0,0 0 0,-4-5 0,-23-13 0,-10 8 0,-17-17 0,-11 18 0,-7-9 0</inkml:trace>
  <inkml:trace contextRef="#ctx0" brushRef="#br0" timeOffset="182701">26617 13534 6183,'32'4'-120,"1"-1"0,10 0 1,4 0 119,-7 2 0,1 1 0,-1-1-1140,7-1 1,1 2 1139,-7 2 0,5 2 0,-1 2 0,-7-2-1449,-5 1 0,-1 0 1449,1 0 0,3 1 0,-5 1 0,-7-1 0,-3 0 0,22 13 0</inkml:trace>
  <inkml:trace contextRef="#ctx0" brushRef="#br0" timeOffset="191118">26988 11972 7533,'-20'-26'-1709,"-4"8"1709,7 46 0,2 6 0,2 6 0,4 4 0,7 0 0,5 3 0,11-12 0,12-31 0,3-12 0,1-20 0,-3-11 0,-9 9 0,-2-4 0,-7 1 0,-11-2 0,-7 1 0,-4 5 0,-1 4 0,-5 10 0,-8 17 0,1 8 0,1 17 0,22 1 0,6 1 0,7 3 0</inkml:trace>
  <inkml:trace contextRef="#ctx0" brushRef="#br0" timeOffset="191251">27199 12121 7533,'0'36'-1709,"0"-8"1709,8 18 0,2-24 0,0 2 0,-3-19 0</inkml:trace>
  <inkml:trace contextRef="#ctx0" brushRef="#br0" timeOffset="191701">27570 11873 7533,'-23'36'-570,"1"0"0,0 0 1,8 0 569,16-4 0,10-5 0,35-15 0,-6-33 0,0-14 0,-16 10 0,-2-2 0,-6-1 0,-1-15 0,-14 4 0,-21 16 0,-7 9 0,-3 16 0,-1 9 0,0 1 0,7 5 0,15 14 0,28-14 0</inkml:trace>
  <inkml:trace contextRef="#ctx0" brushRef="#br0" timeOffset="192034">27922 11737 5824,'-2'-14'0,"12"-2"0,33 9 0,4 0 0,-22 17 0,-5 7 0,-7 9 0,-8 6 0,-7 0 0,-6 2 0,0 1-107,2 1 0,-1 1 0,-1-3 107,-6 9 0,2-3 0,9-10 0,6-6 0,15-6 0,9-13 0</inkml:trace>
  <inkml:trace contextRef="#ctx0" brushRef="#br0" timeOffset="192351">28434 11662 7533,'-33'10'-1709,"3"22"1709,11-5 0,3 4 0,8 3 0,6 1 0,5-3 0,4-2 0,5-5 0,3-1 0,3 1 0,0-2 0,1 16 0,-11 4 0,-41-6 0,9-11 0,-3-12 0,-3-4 0,1-4 0,2-6 0,11-7 0</inkml:trace>
  <inkml:trace contextRef="#ctx0" brushRef="#br0" timeOffset="192501">28399 11836 5914,'33'-19'-45,"-8"6"0,3 2 45,4 4 0,1 1 0,-5-3 0,-2 0 0,16-3 0</inkml:trace>
  <inkml:trace contextRef="#ctx0" brushRef="#br0" timeOffset="196951">29034 13361 7533,'-34'11'-1709,"13"-3"1709,-5 15 0,-5 8 0,16 1 0,1 7-159,-4-6 1,-1 1 0,3 1 158,3-2 0,2 1 0,5-2 0,4 14 0,12-13 0,25-35 0,8-17 0,-10-1 0,0-7 0,-3-4-108,-4 2 0,-2-3 1,-2-2-1,-3 1 108,-1-11 0,-6-1 0,-9 3 0,-19-7 0,-11 10 109,-1 17 1,-3 12-110,-2 20 0,3 12 0,10 1 0,7 3 0,13 5 0,8-1 0,11 5 0</inkml:trace>
  <inkml:trace contextRef="#ctx0" brushRef="#br0" timeOffset="197134">29228 13621 5914,'7'19'-90,"3"16"90,16 3 0,-12-12 0,-1-1 0,7 14 0,-5-10 0</inkml:trace>
  <inkml:trace contextRef="#ctx0" brushRef="#br0" timeOffset="197934">29633 13398 6633,'-17'-12'-809,"7"5"809,-6 1 0,6 6 0,-7 0 0,-9 6 0,-1 17 0,9-5 0,1 3 0,2 6 0,2 2 0,1-3 0,7-1 0,20 12 0,15-25 0,-4-14 0,1-8 0,-4-6 0,-1-5 0,-4-4 0,-1-1 0,1-2 0,-3 0 0,-3-11 0,4 16 0,-16 34 0,-11 12 0,-2 7 0,5 2 0,2 4 0,-1 2-185,-3-2 1,-2 2 0,0 1-1,2 0 185,4 0 0,1 2 0,1-1 0,0-2 0,-2 6 0,0-1 0,2-4 0,3 0 0,2-6 0,-1 2 0</inkml:trace>
  <inkml:trace contextRef="#ctx0" brushRef="#br0" timeOffset="199068">29827 13522 5824,'43'12'0,"-21"6"0,2 1 0,-32 17 0,-2-8 0,-2-3 0,-2 2 0,-3 4 0,-1 0 0,6-4 0,3 1 0,3 6 0,4-3 0,6-5 0,17-15 0,5-4 0,-3-1 0,20-17 0,-17-3 0</inkml:trace>
  <inkml:trace contextRef="#ctx0" brushRef="#br0" timeOffset="199334">30127 13509 6183,'-17'24'-359,"-1"18"359,8-6 0,5 3 0,2 2 0,3-14 0,0 1 0,0 15 0,0-1 0,0 6 0,0-22 0,0-1 0,0-5 0,0-1 0,-15 3 0,11-13 0,-20 3 0,14-12 0,-7-7 0</inkml:trace>
  <inkml:trace contextRef="#ctx0" brushRef="#br0" timeOffset="199484">30092 13708 5914,'25'-13'-45,"1"0"0,-3-11 45,9 17 0,-1 2 0,-15-7 0,25-1 0,-23 1 0</inkml:trace>
  <inkml:trace contextRef="#ctx0" brushRef="#br0" timeOffset="-201278.73">11483 14117 7533,'-29'0'-1709,"-3"0"1709,22 0 0,1 11 539,24-3 451,30 10-1080,-6-10 0,3-4-360,-1-4 0,0-4 225,1-2 1,-6-7 224,-14-7 0,-6-4 0,-7-7 0,-11 0 0,-15 6 0,-9 3 179,-4-3 1,-4 9 989,-10 19 1,-1 14-91,17 0 1,1 4-1,2 5-664,-2 9 0,3 7 1,5 0-147,4 2 1,5 2 0,5-2-900,5-2 1,5-1-1,8-5-463,8-9 1,7-4 0,3-4 787,2-7 1,2-4 0,-1-5 0,9-7 0,-4-6 0,-10-6-1,-1 0 1</inkml:trace>
  <inkml:trace contextRef="#ctx0" brushRef="#br0" timeOffset="-199392.73">7726 4623 7533,'-20'7'-1619,"5"-1"1529,22-6 90,3 0 0,16 5 0,7 14 0,8 2 45,-7-11 0,4-3 0,3 0 0,3 1-461,-3 0 1,3 2-1,2 0 1,1-1-1,1 0 1,0-2 453,-2-1 1,0-2-1,2 0 1,-1-1 0,1 0-1,-1-1 1,-1 1-39,1 1 0,0-1 0,-1 0 0,0 0 0,1-1 0,2 1-149,-7-1 0,1-1 1,0 1-1,1-1 1,1 0-1,0 1 0,0-1 1,1 2 226,2-1 1,1 2 0,0-1 0,1 1-1,0 0 1,0 0 0,1 0 0,-1-1-178,-2 1 0,-1 0 0,0-1 0,1 1 0,0 0 0,0 0 0,1-1 0,0 1 0,1-1 156,-5 1 0,1-1 0,1 0 1,0 0-1,1 0 0,0 0 1,-1 0-1,0 0 0,-1 0 1,-2 0-1,-2 0 7,10 1 0,-1 0 0,-3 0 1,0 0-1,-1 0 0,0-2 1,1-1-78,2-2 0,1-1 0,1-1 0,-1-1 0,-2 0 0,-2 0 1,-4 0 34,7 0 1,-5 1-1,-1-1 1,1-3-58,0-2 0,1-1 1,1-2-1,-1-1 1,-2-1 34,2-2 0,-3-2 0,0-1 0,1-1 36,-5 3 0,0 0 0,0 0 0,1-2 0,-1-2-36,-2 1 0,0-1 0,0-2 0,0 0 0,-1-1 0,-2 2 134,8-6 1,-2 0 0,-1 0 0,-2-4 27,-7 2 0,0-4 0,-3 0 0,0 0 0,-1 5-132,3-1 0,-1 3 0,-1-3 337,-3-4 1,0-5 0,-1-1 0,-4 6-54,2-4 1,-3 0-105,-2 1 0,0-3 0,-5-4-49,-6 7 1,-3-4 0,-2-1 0,-2-1 0,-1 1 36,0 0 0,-2 1 0,-2 0 0,-1 0 0,-4-2-49,-2-2 1,-2-2 0,-2 0 0,-3 0 0,-2 2 0,-5 3-205,1 7 0,-3 2 0,-2 1 0,-3 2 0,-1 1 0,-1 2 0,-1 2-35,-1 2 0,-3 2 0,0 2 0,-2 1 0,-1 2 1,0 1-1,0 0-16,-1 2 1,0 0 0,-2 1 0,0 2-1,0 1 1,1 2 0,-1 1 40,3 2 1,0 2 0,0 0 0,0 3 0,0 0-1,-2 2 1,0 0-16,3 1 0,-2 2 0,0 0 0,-1 1 0,0 2 0,0 0 0,0 0 1,1 1-1,0 0-183,-2 3 0,0 0 1,0 0-1,1 2 0,0 0 1,0 1-1,0-1 0,-1 1 153,4-2 0,-1 0 0,0-1 0,0 1 0,0 0 0,0 1 1,1 2-1,0 2 0,1 3 81,2 2 0,0 3 1,-1 2-1,1 2 1,1 1-1,0 0 0,3 0 1,1-1-1,3-1 1,2-3-1,-5 6 1,5-2-1,3-1 0,0 1 1,-2 4-1,1 3 1,1 0-1,-1 0 1,0 0-1,0 0 0,0 1 1,0-1-1</inkml:trace>
  <inkml:trace contextRef="#ctx0" brushRef="#br0" timeOffset="-198495.73">11889 13794 7533,'-18'-26'-1709,"8"-3"1709,-13 16 449,19 0-898,-4 8 449,41 10 0,6 8 0,6 6 0,-27 22 0,-28-16 0,-5 1 0,7 4 0,0-2 0,-11-4 0,7-4 0,35 4 0,7-8 0,-1 3 0,-29 18 0,-15-14 0,-7-2 0,-5 0 0,-1-3 0,-2 1 0,-1-2 0,5-5 0,-1 1 0</inkml:trace>
  <inkml:trace contextRef="#ctx0" brushRef="#br0" timeOffset="-197945.73">10954 14798 7533,'-28'-12'-1709,"3"0"1709,31 10 449,15 0 1,9 0 119,1 3 1,6 0 0,2-3-214,-2-3 0,4-2 1,1-2-1,2-1 0,0 1 3,-2 1 1,0 0 0,1-1 0,1 0 0,1-1 0,0 0-353,-1 0 1,1 0-1,1-2 1,1 1-1,-1 0 1,0 0-1,-1 1 121,-2 1 1,0 0-1,0 0 1,0 1 0,-1 0-1,0 1 1,-2 0-75,11 0 0,-2 0 0,0 1 0,-2 1 0,-4 0-602,11 0 0,-3 1 0,-7 2-1091,0 3 1,-11-2 1153,-16-4 0,-19-8 0,-15-6 0</inkml:trace>
  <inkml:trace contextRef="#ctx0" brushRef="#br0" timeOffset="-195395.73">11060 15208 7533,'-20'0'-1709,"4"0"1709,16 5 0,24 2 0,13 0 0,1-15 0,2-6 0,-5-6 0,-3-6 0,-1-6 0,-9-6 0,-15-3 0,-14 2 0,-15 13 0,-9 5 0,-5 4 0,-2 11 944,-4 22 1,3 15-196,16-4 1,2 5-1,5 4-675,1 6 0,6 4 1,5-1-855,6-4 1,6-2-1,6-3 90,6-6 1,5-3-1,2-5 690,7-4 0,3-7 0,6-11 0,-4-6 0,-4-8 0</inkml:trace>
  <inkml:trace contextRef="#ctx0" brushRef="#br0" timeOffset="-194811.73">11377 14811 6183,'-27'-18'-359,"9"10"359,34-3 0,13 11 0,-2 1 0,-1 3 0,3 14 0,-21 19 0,-19-14 0,-5 0 0,-6 21 0,7-14 0,48-18 0,-2-12 0,5 10 0,-52 15 0,-2-6 0,-3 2 0,-3 2 0,1-2 0,1-5 0,2-2 0,3 4 0</inkml:trace>
  <inkml:trace contextRef="#ctx0" brushRef="#br0" timeOffset="-194528.73">11465 15269 7533,'-11'-12'-1709,"36"0"1709,5 3 0,5 0 0,10-1 0,0 0 0,-16 4 0,-1-1 0,19-10 0,-37 10 0</inkml:trace>
  <inkml:trace contextRef="#ctx0" brushRef="#br0" timeOffset="-194362.73">11677 14972 6633,'-19'39'-203,"1"-1"1,5-6 0,1 2 0,3 1 202,4 6 0,3 3 0,0-3-547,-3 7 1,2-3 0,5-5 0,4-6 0,3-9 0</inkml:trace>
  <inkml:trace contextRef="#ctx0" brushRef="#br0" timeOffset="-193812.73">11889 15208 7533,'-20'5'-1709,"12"-4"1709,41-6 0,-9-8 0,0-4 0,4-4 0,-2-4 0,-1-7 0,-6-3 0,-11-3 0,-7 1 0,-2 8 0,-7 4 0,-15 10 0,-5 11 539,-5 24 1,1 15 269,8 0 1,1 6 0,5 3-1096,6-7 0,2 2 0,4 1 0,7-3 286,14 9 0,10-3 0,1-4 0,1 3 0,5-11 0,4-24 0,0 0 0,0 0 0</inkml:trace>
  <inkml:trace contextRef="#ctx0" brushRef="#br0" timeOffset="-193161.73">16704 4710 0,'-41'24'0,"25"-4"1045,1-6 47,41-14 0,28-8 0,3-2-273,-16 2 0,1-1 0,2 0 0,3 0-770,-3 3 0,3-1 0,2 0 0,0 1 1,-1 0-1,-3 0-445,-2 0 0,-2 1 0,-1-1 1,-1 2-1,0 1 396,8 3 0,-1 1 0,-2 2 0,-4-1 0,3 1 0,-4 2 0,-1 4 0,0 0 0</inkml:trace>
  <inkml:trace contextRef="#ctx0" brushRef="#br0" timeOffset="-192244.73">12118 14699 0,'-18'-5'0,"1"-2"163,7-6-163,10 1 1409,25 0-1409,5 10 860,5 9-860,-17 18 3276,-26 12-3160,-4 2-116,2-8 0,20-7 0,17-12 0,1 6 0,-18 7 0,-28 18 0,-3-9 0,-5 2 0,18-18 0</inkml:trace>
  <inkml:trace contextRef="#ctx0" brushRef="#br0" timeOffset="-192062.73">12259 15084 5824,'33'-8'0,"1"-1"0,-1 0 0,0-2-170,-4-2 0,-1-1 0,2 0 0,-5-1 0,-5-4 0</inkml:trace>
  <inkml:trace contextRef="#ctx0" brushRef="#br0" timeOffset="-191878.73">12453 14811 7533,'-18'29'-855,"9"-3"1,1 3 944,-1-5 0,0 1 29,0 7 1,0 3 0,2 2-300,2 3 0,2 2 1,-1 0-914,-2-5 1,0 0 0,2 0 929,3 3 1,2 0-1,-1-7 1,0 8 0,0-23-1</inkml:trace>
  <inkml:trace contextRef="#ctx0" brushRef="#br0" timeOffset="-191512.73">12647 15220 5824,'18'-7'0,"5"0"0,3-2 0,-6-8 0,1-2 0,11-3 0,-3-3 0,-15-11 0,-9-1 0,-7-10-1639,-17 26 1,-5 6 1523,-7 10 519,-2 24 1,1 13 359,15-2 1,3 7-68,0-4 0,0 4 0,0 2 1,5-3-968,4-1 0,4-1 0,3 0-823,0 7 1,4 0 0,5-10 1053,11-13 1,4-8-1,0-3 1,0-6 0,18-26-1</inkml:trace>
  <inkml:trace contextRef="#ctx0" brushRef="#br0" timeOffset="-190811.73">12894 14761 7533,'-20'0'-1709,"5"0"1709,46-5 0,-15 3 0,10-5 0,5-2 0,14 1 0,-14-5 0,0 13 0,-42 18 0,-9 4 0,4 4-1639,-9 4 1,1-2 1523,13-7 115,-13 13 0,30-19 0,4 3 0,13-16 0,5-4 0,5 1 0,-7-4 0,-3-1 0,-5-1 0,-1-5 0</inkml:trace>
  <inkml:trace contextRef="#ctx0" brushRef="#br0" timeOffset="-190628.73">13088 15009 7533,'-29'21'-1709,"5"-4"1709,40-17 0,19 0 0,-4 0 0,18 0 0,-21 0 0,-1-6 0,-1-1 0</inkml:trace>
  <inkml:trace contextRef="#ctx0" brushRef="#br0" timeOffset="-190462.73">13229 14898 7533,'-37'19'-315,"19"-1"0,3 4 989,0 2 1,4 3-829,5-1 0,0 2 468,-6 15 1,1 0-40,9 1-1670,-2 3 1,0-1 889,4-8 505,4-10 0,0-3 0,-2-8 0,6-4 0</inkml:trace>
  <inkml:trace contextRef="#ctx0" brushRef="#br0" timeOffset="-190128.73">13388 15183 6183,'18'6'-89,"23"-11"-91,-10-3 135,-4-7 0,-3-5 45,-4-24 0,-5 3 0,-15-6 0,-15 22 0,3 11 629,-37 20-179,33 9 269,-11 12 1,-1 4-688,7 12 1137,7 3 1,0 1-676,2-21 1,1-1-76,8 9 1,3 3 0,1-4-150,-1 7-1574,7-2 0,3-2 1304,2-14-1639,15-10 1,1-6-1639,-10-8 2621,7-7 1,-1-5-1,-7-12 1,1-11 0</inkml:trace>
  <inkml:trace contextRef="#ctx0" brushRef="#br0" timeOffset="-189829.73">13811 14674 7533,'-19'-20'-1709,"-13"20"3957,21 15-1259,2 8 1,0 6-226,-4 16 1,2 1-855,8-15 0,2 0-210,1 9 1,0 3-1,0-7 210,4-3-90,10-4 0,4-6-1529,1-16 900,9-14-720,-3-29 1349,-15 2 180,-5 1 0,-2 1 0,-3 2 0,-16-16 0,-3 38 0,-9 3 0,3 12 0,7 5 0</inkml:trace>
  <inkml:trace contextRef="#ctx0" brushRef="#br0" timeOffset="-189095.73">12312 14588 5824,'18'-40'0,"-4"16"0,5 2-1639,7 11 1,1 2-116,14-16 2158,-13 17 1,1 3 810,1 2 0,-1 1-855,6 2 134,13-2 1,0-1-225,-13-4-150,0 1 0,7 0 0,-5 0 60,10-3-120,-9 3 0,6-3 0,-5 2 29,-12 3 1,-1 0 60,16-3 0,6-2 0,-6 2-60,-13 2 0,-2 2 90,22-6 0,0 1-90,-8 2 0,-5 0-90,9-8-90,-7 3 0,-3-2 90,-16 0 117,-1-5-476,-3 11-1440,-13-4-90,6 9 450,-16-3 1439,6 5 0,-5 0 0,7 0 0</inkml:trace>
  <inkml:trace contextRef="#ctx0" brushRef="#br0" timeOffset="-181478.73">14305 14179 7533,'-35'-2'404,"16"18"1,3 8 404,0 17 1,4 6-660,3-10 0,2 1 0,6-1-120,6-2 0,5 0 0,6-10-795,10-9 1,5-13 434,-3-15 0,1-11 0,-4-5 510,-2-8 0,-4-6 0,-6-1 399,-4-2 0,-6-1 0,-7 3 513,-8 6 0,-7 1 0,-3 9-800,-14 4 0,-3 14-1931,3 19 1,8 13 1412,22 8 0,10 4 0,-2-2 1,6-2-1,16-8 0,1 0 1</inkml:trace>
  <inkml:trace contextRef="#ctx0" brushRef="#br0" timeOffset="-181278.73">14517 14501 5824,'0'43'1638,"-1"-14"0,2 2-1927,2 2 0,2-1 289,3 1 0,1-3 0,3 8 0,4-22 0</inkml:trace>
  <inkml:trace contextRef="#ctx0" brushRef="#br0" timeOffset="-180961.73">14764 14290 7533,'-20'26'1638,"10"1"0,4 4-983,11 14 1,6 1-1826,-1-3 1,8-9-470,11-17 1,2-14 1298,-4-27 0,-5-14 340,-6 4 0,-3-4 0,-6 0 929,-8 0 1,-5 0-1,-5 3-300,-6 4 1,-5 3 0,-2 9-1710,-9 13 1,0 10 1079,7 5 0,7 6 0,13 29 0,33-9 0</inkml:trace>
  <inkml:trace contextRef="#ctx0" brushRef="#br0" timeOffset="-180378.73">15064 14092 7533,'-28'-18'-90,"11"4"2608,32-4-2788,30 11 45,-16 8 1,-1 4-946,2 9 1,-7 8 629,-14 4 1,-8 6 1078,-8 11 1,-6 0 89,-5-6 1,-1-2-225,2 0 0,7-4-495,17 1-720,15-3 765,1-15 0,-3 2 1485,-16 34-181,-10-16 0,-8 0-1169,-14 3 0,-6-3-1729,-2-4 1,-1-4 1340,8-7 0,3-7 0,1-12 0,27-14 0</inkml:trace>
  <inkml:trace contextRef="#ctx0" brushRef="#br0" timeOffset="-180044.73">15434 14067 6183,'-18'25'1092,"1"1"0,-3 10 0,4 5 0,10-5 0,2 3 0,3 1-38,-1-1 0,2 2 1,4-3-756,5-3 1,3-2 0,2-2 105,8 11 0,1-4-450,-2-7 0,-5 0-675,-7-3 1,-8-1-496,-14-3 1,-9-4-425,-12 1 1,-5-5 1314,-2-6 1,0-6 0,8-2 0,3-5-1,-11-17 1</inkml:trace>
  <inkml:trace contextRef="#ctx0" brushRef="#br0" timeOffset="-179878.73">15363 14302 6183,'30'-9'1092,"-1"-1"0,-1 1 0,1 1-1651,11 3 1,-1 3 558,8-4 0,-6 6 0,-24 0 0</inkml:trace>
  <inkml:trace contextRef="#ctx0" brushRef="#br0" timeOffset="-171078.73">18909 13881 7533,'-30'-13'-1709,"-1"1"1709,21 18 0,-6 17 0,-1 10 0,6-1 0,2 4 0,0-2-397,-6 9 0,2 1 397,3-3 0,2 3 0,11-10 193,36-4-193,10-27 0,-22-18 0,1-9 0,-3-1-273,1-3 1,-5-4 272,-5-5 0,-3-4 0,-11 6 0,-17 8 0,-9 4 45,-2-9 0,-5 8 193,-6 20 1,0 12-239,7 4 0,7 6 0,15 9 0,8 3 0,10-6 0,0 0 0</inkml:trace>
  <inkml:trace contextRef="#ctx0" brushRef="#br0" timeOffset="-170895.73">19050 14278 7533,'-20'33'-1709,"5"1"1709,15-20 1889,8 15-3149,9 3 901,-5 1 89,11 3 270,-21-17 0,14-1 0,-6-6 0</inkml:trace>
  <inkml:trace contextRef="#ctx0" brushRef="#br0" timeOffset="-169611.73">19244 13931 7533,'-18'0'-1709,"9"0"1709,9 11 809,41-8-854,-14 2 0,3 1-135,3-5 0,-2 3-179,5 25 583,-43 4 1,-12 7 314,0-4 1,-4 3 0,0 0 44,0 4 0,0 0 0,3-1-494,1-4 0,2-2 0,10-4-1729,14 0 1,11-9 1072,12-18 1,5-10 565,-1-3 0,-2-6 0,0-3 0,-5-3 0,-1-10 0</inkml:trace>
  <inkml:trace contextRef="#ctx0" brushRef="#br0" timeOffset="-167078.73">19614 13832 6183,'-27'35'-359,"9"10"359,13-20 0,3 0 0,9 20 0,3-15 0,0-1 899,-10 8-809,-2-12 0,2 1-630,8 20 91,19-11 359,3-11 719,-5-5-359,-33 17-675,-11-12 1,-5 1 359,0 5 0,-1-2 45,-2-4 0,1-2 0,1 1 0,17-25 0</inkml:trace>
  <inkml:trace contextRef="#ctx0" brushRef="#br0" timeOffset="-166911.73">19614 13980 6633,'26'-12'0,"-1"0"0,3 4 0,-1 2 0,1 0 0,-1 1 0,-1 4 0,-1 2 0,10-1 0</inkml:trace>
  <inkml:trace contextRef="#ctx0" brushRef="#br0" timeOffset="-166261.73">20055 13782 7533,'-7'-19'-1709,"-3"17"2248,-9 26 1,-3 16 179,1-1 1,0 6 0,0 3-719,6-9 1,-1 2-1,1 2 1,0 0 0,1-1 267,2-2 1,-1 1 0,2-1 0,1 0 0,2-1-428,-1 4 1,2 0-1,4-3 1,6-7-200,14 7 1,9-18-544,2-27 1,1-14-327,1-11 0,-5-8 1990,-6-7 1,-13 2-495,-18 13 0,-9 9-765,-6 14 1,-3 8 494,1 5 0,1 5 0,5 3 0,5 2 0,10 2 0</inkml:trace>
  <inkml:trace contextRef="#ctx0" brushRef="#br0" timeOffset="-150761.73">16757 14092 7533,'-20'0'-1709,"5"0"1709,38 0 0,2 0 0,3 0 0,1-2 0,1-2-158,5-1 0,-2-2 158,-6-1 0,-3-3 39,1-13 0,-4-5-39,-4 3 0,-5-1 0,-7-8 0,-10 1 0,-10 8 0,-7 8 135,-15 14 0,-5 12 539,0 10 1,2 9 82,11-1 0,1 4 0,5 3 82,3 2 1,5 3 0,5 0-391,4-2 1,6 1 0,6-3-1133,6-1 1,6-3 0,4-4-411,6-5 1,3-5 0,1-4 738,10-3 1,0-7 0,-2-6-1,-4-6 1,7-15 0</inkml:trace>
  <inkml:trace contextRef="#ctx0" brushRef="#br0" timeOffset="-149578.73">17145 13658 6183,'0'-14'-359,"0"25"359,0 33 0,-1-12 0,2 1 0,5 0 0,4-2 0,1-5 0,5-4 0,6-8 0,1-3 0,7 6 0,-15-4 0,-32 5 0,-11-5 0,-7 0 0,7-13 0,3-7 0</inkml:trace>
  <inkml:trace contextRef="#ctx0" brushRef="#br0" timeOffset="-149461.73">17127 13807 7533,'34'-36'-855,"-13"22"1,3 1 854,11-4 0,0 3 0,-10 7 0,-1 2 0,25-1 0</inkml:trace>
  <inkml:trace contextRef="#ctx0" brushRef="#br0" timeOffset="-148978.73">16510 14464 7533,'-27'0'-855,"-1"0"1,-7 11 1483,66 14 463,0-15 0,8-3 0,5-2-650,-5-4 0,5-2 1,1-1-1,2-2 0,-1 0-811,-5 0 0,0-1 0,1-1 0,0-1 0,0 0 0,-1 0-36,1-1 0,1 0 1,-1-1-1,0-1 0,-2 1 1,-2 1-383,5-2 0,-2 0 0,-3 2 0,-1 0 630,0 1 1,-2 1 0,-5 2 156,7 3 0,-13-10 0,-24 4 0</inkml:trace>
  <inkml:trace contextRef="#ctx0" brushRef="#br0" timeOffset="-148377.73">16545 14823 6183,'29'0'-120,"-1"0"0,4-5 1,3-1 119,14 3 0,0-2 0,-15-4 0,-4 0 0,-5 3 0,-1 0 0</inkml:trace>
  <inkml:trace contextRef="#ctx0" brushRef="#br0" timeOffset="-148062.73">16686 14873 7533,'-31'9'-855,"0"0"1,-14 4 854,27 5 0,51 0 0,8 2 0,-10-7 0,-9 4 0,-28 26 0,-6-15 0,-7 0 0,-8-1 0,-1-2 0,0 4 0,13-4 0,37-5 0,19-8 0,-2-11 0,2-4 0,-9-2 0,-1-1 0,-6 3 0,1 0 0</inkml:trace>
  <inkml:trace contextRef="#ctx0" brushRef="#br0" timeOffset="-147561.73">17145 14984 7533,'-20'0'-1709,"13"6"1709,16-5 0,1 5 0,-2-6 0</inkml:trace>
  <inkml:trace contextRef="#ctx0" brushRef="#br0" timeOffset="-147428.73">17286 14947 7533,'-10'14'-1709,"2"-3"1709,32-11 0,-18-6 0,17-1 0</inkml:trace>
  <inkml:trace contextRef="#ctx0" brushRef="#br0" timeOffset="-145578.73">19967 4784 6183,'6'-19'-359,"6"7"359,31 1 0,-6 4 0,6-6 0</inkml:trace>
  <inkml:trace contextRef="#ctx0" brushRef="#br0" timeOffset="-145278.73">20320 4809 7533,'8'25'-1709,"17"0"1709,-5-12 0,5-2 449,9-3 1,7-5 0,2 0 337,-2 0 0,1-1 0,4-1 0,3-1-1009,-6-2 0,2-1 0,4-2 0,0 0 1,1 0-1,-2 0 0,-2 1 312,-4 0 0,-1 0 0,-2 1 0,1-1 0,2 0 0,3-1-107,-4 1 1,4-1-1,1 0 1,2-1 0,0 1-1,0-1 1,0 1 0,0 0-1,-3 0 50,0 0 1,0 0 0,-2 0 0,0 0 0,0 1 0,1-1-1,0 1 1,2-1-195,-1 1 1,1 1 0,1-1-1,0 0 1,0 1 0,1-1 0,-1 0-1,-1 1 1,0-1 227,3 0 1,1 0-1,-1 1 1,0-1-1,-1 0 1,-1 0-1,-2 1 1,-2-1-119,10 0 0,-3 0 0,-1 0 0,-4 1 0,-4 0-999,6 0 1,-4 1 0,-22 6-2228,-52 25 3135,12-14 1,-3 0 0,-15 5-1,-8 3 1,3-1 0,1 3 0,0 0-1</inkml:trace>
  <inkml:trace contextRef="#ctx0" brushRef="#br0" timeOffset="-144261.73">21325 14092 6183,'28'-7'-180,"-4"-4"1,1 0 179,6 1 0,6-6 0,1-2 0,-5-3 0,1 0 0,-3-5 0,-18-19 0,1 23 0,-4-1 0,-13-5 0,-10 3 0,-30 3 0,2-1-604,-1 30 0,2 8 784,6 3 299,13 5 1,-2 7 0,3-3 150,-10 13 59,17-8 1,2 6 0,0-5-331,-7 12-134,17-1 0,10-1-731,9-17 0,7-5-587,5-8 1,4-2 0,-2-2 842,1 3 0,-1-3 182,14-12 1,-4-5 0,-14-5 0,7-6 0</inkml:trace>
  <inkml:trace contextRef="#ctx0" brushRef="#br0" timeOffset="-143811.73">21819 13633 5824,'8'-13'0,"10"2"0,9 11 0,9 0 0,-1 5 0,-16 19 0,-20-1 0,-5 3 0,-8 17 0,1-16 0,0-2 0,-2 0 899,13 5-1618,33-9 250,-4-11 1,3-2 0,3-7 0,1-2 0,-1-3 0,0 1 0</inkml:trace>
  <inkml:trace contextRef="#ctx0" brushRef="#br0" timeOffset="-142661.73">21078 14488 7533,'-37'-5'-1709,"4"-7"1709,39 3 0,18 3 0,11 1 299,6 3 1,7 1 0,4-1-582,-11-2 0,3-2 0,1 0 0,2-1 0,-1 1 177,-5 1 0,2 1 0,-1-1 0,1 1 0,-1-1 0,0-1-57,7-2 0,0-1 0,0 0 1,-2 0-1,-2 1 169,0 1 0,-1 1 0,-3 0 0,-2 0-7,-1 0 0,-3 1 0,-5-1 0,14-7 0,-37 6 0,-16 2 0</inkml:trace>
  <inkml:trace contextRef="#ctx0" brushRef="#br0" timeOffset="-142278.73">21273 14761 7533,'-20'-7'-1709,"43"2"1709,7 2 0,5 0 0,2 0 0,3-2 0,-1 1-342,9 0 1,-2 0 0,-5-4 0,-6-1-1,-1 2 1</inkml:trace>
  <inkml:trace contextRef="#ctx0" brushRef="#br0" timeOffset="-141995.73">21449 14786 7533,'-40'0'-570,"0"0"0,8-2 1,9 4 569,13 9 0,39 3 0,3 1 0,-1 6 0,-7 4 0,-9 5 0,-14 4 0,-10 2 0,-4 6 0,-7-3 989,-9-8 1,5-4-181,22 9-1754,24-30 1,9-6 674,14-3 0,2-1 270,-4-2 0,-2-1 0,-1 1 0,-5 0 0,0-7 0</inkml:trace>
  <inkml:trace contextRef="#ctx0" brushRef="#br0" timeOffset="-140228.73">25541 14302 5824,'-10'20'0,"18"3"0,27-3 0,5-7 0,-4-9 0,2-8 0,-1-16 0,-1-6-578,-6 10 0,-2-1 578,-3-7 0,-2-4 0,-6 0 0,-9-5 0,-4 2 0,5 7 0,-2-1 185,-10-12 0,-10 6-185,-30 15 0,9-8 0,-1 27 0,-2 11 0,8 14 0,3 4 0,1-7 0,1 3 490,3 7 0,1 5 0,4-1 319,5 7 1,3-1-864,-3-4 1,4-1-532,5 9 1,12-7-181,17-22 1,5-5 719,-11 2 0,3-3-195,9-8 0,6-5 0,-6-2 240,11-7 0,-10-3 0,-2-2 0,4-6 0</inkml:trace>
  <inkml:trace contextRef="#ctx0" brushRef="#br0" timeOffset="-139778.73">26194 13906 7533,'-18'0'-1709,"0"0"1709,1 22 0,1 6 0,-5 0-156,6 5 1,0 9 0,3-2 155,6 4 0,1-1 0,-4-3 0,2 0 0,3 1 0,8-9 0,27-23 0,-15 2 76,9-20 1,-1-11-77,-12-25 77,-12-2-77,-35 28 0,15 31 0,0 8 0,-2-3 0,1 3 0,8 6 0,1 0 0</inkml:trace>
  <inkml:trace contextRef="#ctx0" brushRef="#br0" timeOffset="-139512.73">25594 14749 7533,'-29'-13'-1709,"5"12"1889,40 2 224,11 5 1,5 1-135,13 0-587,-9-4 1,7 0 0,-1-4 46,-4-5 0,-2-3 0,0 2-28,9 5 1,0-1 297,-4-8 0,2-4 0,-7 2 0,5-2 0,4-4 0,-14 8 0,-21 11 0</inkml:trace>
  <inkml:trace contextRef="#ctx0" brushRef="#br0" timeOffset="-139245.73">25718 14898 7533,'-44'12'-1709,"23"-5"1709,-11 4 0,46-10 0,21 5 0,-3-11 0,1-1 0,-1 5 0,1-1 0,1-9 0,-2 0 0,6 3 0,-11-5 0,-3 8 0,-15 5 0</inkml:trace>
  <inkml:trace contextRef="#ctx0" brushRef="#br0" timeOffset="-138978.73">25788 14947 7533,'-43'7'-1709,"6"-2"1709,9-5 0,28 11 0,36 9 0,-5 0 0,2 15 0,-33-3 0,-14-6 0,-5 3 0,4-2 0,-1-2 224,-9-2 1,6-2-494,25 8 179,17-23 0,7-5 90,8-3 0,1-2 0,-2 1 0,-2-2 0,-10-4 0,-1 0 0</inkml:trace>
  <inkml:trace contextRef="#ctx0" brushRef="#br0" timeOffset="-138678.73">26141 15158 7533,'-8'-25'-1709,"6"11"1709,-6 3 0,16 11 0,2 0 0</inkml:trace>
  <inkml:trace contextRef="#ctx0" brushRef="#br0" timeOffset="-132262.73">22860 14340 7533,'-20'18'-428,"1"1"1,0 13 0,2 7 0,6-1 427,5-3 0,8 1 0,5 6 0,6 3 0,6-13 0,5-22 0,5-9 0,16-1 0,-2-13 0,-21-14 0,-5-11 0,-3 3-655,1 5 0,-4-1 700,-4-19 0,-14 3-878,-27 21 1,-5 6 1192,6-13 249,-1 23 0,-9 5 1,8 9-1150,13 17 1,3 5-65,-6-11 1,5 3 603,11 19 0,10 0 0,11-8 0,13 13 0</inkml:trace>
  <inkml:trace contextRef="#ctx0" brushRef="#br0" timeOffset="-132111.73">23230 14724 7533,'-17'24'-1619,"7"7"2878,2-9-180,8 11-2428,0-2 1349,0-8 0,7 3 0,2-1 0,3-9 0,13 13 0</inkml:trace>
  <inkml:trace contextRef="#ctx0" brushRef="#br0" timeOffset="-131795.73">23460 14588 7533,'-15'27'449,"0"0"1,-8 14-2089,39-13 1,7-2-655,-5-6 1963,16-16 0,4-13 15,-13-16 0,-3-5 745,3 8 0,-3-2-430,0-20 0,-10-3-1135,-18 20 1,-4 1 1809,2-2 0,-6 3 963,-16 3 0,-6 10-613,3 20 0,1 6-1385,2-7 1,3 4 269,1 14 0,11 2 90,23 1 0,4 2 0,13-12 0</inkml:trace>
  <inkml:trace contextRef="#ctx0" brushRef="#br0" timeOffset="-131578.73">23883 14278 7083,'0'19'1638,"-4"8"0,0 2 1638,2 5-2402,-4-2 0,-3 9 1,1 0-1968,1 3 1,1 1 0,-1-2-1,-2-7 1,-1-1 0,2 2-1,0 13 1,2 3 0,2-9-2185,4 6 2647,3-24 0,4-3 0,11-6 0,-1-24 0</inkml:trace>
  <inkml:trace contextRef="#ctx0" brushRef="#br0" timeOffset="-131228.73">24024 14464 13199,'41'-6'1979,"-25"5"-4047,31-5 1798,-35 6-1439,5 11 1349,-9-2-1279,-16 14 1,-7 5 1523,-7 3 160,1 3 0,-1 3 1484,7-11 0,3-2-1259,-6 16 360,26-11-1440,35-18 720,-10-9 135,0 0 0,-1 1 45,-10 3 540,11 12 2646,-23-3 0,-10 30-2659,-10-21-482,-4-2 0,-5 2-1228,-7-3 1,-4-1 0,1-1-547,-3 3 1,0 0 1313,1-3 1,-1 2 0,2-2 0,4 2-1,1 0 1,3-2 0,-1 0 0</inkml:trace>
  <inkml:trace contextRef="#ctx0" brushRef="#br0" timeOffset="-128361.73">27481 14625 7533,'-9'-27'-1709,"-7"5"1709,-2 60 0,-1-12-27,7 2 0,0 7 0,2 0 1151,0 14 1,1-2-814,-3-5 1,6-1 138,11 8 0,14-13-315,16-36 0,8-18-435,-6-2 0,1-8 0,-1-4-165,-7 2 0,-1-4 0,-2-2 0,-4-1 442,-3-1 1,-3-1 0,-5-1-1,-8 4 53,-10-4 0,-9 2 0,-7 11-109,-18 16 0,-6 14-701,13 5 1,0 6 0,7 7 779,8 13 0,7 8 0,5-2 0,1-1 0,8-1 0,13 5 0,1 0 0</inkml:trace>
  <inkml:trace contextRef="#ctx0" brushRef="#br0" timeOffset="-128178.73">27869 14848 7533,'-15'30'1889,"11"2"-1170,-5-6 1,2 2-2359,9 5 1,4 3 1592,2 5 0,2 0 0,-1-10 0,1-2 0,3-7 1,0 1-1</inkml:trace>
  <inkml:trace contextRef="#ctx0" brushRef="#br0" timeOffset="-127528.73">28363 14290 6633,'-17'-13'-809,"-9"29"1678,9 8 1,0 10-1,0 3-397,2 0 0,1 4 1,0 2-1,0 1-749,1-3 1,0 0 0,-1 2 0,2 0 0,2 0 330,2 1 0,1 1 0,2 0 0,1-2 0,0-4-24,-1 6 0,2-5 0,5-1-30,7-1 0,4-3 0,7-12-611,16-19 0,6-14-468,-2-3 0,-2-7 539,-9-6 0,-2-5 0,-4-1 585,-1-2 0,-11 0 101,-20-10 1,-13 8 33,-4 23 0,-5 9-450,-5 7 0,-5 5 0,4 3 225,0 6 0,4 5-147,-1 5 1,11 2 0,25 11 0,15-20 0</inkml:trace>
  <inkml:trace contextRef="#ctx0" brushRef="#br0" timeOffset="-124994.73">28716 14476 6633,'0'-19'-809,"0"-10"809,-8 14 0,-9-9 179,-7 30 1,-3 9 809,-5 5 1,-1 6-361,5 0 1,1 4 0,2 2-1,3-3 1,3 1 0,5 0-405,3 12 0,12-4-1799,13-12 0,9-8 179,11-9 1,5-11 1079,6-11 1,-2-11 314,-17 2 0,-2-4 0,-2-2 0,-2-1 0,-2-1 0,-3 0 0,4-10 0,-4 4 1529,-6-1-135,-13 70 0,-7 23-1334,0-18 0,-2 1 0,0 4-423,3-5 1,1 3-1,0 1 1,-1 1 0,1-3-178,-4 4 0,-1-1 1,1-2-1,2-1 540,0 2 0,2-2 0,1-2 0,-1 3 0,0-4 0,2 4 0</inkml:trace>
  <inkml:trace contextRef="#ctx0" brushRef="#br0" timeOffset="-124511.73">29034 14488 6633,'-28'-13'-809,"-5"13"2158,5 36 180,7 2 0,-1 9-945,8-13 1,1 2 0,-1 3 0,2 1-460,1 4 0,1 2 1,1 1-1,0 0 10,1 1 0,-1 1 0,3-2 0,4-2-195,3 3 0,4-3 0,6-6-596,16 3 1,7-18-984,3-31 1,1-15 488,0-8 0,-4-7 1120,-15 6 0,-3-2 0,-8 2 570,-10-5 0,-11 8-1,-12 17 1,-5 10-540,-8 21 0,1 10 0,4-6 0,3 3 0,10 8 0,-1 0 0</inkml:trace>
  <inkml:trace contextRef="#ctx0" brushRef="#br0" timeOffset="-8394.73">12594 15976 7533,'-35'0'-1709,"0"6"2113,5 14 1,1 11 199,8-2 1,3 5 0,0 3 114,1 1 1,0 2 0,1 3-1,3 0-382,2 3 1,2 2-1,3 0 1,5-1-226,4-4 0,3 0 1,4-2-1,4-4-28,8 3 0,6-5 0,4-10-114,8-14 0,4-11 0,-2-10 52,-8-7 1,-2-8 0,-1-6-1,-3-2-57,-5 1 1,-3-3 0,-2-3 0,-2-1 0,-3-1 465,0-5 1,-4-2 0,-1 0 0,-4 0 0,-2 1 242,-3-3 1,-3 0 0,-5 3-1,-5 4-198,-4 7 0,-5 1 1,-4 6-1,-1 8-1569,-5 12 1,-3 10 0,1 4 545,-13 10 1,6 8 0,13 11 0,9 3 0,12 10 0</inkml:trace>
  <inkml:trace contextRef="#ctx0" brushRef="#br0" timeOffset="15789.27">16951 15939 7533,'0'-19'-1709,"-8"1"1709,6 11 0,-14 1 359,15 12 2430,-15 22-5641,14-4 4651,-6 23-180,8 1-1079,-3-18 1,-2 3-122,2 0 1,0 2 0,-1 1 509,-1 7 1,-2 2-1,2-2-389,0 5 0,0 0 29,0-6 1,-1 0 0,1-6-120,3 1-136,-2-4 1,1-3 45,3-13-180,0 5-2569,0-50 2389,0 5-399,-1-21 0,2-10-651,3 20 1,2-1 0,-1 0 839,-3-1 0,-2 1 0,2-1-60,3 3 0,1 0 1,-1 0-361,-5-8 0,0 0 220,3-4 0,2-1 275,-1-3 0,1 1 450,0 13 0,0 3-135,3-3 2878,-8 28-2518,0 2 2736,0 5-2146,0 11 739,0 14-1150,1 0 1,-2 5-225,-6 6 0,-2 4-922,3 0 0,0 4 0,-1-1 547,-2-11 0,-1-2 0,1 4 217,4 5 0,1 4 1,0 0-1,0-6-400,-5 1 0,2-1 243,5 5 0,3 4 0,-2-8-180,-7 6 224,8-10 1,0-4-1124,0-15 179,0 1-719,0-16-1529,8-16 1978,-6 1-1168,6-27 1438,-8 15-2557,0-14 2457,8 20 1,2-8 0,7 10 0</inkml:trace>
  <inkml:trace contextRef="#ctx0" brushRef="#br0" timeOffset="17891.27">21661 16013 7533,'-20'0'-1709,"-4"0"1709,15 39 0,-9-19-241,10 10 0,3 9 1,0 0 240,-1-3 0,0 1 0,1 0-235,1-3 0,0 0 1,2 1 234,-2 9 0,2 1 0,8-8 269,13-17 1,3-3-135,-7 6 0,3-5 90,25-18 0,5-17-165,-19-6 0,-2-8 0,-1 2 30,10-4 0,-4-3-474,-12 3 1,-2-5-1,-2 0 1,-5 4 742,-3-2 1,-6 1-150,-1 2 0,-2-3 0,-7 3 869,-14 2 1,-8 2-1,0 4-854,-1-2 0,-5 4-68,2 7 1,-5 1-1,-2 3 1,6 4-114,-1 7 1,2 7-45,-1 3 0,-1 6 0,7 2 0,11 3 0,4 4 0,-1 12 0,-1-1 0</inkml:trace>
  <inkml:trace contextRef="#ctx0" brushRef="#br0" timeOffset="18556.27">26458 15976 7533,'-37'-21'-855,"13"12"1,-1 7 2473,-2 31 0,1 10-1394,2-19 0,-1 4-728,7 8 1,0 8 0,1 2 0,4-7 682,0-4 0,4 1 479,-1 13 1,1 7 0,12-6-647,16-14 1,10-4 0,-4-1-104,-8 13 0,7-7 31,13-20 0,13-8 0,2-8 0,-7-7-181,-6-12 0,-6-11 1,1-5-121,-7 10 0,2-4 0,1-2 0,-1-1 1,-2 0-1,-4 2 382,0-5 1,-3 1-1,-4-1 1,-3-3 31,-3-3 0,-3-4 0,-3-1 0,-4 1 0,-5 7 106,-13-6 1,-8 6 0,1 2-161,9 1 0,0 2 0,-7 5-797,-15 4 1,-8 6 0,9 14 796,7 27 0,-3-1 0,4 4 0,24 3 0,0-1 0</inkml:trace>
  <inkml:trace contextRef="#ctx0" brushRef="#br0" timeOffset="52206.27">11042 17364 7533,'0'-32'-1709,"0"8"1709,-16 6 0,-11 11 0,-3 7 0,2 12 0,0 10 0,8 5 0,3 6 0,-1-2-902,-11 5 1,1 3 1035,10-4 1,-1 7 0,3 0 0,2-7 45,2-4 0,3 0 120,-4 12 0,1 6 0,5-4 525,10 3 1,8-3-557,6 1 1,9-7-540,12-10 1,6-17-91,-10-21 0,1-14 0,-4-4-104,0-5 1,-4-5 0,-4-4 463,-8 6 0,-2-4 0,-3 0 0,-5 1-60,-6-8 0,-5 1 0,-3 4-255,-3-8 0,-7 11 180,-11 22 0,-1 12-338,-6 32 1,11 13-1,19 6 1</inkml:trace>
  <inkml:trace contextRef="#ctx0" brushRef="#br0" timeOffset="52373.27">10848 17785 7533,'-10'38'719,"15"-12"1,6 1-540,5 4 0,5 2-1020,-1-5 1,1 2-1,1-1 293,6 10 1,-1-2 0,-8-7 0,-3-3 0,0 8 0</inkml:trace>
  <inkml:trace contextRef="#ctx0" brushRef="#br0" timeOffset="55438.27">32861 8081 7298,'-35'-5'-1620,"15"9"1647,-11 8-27,35 20 0,5-10 0,7 0 0,10-5 0,8-2 0,2-3-327,10 1 1,3-2 0,1-3 370,-6-4 1,1-1 0,0-2 0,0-2 67,-2-2 1,-1-2 0,0-3-1,-1-1 0,0-3 1,-1-3-1,-1-2 1,-2-1-399,-3-1 1,-2-2 0,-1 0 0,-2-1 0,3-3-1,-2-1 1,-2 0 0,5-9 0,0-1 0</inkml:trace>
  <inkml:trace contextRef="#ctx0" brushRef="#br0" timeOffset="55639.27">33831 7263 7533,'-40'-29'233,"-1"0"1,1 0 0,4 6 0,0 1 0,-2 3-167,1 4 1,-3 2-1,1 2 1,2 2-528,-8-3 0,0 6 527,7 8 1,-5 5-1,0 4 1,4 2-470,5 4 0,3 5 0,-2 4 186,2 1 0,-4 5 0,0 3 0,2 0 1,5-2-205,-1 6 0,6-1 0,2 6 255,6-4 0,1 7 0,0 3 0,2 0 1,3-3-1,3-7-76,3 1 1,4-5-1,1 3 1,0 9-1,1 5 1,2-1-1,0-8 1,5-4-1,0 0 1</inkml:trace>
  <inkml:trace contextRef="#ctx0" brushRef="#br0" timeOffset="56839.27">11095 18095 7533,'-18'-13'-1709,"8"2"1709,3 11 0,30 5 0,14-3 0,-2-6 0,1-3 0,-3-2 0,-1-3 0,-4-3 0,-4-2 0,10-13 0</inkml:trace>
  <inkml:trace contextRef="#ctx0" brushRef="#br0" timeOffset="56989.27">11324 17860 7533,'-25'16'-450,"6"7"0,2 8 750,4 4 0,0 6 0,2 0-482,0-1 0,1 1 0,4-1 182,5 5 0,4 0 0,3-6 0,2-8 0,5-6 0,9-11 0,-1 0 0</inkml:trace>
  <inkml:trace contextRef="#ctx0" brushRef="#br0" timeOffset="59939.27">11695 17438 7533,'-16'-13'-855,"-1"26"1,-1 13 854,-1 2 0,0 6 0,2 4-820,2 2 1,0 3 0,2 2 0,1-2 24,-2 2 1,2 0-1,3 0 1125,0 7 0,3 1 0,5-10 1259,9-4-1365,-1-3 1,3-5 725,10-14-2210,13 6 991,3-17 89,9-17-53,0-3 233,-18-11 0,5 1 0,-13-1 0</inkml:trace>
  <inkml:trace contextRef="#ctx0" brushRef="#br0" timeOffset="60173.27">11853 17662 7533,'-17'-20'-1709,"-17"30"3148,21 29-1304,-4-20 0,2 4-1774,12 26 1,4-1-746,-8-18 2114,5 7 1,4-1 1027,5-10-1117,-5 0 179,6-8 1042,0-12-862,-6-6 0,6 0 0,-8-6 0,0-1 0</inkml:trace>
  <inkml:trace contextRef="#ctx0" brushRef="#br0" timeOffset="60426.27">12065 17501 7533,'0'-21'-1350,"0"4"991,16 23 359,-12 6 224,15 7 1,1 4-45,-14 12 0,5-9 0,1 2 90,-7 13 0,-2-1-668,2-13 0,0 0 577,-1 8 1,-1 3 0,0-1-135,-2 2 0,-2 0 0,-3 4 0,-2 2-270,-5-2 0,-4-1-405,-5-4 1,-3-2 359,5-6 0,-3-2 90,-11 5 1,-3-1 179,12-12 0,-1 0 0,-9 9 0,-2 1 0,3-5 0,1 1 0</inkml:trace>
  <inkml:trace contextRef="#ctx0" brushRef="#br0" timeOffset="63256.27">12471 17959 7533,'-18'-25'-1709,"8"6"2068,26 1 630,4 6 1,5 1-675,13 2 0,4 3-1395,4-3 1,-1 0 1034,-13 2 0,0 3-315,3 4 1,-5-2 359,-9-9 0,5-1 0,-18-7 0,-8-6 0</inkml:trace>
  <inkml:trace contextRef="#ctx0" brushRef="#br0" timeOffset="63406.27">12771 17526 6183,'-12'35'546,"0"0"0,0 0 0,3 0 0,-1 2 0,1 2 0,2 0-398,1 7 0,1 1 0,1 1 0,-1-3-1241,-1 5 1,1-3 0,1-1 920,3-1 0,2-1 0,-1-7 0,-8 4 0,3-14 0,0 0 0</inkml:trace>
  <inkml:trace contextRef="#ctx0" brushRef="#br0" timeOffset="64589.27">13229 17624 7533,'-19'-12'-1709,"-5"0"1709,14 5 270,8 7 809,20 17-989,-4-1-45,9-4 0,1-1-225,-11-4-90,21 10 180,-24-9 270,-3 26-180,-14-12 90,-5 12 0,-2 1-214,-8-2 363,5-6 1,-4 5 0,3-6 210,-6 6 404,7-1 1,1-4-315,0-12 179,14 7-539,2-20-720,18 3 540,1-5-3277,30-5 1697,-17-2 1233,-3 1 1,1-1-1,-1-5 1,4 0-1</inkml:trace>
  <inkml:trace contextRef="#ctx0" brushRef="#br0" timeOffset="64973.27">13723 17711 5824,'-14'30'143,"-1"1"1,1-1 0,-1 0 0,0 0 0,0 0-369,-8 15 1,1-2 89,3-16 0,3-3 135,-2 3 0,10-38 0,8-3 0,0-10 0</inkml:trace>
  <inkml:trace contextRef="#ctx0" brushRef="#br0" timeOffset="65106.27">13564 17785 5914,'8'48'359,"0"-1"1,-2-12 0,0-1 0,2 1-360,2 2 0,3 0 0,-1-2 0,1 7 0,1-5 0,-1-13 0,0-1 0</inkml:trace>
  <inkml:trace contextRef="#ctx0" brushRef="#br0" timeOffset="66539.27">13723 18281 6183,'-6'30'-120,"0"0"0,5 4 1,4 2 119,8 6 0,6-1 0,3-5 0,3-3 135,-5-11 0,1-7 44,16-15-269,-20-24 1,-4-12-1,-2-2 0,0-5 0,-2-5-242,-1 8 0,0-2 0,-1-3 1,0 0-1,1-1 332,-1 5 0,-1-1 0,1-1 0,0 0 0,-1 0 0,0 1 0,0-8 0,0-1 0,0 1 0,-1 2 0,0 1-85,-1 0 1,0 0 0,0 3-1,0 3 415,-1 2 0,1 2 0,2 4 434,6 0 1,6 6-91,15 8 1,7 6-285,-7 5 0,2 3 0,3 0-26,9 2 0,3 1 0,0 2-274,-3-1 0,0 1 0,0 1-180,-3-1 0,0 0 0,-3 0-865,8-3 1,-5 0-620,-14 2 0,-4 1 1669,2 5 0,-34 9 1,-12 11-1</inkml:trace>
  <inkml:trace contextRef="#ctx0" brushRef="#br0" timeOffset="68023.27">14270 17476 6633,'-8'-9'-809,"6"28"809,-5 6 0,-2 6 0,4 9 0,1 3 0,-1 6 0,0 1 0,-4-5 0,2-2 0,5-7 0,2-3 0,8 4 0,-4-21 0,12-16 0</inkml:trace>
  <inkml:trace contextRef="#ctx0" brushRef="#br0" timeOffset="68356.27">14393 17699 5914,'-9'42'-90,"1"-8"90,16-4 0,9-23 0,18-25 0,-13 1 0,9-6 0,-29 50 0,6 9 0,-8-5 0,0 0 0,3-5 0,2-2 0,5 2 0,7-10 0,1-16 0</inkml:trace>
  <inkml:trace contextRef="#ctx0" brushRef="#br0" timeOffset="68690.27">14711 17624 7533,'-20'7'-1709,"12"4"1709,18-9 0,31-2 0,-9-2 0,-6-5 0,-1-2 0,2-5 0,-9-11 0,-10 0 0</inkml:trace>
  <inkml:trace contextRef="#ctx0" brushRef="#br0" timeOffset="68872.27">14834 17451 7533,'-22'30'-570,"-1"-1"0,4 10 1,3 4 569,4 4 0,6 2 0,11-3 0,6-4 0,-2-14 0,4-6 0,22-6 0,-10-23 0</inkml:trace>
  <inkml:trace contextRef="#ctx0" brushRef="#br0" timeOffset="69473.27">14252 18095 7533,'-17'0'-1709,"7"0"1709,10 11 0,17 3 45,6-3 0,5-2 449,11-2 1,3-2-90,6-3 0,4-4-1012,-5-1 1,3-2-1,-2 1 427,-12 1 0,-1 0 0,0 0 180,1-1 0,0 0 0,-5 1 0,-3 3 0,-5 0 0,3 0 0</inkml:trace>
  <inkml:trace contextRef="#ctx0" brushRef="#br0" timeOffset="73839.27">14199 18442 7533,'0'-31'-1709,"0"6"1709,0 7 0,8 6 0,-6 5 0,6 7 0,-8 23 0,0 10-1639,-8-3 1,0 1 1523,4 10-805,-4-5 0,1-3 920,7-8-592,0 20 592,0-36 0,0 2 0,0-17 0,15-28 0,-3 9 0,5-9 0,-1-1 0,-4 5 0,5 6 0,-2 1 0,-12 4 1209,21 6-1209,-22 8 0,6 21 0,-8-6 0,0 30 0,0-18 0,0 25 0,0-25 872,0 12-872,0-9-521,8-4 1,-6 8 0,5-10 0</inkml:trace>
  <inkml:trace contextRef="#ctx0" brushRef="#br0" timeOffset="74009.27">14464 18616 7533,'-10'19'-1709,"2"-6"1709,40-8 0,-17-5 0,34-5 0,-29-2 0,5-6 0</inkml:trace>
  <inkml:trace contextRef="#ctx0" brushRef="#br0" timeOffset="74156.27">14552 18603 7533,'-20'13'-1709,"-11"5"1709,27 12 0,-11-2 0,15 19 0,15-25 0,-3 6 0,13-15 0</inkml:trace>
  <inkml:trace contextRef="#ctx0" brushRef="#br0" timeOffset="74459.27">14746 18344 6633,'-18'0'-809,"1"5"809,7 7 0,-13 24 0,19-1-1639,-8 2 1,0 1-746,2 1 2384,5 4 0,0-1 0,-2-10-82,5 0 1,4-1 81,5-9 112,11 2-112,2-19 0,13-16 0,-21-2 0,3-12 0</inkml:trace>
  <inkml:trace contextRef="#ctx0" brushRef="#br0" timeOffset="74656.27">14817 18467 6183,'-20'40'-180,"7"-12"1,3 1-1460,8-3 1,2-1-746,-16 17 2315,15-11 0,0-5 69,-7-16 257,8 12 1,8-21 0,2 4 0</inkml:trace>
  <inkml:trace contextRef="#ctx0" brushRef="#br0" timeOffset="74956.27">14870 18430 7533,'0'-21'-1709,"7"5"1709,3 21 0,8 2 0,0 28 0,-9-12 674,-4 11 1,-2 1-495,-3-3-1819,1 7 1,-2 2 34,-7-4 539,1 1 1,-3 0 884,-18-3 98,11-2 1,-1-2 81,-17-2 0,17-9 0,0 1 0,-17 4 0</inkml:trace>
  <inkml:trace contextRef="#ctx0" brushRef="#br0" timeOffset="75392.27">14411 18666 6633,'-10'-6'-809,"2"-1"809,16-5 0,10 5 0,9 1 0,1 6 0,5 0 0,-13-5 0,5-2 0</inkml:trace>
  <inkml:trace contextRef="#ctx0" brushRef="#br0" timeOffset="75543.27">14552 18467 7533,'-27'24'-1709,"1"13"1709,16-4 0,3 1-1639,1-9 1,2 0 446,-1 7 0,2-1 1192,3 7-41,0 0 0,0-1 0,0-6 1</inkml:trace>
  <inkml:trace contextRef="#ctx0" brushRef="#br0" timeOffset="77806.27">15646 18009 7533,'-30'-14'-900,"-1"3"900,29 5 2159,18 5-1979,21-16 0,10 15-675,-13-9 0,-1 0 495,-2 2-1034,3-2 0,-3-1-197,-16 4 1231,17-3 0,-25 5 0,3-1 0</inkml:trace>
  <inkml:trace contextRef="#ctx0" brushRef="#br0" timeOffset="77956.27">15681 18158 7533,'-37'32'-1709,"11"-3"2698,34-22-719,12-1 1214,4-8 0,3-2-1124,12 3-810,-2-7 1,0-1-1780,-3 7 2229,3-7 0,-2 1 0,-11 7 0,17-5 0</inkml:trace>
  <inkml:trace contextRef="#ctx0" brushRef="#br0" timeOffset="80572.27">7761 4846 7533,'-27'-5'-900,"17"9"495,27 2 1,15 0 404,7-2 0,7-1 0,0 0-997,-6 3 1,-2 0 0,6-2 996,-2-3 0,6-2 0,2 0 0,-2-2 0,-7 2 0,-4 1 0,-5-1 0,5 1 0,7-2 0,7 0 0,3-1 0,-3 0 0,-6 2 0,-7 0 0,-5 1 0,6-1 0,0 0 0,7 0 0,3 0 0,0 0 0,-3 0 0,-7 0 0,0 1 0,-5 0 0,5 0 0,0 2 0,7-1 0,3 2 0,0-1 0,-3 0 0,-7 0-395,2-2 1,-5 1 0,5 0 394,-1 2 0,6 1 0,3 0 0,0 1 0,-3-1 0,-6-1 0,2-2 0,-6-1 0,6 1 0,1 1 0,7 1 0,3 1 0,1-1 0,-5 0 0,-6-1 0,-3-1 0,-5-1 0,6 0 0,-4 1 0,6 0 0,5 0 0,1 0 0,-2 0 0,-2-1 0,-7 1-224,8-1 0,-6 0 0,6 0 224,-8 0 0,6 0 0,4 0 0,1 0 0,-1 0 0,-3 0 0,-6 0-82,13 0 0,-6-1 1,3 2-1,-7-1 0,3 1 1,1 0-1,-2 1 0,-3-1 1,0 1-1,0 1 0,0-1 1</inkml:trace>
  <inkml:trace contextRef="#ctx0" brushRef="#br0" timeOffset="81923.27">16404 17699 7533,'-27'-7'-1350,"9"2"991,2 5 1258,22 0 630,28 0-1349,-8 1 0,4 3-360,15 2 0,-1 6-180,-16 6 1,-7 7 314,-11 15 0,-13 5 194,-9-11 1,-8 1 0,-2-1 659,-5 2 1,-1-2 0,0-2 449,-3 4 1,5-4-901,11 2-179,36-24 0,11-2-360,5 5 0,0 4 0,-1 10 1,-7 7 493,-10 6 1,-13 2-45,-17-9 0,-11-1 0,-3-2-604,-3-1 0,-4-3 1,-3-5-760,-5-4 1,-4-4 0,3-6 582,-3-4 1,6-7 0,10-4 0,7-5 0,13-17 0</inkml:trace>
  <inkml:trace contextRef="#ctx0" brushRef="#br0" timeOffset="82389.27">16898 18195 7533,'-27'5'-1709,"25"-3"2068,20-1 1,15-2-180,7-7 0,4-2-480,-6 3 0,1 0 1,0 0-180,7-5 0,-2-1 479,-7 5 0,-6-2 0,-3-8 0,-13-1 0</inkml:trace>
  <inkml:trace contextRef="#ctx0" brushRef="#br0" timeOffset="82589.27">17233 17810 7533,'-43'10'1638,"23"17"0,3 11-1081,1 3 0,2 6 0,1 2-1341,2-4 1,2 1-1,1 1 1,0 1 127,4-7 1,0 2-1,1 0 1,-1-2 0,0-4 186,-4 8 1,-1-4 0,2-2 0,3 11 0,-1-10 0,-13-15 0</inkml:trace>
  <inkml:trace contextRef="#ctx0" brushRef="#br0" timeOffset="85473.27">17674 17885 7533,'-29'-14'-1709,"5"-8"1709,40 14 0,-12-5 0,35 2 0,-25 10 0,13 6 0,3 6 0,1 17 0,-7 0 0,-5 4 0,-15 0 0,-6 0 0,2-6 0,-4 0 0,-11 2 0,-6 1 0,0 0 449,0 4 1,1 1 404,-3 5 1,1-1-720,7-9 0,7-4 765,15 4-1440,3-21 540,23 3-1529,-3-11 854,-1-4 0,1-3 406,1-7 269,2-2 0,-1-3 0,-1-14 0,-5 11 0,-1 1 0</inkml:trace>
  <inkml:trace contextRef="#ctx0" brushRef="#br0" timeOffset="85673.27">18115 17959 7533,'0'-33'-1439,"-8"26"2068,0 25 1,-1 12-91,-13 6 1,1 1-765,10 1 0,-2 1-315,-9-5 1,-4 0-1,3-4 270,11-3 1,-1-3 269,-16 6 0,-1-5 0,11-8 0,3-35 0,16-8 0</inkml:trace>
  <inkml:trace contextRef="#ctx0" brushRef="#br0" timeOffset="85792.27">17903 18083 5824,'22'40'51,"0"0"0,-4-7 1,1-1-1,2-6 1,1-3-1,13 6 0</inkml:trace>
  <inkml:trace contextRef="#ctx0" brushRef="#br0" timeOffset="86490.27">18080 18603 7533,'-18'0'-1170,"16"17"2340,20 20-541,-4 5-134,9 0 0,1 2-315,-13-15 0,-1-1-270,7 1 0,1-2 270,8 6-270,-16-31-45,2-19 0,-1-10-180,0-16 0,-2-4-454,1 2 0,-1-6 427,-2 11 0,0-6 0,0-3 1,-1 1-1,-1 4-478,-2 2 1,0 2 0,-1 0 0,2-1 776,0 2 1,2-1-1,-1 0 1,1-1-1,-2 0 43,-1-1 0,-1-1 0,0 0 0,-1 2 0,1 3 364,1-5 1,0 3 0,-1-1 727,-2-8 0,-2-3 0,4 5 328,3-5 0,5 7-656,1 15 1,6 5 264,10 6 1,7 6-86,5 4 1,2 6-271,0 7 1,0 4-450,-2-1 0,1 2 494,5 6 1,2-2-585,-1-7 0,0-3-45,-8 4 0,0-3-810,0-8 1,1-4-1,-4-2-919,-7-6 1,-3-1 1091,11-3 1,-1 0 0,-13 1 0,-3 2 0,-2-1 0</inkml:trace>
  <inkml:trace contextRef="#ctx0" brushRef="#br0" timeOffset="89239.27">18733 17699 5824,'-10'5'0,"2"2"0,8 17 1169,0 19-989,0-8-433,-4 5 0,0 0 432,2-1-89,-9 2 0,-1-1 90,8-4-1278,-12 11 468,16-28 181,8-12 449,2-9 0,-1-16 0,-1-1 0</inkml:trace>
  <inkml:trace contextRef="#ctx0" brushRef="#br0" timeOffset="89506.27">18856 17885 5824,'0'38'314,"0"1"1,0 1-585,0-2 1,0-3 179,0-19 90,0 8 0,23-41 0,-17 1 0,17-15 0,1-1 0,-10 5 0,-2-3 0,2 9 0,1 29 0,-13-3 0,3 17 0,-2 8 0,-2-1 0,-2 0 0,1 14 0,0 1 0,0-37 0</inkml:trace>
  <inkml:trace contextRef="#ctx0" brushRef="#br0" timeOffset="91556.27">19191 17761 6183,'-19'0'-359,"3"0"359,24 17 0,1 31 0,1-10 0,-5-4 0,-2 1 0,-2-4 0,-2-1 0,1 14 0,0-11 0,0-3 0,0-9 0,0-3 0,0-13 0</inkml:trace>
  <inkml:trace contextRef="#ctx0" brushRef="#br0" timeOffset="91889.27">19350 17810 7533,'-20'-6'-1709,"5"0"1709,22 6 0,19 0 0,-5 0 0,21 0 0,-31 6 0,5-5 0,-16 32 0,0-21 0,-10 17 0,-3 4 0,-1 3 0,-3-9 0,1 1 0,6 15 0,2-17 0,31-8 0,-17-13 0,20-6 0,3-3 0,-13 3 0,25-10 0,-23 4 0</inkml:trace>
  <inkml:trace contextRef="#ctx0" brushRef="#br0" timeOffset="92492.27">18609 18356 5914,'-20'0'-90,"5"0"90,23 0 0,17 0 0,-3 0 0,27 0 0,-28 0 1124,11 0 0,1 0-674,-8 0 179,19 0 1,1 0-658,-10-6 328,-4 3 0,6-1 0,1-1-180,3-4 0,1-2 0,-2 1-396,-6 2 0,-1 1 1,2-1 245,15-2 0,3 0 0,-9 2 30,-1 1-180,0 3 0,-6 2 90,-21 2-1079,31 0 989,-43 0-3097,20 0 3209,-22 0 68,5 0 0,-14-5 0,-3-2 0</inkml:trace>
  <inkml:trace contextRef="#ctx0" brushRef="#br0" timeOffset="106122.27">18979 18666 7533,'-9'0'-1709,"-7"0"1709,14 0 0,-6-6 0,8 5 0,0-10 0,8 9 0,2-3 0,0 5 0,13 11 0,-11-8 0,21 13 0,-13-15 0,13 10 0,-5-9 0,7 4 0,0-1 0,-15 2 0,-5 5 0,-15 6 0,0-4 0,-15 9 0,-5-4 0,-15 6 0,7 0 0,11-6 0,9-1 0,8-5 0,8-6 0,17 9 0,5-8 0,13 16 0,-24-10 0,5 9 0,-22-9 0,-10 9 0,-12-9 0,-8-7 0,-2-2 0,2 0-168</inkml:trace>
  <inkml:trace contextRef="#ctx0" brushRef="#br0" timeOffset="107142.27">19967 18071 7533,'-27'0'-1350,"1"0"991,17 0 359,1 0 0,31 0 0,-17 0 0,41 0 0,-33 0 0,12 0 0,5 0 0,8-6 0,6 5 0,-12-5 0</inkml:trace>
  <inkml:trace contextRef="#ctx0" brushRef="#br0" timeOffset="107306.27">19914 18306 7533,'-19'7'-1709,"3"-1"2158,40-15 1,15-4-810,-12 4 1,1 1 314,12-5 0,0 1-328,-9 5 1,-5 3 0,-7 4 0,7 0-1</inkml:trace>
  <inkml:trace contextRef="#ctx0" brushRef="#br0" timeOffset="114973.27">20461 17748 7533,'-10'-33'-1709,"2"10"1709,8 18 449,0 38-134,-6-4 0,-3 5 254,2 8 1,1 5 0,-1-1-91,0-7 1,0 0 0,2-2 179,1 2 1,3-1 0,6-6 509,22 10-1169,2-39 0,3-6 0,9-6-1639,0-4 1,-2-3-1639,-5-4 3112,-8 7 1,-1 1 0,0-6 0,-7 6 0</inkml:trace>
  <inkml:trace contextRef="#ctx0" brushRef="#br0" timeOffset="115156.27">20655 17909 6633,'-16'-13'-809,"5"13"2248,-10 24 0,1 10-1079,-2 7-270,9-7 0,-1 7 0,0-2-1183,1-4 1,1-1 0,2-1 733,-2 15 0,2-1 208,-4-2 1,4-7 0,18-9 0,2-17 0</inkml:trace>
  <inkml:trace contextRef="#ctx0" brushRef="#br0" timeOffset="115306.27">20602 18344 6633,'-19'35'495,"8"-5"0,6 1-495,11-6 0,4-1 0,-6 5 0,3-4 0,19-2 0</inkml:trace>
  <inkml:trace contextRef="#ctx0" brushRef="#br0" timeOffset="115823.27">20990 17897 4022,'-17'-41'-450,"-1"17"3101,-7 12-2291,10 33 0,2 12-60,-5 0 1,1 3 89,5-1 0,3 3 0,2-2-76,4-3 1,4-1 203,6 8 1,6-4-294,8-15 0,3-2-810,3 8 0,-1 0-44,3 0 689,-9-4 1,-8 0-241,-42 15 135,19-15 0,-1 0 0,-9-3 0,-3-3-360,-6-5 0,3-6 46,11-6-541,-7-40 495,34 2 1,11-5 374,-5 6 0,3-2 0,-2-1-34,-5 5 0,-1-1 1,0 0-1,0 1 663,4-4 1,-1 1 0,-5 1 209,-10-12 1,-8 6-1170,-11-1-2068,-17 27 2428,17 35 0,3-3 0,16 8 0</inkml:trace>
  <inkml:trace contextRef="#ctx0" brushRef="#br0" timeOffset="116173.27">21167 17959 6183,'35'-14'1349,"-9"12"1,-1 4-1980,6 12 270,3 22 1170,-50 8 584,2-5 0,-1 1-180,-5-9 1,2-1-1665,9 5 1,8-3-271,21-2 720,9-21 0,3-6 0,9-3 0,8-7 0</inkml:trace>
  <inkml:trace contextRef="#ctx0" brushRef="#br0" timeOffset="117306.27">21537 18021 5824,'-8'32'449,"7"-7"1,0 2-2089,-3 5 1,0-1 1346,4-3 0,0 0 1041,3 10 1,2-2-1200,13-2-90,2-2 860,13-21-725,-15-35 0,-1-8 405,13-4 180,-19 5 0,-3-6 0,-2 2 719,-4-2 1,-4 2 738,-1 4 0,-4 1-726,-7 0 1,-5 9-1273,-18 31 360,7-6 0,7 25 0,15-4 0,-2 6 0</inkml:trace>
  <inkml:trace contextRef="#ctx0" brushRef="#br0" timeOffset="124473.27">19350 16732 7533,'-35'0'-1709,"15"0"1709,4 0 0,32 5 0,11 4 0,5 0 0,13 1-220,-11-1 1,6 4-1,0-2 220,-4-2 0,0-1 0,-1 1-324,-2 1 0,-2 1 1,3 1 323,4 0 0,4 1 0,0 1 0,-1 0 0,-4 0 0,-1 0 0,0 0 0,0 0 0,8 3 0,0-2 0,3 1-241,-9-3 0,3 0 0,1 0 0,0-1 0,-1 1 241,7 1 0,0 0 0,-1 0 0,-2-1-333,-7-4 0,-1 0 0,0 0 0,2 1 333,5 3 0,4 1 0,0 2 0,0-1 0,-3 0 0,1 0 0,-3-1 0,-1 0 0,0 1 0,-3-1 0,-1 1 0,1 1 0,2-1 0,1 1 0,2 0 0,1 1 0,0 0 0,-2-1 45,3 1 0,-1 1 0,-1-1 0,-1-1-124,-3-1 1,-3-2 0,2 1 0,2 0 365,4 0 1,2 0 0,2 0 0,0 0 0,-2-2-19,-2-2 1,1-1 0,-1 0 0,-2-1 0,0 1-225,1 1 0,-3 0 0,1 0 0,3-1 75,-1-1 0,3 0 0,2 0 0,1-1 0,-2 1 0,-3 0 23,-3 2 1,-1 0 0,-1 0 0,-1-1 0,0 0-77,9 1 1,-1-2-1,1 1 1,2 0-38,-11 0 0,3 0 0,0 1 0,0 0 0,-1 0 0,-3 0-253,8 3 1,-2-1 0,-2 1 0,-1-1 282,8 0 0,-2-1 0,2 2 120,-3-1 0,2 2 0,0-1 0,-4-1 109,-2-3 0,-3-1 0,0 1-199,-4 0 0,0 0 0,1-1 295,5 1 0,2-1 1,-6-2-566,-7-2 0,-3-1-270,1 3 1,-1-1-301,22-3-2527,-37 9 1337,3-4 1940,-7 5 0,-6 0 0,6 1 0</inkml:trace>
  <inkml:trace contextRef="#ctx0" brushRef="#br0" timeOffset="125390.27">24324 17860 7533,'-20'-14'-900,"-3"-2"91,13 9 809,-8 0 0,24 13 0,14 18 0,5-5 0,3 1 0,-8 5 0,-1-1 0,14 9 0,-25 2 0,-39 1 0,15-13 0,-20 2 0,-8 1-365,11-4 1,-1 0 0,5-6 0,-2-1 0,1 1 0,1 2 0,1 0 0,-1-1 0</inkml:trace>
  <inkml:trace contextRef="#ctx0" brushRef="#br0" timeOffset="128006.27">24765 17699 7533,'-25'0'-1709,"-3"11"3957,1 25-1528,16-2 0,4 6-541,5-4 1,2 2 0,2 1 100,0 3 1,0 1-1,4-1 170,3 0 0,2 0 0,2-2-211,0-7 1,1-1 0,4-4-223,16 6 1,3-6 207,-8-6 0,-1-2 449,-6-3 1,-9 1-405,-24 7 0,-11 0-1305,-12 5 1,-7-2-59,6-11 1,-2-2 0,1-2 550,-3 2 0,4-6 0,-14-16 0,41-13 0</inkml:trace>
  <inkml:trace contextRef="#ctx0" brushRef="#br0" timeOffset="128172.27">24800 17971 7533,'32'-34'1638,"-11"15"0,5 5-1181,20 11 0,4 4 0,-15-3 0,-2-1 1,5 3-1,-1 0 0</inkml:trace>
  <inkml:trace contextRef="#ctx0" brushRef="#br0" timeOffset="128606.27">25347 18244 7533,'-14'-25'3276,"42"0"-2351,10 12 1,6 2-1039,-7 3 1,3 2-128,-1 2 0,4 0 0,-4 1-1399,-3 3 1,-1 0 1239,6-4 1,-2-3 0,-12 2 0,-5-4 0,-4-16 0</inkml:trace>
  <inkml:trace contextRef="#ctx0" brushRef="#br0" timeOffset="128776.27">25665 17810 7533,'-23'27'899,"1"0"1,3-8-1,2 4 193,4 14 0,2 10 0,2-1-2185,1-2 1,2 0 0,0 2 1034,2-2 0,-1 3 0,1 1 1,0-4-1,-2 3 0,1-3 0,0-3 1,0 6-1,0 0 0</inkml:trace>
  <inkml:trace contextRef="#ctx0" brushRef="#br0" timeOffset="146092.27">26035 17810 6633,'-10'7'-809,"34"-1"809,-1-6 0,16 0 0,5 0 0,-14-1 0,-2 2 0,5 6 0,-3 2 0,3 1 90,-33 16 0,-7 4-90,3 2 329,-10 1 1,-8 8 0,3 0-336,4-5 0,3 1 0,-2 1 156,-5 5 0,0 1 0,2-1-61,4-9 1,1-1 0,3-3-45,4 2 0,3-6-135,2-11-360,7 7 270,-5-21-1349,22 5 1259,-5-12 270,6 1 0,1-2 0,6-7 0,9-4 0</inkml:trace>
  <inkml:trace contextRef="#ctx0" brushRef="#br0" timeOffset="146326.27">26741 17984 7533,'-18'-14'-1350,"8"3"1081,2 11 179,0 11 90,-1 8-1639,-4 4 1,0 2 663,-6 17 975,-9-1 0,-1-1 340,13-18 0,-2 0-340,-9 8 0,-6 3 0,3-3 0,9-8 0,-1 0 0,-5 3 0,-3 3 0,5-6 0,1 2 0,2-3 0,5-9 0,15-16 0,-6 2 0</inkml:trace>
  <inkml:trace contextRef="#ctx0" brushRef="#br0" timeOffset="146476.27">26405 18009 5914,'8'38'1484,"8"-6"0,2 0-2384,-3 5 750,4-8 0,6 4 1,-6-3-751,-3 10 900,-1-10 0,3 3 0,-2-5 0,3 4 0,-6-6 0,0 0 0</inkml:trace>
  <inkml:trace contextRef="#ctx0" brushRef="#br0" timeOffset="147306.27">26688 18653 7533,'-10'0'-1619,"-6"0"1529,14 6 90,2 1 0,10 11 0,8-5 0,7 5 0,-13-5 0,27-6 0,-33-2 0,25-21 0,-29 6-1639,6-21 1,0-6 663,-6 3 975,3-7 0,1-9 0,-1 5 235,-4 13 1,0-1-236,2-6 0,1-7 0,1-1 0,-2 7 0,-2 2 0,0 0 0,1 0 0,0-6 0,1 1 0,-2 7 0,-1 4 0,0 2 0,0-10 0,0-4 0,0 8 0,0-2 0,4 1 0,0 4 0,-2 17 0,29-23 809,-17 35-1339,17-7 0,3 0 1610,-1 10-406,15-2 1,2 0-135,-5 3-719,4 0 0,0 0 449,0 0-912,-11 0 0,0 0 462,9 6-1350,-17-6 1,-1 1 1379,8 5 150,7-6 0,-25 0 0,5 0 0,-22 0 0,6 0 0</inkml:trace>
  <inkml:trace contextRef="#ctx0" brushRef="#br0" timeOffset="147773.27">27111 17761 7533,'0'-14'-1709,"0"-2"1709,0 14 0,0-3 0,0 5 0,0 22 0,0-6 0,0 15 0,0 2 0,0-2-1639,-7 11 1,-2 2 663,5-6 270,-8 3 1,1-1 704,9-4 0,-6 11 0,8-28 0,0-6 0,0-13 0,0-7 0</inkml:trace>
  <inkml:trace contextRef="#ctx0" brushRef="#br0" timeOffset="148040.27">27164 17984 5824,'10'19'0,"5"10"0,-13-14 0,6 14 0,-8-15 0,0-2 0,8-6 0,2-12 0,7 5 0,9-16 0,-14 15 0,19-15 0,-27 16 0,12 12 0,-16-2 0,0 31 0,0-23 0,0 23 0,0-25 0,0 3 0,7-7 0,3-4 0</inkml:trace>
  <inkml:trace contextRef="#ctx0" brushRef="#br0" timeOffset="148689.27">27446 17897 7533,'-19'-7'-1709,"3"-4"1709,16 4 0,0-5 0,0 5 0,0-4 0,0 4 180,0 0 359,0-4-179,0 10 360,0-5 89,0 6-1708,0 0 359,0-5 540,0 4-630,0-5 630,0 6 0,0 0 0,8 0 360,-6 0 90,5 6-270,-7-5 180,8 16-360,-6-15 359,6 26-359,-8-13 450,0 32-360,0-19-45,0 2 0,0-2 45,0-4-360,-4 2 0,0-1 180,2-9-2068,-6 19 1978,8-27 180,8 3 0,2-11 0,8 0 0,-1-5 0,1-2 0</inkml:trace>
  <inkml:trace contextRef="#ctx0" brushRef="#br0" timeOffset="148976.27">27587 17897 6633,'0'-14'-809,"0"3"809,0 11 0,16 0 0,-12 0 0,27 6 0,-27-5 0,20 10 0,-22 2 0,5 11 0,-14-3 0,-11 25 0,-2-29 0,3 9 0,1-1 0,4-8 0,-3 17 0,15-25 0,23 7 0,-17-14 0,33 3 0,-27-5 0,21 0 0,-13 6 0,5 1 0</inkml:trace>
  <inkml:trace contextRef="#ctx0" brushRef="#br0" timeOffset="149540.27">26952 18393 7533,'-19'0'-1709,"34"0"1709,9 0 0,16-3 0,2 1 809,1 0-1447,5-1 0,2 1 1088,-17 1 0,1 2-181,2 2 1,3 1 0,-2 0-135,1-1 0,0 2 90,9 3 0,-2 2-591,-17-4 0,-1 0-624,8-2 1,-1-1 630,5 2 89,10-5 270,-37 0 0,3-5 0,-15-8 0,0-6 0</inkml:trace>
  <inkml:trace contextRef="#ctx0" brushRef="#br0" timeOffset="150006.27">27446 17823 6183,'0'-14'-359,"0"3"359,0 50 0,0-13 90,0 11 0,0 2-90,0-4 89,0-6 1,0 0 90,0 10-360,0-12 1,0 1-1,0 6 180,0 12 0,0-31 0,0 3 0,0-7 0,0-5 0</inkml:trace>
  <inkml:trace contextRef="#ctx0" brushRef="#br0" timeOffset="151889.27">27270 18591 5824,'-10'-14'0,"2"3"0,8 6 0,0 3 0,0-3 0,0 22 0,0-8 0,0 26 0,0 2 0,0-8 0,0 16 0,0-24 0,0-2 0,0-8 0,0-11 0,8-27 0,2-13 0,0-7 0,-3 0 0,-7 22 0,0 11 0,0 31 0,-7 17 0,-2 2 0,0 2 270,-3 10 89,3-18 1,2-3-270,7-1-180,0-6 0,0-15-719,8-39 719,-6 9 90,6-11 0,0-2 0,-6-5 0,2 17 0,0 3 1079,-4-1 0,-8 35-1438,6 4-136,-6 14 0,0 5 495,7-6 0,0 0 0,-3 6 0,0 0 0,4-7 0,0 0 0</inkml:trace>
  <inkml:trace contextRef="#ctx0" brushRef="#br0" timeOffset="152523.27">28187 18232 5824,'10'-7'0,"13"1"0,20 6 0,-9 6 0,-1-1 0,-2 2 0,-9 2 0,3 7 0,-17-9 0</inkml:trace>
  <inkml:trace contextRef="#ctx0" brushRef="#br0" timeOffset="152689.27">28205 18467 7533,'-18'6'-1709,"8"1"1709,10-1 0,10 6 0,39-11 0,-14 4 0,2 1 0,-2-5 0,-1-1-208,5 3 0,-3 0 0,-1-3 1,0 0-1</inkml:trace>
  <inkml:trace contextRef="#ctx0" brushRef="#br0" timeOffset="157039.27">28998 17897 7533,'-17'-12'-1709,"-1"5"1709,-23 7 0,18 14 0,-1 6 0,-8 2 0,1 3 0,6 11 0,5 3 0,7-8 0,8 1 90,13 2 0,10-2 44,10-3 1,7-2-135,-6-5 0,2 0 0,-1 2-150,-4-1 0,-1 2 1,-2 1 149,8 13 0,-11 3 45,-21 7 0,-13 0-75,1-18 0,-3 0 0,-3-3 30,-11 12 0,-4-10 0,0-16 0,7-14 0,20-27 0,10-14 0,3 2 0,4-5 0,4-1-198,-1 7 0,4-2 1,0 0-1,0 0 198,0 1 0,-1 0 0,0 0 0,-2 2 0,0-6 0,-1 2 0,-5 1 0,-4-9 0,-8 4 0,-2 12 0,-7 9 0,-31 29 0,15 9 0,14 8 0,5 2 0,2 1 0</inkml:trace>
  <inkml:trace contextRef="#ctx0" brushRef="#br0" timeOffset="157256.27">29245 18492 6633,'0'43'-539,"0"6"404,8-20 0,0-1 135,-4 12 0,12-6 0,-16-21 0</inkml:trace>
  <inkml:trace contextRef="#ctx0" brushRef="#br0" timeOffset="159124.27">29580 17971 5824,'-5'34'251,"-1"0"1,0 0 0,-5 8 0,-1 2 0,1 1-252,5-6 0,1 1 0,1 0 0,-2 0-572,-2-2 1,-2 1 0,1-1-1,3-2 572,3 4 0,3-2 0,1-4 0,-2-1 0,4-6 0,14 2 0</inkml:trace>
  <inkml:trace contextRef="#ctx0" brushRef="#br0" timeOffset="159490.27">29810 18021 5824,'-10'41'0,"1"-5"0,2 1 0,6 0 0,0 1 239,-2-4 1,0 2 0,1-4-195,5-4 0,2-2 45,2 4 0,4-3 0,24 5-270,-13-12-90,17 3 0,-35-17-89,-4 18 359,-18-8 0,-7-1 0,-3 3 0,-1-2 0,1-5 0,1-3 0,-14-9 0,23-19 0</inkml:trace>
  <inkml:trace contextRef="#ctx0" brushRef="#br0" timeOffset="159608.27">29792 18244 5824,'43'-12'0,"-5"5"0,1 1 0,-13 0 0,1 0 0,10 0 0,0 0 0</inkml:trace>
  <inkml:trace contextRef="#ctx0" brushRef="#br0" timeOffset="159990.27">30163 18083 7533,'-18'0'-1709,"16"0"3957,20 0-2697,19 0 449,0 6-1440,-19 23 1261,-12-6 448,-23 6 1,-6 5 944,7 0 1,1 1-271,-5-1 1,3 0-631,8 0 1,10-2 135,17-10 0,7-3 270,16 7-226,-23-4 1,-8 3-900,-22 3 0,-12 1-90,-7 3 1,-4 0 164,-1-2 1,-1-3 0,7-8-1,1-3 1,-6 2 0</inkml:trace>
  <inkml:trace contextRef="#ctx0" brushRef="#br0" timeOffset="-206923.46">28822 16174 7533,'-39'-12'-855,"20"-7"1,6-2 854,13 2 0,-15-21 0,-13 33 0,7 2 0,-18 10 0,35 2 0,-12 0 0,16-2 0,16 0 1529,3 3-180,18 0 0,9 1-959,-10-3 0,4-2 0,1 0-1210,-2 0 1,3-1 0,0 0 0,-2 0 420,1 0 1,-1 1 0,0 0-22,5-3 0,1 0 1,-7 3-1110,-12 5 0,-3 0 1529,4 0 0,-3 2 0,-2 8 0,-23-7 0,0-17 0,16-9 0,3-11 0</inkml:trace>
  <inkml:trace contextRef="#ctx0" brushRef="#br0" timeOffset="-206704.46">29457 16063 7533,'-10'7'-1709,"2"-2"1709,16-5 359,33 0-179,-7 5 764,3 7 1,0 5-1,-11 4 1,-5 4-855,1 8 0,-7 3-90,-10-1 0,-10-1-1035,-16-1 1,-11-4 1034,2-9 0,-4-2 0,0-1 0,-5 3 0,0-2 0,-2 0 0,0 0 0</inkml:trace>
  <inkml:trace contextRef="#ctx0" brushRef="#br0" timeOffset="-204656.46">23319 4685 7533,'-27'6'-570,"1"1"0,-2 7 1,3 1 569,-5 1 0,14 6 0,9 1 0,23-2 0,7-3 0,3 11-350,7-13 1,10-2 0,2 0 349,0 0 0,2 0 0,-2 1-408,-3-2 0,0 1 1,2 1 407,-6 0 0,3 2 0,1 0 0,-2 0 0,-7-2 0,1 4 0,0 0 0,3-4 0,7 3 0,4 0 0,1-2 0,-1-3 72,-5-5 0,-1-2 0,1-1 0,2-2 0,3 1-276,-7-1 1,2 1 0,1-1 0,2 0-1,1-1 1,0 0 0,1-1 0,-1-1 242,-2-2 1,1 0 0,0-1 0,1-1 0,0 0 0,0 0 0,-1-1 0,0 0 0,-1 1-18,2-1 1,-1 0-1,-1 0 1,0 0 0,0-1-1,0 1 1,1 0-1,0-1 18,-2 2 0,2-1 0,1-1 0,0 1 0,-1 0 0,0 1 0,-2-1 0,-3 1 0,-2 1-40,14-1 0,-6 1 0,-1 0 0,5 1 25,-7 0 1,3 0 0,3 1 0,0-1-1,-1 1 1,-2-1 0,-4 1 19,4-2 0,-4 0 0,0 0 0,4-1-316,-5 1 1,3 0 0,3 0-1,0-1 1,0 0 0,-3 0-1,-3 1 316,4-2 0,-4 0 0,-1 0 0,4-1-15,-3 0 0,3-1 0,1-1 0,1 0 0,-2 0 0,-3 0-147,4-3 1,-2 0-1,-1 0 1,4-2 86,-7 1 0,3 0 0,1-1 0,0-1 0,0 0 0,-2-1-6,3-1 0,1-1 0,-2 0 0,-1-2 0,0 0 108,-3 0 0,-1-2 0,0 0 0,-2 0 0,0-2 18,-2 1 0,-1-1 0,0 0 0,-2-1 0,0-1-90,3-3 0,-1-1 0,-1-1 0,0-3 18,-4 1 0,1-2 0,-2-2 0,-1 0 0,-4 1-41,-1-1 1,-4 1-1,-2-1 1,-3-3 129,-4-1 1,-1-2 0,-4-2 0,-3 1 0,-6 3-131,-7-4 1,-7 2 0,-4 2 0,-3-1-32,0 3 0,-2-1 0,-3 0 0,-2 2 0,-2 0-51,3 6 0,-3 0 0,-1 1 0,0 1 0,-1 0 0,1 0-15,4 2 0,-1 0 0,1 1 0,0 0 0,-2 0 0,-2 0 43,-3-1 0,-3 0 0,0 1 0,-2-1 0,0 1 0,2 1 0,1 2 52,2 1 0,2 2 1,1 0-1,-1 1 0,-2 0 1,-3-1 64,4 3 0,-4-1 0,-1-1 0,-2 0 0,-1 1 0,1 0 0,0 0 0,2 2 0,2 1 12,-7-2 1,3 2 0,0 1 0,1 0 0,-2 0-1,-2 0-19,2 0 1,-2-1 0,-2 0 0,-1 0 0,1 0 0,1 1-1,3 1 1,4 1 56,-2 0 0,4 2 0,3 0 0,-3 2 0,-3 0-23,4 1 1,-3 0-1,-3 0 1,0 1-1,-1 1 1,1 1-1,0 1 1,3 2 51,-6 2 1,2 2 0,0 2 0,1 1 0,-2 0 0,-1 0-8,4-1 1,-1-1-1,-1 1 1,-1 0-1,1 0 1,0 0-1,2 1 1,1 0-53,-3 2 0,2 0 0,2 0 0,-1 1 0,1 1 0,-2 0 164,-3 1 1,-2 1 0,-1 1 0,2-1 0,1 1 0,4 0-66,-1 1 1,4 0-1,0 0 1,-4 3-58,3-1 1,-3 1 0,-2 2 0,-2 0 0,1 1 0,2 0 0,2 0-89,3 0 1,3-1 0,1 1 0,0 1 0,-1 1 0,-2 1 152,0 1 0,-1 1 0,-2 2 0,-1 1 1,1 0-1,1 0 0,2 0 0,3-1 43,0 2 0,3 0 0,1-1 0,1 1 0,0 1 0,0 3-5,0 2 1,-2 3-1,0 2 1,1 1 0,2-1-1,2-1 1,4-3-161,-2 3 0,4-3 0,3 1 0,3 5 0,4 1 0,2 5 0,1 2 0,3 2 0,3-2 0,2-3-145,4-2 1,3-3-1,3-1 1,2 1-1,1 2-369,0-4 1,1 3 0,1 0 0,2 1 0,2-1 0,1-2 0,3-2-1,2-3 1,4-1 0,1-1 0,2-1 0,0-2 0,0-2 0,-1-1 194,3 2 1,0-1 0,-1-3 0,2-2 0,0-2 0,12 2 0,2-3 0,-1-3 0,-5-3 0,2-2 0,0 1 0</inkml:trace>
  <inkml:trace contextRef="#ctx0" brushRef="#br0" timeOffset="-203123.46">30321 15852 7533,'0'-19'-1709,"-8"-10"1709,6 19 0,-13-12 1079,-3 21-809,-1 1 854,-5 10 1,-1 9-316,3 6 1,1 8-1,1-2-1281,-5 5 0,-1 3 1056,3-2 1,-3 6 0,0 3 0,5 0 112,6-1 0,3 1 0,1 0 0,-2-2-607,-3-6 0,-1-2 0,0 0 0,4 3 197,5 0 1,1 4 0,3 0 0,3-3 0,4-5 386,11 11 1,7-5-990,-3-1 1,5-3-136,12-5 0,4-13 0,-6-24 1,-3-5 89,11 4-45,-9-18 0,-9-8 180,-27 3 1,-4 0 224,16 1 0,-4 1-315,-23-9 0,-9 3-855,9 15 1,-1 3 1034,-3 0 1,-1 4-676,-3 1 0,5 9-2467,10 24 1337,12-6 1940,12 12 0,21-23 0,-5 0 0</inkml:trace>
  <inkml:trace contextRef="#ctx0" brushRef="#br0" timeOffset="-202773.46">30498 16410 6183,'0'7'2789,"39"-2"-3329,-1-1 0,4-2 135,-6-4 1,1-1-448,3 3 0,3 1 0,-5-3 852,-11-4 0,-3 0 0,7 0 0,-1-1 0,3-5 0</inkml:trace>
  <inkml:trace contextRef="#ctx0" brushRef="#br0" timeOffset="-202590.46">30868 16013 7533,'-39'20'1574,"17"-1"0,5 7 64,13 20 0,6 4-2262,-10-11 1,0 3 465,6-2 1,2 6-1,0 1 1,0-2-663,-2-4 1,0-1 0,0 0 0,0-1 454,2 11 1,0 0 0,0-1 0,0 0 0,0 0 0,0-7 0,0-11 0,0-1 0</inkml:trace>
  <inkml:trace contextRef="#ctx0" brushRef="#br0" timeOffset="-184123.46">31238 16013 7533,'-27'0'-1709,"9"0"1979,18 17 1528,34-2-1573,-8-3 0,3 1-405,3-1 0,0-1 180,-2-7 0,-7 6-315,-16 30 1,-12 4 674,-9-10-31,0 1 1,-4 9 0,-1-4 929,-10 3 1,6-4-1350,14-8 0,10-3-1549,20 8 1,11-11 1314,-8-25 1,3-5 0,22 2-1,-2-1 1,-20-8 0</inkml:trace>
  <inkml:trace contextRef="#ctx0" brushRef="#br0" timeOffset="-183906.46">31856 16137 7533,'-32'23'-90,"1"-1"0,1 6 0,-1 4-270,8-3 0,-1 4 0,0 1 1,3-4 359,-2 6 0,-1-3 0,0-3 0,-3-1 0,6-9 0,3-14 0</inkml:trace>
  <inkml:trace contextRef="#ctx0" brushRef="#br0" timeOffset="-183757.46">31627 16187 7533,'17'40'44,"0"0"1,0 0 0,0 1 0,-10-6 0,-4-1 0,7-3 0,19-2 0,1-1 0,-1 1 0</inkml:trace>
  <inkml:trace contextRef="#ctx0" brushRef="#br0" timeOffset="-182940.46">31821 16683 7533,'-20'34'404,"24"-1"1,8 1-90,-3-4 0,5-7-180,18-10 0,3-18-855,-16-23 0,-5-19 1,-3-9-1,0-2 643,-3 17 0,-1-4 0,-1-1 0,1-2 0,-1-1 0,0 0 0,1 0 373,-1 2 1,1-1 0,-1-1 0,1 1-1,-1-1 1,2 0 0,0 2 0,1 1 171,0-3 0,-1 0 0,1 0 0,1 1 0,2 2 0,4 4 0,4 4 78,5 2 0,3 3 0,4 3 0,2 3 0,1 4 0,1 4 109,6 2 0,3 7 1,1 4-1,0 1 0,0 0-1311,0-1 1,1 1-1,-1 1 1,-1 2 0,-3 1-438,8 6 1,-3 2 0,-7-4 436,-7-7 1,-9-3-1,-14 0 1,-3-5 0</inkml:trace>
  <inkml:trace contextRef="#ctx0" brushRef="#br0" timeOffset="-181773.46">32385 15654 6183,'0'-32'-359,"0"13"359,8 8 0,-14 38 0,4-9 809,-5 19 1,-4 6-675,-2-4 0,1 1-315,5 5 0,2 1-585,-4 1 1,2-5 764,7-2 0,8-11 0,-6-23 0,6-6 0</inkml:trace>
  <inkml:trace contextRef="#ctx0" brushRef="#br0" timeOffset="-181473.46">32438 15852 7533,'10'12'-1709,"-2"12"2248,-8 7 91,0 8-630,7 4-90,-5-23-809,14 2 719,10-42 180,-5 9 0,3-11 0,1-3 0,12-2 0,-7-4 180,-7 35 899,-23 22-1799,0 20 720,16-2 0,-4-19 0,13-14 0</inkml:trace>
  <inkml:trace contextRef="#ctx0" brushRef="#br0" timeOffset="-180857.46">32914 15604 5824,'-9'24'135,"1"0"0,-2 5 44,5-1 1,2 1-270,3 16-179,0 2 134,0-20 0,0-2 135,0 2 0,0-8 0,0-8 0</inkml:trace>
  <inkml:trace contextRef="#ctx0" brushRef="#br0" timeOffset="-180556.46">33073 15678 5824,'35'7'0,"-7"10"0,-11-14 0,-9 24 0,-24 10 0,13-6 0,-9-3 0,0 0 359,2 0-538,0 3-1,18-13 180,28-18 0,-5-1 0,-2-7 0,-1-1 0,-7 7 0,5-15 0,-18 10 0</inkml:trace>
  <inkml:trace contextRef="#ctx0" brushRef="#br0" timeOffset="-179871.46">32173 16286 5824,'20'21'584,"5"-6"1,5-3 1053,9-4 0,2-2-1769,-2 1 1,3 0 512,-7-4 0,4 1 0,2-2 1,-2 0-204,8-3 1,-1-2 0,-1 1-180,-6 2 0,-1-1 0,2 1-60,9-3 0,2 1 0,-6 1-480,-10 7 1,-3-1 404,-3-4 0,-1 1-1504,3 6 1,-7 0 1443,-21-6 1,21-2-1,-14-7 1</inkml:trace>
  <inkml:trace contextRef="#ctx0" brushRef="#br0" timeOffset="-168523.46">32544 16497 6633,'10'-27'-809,"-3"10"809,-14 11 0,-11 17 0,6 3 0,-10 25 0,5 7 45,20-21 0,4 1 224,-8 21 1,6 0-360,11-21 0,5-4-135,2-3 1,-3 1 494,-8 22 179,-22 1-764,-10-25 1,-5-3 269,-2 1 0,-1-7 45,4-17 0,3-6 0,-5-11 0,23-2 0,-1 0 0</inkml:trace>
  <inkml:trace contextRef="#ctx0" brushRef="#br0" timeOffset="-168406.46">32456 16620 5914,'38'2'-10,"0"-1"0,0 1 0,0-1 0,0 0 0,-2-1 0,-2 0 0,3 3 0,1 0 0</inkml:trace>
  <inkml:trace contextRef="#ctx0" brushRef="#br0" timeOffset="-167623.46">31256 17327 7533,'-18'14'-1709,"9"2"4985,9-14-1245,25 3-4550,12-5 2519,-7 0 0,1 0 0,16-5 0,-21 1 0,-1 1 0</inkml:trace>
  <inkml:trace contextRef="#ctx0" brushRef="#br0" timeOffset="-167456.46">31256 17575 7533,'-35'12'1529,"15"-5"0,59-2-2114,-10-4 1,3-2 584,2 2 0,3-1 0,-2-1 0,3-1 0,-3-1 0,-6 0 0,0-1 0</inkml:trace>
  <inkml:trace contextRef="#ctx0" brushRef="#br0" timeOffset="-162887.46">31715 17265 7533,'-18'-7'-1709,"8"2"1709,2 5 0,16 0 539,18 5-89,-5-3 629,15-2 1,1 0-810,-10-2 44,4 9 1,-5 3-225,-16 1 764,-18 31 1,-8 5-495,9-14-270,-5-1 0,-4 9 0,0 0 0,5-9-270,5 4-720,-4 1 1,-3 7 0,4-8-2340,7-4 3239,2 16 0,2-25 0,6-10 0</inkml:trace>
  <inkml:trace contextRef="#ctx0" brushRef="#br0" timeOffset="-162340.46">32015 17810 5914,'9'47'-90,"7"-1"90,-6-27 0,0-5 0,5 2 0,-5-9 0</inkml:trace>
  <inkml:trace contextRef="#ctx0" brushRef="#br0" timeOffset="-160606.46">32297 17240 7533,'-37'0'-1350,"3"6"1081,24 1 179,-5 16 90,13-2 45,-2 17 0,0 4 45,4-5 224,2 4 1,4-2 225,4-19 629,31 4-1259,-2-12-900,-6-10 1,3-3 764,-8 0 1,-2-4 224,7-14 0,-5-4 0,2-12 0,-19 8 0,1 0 0</inkml:trace>
  <inkml:trace contextRef="#ctx0" brushRef="#br0" timeOffset="-160420.46">32508 17277 7533,'-37'-6'-1709,"4"17"2563,14 25 1,5 9-496,7-20 1,0 2-1202,-6 12 1,-3 5 0,6-7 1021,6 0-972,-4 1 1,0-2 611,0-11 229,11 10 0,0-2 0,-9-20 1,14 20-1</inkml:trace>
  <inkml:trace contextRef="#ctx0" brushRef="#br0" timeOffset="-160087.46">32650 17302 5914,'-10'6'899,"-6"39"-719,14-17 329,-4 9 1,-3 9 0,1-5-240,-4 5-480,3-5 0,0 6 0,1-4 210,2-7 0,3-4 0,1-1 0,4-3 0,7 11 0</inkml:trace>
  <inkml:trace contextRef="#ctx0" brushRef="#br0" timeOffset="-159773.46">32791 17526 7533,'-20'32'-45,"14"13"0,4 0 315,4-18-360,19 11 0,5-8 0,-8-30-450,11-14 0,-1-7 360,-17-3 0,-1-13 1,-4-1 179,-6 12 0,0-11 0,-8 7 1439,-41 34-2249,30-22 810,-7 36 0,5 9 0,21-9 0,0 16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6:01:25.69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18098 608 7533,'-10'-42'-1709,"2"9"1709,0 60 90,-3 4 0,-4 7 0,0 0-1,2-4 1,1 0 0,-4 5-309,-1-4 0,-3 4 0,-2 2 1,0 1-1,-1-2 0,3-3 84,-1 1 0,1-3 0,0-2 0,-1 2 135,-4 4 0,-1 1 0,1-2 0,5-10 268,-6 3-268,32-50 0,14-23 0,5-11 0,-1 6 0,-3 5 0,2 1 0,0-1 0,0-1-161,-3 3 1,1-3-1,-1 1 1,0 2-1,-1 4 161,5-9 0,0 4 0,-7 25 180,-8 60 629,-6-3 1,2 3-987,6-8 1,4-1 0,6-11-4,21-16 0,6-16 180,-7-6 0,1-9 0,-3-3 15,-3-6 0,-3-4 0,-2 5 974,6-1 1,-9 18-271,-30 51 1,-10 20-1140,7-20 0,0 2 0,1 2-353,0 2 1,1 3 0,0 0 0,1-4 772,2-4 0,0-3 0,4-3 0,8 10 0,4-8 0,9-10 0</inkml:trace>
  <inkml:trace contextRef="#ctx0" brushRef="#br0" timeOffset="233">18750 645 2626,'-27'5'180,"9"13"639,12 11 0,4 12 0,2 5 0,0-4-1912,0 2 1,0-2 0,0 3 912,0 2 0,0 3 1,0 0-1,0-7 180,1 10 0,-2-12 0,-7-17 0,-1-12 0</inkml:trace>
  <inkml:trace contextRef="#ctx0" brushRef="#br0" timeOffset="450">18750 694 5824,'44'4'0,"0"0"0,-7 13 0,-9 10 0,-15 8 0,-8 6 0,-3 1-274,-3-8 0,-3 0 0,-5 1 274,-8 2 0,-6 3 0,-3-1 0,0-4 0,-3-1 0,0-4 0,1-2 0,2 0 0,1-2 0,1-2 0,-5 2 0,11-12 0,18-16 0</inkml:trace>
  <inkml:trace contextRef="#ctx0" brushRef="#br0" timeOffset="683">19121 645 5914,'25'37'1092,"-18"-5"0,-4 8 0,-1 3-810,1-1 1,0 4 0,-1 1 0,-2 0-939,-3-4 1,-2 2-1,-1-1 1,0 1 0,0-1 18,-1 7 0,0 1 0,0-3 0,-1-5 174,-1-5 0,-1-5 0,1-2 0,0 9 0,3-9 0,6-20 0</inkml:trace>
  <inkml:trace contextRef="#ctx0" brushRef="#br0" timeOffset="900">19191 769 7533,'28'-28'-1709,"5"6"2248,0 27 1,1 12-1035,-14 5 1,-3 6 883,-2 2 1,-3 5 0,-6-1-75,-14 10 0,-13 0-1010,-1-14 1,-6 2 0,-3-3 0,2-3 694,-1-5 0,0-4 0,0 0 0,-5 3 0,-1 1 0,3-3 0,3-3 0,1 0 0</inkml:trace>
  <inkml:trace contextRef="#ctx0" brushRef="#br0" timeOffset="53700">19826 756 7533,'-18'-14'-1709,"9"14"1709,32 20 0,-7 6 0,4-11 0,1 0 0,-3 10 0</inkml:trace>
  <inkml:trace contextRef="#ctx0" brushRef="#br0" timeOffset="53835">19879 1103 7533,'-29'36'-1709,"5"-9"1053,36-2 1,7-3-1,-3-5 1,25 5 0</inkml:trace>
  <inkml:trace contextRef="#ctx0" brushRef="#br0" timeOffset="54534">20532 459 7533,'-10'23'-855,"5"4"1,2 5 854,2-1 0,2 4 0,-1 0-492,0 2 1,0 2 0,0 2 491,0 0 0,0 3 0,0 0 0,0-1-626,0 7 0,1 0 1,-2-1 625,-1 0 0,-1 0 0,0-1 0,3-8 0,-1-1 0,0-4 40,-3 1 0,0-4 1,4 1-1,0-11 1</inkml:trace>
  <inkml:trace contextRef="#ctx0" brushRef="#br0" timeOffset="54815">20902 657 7533,'-31'18'-570,"-1"0"0,-2 10 1,0 5 569,10-9 0,0 1 0,1 2-684,-2 6 0,1 2 0,1-3 684,-6 2 0,3-2 0,7-4 0,5-4 634,6-12-634,23-6 335,5-6-335,23 11 0,-14 3 0,5 11 541,-21-1 1,-1 4-542,2-1 0,0 0 0,0 0 0,-1-2 0,5 9 0,-10-28 0</inkml:trace>
  <inkml:trace contextRef="#ctx0" brushRef="#br0" timeOffset="55115">20902 967 5914,'-18'32'-90,"9"3"90,1 14 0,8-14 0,8 12 0,1-33 0,17-20 0,9-20 0,-16 7 0,-1 0 0,10-7 0,-5 3 0,-13 44 0,-8 12 0,1-5 0,0 2 0,-3-3 0,0-3 0,10 6 0,0-19 0,13-22 0,-3-3 0</inkml:trace>
  <inkml:trace contextRef="#ctx0" brushRef="#br0" timeOffset="55351">21237 1029 7533,'-9'31'-570,"1"0"0,-2-3 1,2 0 569,3 6 0,0-2 0,-3 4 0,24-2 0,4-34 0,15-17 0,-12-8 0,-3-4 0,-8 5 0,-2-2 0,5-5 0,-7 2 0,-31-7 0,1 28 0,-21 14 0,27 16 0,4 5 0,1 0 0,5-1 0,14 20 0,11-19 0</inkml:trace>
  <inkml:trace contextRef="#ctx0" brushRef="#br0" timeOffset="55682">21449 1078 5914,'0'20'-90,"0"3"90,8 18 0,2-10 0,-1 15 0,15-26 0,-5-24 0,9 0 0,-10-31 0,5 20 0,-19 3 0,12 30 180,-16 31-1,0-12 1,11-9 0,1-5-90,-6-15-90,41-13-180,-33-10-135,6-10 1,1-3 87,-1-13 227,-11 14 0,-1-1 0,0-14 0,-16 15 0,-2 4 0</inkml:trace>
  <inkml:trace contextRef="#ctx0" brushRef="#br0" timeOffset="55998">22331 1041 6633,'-20'-7'-809,"20"2"809,24 3 0,11 4 0,10-2-681,-9-1 1,7-1 0,-8-1 680,2-4 0,8 2 0,-2-2 0,-19-6 0,17 1 0</inkml:trace>
  <inkml:trace contextRef="#ctx0" brushRef="#br0" timeOffset="56398">22648 545 0,'-21'28'0,"-1"-1"0,3 9 0,1 3 0,5-9 0,1 3 0,2 2 0,2 1 0,2 3 0,0 2 0,0-2 0,0 0 0,-1 0 0,0 0 0,2-1 0,0 6 0,1-1 0,1 1 0,-1 4 0,0 2 0,4-12 378,10-9-378,15-12 0,3-30 0,-7-16 0,2-14 0,-1 0 146,-2 3 0,-1 0 0,1-4-146,-2 9 0,2-4 0,1 0 0,-2 1 0,-3 4 0,-1-6 0,-2 3 0,1 3 0,12-8 0,-5 10 2592,-19 20-2592,5 23 1421,-7 10-1421,1 9 0,-2 4 0,-6 10 196,6-12 1,1 4 0,-1-1-377,-7 11 1,0-1 97,7-2 0,0 1 22,-4-8 0,-1 1 0,1-7 60,3 2 0,-2-5 0,0-3 0,4-10 0,0-13 0,8-4 0,2-36 0,16 9 0,-13 6 0,1 0 0</inkml:trace>
  <inkml:trace contextRef="#ctx0" brushRef="#br0" timeOffset="56665">22983 1091 6633,'0'13'-809,"8"10"809,18-21 0,19-2 0,-6-8 0,-16-7 0,-5-4 0,-8-20 0,-10 10 0,-25-4 0,-4 40 0,-3 12 0,1 3 0,3 7 989,8 3 0,4 6 1,7-2-1575,12 10 1,12-4 438,9 2 0,8-10 0,7-21 1,3-9-1,-3-4 0,0-1 0</inkml:trace>
  <inkml:trace contextRef="#ctx0" brushRef="#br0" timeOffset="57815">22860 595 5824,'-10'34'0,"0"1"0,4-2 0,1 3 0,1 2 0,-1 1 0,1 2 0,1 1 0,-1 0-216,1 0 1,1 0 0,-1-1 0,-1-1 215,-3 7 0,-2-3 0,0-4 139,-4 5 1,8-17-140,11-26 142,14-48-142,-3 14 0,3-2 0,-3 1 0,1 4 0,15 4 440,-21 43-440,-3 5 0,-2 5 0,-3 4 0,0 1 0,0 2 0,2-3 0,11 7 0,1-10 0,-1-17 0</inkml:trace>
  <inkml:trace contextRef="#ctx0" brushRef="#br0" timeOffset="58415">23654 1041 5824,'-5'45'0,"0"0"0,3-2 0,4-1 0,8 5 0,5-6 0,15-2 0,-5-46 0,1-11 0,-6-7 0,-3-5 0,-2-4 0,-3 4 0,4 11 90,0 40-180,3 13 90,8-17 0,5-9 0,1-14 0,-1-6 0,-6 2 0,-3-3 0,-4-8 0,1 1 0</inkml:trace>
  <inkml:trace contextRef="#ctx0" brushRef="#br0" timeOffset="58648">24201 1091 7533,'-18'46'-570,"0"0"0,5-6 1,7-3 569,10-7 0,7-9 0,29-26 0,-16-17 0,-1-9 0,-2-1 0,-9-2 0,-19 3 0,-10 7 0,-14 23 0,-1 11 0,3 7 0,8 18 0,7-6 0,32-24 0</inkml:trace>
  <inkml:trace contextRef="#ctx0" brushRef="#br0" timeOffset="58881">24395 1029 7533,'0'47'-810,"0"-14"1,0 2 764,-1 7 0,2 0 45,2-3 0,1-7 629,-2-19-584,9-29 0,2-13-405,0-4 1,1-1 359,8-2 0,1 4 0,-4 12 0,0 4 0,14-2 0</inkml:trace>
  <inkml:trace contextRef="#ctx0" brushRef="#br0" timeOffset="59198">24783 1053 7533,'-20'-6'-1709,"4"-11"1709,16 3 0,0-11 0,0 12 0,0 2 0,0 11 0,8 0 0,-6 0 0,6-6 0,-8 5 0,0-4 0,0 5 0</inkml:trace>
  <inkml:trace contextRef="#ctx0" brushRef="#br0" timeOffset="59415">24783 582 6633,'-10'36'0,"0"-1"0,-1 2 0,0 5 0,2 1 22,4-3 1,3 2-1,0 0 1,-1 1-450,-2 2 1,0 0-1,0 0 1,2-3 396,4 5 0,2-2 0,1-5-478,0-3 0,4-8 0,10-13 0,-11-23 0</inkml:trace>
  <inkml:trace contextRef="#ctx0" brushRef="#br0" timeOffset="59765">24906 1053 7533,'-26'30'329,"-1"0"1,7 1 0,3 3-870,1 1 1,6 0-271,18 9 1,28-61 809,-9-17 0,0-13 0,-8 12 0,-1-3 0,-1-3 0,0 0-227,0-5 1,-1 0-1,-1-1 1,0 1 226,-1 3 0,0 1 0,-1 0 0,-1 4 869,0-7 1,-2 4 0,-5 17 2188,-5 21-2549,-6 21 1,-5 24 0,1 2-533,1-4 1,0 2-1,2 2 1,2 0-798,4 3 1,3 3 0,0-2 0,1-3 391,-3-2 0,1-2 0,6-5 0,15 3 1,5-11-1,0-16 0</inkml:trace>
  <inkml:trace contextRef="#ctx0" brushRef="#br0" timeOffset="62648">25982 955 7533,'-20'-14'-900,"5"3"91,46-1 1303,-2 5 1,5 1-46,1 1 1,5 0 0,1 1-1217,5 0 0,2 0 1,1 1 496,-1 1 0,0 0 0,-1 1 270,-7 0 0,-1 1 0,-3-1-23,3-1 1,-7-1 0,-7-3 0,-27-1 0</inkml:trace>
  <inkml:trace contextRef="#ctx0" brushRef="#br0" timeOffset="62848">26176 1004 7533,'-41'0'-1709,"25"-5"3238,16-3-450,25-1 1,13 1-1380,-5 4 0,4 2 0,1-1-696,5-2 0,2-1 0,0 1 996,1 2 0,-1 2 0,-3-2 0,2-3 0,-3 0 0,-9-1 0,0 1 0</inkml:trace>
  <inkml:trace contextRef="#ctx0" brushRef="#br0" timeOffset="63115">26670 545 7533,'-10'-5'1079,"42"25"-180,-3-4 1,6 2-1080,2 0 0,3 4 0,-1 1-342,-4 2 0,-1 2 1,-1 1 371,-1-4 0,-1 1 0,-8 2 105,-10 12 0,-14 1-345,-14-9 0,-10 0 1,-4-2 389,2-3 0,-3 0 0,-2-1 0,0-1 0,-2-1 0,0 0 0,-1-1 0,0 1 0,4-1 0,-1 1 0,0-1 0,0 0 0</inkml:trace>
  <inkml:trace contextRef="#ctx0" brushRef="#br0" timeOffset="64431">21078 1574 5914,'0'-14'1529,"-23"14"-225,-6 15 0,-3 6-1079,7-1 0,-3 2-731,-1-4 0,-6 2 0,0 0 0,5-1 641,1 5 0,1 0 104,-2-5 1,-4-1 0,6-1 1817,-7 7-1787,17-11 700,10-2-701,16-10 451,18 10 899,19 7-1979,-18-9 1,0 3 802,0 4 0,-1 3-2082,4 6 1,-1-1-1111,10 6 1110,-5-1 1,-1-2 1448,-2-10 0,-2 0 0,-1 1 1,9 1-1</inkml:trace>
  <inkml:trace contextRef="#ctx0" brushRef="#br0" timeOffset="65215">21590 1649 7533,'-37'-20'-1709,"-4"8"1709,13 7 0,1 10 0,5 8 0,3 3 0,-3 13 0,0-1 0,3 3 0,7 14 0,7-19 0,2-2 0,13 8 0,15-11 0,7-3 0,-7-6 0,1-1 0,7 3 0,-3 2 0,-5 13 0,-35-8 0,-5-4 0,-5 1 0,-9 4 0,-3-1 0,8-6 0,-1-1 0,-6 7 0,3-2 0,9-6 0,3 6 0,24-13 0,2 0 0</inkml:trace>
  <inkml:trace contextRef="#ctx0" brushRef="#br0" timeOffset="65398">21766 2095 6183,'-19'12'-359,"-5"6"359,-1 12 0,-5 9 0,3-6 0,3-10 0,15-17 0</inkml:trace>
  <inkml:trace contextRef="#ctx0" brushRef="#br0" timeOffset="65615">22119 1574 5824,'-17'39'1484,"4"-14"0,0 4-1844,-1 13 0,1 4 315,0-6 0,-2 1-630,-6 4 1,1-1-148,9-13 0,0-1 822,-2 2 0,1-3 0,4-5 0,16-13 0,2-11 0</inkml:trace>
  <inkml:trace contextRef="#ctx0" brushRef="#br0" timeOffset="65815">22154 1661 5824,'4'30'269,"0"-1"1,1 13 0,0 3-450,0-2 0,0 1 30,-2-6 0,0 2 1,-1-5 149,-2 14 0,0-16 0,0-4 0,0-14 0,0 3 0,0-12 0</inkml:trace>
  <inkml:trace contextRef="#ctx0" brushRef="#br0" timeOffset="65965">22066 1921 7533,'-17'-5'-1709,"7"-2"1709,18 0 0,3 1 0,17 5 0,1 2 0,-3-1 0,23 6 0,-32 1 0</inkml:trace>
  <inkml:trace contextRef="#ctx0" brushRef="#br0" timeOffset="66148">22366 2120 5824,'20'5'0,"-5"2"0,-15 16 0,-15 3 0,-5 11 0,1-10 0,-13 2 0,13-10 0</inkml:trace>
  <inkml:trace contextRef="#ctx0" brushRef="#br0" timeOffset="66482">22789 1649 5824,'0'45'899,"0"-13"-719,0 14 0,0 5-944,4-16 1,0-1 718,-2 11 0,-2 2-165,1-12 0,-1-1 0,-1-2-15,1-2 1,-2-2 388,-6 9 0,1-4-164,5-14 0,-6-13 0,8-13 0</inkml:trace>
  <inkml:trace contextRef="#ctx0" brushRef="#br0" timeOffset="66716">22825 1673 7533,'19'-26'-1709,"13"3"1709,-21 10 0,31 6-3277,-5 24 2302,0-6 1384,-22 10 1,-4 3-410,-4 15 0,-22 6 0,7-20 0,-4-1 0,-19 1 0,-5-2 0,15-3 0,-1 0 0,-9 2 0,4-2 0,9 5 0,10-7 0</inkml:trace>
  <inkml:trace contextRef="#ctx0" brushRef="#br0" timeOffset="66915">23266 2082 5824,'-18'31'0,"8"-11"0,-2 3 0,1 0 0,7-5 0,-10 7 0,-4 1 0,-1 1 0,-9 5 0,3-9 0</inkml:trace>
  <inkml:trace contextRef="#ctx0" brushRef="#br0" timeOffset="67548">23707 1649 7533,'-26'22'-1709,"14"0"1709,4 2 0,1 5 0,5 3 0,3 3 0,0-1-853,-1 0 1,0 0 912,0 12 0,0 4 0,0-8 120,0 5-45,-4-2 0,0-4 695,2-18-650,-6 11 203,0-27-472,6-7-451,-6-18 0,8-19 510,6 7 0,3-6 0,0 2 30,1 0 0,2-1-50,1-5 0,3-4 0,-2 7 50,5-6-1516,1 7 1,-1 3 1515,-5 10 0,20-6 0,-9 34 0,-13-2 0,11 19 730,-21 9-730,6-3 3276,-16 14-3160,-25-12-116,9-4 0,-1-16 0,1-1 0,13 8 0,-5-16 0,16 10 0,0-4 629,8 17-269,2-9 360,7 19-450,9-8-1080,-15 6 225,6-8 1,-2-1 584,-11 0 0,11 1 0,1-2 0,-12-13 0,12 13 0,-16-15 0</inkml:trace>
  <inkml:trace contextRef="#ctx0" brushRef="#br0" timeOffset="67882">24112 1698 6183,'8'-14'-359,"10"3"1708,9 22-540,9-3 90,-18 11 1,-1 3-270,10 1-91,-13 8 1,-2 1-180,5-2-45,-11 2 0,-2 0-495,4 2 180,-16 9-2519,-17-7 361,-5-10 1348,6-11 1,-3 0 809,5 1 0,-1-1 0,-22 5 0,2 4 0</inkml:trace>
  <inkml:trace contextRef="#ctx0" brushRef="#br0" timeOffset="68432">24236 1649 7533,'-20'-7'-1709,"5"-4"1709,15 9 0,0-9 0,0 10 90,0-4 90,0 10 629,15 7 810,5 19-629,7-4-181,7 9-494,-17-18 0,1 0 314,19 9-449,-15-9 0,-1 0 720,7 12-451,-11-14 721,-9 11-451,-8-19-539,-8 16-450,-25 0 90,-6-3-180,13-7 1,-1 1-1280,-10 5 1,-1 1-1,8-1 1,2 2 1091,0 2 1,1 1 0,2-6 0,3-2 0,2 8 0</inkml:trace>
  <inkml:trace contextRef="#ctx0" brushRef="#br0" timeOffset="69465">27711 657 7533,'-20'-32'-1709,"12"13"1709,34 8 0,0 22 0,1 11 0,-2 13 0,-1 4 0,0-5 0,-5 4-471,-11 5 1,-6 5-1,-4-1 471,-5-11 0,-3-2 0,1 0 0,2 1 0,1-1 0,-2 2 0,-7 11 0,-3 3 0,2-9 334,-6 3-334,9 1 0,1-6 0,4-29 0,0-5 0,-2-19 0</inkml:trace>
  <inkml:trace contextRef="#ctx0" brushRef="#br0" timeOffset="69684">27905 645 7533,'29'-20'-1709,"10"8"1709,-11 23 0,-8 7 0,-3 7 0,-3 10 0,-8 5 0,-10-5 0,-5 1 0,-4-1 0,-3-1 0,-3-2 0,-3-1 0,-1-3 0,-2-1 0,1-8 0,-21-5 0,37-25 0,27-32 0</inkml:trace>
  <inkml:trace contextRef="#ctx0" brushRef="#br0" timeOffset="69917">28293 174 5824,'0'40'0,"1"1"0,-1 0 0,1-1 0,-3 4 0,0 0 0,-1 1 0,0 0 0,-2 3 0,-2 2 0,2 0 0,2-3-370,4-5 1,1-1 0,2-2 0,3-4 369,9 12 0,7-13 0,8-18 0,3-11 0,0-18 0,1 0 0</inkml:trace>
  <inkml:trace contextRef="#ctx0" brushRef="#br0" timeOffset="70217">28646 558 6633,'-25'23'-270,"1"1"0,-5 9 1,1 2 269,6-9 0,-1 1 0,3-1 0,-8 11 0,13-5 0,31-13 0,5-29 0,5-11 0,6-6 0,0 0 0,0-1 0,-3 10 0,-1 24 0,-21 35 0,-7-12 0,-2 0 0,2 14 0,18-31 0,-6-13 0,3-12 0</inkml:trace>
  <inkml:trace contextRef="#ctx0" brushRef="#br0" timeOffset="70533">28769 632 7533,'10'12'-1709,"-2"17"1709,-8-7 0,-3 4 0,-2 1 0,-5 7 0,5-4 0,0 0 0,-3 10 0,24-14 0,12-55 0,-6 3 0,1-3 0,-1-7 0,1 1 0,-5 8 0,-1 12 0,1 26 0,-11 23 0,-6-6 0,-2 1 0,1 9 0,16-9 0,4-17 0</inkml:trace>
  <inkml:trace contextRef="#ctx0" brushRef="#br0" timeOffset="70983">29122 595 5824,'-20'22'0,"5"22"0,13-10 0,4 2 0,-2 5 0,0 0 0,0-11 0,0-3 0,0 9 0,15-58 0,-5 1 0,0-5 0,7-9 0,1 0 0,-4 8 0,0 3 0,11-10 180,-7 43 629,-1 17-674,-7-1 0,-2 2-945,2 12 361,13-10 449,-3-45 0,7 5 0,-9-29 0,-10 14 0</inkml:trace>
  <inkml:trace contextRef="#ctx0" brushRef="#br0" timeOffset="71167">29492 298 7533,'-10'-20'-1709,"3"8"1709,7 17 0,0 26 0,7 14 0,-5 0 0,6-3 0</inkml:trace>
  <inkml:trace contextRef="#ctx0" brushRef="#br0" timeOffset="71550">29545 632 6633,'0'12'-809,"-8"7"809,-1 5 0,-1 8 0,2 5 0,24-11 0,3-8 0,16-12 0,1-12 0,-1-1 0,0-5 0,1 5 809,-1 18 450,-20 7 1,-3 7-136,1 20 0,-8 7-1169,-9-9 1,-5 2 0,-2 1-586,2-5 0,-1 2 1,-3-1-1,-2 0 344,-4 0 1,-4-1 0,0 0-1,0-2 1,-2 5 0,1-2-1,-1-2 1,-1-4 0,1 0-1,-1 0 1</inkml:trace>
  <inkml:trace contextRef="#ctx0" brushRef="#br0" timeOffset="89117">18239 2256 0,'-44'-11'0,"15"14"163,4 4-163,17 20 0,7 15 0,2 3 90,0-7 0,1 2 0,1 2 0,-1 2 72,-1-2 1,-1 2-1,0 2 1,0 0-1,1-1-144,-1 0 0,1 1 0,-1-1 0,0-1 0,-1-4-168,-3 11 0,-2-3 0,-2-12 1088,-12-7-938,17-47 0,4-16 0,1 1 0,1-9 0,1-5 0,1-3 0,2 2 0,0 3 414,2 1 0,2 2 0,0 0 0,1 0 0,0-1-414,-2 1 0,-1-2 0,1-1 0,0 2 0,1 2 0,1 5 0,6-11 0,1 5 0,5 13 0,17 14 0,2 16 344,-11 11 0,-3 9-344,-2 2 0,-2 5 0,-8 2 0,-13 11 0,-14 2 30,-8-6 0,-7 0 0,-3-3 479,0-8 1,-2-2 0,0-1 74,-14 5 1,8 0 180,18-3 0,12 0-46,23-3 1,9 0-630,2 8 0,1 5-540,-5-3 0,0 3 0,-1-1-643,-5-3 1,0 0 0,-1-2 903,10 14 1,-3-3 0,-13-11-1,-1-4 1,14-2 0</inkml:trace>
  <inkml:trace contextRef="#ctx0" brushRef="#br0" timeOffset="89417">18944 2442 5824,'0'45'1092,"0"1"0,-9-6 0,-5 5-740,2-6 0,-3 8 0,-1 2 1,-1 0-1,0-4-310,0-4 0,-2-3 0,1-1 0,0 2 407,-3 6 1,-1 2 0,1-2 0,6-5-289,0 2 0,15-13-1330,34-27 0,14-15 76,-14 3 1,1-2 0,2-1 623,5-2 1,2-1 0,-3 1 0,5-4 0,-6 3 0,2 4 0</inkml:trace>
  <inkml:trace contextRef="#ctx0" brushRef="#br0" timeOffset="89617">19650 2628 7533,'-20'-33'-720,"4"9"173,29 49 1,6 11 0,-4-9 0,6 13 0,0 0 0</inkml:trace>
  <inkml:trace contextRef="#ctx0" brushRef="#br0" timeOffset="89767">19614 3086 7533,'-19'6'3276,"11"6"-2685,33 13-591,-7-6 0,2-1 0,2-1 0,1-1 0,-2 2 0,1 0 0</inkml:trace>
  <inkml:trace contextRef="#ctx0" brushRef="#br0" timeOffset="92101">18327 4784 7533,'-39'-13'-1619,"7"2"1574,67 14 0,16 5 45,-13-6-497,-5 1 1,11 2-1,3 0 1,-3-1 496,-4-1 0,-2 0 0,2 0 0,3 0-339,-4 0 0,2 0 1,2 1-1,1-1 1,1 0-1,2 1 429,-5-2 0,2 1 0,1 0 0,0-1 0,2 1 0,0-1 0,1 0 0,0 0-151,-4-1 0,0-1 0,1 1 0,0-1 0,0 1 0,2-1 0,-1-1 0,1 1 0,1 0 0,0-1 68,-4 1 1,1-1-1,1 0 1,0 0-1,0 0 1,0 0-1,1 0 1,0-1-1,1 1 1,0-1-1,-1 1 1,1-1-101,0 1 1,0-1-1,0 0 1,0 0 0,1 0-1,0 0 1,0-1-1,0 1 1,1 0 0,0 0-1,-1 0 1,1 0 0,0 0 149,-1 1 1,0-1 0,0 0 0,0 1 0,1-1-1,0 1 1,-1 0 0,1-1 0,0 1 0,0 0 0,0-1-1,1 1 1,-1 0 0,0 0-76,-2 0 0,0 0 1,0 0-1,0 0 1,0 0-1,0 0 0,0 1 1,1-1-1,-1 0 1,0 0-1,1 1 0,0-1 1,-1 1-1,1-1 1,0 1 33,-1 0 1,-1-1 0,0 1 0,1 0 0,0 0 0,-1 0 0,1 0 0,0 0-1,0 0 1,0 0 0,0 0 0,1 1 0,-1-1 0,0 0 0,0 0 0,1 0 9,0 0 0,0 0 0,0 0 0,1 0 1,-1 0-1,1 0 0,0 0 0,-1 0 1,1 0-1,0 0 0,-1 0 0,1 0 1,0 0-1,0 0 0,-1 0 0,1 0 21,-2 0 1,-1 0 0,0 0-1,0 0 1,1 0 0,-1 0-1,0 0 1,1 0 0,-1 0-1,1 0 1,-1 0 0,0 0-1,1 0 1,-1 0 0,1 0-1,-1 0 1,1 0-33,-1 0 1,1 0 0,0 0 0,0 0 0,0 0 0,-1-1 0,1 1 0,0 0 0,0 0-1,0 0 1,0 0 0,-1 0 0,1 0 0,0 0 0,-1 0 0,1 1 0,-1-1-5,3 0 0,-1 1 0,0-1 1,1 1-1,-1 0 0,0-1 0,0 1 1,0 0-1,0 0 0,0 0 0,0-1 1,0 1-1,0 0 0,0 0 0,0-1 1,0 1 32,0 0 1,-1-1 0,1 1 0,-1-1 0,1 1 0,-1-1 0,1 1 0,-1-1 0,0 0 0,1 1 0,-1-1 0,0 1 0,1-1 0,-1 1 0,0 0 0,0-1 0,0 1 0,-1 0 0,1-1 0,0 1 0,-1 0 0,0 0 0,1 0 0,-1 0 0,1 0 0,-1 0 0,0 0 0,1-1 0,-1 1 0,0 0 0,0-1 0,1 1 22,-1-1 0,0 0 1,0 0-1,0 1 1,0-1-1,0 0 1,0 0-1,0-1 1,0 1-1,0 0 1,0 0-1,-1 0 1,1 0-1,0 0 1,0 0-1,-1 0 17,4 0 0,-1 0 0,0 0 0,0-1 0,0 1 0,1 0 0,-1 0 0,0 0 0,0 0 0,0 0 0,-1 0 0,1 0 0,-1 0 0,0-1 0,0 1-1,1 0 1,0 0-1,0-1 1,0 1-1,-1-1 1,1 1-1,-1-1 1,0 1-1,0 0 1,0-1-1,0 1 1,-1-1-1,0 1 1,1 0-1,0 0 0,0-1 0,1 1 0,-1 0 0,0 0 0,0 0 0,0 0 0,-1 0 0,0 0 0,0 0 0,-1 0 0,0 1 0,-1-1-44,3 0 1,-1 1-1,0-1 1,0 1-1,-1-1 1,0 1-1,0-1 1,-1 1-1,0-1 1,-1 1-1,1-1-119,5 1 0,0-1 0,0 0 0,-1 0 0,0 0 0,-1 0 0,0 0 0,-1 0 1,-1 1-286,5-1 0,-2 1 0,1 0 1,-2 0-1,-1 0 0,-1 0 1,0-1-183,0 0 1,-1 0 0,-1 0 0,-1 0 0,-2 0 0,-4 0 583,14 1 0,-5 1 1,-7 0-1,8 6 1,-77 4-1</inkml:trace>
  <inkml:trace contextRef="#ctx0" brushRef="#br0" timeOffset="92834">2910 5764 6977,'-38'-7'-570,"0"1"0,5 7 0,-1 2 707,-5-2 1,8 6-138,19 24 0,44-11 0,20-3 112,-10-7 0,6-1 1,4-2-1,2 0-398,-12-2 1,2-1 0,3 0 0,0 0 0,2-1 0,0 0 0,1-1 454,-6-1 1,0 0 0,2 0 0,0-1 0,0-1 0,1 1 0,1-1 0,0 1 0,0-1-251,-4 0 1,0 1 0,1-1 0,1 0 0,-1 0 0,1 0 0,1-1 0,-1 1 0,0-1 0,1 0 0,-1 0 47,1 0 0,0-1 1,1 0-1,0 0 0,-1 0 1,1-1-1,0 1 0,0-1 1,0 0-1,0 1 0,0-1-265,1 1 0,0 0 0,1-1 0,0 0 0,-1 1 0,1-1 0,-1 1 0,0-1 1,0 1-1,-1-1 0,-1 1 275,0-1 0,0 1 0,-1-1 0,0 1 0,0 0 0,-1-1 0,-1 1 1,0 0-1,-2 0 0,0 0 0,7-1 0,-1 0 0,-1 0 0,-2 1 1,0-1-1,-2 2 0,-1-1 0,2 2 0,-1 0 0,1 0 0,-1 0 0,1 0 1</inkml:trace>
  <inkml:trace contextRef="#ctx0" brushRef="#br0" timeOffset="96216">22737 2392 7533,'-38'0'-1709,"13"0"1709,17 0 539,8 6-179,0-5 1349,31 21-1439,1-18-315,12 10 0,4 0 90,-22-10 0,1 0-495,5 3 0,4 2 0,-6-1 450,3 0-270,-2 2 0,3 2 764,-8-5 1,1 0 764,12 2 1,2 1-451,-8-4 1,1 0 584,13 2 1,-4 1-1069,-10-1 618,7 6 1,0 1-316,-6-6-30,6-1 1,11-1 0,-5-5-240,-8-8 0,2-5-864,-2 1 0,7-3 1,2-3-1,-2 1 0,-6-1-36,-3-1 1,-6-1-1,2-2-280,0-1 1,3-4 0,-3 2 0,-6 4-2458,8-7 2981,-26 4 1,-24 21 0,-4-5 0</inkml:trace>
  <inkml:trace contextRef="#ctx0" brushRef="#br0" timeOffset="96715">23107 2578 6004,'-22'42'719,"1"0"1,2-8-1,1 0-584,-1 7 0,2 2-1260,0 0 1,1-2 667,6-16 0,0 1 367,-1 12 0,-3-2 329,-12-8-239,15-15 0,-5-21 0,16-24 0</inkml:trace>
  <inkml:trace contextRef="#ctx0" brushRef="#br0" timeOffset="96865">22860 3012 0,'0'-30'0,"-8"-2"163,6 11-163,-13 5 1409,13 54 120,-3-10 0,2 3-650,7 12 1,7-2-1914,11-5 0,7-8 179,15-17 1,3-10 854,-8-3 0,0-7 0,1-7 0,-6-4 0,-8-4 0</inkml:trace>
  <inkml:trace contextRef="#ctx0" brushRef="#br0" timeOffset="102548">25629 3049 0,'-9'-5'0,"1"3"1638,27 0 0,17-1-771,-2-2 0,5-1 0,3 0-643,1 1 1,2 0 0,3 0 0,-2 0-860,2-2 1,0 1 0,0-1 0,-1 0-131,-6 1 1,0 0-1,-2 0 1,-4 1 764,13-1 0,-7 0 0,2-7 0,-28 1 0</inkml:trace>
  <inkml:trace contextRef="#ctx0" brushRef="#br0" timeOffset="102798">26423 2628 7533,'29'30'1638,"8"-13"0,7-2-546,-4-2 0,4 1 0,1 1-273,-7-1 0,0 0 0,1 2 0,-3 1-338,8 6 1,-1 3 0,-6 1-242,-10-3 0,-3 2 0,-11 1 61,-12 10 1,-17-1-392,-17-11 0,-14-4 0,-5-1-566,11-5 1,-4 1-1,-1-2 1,-2 1 0,3-1 381,2 0 1,1-1 0,1 0 0,-1 0 0,2 0 0,-7 4 0,0 0 0,2-1 0,6 1 0,-3 4 0,-1 0 0</inkml:trace>
  <inkml:trace contextRef="#ctx0" brushRef="#br0" timeOffset="103482">27534 2144 7533,'0'-19'-450,"0"12"3726,0 47-2449,-7-4 0,-4 7 0,-2 5-1377,1-7 1,-1 4 0,-2 2-1,0 2 1,-1 0 613,4-9 0,-1 2 1,-1 0-1,0 1 0,1 0 1,-1-1-1,0-1 145,-1 5 1,-1 0 0,0 0 0,1-1 0,0-2 0,2-1 325,-3 8 1,-1-1-1,5-4 1,6-6-941,9 1 0,10-14-1234,15-27 1,7-12 1249,-3 3 0,2-2 1,0-2-1,8-8 1,0 2-1,-5 8 1,0 0-1</inkml:trace>
  <inkml:trace contextRef="#ctx0" brushRef="#br0" timeOffset="103815">27781 3111 7533,'-19'-21'989,"11"5"-89,41 16-1080,-3-9 0,3-4-1304,9-2 0,-2-3 1349,-9-9 0,-5-3 135,0 2 0,-13 0 0,-44-11 0,-16 38 1638,7 23 0,-1 11-546,15-7 0,2 3 0,2 2-218,3 3 0,2 3 0,8-2-2043,7 6 0,12-7 1169,14-14 0,7-8 0,1-5 0,2-6 0,4-10 0,1 0 0</inkml:trace>
  <inkml:trace contextRef="#ctx0" brushRef="#br0" timeOffset="104115">28240 2938 7533,'-8'-26'3276,"-17"19"-1638,6 23 0,0 9-597,-4 1 1,1 3-1222,5 6 0,7-1-1889,10-3-1208,43-54 1638,-15 3 1,1-3 1722,2-5 0,0 5 3192,13 22 0,-27 46-2325,-13-12 1,0 1-2591,3-2 1,2-2 1018,2 0 0,15-30 0,-8-14 0</inkml:trace>
  <inkml:trace contextRef="#ctx0" brushRef="#br0" timeOffset="104498">28575 2938 7533,'-18'16'3276,"9"16"-1638,4 0 0,2 3-507,2 1 1,2 0-1312,-3-4 0,4-6-2069,6-14 1529,7-28 1,3-12 989,1-4 0,1-2 764,10-2 0,1 3-90,-12 12 1,-1 5-765,15 0 0,-31 54-270,-6-10 0,-1 3-1549,-2 11 1,2 0-1,-1-8 1,4-4 915,12-1 1,7-31-1,1-11 1</inkml:trace>
  <inkml:trace contextRef="#ctx0" brushRef="#br0" timeOffset="105948">28416 2925 7533,'0'-12'-1619,"-8"-6"1529,6 4 90,-5 2 0,14 34 0,-8 8 0,-3 7 90,1-4 0,0 2 0,-1 1 239,-2-1 1,-2 0 0,2-2-15,-2 9 0,6-17-315,28-58-765,0 1 0,3-6 765,-6 5 0,2-3 0,-1 3 0,8-6 0,-1 5 0,-6 13 0,1 1 0</inkml:trace>
  <inkml:trace contextRef="#ctx0" brushRef="#br0" timeOffset="106482">28910 2541 7533,'-10'-8'-720,"3"20"180,14 32 315,1-15 1,2 0 224,10 16 0,5-10 0,-7-23 0</inkml:trace>
  <inkml:trace contextRef="#ctx0" brushRef="#br0" timeOffset="106732">28981 2913 5824,'0'30'539,"0"18"225,0-19 1,0 0-990,-4 9 1,0-1-181,3-10 0,0-2-404,-7 16 809,24-28 0,-5-24 0,15-4 0,-8-16 0</inkml:trace>
  <inkml:trace contextRef="#ctx0" brushRef="#br0" timeOffset="107215">29157 2999 5824,'10'35'2068,"-2"0"-1258,-8-8 0,0 0-1350,8 12-270,9-20-719,18-42 1124,-12 1 1,0-3 404,-1-5 0,1 2 135,-2 6 0,1 7 674,5 9 990,-9 37-810,-18 14-989,0-19 0,-2-1-89,-6 7-541,24-16-809,11-38 674,-5 6 1,1-1 674,4-3 0,-1 0 90,-3 2 0,-1 6 2518,13 29-880,-22 10 0,-8 8-546,-4-1 0,-4 5 0,-3 1-870,-2 5 0,-4 2 1,-3 0-381,1-10 1,-3-1 0,-1 0-1,-4-2-662,-3-2 1,-4-1 0,-1-3 0,1-1 454,-3 3 1,0-3 0,0-2 0,-2-5 0,-2-2 0,4-3 0,1 1 0,1-1 0</inkml:trace>
  <inkml:trace contextRef="#ctx0" brushRef="#br0" timeOffset="207265">5062 7846 7533,'-24'-14'-855,"-1"0"1,-14-8 854,39 17 0,16 3 0,11 2 0,1 2 0,7 0 0,2 1 0,-1 0 0,3 0 0,1 1 0,-2-1-521,7-1 0,0 0 1,2 0 520,-7 1 0,3 0 0,0 1 0,1-1 0,-2 1 0,4 1 0,0-1 0,-2 1 0,0 0-419,-3 0 0,-1 0 0,1 0 0,2 1 419,3 0 0,3 1 0,1 1 0,1-1 0,-2-1 0,-2 0 0,0-1 0,0 0 0,-2 0 0,0 1-402,3 0 0,-2 1 0,0 0 0,4-1 402,-9-2 0,2 1 0,2-1 0,1 0 0,-1 0 0,0 0 0,-2 0 0,7 0 0,-2 0 0,-1-1 0,2 1 0,2 0 0,-11-1 0,2 1 0,1 0 0,1 0 0,1 0 0,0 0 0,0 0 0,0-1 0,2 0 0,1 0 0,0 0 0,1-1 0,0 1 0,0-1 0,0 0 0,0 1-109,-5-1 0,1 0 1,0 1-1,0-1 0,0 0 1,0 0-1,0 0 0,0-1 1,0 1 108,3-2 0,0 1 0,0-1 0,0 0 0,-1-1 0,1 1 0,0 0 0,1 0 0,-5 0 0,1 0 0,0 0 0,0 1 0,0-1 0,0 1 0,-1-1 0,1 1 0,-1 0 8,2 0 1,0 0-1,-1 0 1,1 1 0,-1-1-1,0 1 1,1 0 0,-1 0 2,1 1 0,0 0 0,0 0 1,-1 0-1,1 1 0,1-1 0,-1 1 1,1-1 21,1 1 1,1-1 0,-1 1 0,1-1-1,1 1 1,-1-1 0,0 0 0,0 0-5,-4-1 1,1 0 0,-1-1 0,1 1 0,0-1 0,-1 0 0,-1 0 0,-1 0 0,-1 0-96,9 0 1,-2 0 0,-2 0-1,0 0 1,1-1 0,2 0 109,-7 0 1,2-1 0,0 1 0,1-1 0,0 0 0,-1 0 0,-1 0 0,-1 1 0,5-1 0,-2 1 0,-1 0 0,1 0 0,0 0 0,3 1-23,-4-1 1,2 2-1,1-1 1,0 1-1,1-1 1,1 1 0,0-1-1,-1 1-12,-2-1 0,1 0 0,-1-1 0,2 1 0,-1 0 0,0 0 0,0 0 0,1 0 0,-1 0 10,-1 0 0,1 0 0,1 1 0,0-1 0,-1 1 0,-1-1 0,0 1 0,-2-1 0,-2 0 25,7 0 0,-3 1 0,-1-1 0,-1-1 0,1 1 0,2 0-7,-1-1 1,1 0-1,1 0 1,0 0-1,-1-1 1,-1 1 0,-2 1 225,5-1 0,-4 1 0,0 1 0,0-1 0,3 0-110,-6 1 0,1-1 0,1 1 0,0-1 1,1 1-1,0 0 0,-1 1-13,0 0 0,1 0 1,0 1-1,-1 0 1,1-1-1,-1 1 0,-1 0 69,6-1 0,-2 1 0,1-1 0,-1 0 0,0 1 0,0-1-28,-2 1 0,0 0 0,-1 1 0,1-1 0,-1 0 0,-1-1-344,5-1 0,1-1 0,-2 0 0,0 0 0,-2 1-109,6-1 1,-1 1 0,-3 0 0,-3 4 270,-2 3 0,-3 3 0,-7 1 0,-8 0 0,-9 4 0,-22 10 0,0 0 0</inkml:trace>
  <inkml:trace contextRef="#ctx0" brushRef="#br0" timeOffset="208232">15787 6383 7533,'-10'-20'-1709,"2"3"2698,8 34-90,-5 9 1,-6 7-518,-2 0 0,-4 5 1,-1 2-1,0 0-598,1 2 1,-1 0 0,1 0 0,-2 0 287,2-5 0,-2 1 0,1-1 0,0-1 0,2-3-245,-2 4 0,2-2 0,7-9-3104,9-9 2506,12-33 681,10-17 1,5-10 89,-4 4 0,0-4 0,1 3-371,-3 9 0,-1 2 0,0-1 371,4-9 0,-1-1 0,-3 10 720,-3 11 1079,-9 13-270,-10 27 0,-4 9-720,4 10-355,-5-3 1,7-2-545,19-12 0,9-9-360,3-16 1,4-10 209,0 1 0,3-3 0,-3-2 690,4-11 0,-4 4 539,14 17-944,-44 34 0,-10 14-375,4-7 0,-1 3 1,4-1-631,4 0 1,3-1-1,-1-2 960,-6 4 0,4-8 0,16-12 0,3-7 0,-5-5 0</inkml:trace>
  <inkml:trace contextRef="#ctx0" brushRef="#br0" timeOffset="208432">16528 6445 7533,'-28'39'1638,"14"-9"0,3 5-546,5 1 0,4 5 0,0 0-2185,-1-2 1,1 0 0,-1-1-547,-1 14 1,0-5 1092,4-17 0,-2-5 0,-6-7 0,8-20 0</inkml:trace>
  <inkml:trace contextRef="#ctx0" brushRef="#br0" timeOffset="208649">16545 6470 5914,'36'5'629,"-1"0"1,-2 7 0,-3 7-1080,-8 11 0,-7 4 540,-8-8 0,-6 1-135,-7 5 0,-8 0 0,-18 2 0,-3-2-919,18-12 1,-1 0 633,-8 6 0,-4 2 0,6-4 330,0 5 0,3-10 0,1-1 0,10 6 0,2-12 0</inkml:trace>
  <inkml:trace contextRef="#ctx0" brushRef="#br0" timeOffset="208932">16969 6408 7083,'-5'29'819,"0"0"0,2 6 0,0 3 0,1-1 22,-2 6 0,0 2-954,2-5 1,0 4 0,0 1-1,-2-3-847,-1 1 1,-2-3 0,2 1-121,1 2 1,2-1 0,-2-2 423,-3 9 1,-2-14-1,-1-25 1,-7-37 0</inkml:trace>
  <inkml:trace contextRef="#ctx0" brushRef="#br0" timeOffset="209148">17022 6421 7533,'29'-13'449,"0"-1"1,3 10 0,1 7-585,1 6 0,-3 8-135,-4 8 0,-11 7-1369,-23 7 1,-10 1 116,7-12 1,-5 0 1521,-16 5 0,-8 1 0,3-5 0,9-11 0,-1-2 0,-3 6 0,1-1 0,-1 0 0</inkml:trace>
  <inkml:trace contextRef="#ctx0" brushRef="#br0" timeOffset="210018">17621 6643 7533,'-25'-19'-1350,"13"7"991,-4 12 359,24 7 0,2 27 0,-4-4 0,-2 2 0,-3 7 0,-2 1 0,0 0 0,0-4 0,1-5 0,25-61 0,-6 6 0,0-2 45,-1-4 0,1 9 1574,6 27-720,-17 24-1169,0 14-1439,25-26 1080,-1-25 629,3 4 0,-19 16 0,-16 31 0,7-14 0,-5 9 0,6-33 0</inkml:trace>
  <inkml:trace contextRef="#ctx0" brushRef="#br0" timeOffset="210251">18027 6829 6633,'-18'20'629,"1"0"1,-3 22-1125,21-16 1,6-1-585,14 5 1079,15-58 0,-19 8 0,-13-12 0,-8 0 0,-5 16 0,-17-6 0,7 28 0,1 6 0,10 12 0,8 8 0,8-6 0,2-2 0</inkml:trace>
  <inkml:trace contextRef="#ctx0" brushRef="#br0" timeOffset="210867">18327 6854 6633,'-45'-8'-405,"22"19"1,3 7 404,-4 9 0,4 5 0,8 4 0,3 0 0,1 8 0,43-67 0,-16-3 0,1-8 0,1-5 0,-2 0-359,-3 2 1,0-1 0,-1-1-1,-1-2 1,1 0 358,2-4 0,0-2 0,-1 0 0,-1 1 0,-1 3 0,-3 0 0,-2 3 0,-1 1 0,-1 4 0,4-15 0,-6 13 416,-13 24-416,6 20 45,-13 21 0,-2 8 90,10-4 0,1 5-446,-5 1 0,-2 6 1,-1 1-1,3-2 371,2 1 0,3-2 0,-1 3-276,0-3 0,0 5 0,-1 1 1,1-2-1,3-4-81,2 0 0,2-3 0,0-1 297,-4 3 0,0 0 0,6-10 0,21-3 0,-3-35 0</inkml:trace>
  <inkml:trace contextRef="#ctx0" brushRef="#br0" timeOffset="211152">18503 6892 0,'-25'22'0,"13"-6"163,12 9-163,43-47 1409,-10-8-1409,-10-4 0,-12 1 860,-29 16-860,-3 24 0,-3 10 1079,-1 16 0,3 7-809,1-1 0,7 1 796,10-3 1,8-4-1247,7-12-989,31-10 1079,-29-18 90,15-13 0,-1-6 0,-11-5 0,4 1 0,1 0 0,-3-7 0</inkml:trace>
  <inkml:trace contextRef="#ctx0" brushRef="#br0" timeOffset="211316">18944 6247 7533,'-27'38'546,"-1"-1"0,1 1 0,6 0 0,1 3 0,1 3 0,0 1 109,1-1 0,-1 2 1,1 2-1,3-1 0,3-1-1475,4 4 1,4 0 0,3-3 0,4-4 590,4-3 0,3-4 0,7-10 1,16-12-1,4-12 0,-6-16 0,-1 1 1</inkml:trace>
  <inkml:trace contextRef="#ctx0" brushRef="#br0" timeOffset="-211347.73">25435 6482 7533,'-27'-34'-1619,"1"7"2428,17 27 1170,1 22-1260,13 14 1,5 10-480,-1-2 0,0 3 0,1 3-168,-2-7 0,0 3 0,1 0 1,3-2 241,2-2 1,1 1 0,3-4 0,2-6 629,13 6 1,6-19-76,-2-29 1,3-17-1,-3-6-644,-10-2 0,-4-6 0,-1-4 0,0-1-881,-2 4 1,1-2-1,-1-1 1,-2 0 0,-3 1-165,-3-3 1,-4 0 0,-1 2 0,3 4 355,6 1 1,1 4 0,-3 4 0,0-15-1,19 41 1</inkml:trace>
  <inkml:trace contextRef="#ctx0" brushRef="#br0" timeOffset="-210880.73">26264 6346 7533,'-37'-25'-270,"12"6"1664,34-1 0,13 0-720,8 7 1,5 3-1215,9-9 1,4 2-1100,1 12 1,-2 3 1028,-18-1 0,-3 2 610,15 6 0,-47 12 0,-22 9 0,10 4 0,-3 6 179,-1-7 1,-2 2 0,4 3-306,4 10 1,4 5 0,0 0-78,1-13 1,0 2 0,-1-1 0,3-1 172,3 10 0,2-1 0,-3-4 30,-7 4 0,-4-10 0,-19-6 0,7-25 0,-3-4 225,0 2 0,4 2 3051,7 9 0,65 1-4111,-8-15 0,6-4 0,1 0 539,4 2 1,1 0 0,-1-2 0,-6-2 0,-1-2 0,-2 2 0,0 4 0,0 0 0</inkml:trace>
  <inkml:trace contextRef="#ctx0" brushRef="#br0" timeOffset="-157980.73">25541 8726 5914,'-25'-14'-90,"-3"14"269,0 14 1,-3 8 90,3 8 0,0 3 270,-6 2 0,5 2-1,9 2 1,12 1-360,16-11 0,10-2-360,15 2 0,6-3 180,3-6 0,1-2-1639,-2 4 1,-4-2 2153,6 0 294,-41 15-359,-33-15 0,-12-3-1260,3-2 1,-3-1 484,6-3 1,-3-1 0,4-2 0,-1-4 0,5-3 0,-11-1 0</inkml:trace>
  <inkml:trace contextRef="#ctx0" brushRef="#br0" timeOffset="-156994.73">25806 9420 5824,'-8'30'0,"6"-9"0,-22 8 0,-3-10 0,-2 0 0,-5-2 0</inkml:trace>
  <inkml:trace contextRef="#ctx0" brushRef="#br0" timeOffset="-156364.73">26405 8900 7533,'-23'-13'-1619,"9"6"1529,-35 13 90,22 15 0,1 5 494,6-8 1,-1 2-106,-2 9 1,0 6 0,4-1 599,7 3 1,3-1-765,-6-3 0,4 0-135,11-1 0,8-8-675,15-22 1,5-6 134,15 1-420,-14-10 1,3-8-1,-3-3-223,-5-7 1,-3-4 0,-1 2 765,9-6 0,-1-2 327,-9 2 0,-2-3 0,-4 9-797,-3 2 797,-10 2 1638,-11 47 0,-4 15-546,5 3 0,0 6 0,1-1 0,-1-8 0,-1 0 0,4 2-738,4 5 1,1 3-1,5 0 1,7-8-1448,16-8 1,8-7 0,-2 1 780,2 16 0,1-5 1,2-16-1,5-5 1,-5-3-1,-11-6 0,1 1 1</inkml:trace>
  <inkml:trace contextRef="#ctx0" brushRef="#br0" timeOffset="-148364.73">27005 9469 6183,'-10'27'-359,"-13"1"359,3-3 0,-15 6 0,15-4 0,-3-4 0,13-11 0</inkml:trace>
  <inkml:trace contextRef="#ctx0" brushRef="#br0" timeOffset="-146913.73">27711 8912 5914,'-45'11'-45,"11"-1"0,1 5 45,4 5 0,1 3 0,-7 3 0,0 0 0,5-2 0,7 1 0,11 24 0,32-13 0,11-1 0,-4-7 0,1 0 0,-2-2 0,1 0 0,-12 0 0,-17-1 0,-11-1 0,-12 5 0,-7-3 0,-12-4 0,-2-4 0,9 1 0,1-2 0,7-9 0,-1 1 0</inkml:trace>
  <inkml:trace contextRef="#ctx0" brushRef="#br0" timeOffset="-145530.73">27781 9445 7533,'0'-14'-1709,"-8"20"1709,-1 25 0,3-6 0,2 1 0,0 5 0,0 0 0,-4 14 0,-2-4 0</inkml:trace>
  <inkml:trace contextRef="#ctx0" brushRef="#br0" timeOffset="-143664.73">25206 9890 6183,'-26'-14'-359,"-1"9"359,0 12 0,2 15 0,1 7 0,0-1 0,1 4-1093,1 10 1,1 5 0,1-4-100,-4-5 0,3-1 1192,7 3 0,4 4 0,8-4 656,14-3 1,8-3-657,6 4 0,5-3 0,1-2 0,2-6 0,-1-16 0,1 1 0</inkml:trace>
  <inkml:trace contextRef="#ctx0" brushRef="#br0" timeOffset="-143131.73">25153 8565 7533,'-28'36'-570,"-1"1"0,15-16 1,1 2 569,-6 7 0,-4 8 0,1 3 0,5-1-1093,9 6 1,5 2 0,-1-2 297,-8-4 1,-2-2-1,8 2 795,14 0 0,8 3 0,4-2 0,-1-8 0,3-3 0,3-4 0,9 1 0,0 0 0,0 1 0</inkml:trace>
  <inkml:trace contextRef="#ctx0" brushRef="#br0" timeOffset="-142714.73">28099 9073 7533,'39'0'-855,"-6"5"1,-3 6 854,-7 32 0,-5-23 0,-1 3 0,-1 15 0,-8 5 0,-17 0 0,-4 1-371,16-7 0,-4 1 371,-14-1 0,-7 2 0,5-5-128,9-8 0,0-2 1,-16 11-1,-1 0 1,11-13-1,0 0 1</inkml:trace>
  <inkml:trace contextRef="#ctx0" brushRef="#br0" timeOffset="-141997.73">25612 9977 7533,'-26'-19'-1709,"7"6"1709,-7 24 0,4 6 0,3 3 0,3 16 0,-8-7 0,1 0 0,11 15 0,-5-9 0,33 4 0,13-14 0,8-4-1639,-11-4 1,-3 0 1523,-9-1 115,9 7 0,-38-5 0,-13 1 0,-9 1 0,-6 3 0,15-4 0,11 6 0,9 0 0</inkml:trace>
  <inkml:trace contextRef="#ctx0" brushRef="#br0" timeOffset="-141797.73">25823 10497 6633,'-19'-6'-809,"3"0"809,16 12 0,-8 1 0,-9 27 0,5-16 0,0 5 0,0-1 0,3-6 0,-1 7 0,2-11 0</inkml:trace>
  <inkml:trace contextRef="#ctx0" brushRef="#br0" timeOffset="-141464.73">26264 10089 7533,'-26'-7'-675,"-1"0"0,-10 7 495,12 6 1,1 7 179,5 13 0,1 2 0,-19 3 0,16 1 0,8-2 0,19-8 0,-2 3 0,45-19 0,-10-35-1639,-7 10 1,-3-2 1523,1-19 115,-7 11 0,-31 45 0,6-5 0,-6 15 0,1 5-1135,4-5 1,4 0 1134,6 23 1067,4-17 1,6-2-1068,4-15 0,3-3 0,-1 4 0,-1 0 0,21 7 0</inkml:trace>
  <inkml:trace contextRef="#ctx0" brushRef="#br0" timeOffset="-141014.73">26723 10609 5824,'10'-14'0,"-2"20"0,-24 26 0,12 2 0,-11-7 0,-1-2 0,4 3 0,-14-3 0,9-14 0</inkml:trace>
  <inkml:trace contextRef="#ctx0" brushRef="#br0" timeOffset="-140647.73">27376 10225 7533,'-30'-21'-1709,"-9"4"1709,-4 34 0,11 4 0,-1 6 0,-1 4 0,3 4 90,14-5 0,2 3 0,4-3-180,4-3 0,7-1 45,12 5 0,9-5 45,1-11 0,3-4 0,-2 3 0,1-2 0,3 0 0,-5 0 0,-10 6 0,-4-5 0,-42 11 0,-5-11 0,13-6 0,-1-1 0,-16 5 0,23-10 0,13 5 0,16-6 0</inkml:trace>
  <inkml:trace contextRef="#ctx0" brushRef="#br0" timeOffset="-140381.73">27428 10622 5824,'28'2'0,"-1"1"0,9 15 0,-36 19 0,-13-15 0,-2 2 0,3 1 0,3-1 0,9 8 0,45-20 0,4-19 0,-20-2 0,1-1 0</inkml:trace>
  <inkml:trace contextRef="#ctx0" brushRef="#br0" timeOffset="-140114.73">27993 10299 7533,'43'-21'-1709,"-21"5"1709,2 21 0,-1 12 1439,-10 18 0,-5 7-1664,8 1 0,-4 4-595,-13-7 1,-4 5 0,-4 1 0,0-5 699,0-4 0,-2-3 1,-2 0-1,-8 7 0,-3 0 1,0-5-1,-2-6 0,-1 1 1</inkml:trace>
  <inkml:trace contextRef="#ctx0" brushRef="#br0" timeOffset="-136698.73">29704 8404 7533,'-28'-37'-900,"3"10"181,7 15 629,1 19 90,-10 22 0,-3 16-511,12-14 1,0 5 0,-1 3 0,1 2 0,1-1 510,-2 5 0,1 2 0,1 0 0,-1 1 0,2-2-54,-2-2 0,-1-1 0,1 0 0,4-1 0,6 0-36,5 6 0,6 1 0,5-4 1,8-11 89,21-7 0,8-10 0,-2 6 0,2-5 0,-12-16 0,1-1 0,-1 0 0</inkml:trace>
  <inkml:trace contextRef="#ctx0" brushRef="#br0" timeOffset="-135930.73">30145 8515 7533,'0'-26'-1709,"0"-3"1709,0 21 0,0-3 0,-16 16 0,0 14 0,-3 2 0,-20 5 0,9 7 0,1 3 0,9-7 0,3-1 0,1-7 0,4 1 0,4 9 0,8-1 0,34 3 0,-11 0 0,6-10 0,-1 0 0,-6 10 0,3 0 0,-24-8 0,-10 1 0,-14-5 0,-5-2 0,11 1 0,-1 0 0,-19 2 0,2-4 0,13-5 0,-19 0 0,13-8 0</inkml:trace>
  <inkml:trace contextRef="#ctx0" brushRef="#br0" timeOffset="-134481.73">30339 8961 7533,'-30'-6'-1709,"7"0"1709,46 6 0,-1 11 0,21-3 0,-23 21 0,-12-3 0,-18 12 0,0-7 0,2 0 0,16-7 0,2 1 0,0-5 0,-10-3 0,-26-4 0,5-1 0,-13 0 0,17 1 0</inkml:trace>
  <inkml:trace contextRef="#ctx0" brushRef="#br0" timeOffset="-134247.73">30692 9432 5824,'-38'32'0,"-3"-7"0,14-7 0</inkml:trace>
  <inkml:trace contextRef="#ctx0" brushRef="#br0" timeOffset="-133631.73">31238 8515 7533,'-30'-4'-570,"0"0"0,-6 18 1,1 12 569,7 2 0,1 7 0,2 2-330,6-5 0,2 2 0,2 1 0,1 1 450,-2 12 0,3 1 0,7-3-345,9 6 0,11-10 448,11-21 1,5-11-224,14-21 0,1-15 0,-16-3 0,-2-6 0,-1-2 0,0 1 0,-2-2 0,-4 1 0,-5 4 0,-4 1 0,-1 3 232,5-17-232,-38 62 674,10 16 1,4 9-855,-1 7 0,9 3-102,12-10 0,8 0 0,2-4 1,0 1-1,5-6 0,15-10 0,0 1 1</inkml:trace>
  <inkml:trace contextRef="#ctx0" brushRef="#br0" timeOffset="-131846.73">31574 8961 5824,'-10'-6'0,"2"-6"0,16 11 0,-6 6 0,6 37 0,-15-14 0,-2 3 0,7 10 0,0-1 0,-7-7 0,2-2 0,15 17 0,2-29 0,8-8 0,-16-5 0,-20 11 0,-19-1 0,-1 7 0,13-16 0,17-7 0,8-7 0</inkml:trace>
  <inkml:trace contextRef="#ctx0" brushRef="#br0" timeOffset="-131331.73">31591 9048 7533,'-10'7'-1709,"3"-7"1709,30-1 0,22-11 0,-4 6 0,-16 0 0,-1-1 0</inkml:trace>
  <inkml:trace contextRef="#ctx0" brushRef="#br0" timeOffset="-130897.73">31838 9408 7533,'-10'-7'-1709,"10"1"1709,10 6 0,8 11 0,-8-8 0,-18 25 0,-20-13 0,-9 4 0,10-8 0,11-11 0</inkml:trace>
  <inkml:trace contextRef="#ctx0" brushRef="#br0" timeOffset="-129631.73">32403 8689 7533,'0'-25'0</inkml:trace>
  <inkml:trace contextRef="#ctx0" brushRef="#br0" timeOffset="-129263.73">32579 8465 7533,'-18'-6'-1709,"-7"-5"1709,-10 20 0,-10 11 0,13 8 0,3 4 0,9-11 0,1 2 0,-9 16 0,7 2 0,15-7 0,8 1 0,3 7 0,7 0 0,3-12 0,5-1 0,0-1 0,1 0 0,1-2 0,0-2 0,2-3 0,-3 0 0,-4 4 0,-11 1 0,-21-7 0,-9-1 0,1 2 0,-3 0 0,-6 0 0,0-3 0,5-7 0,3-2 0,-2-2 0,9-6 0</inkml:trace>
  <inkml:trace contextRef="#ctx0" brushRef="#br0" timeOffset="-128712.73">32755 9011 7533,'-43'16'-1709,"22"11"1709,3 2 0,4 2 0,12 12 0,-3-11 0,3-1 0,17 13 0,-3-15 0,0-6 0,2-2 0,3-6 0,-7 10 0,-18-7 0,-11 0 0,-1-10 0,-11 14 0,3-19 0,7 3 0,-3-13 0</inkml:trace>
  <inkml:trace contextRef="#ctx0" brushRef="#br0" timeOffset="-128580.73">32685 9184 5824,'31'-8'0,"1"-1"0,-5 2 0,-2 0 0,19-11 0</inkml:trace>
  <inkml:trace contextRef="#ctx0" brushRef="#br0" timeOffset="-128247.73">33038 8490 7533,'15'-19'-1709,"13"23"1709,2 19 0,1 8 0,-6-10 0,-1 5-415,-3 12 0,0 8 0,-5 0 415,-4-5 0,-4 0 0,0 0 0,-1-3 0,0 0 0,-4 2 0,-3-1 0,-2 2 0,-3 0 0,-3-2 0,-9 3 0,-5-2 0,0-1-287,3-3 1,0 0-1,-4 1 287,-3-1 0,-5 3 0,0-2 0,4-7 0,0-2 0,1-3 0,1 0 0,0 0 0,0 0 0</inkml:trace>
  <inkml:trace contextRef="#ctx0" brushRef="#br0" timeOffset="-108496.73">25065 10708 0,'-35'11'0,"7"3"0,11 5 0,1 3 0,-4 13 0,7 0 0,1 6 0,2-10 0,2 2 0,0 2 0,3 4 0,1 3 0,2-1 0,0 0 0,1 0 0,4-3 0,4 5 0,5-6 0,16 4 0,-3-23 0</inkml:trace>
  <inkml:trace contextRef="#ctx0" brushRef="#br0" timeOffset="-108180.73">25453 10944 7533,'-47'-14'-1709,"-2"14"1709,21 25 0,10-4 0,1 2 0,-2 11 0,5-8 0,4-1 0,8 3 0,2-2 0,18-4 0,25-10 0,-12-3 0,10 7 0,-31-9 0,-2 5 0,-16 1 0,-17 10 0,-1-7 0,-1 0 0,2 4 0,1-1 0,0-6 0,5 0 0,11 3 0,18-16 0</inkml:trace>
  <inkml:trace contextRef="#ctx0" brushRef="#br0" timeOffset="-107997.73">25612 11328 5824,'0'19'0,"-8"4"0,-18 8 0,5-9 0,-5 7 0,3-17 0,3 1 0</inkml:trace>
  <inkml:trace contextRef="#ctx0" brushRef="#br0" timeOffset="-107614.73">26070 11055 7533,'-10'-20'-1709,"-5"-2"1709,-11 42 0,-3-9 0,7 15 0,1 6 135,2 0 0,3-1-46,5-6 1,2 0-90,-3 8 0,8-4-269,28-14 89,-11 3 180,14-24 0,3-10 0,-5-8 0,-3-3 0,2 3 0,-1-1 0,0-8 0,-4 2 0,-10 10 0,-9 4 0,-9 33 0,-1 17 0,2 2 0,16 10 0,17-24 0,-3 4 0,11-8 0,-15-4 0</inkml:trace>
  <inkml:trace contextRef="#ctx0" brushRef="#br0" timeOffset="-106847.73">26494 11315 5824,'2'23'0,"-12"9"0,-6-1 0,-4 1 0,6-11 0,-1-1 0,-2 0 0,1 0 0</inkml:trace>
  <inkml:trace contextRef="#ctx0" brushRef="#br0" timeOffset="-105880.73">27040 11080 7533,'0'-19'-1619,"0"1"1529,0 11 90,-15 1 0,-13 28 0,3-1 0,-3 3 0,0 4 0,2 3 0,1 0 0,4 0 0,8-6 0,9-2 0,29 9 0,14-2 0,-1-5 0,-30-1 0,-26-8 0,-8-1 0,2 1 0,-1 0 0,-2-3 0,2 0 0,-1 5 0,26-13 0,10-5 0</inkml:trace>
  <inkml:trace contextRef="#ctx0" brushRef="#br0" timeOffset="-105681.73">27111 11403 5824,'0'49'0,"0"-5"0,-8-12 0,-2-9 0</inkml:trace>
  <inkml:trace contextRef="#ctx0" brushRef="#br0" timeOffset="-105247.73">27428 11130 6633,'22'15'-809,"2"18"1438,-1-1 1,-1 5 134,-9 2 1,-9 3-675,-12-9 0,-7 0 0,-3-1-1729,-10 9 1,-3-4 1480,0-1 0,-2-4 1,3-12-1,3-4 1,-1 1-1</inkml:trace>
  <inkml:trace contextRef="#ctx0" brushRef="#br1" timeOffset="-99597.73">25277 8131 10782,'-18'-29'-2825,"0"18"2387,1-11 93,-17 33 717,6 8 1,-4 9-203,7-4 0,-2 4 0,-1 2 0,2-2-541,-4 0 1,2 0-1,-2 4 422,5-2 0,-2 3 0,-1 3 1,0 2-1,0-1 0,1-2-339,-3 3 0,1-2 1,0 0-1,0 2 1,-1 3 333,5-5 1,0 1-1,-1 2 1,0 2-1,0 0 1,0 2-1,0-1 1,0 0-245,2-3 1,0 1 0,-1 0 0,1 1 0,0 0 0,0 0 0,1 1 0,1-1 0,0 1 248,2 0 1,0 1-1,0 0 1,2 1 0,-1-1-1,2 1 1,0-1 0,1 1-1,1-1-69,0 2 0,0 0 0,2 0 0,0-1 1,2 1-1,0-1 0,0 0 0,2 0-140,-1 2 0,2-1 1,0 1-1,1-1 1,1-1-1,1 0 0,2-1 104,1 0 0,3 0 0,1-1 0,1 0 1,-1 0-1,0-1-23,-2 6 1,0 1 0,1-2 0,-1 1 0,0-1 82,2-2 1,-1 0 0,0 0-1,1-1 1,0 0 90,1-3 0,-1 1 0,1-1 0,1-1 0,0 0 129,1 8 1,0-1-1,2-2 1,3-2-285,10 6 0,3-5 0,3-1-104,-1-5 1,2-1 0,3-6 1,3-7 0,2-5 0,3-3-12,9 1 0,2-4 1,0-4-37,-6-3 0,0-3 0,3-2 65,-6-2 1,4-1 0,1-1 0,-2 0 0,-4-1-89,1 0 1,-5 0 0,4-1 63,5-2 1,3-1 0,2 0 0,-3 0 184,-6 2 1,-1-1 0,0 1 0,2-1-44,6-1 1,0-1 0,3 0 0,0 0 23,-4 2 0,1 0 1,1 1-1,0-1 1,-2 1-6,4-2 1,0 1 0,-2 0 0,0 2-4,-3 3 0,-1 1 0,-1 1 0,1 1 99,2-1 0,-1 1 0,0 1 0,0 0-68,-5 2 1,0 1-1,0-1 1,2-1 13,4-2 0,2-2 0,1 0 0,0-1 0,-2 1 31,4-1 1,-3 1-1,1 0 1,1-1-203,0 0 1,2-2-1,0 1 1,-2 0-1,-5 1 75,2 0 0,-5 1 0,3 1 105,-2 2 0,4 0 0,-1 1 0,-4 1-59,-6 1 0,-2 1 0,2-1 14,5-3 0,4-1 0,0 0 0,-4 0 0,-4 2 0,-4 0 0,3-2 45,1-2 0,3-2 0,0-1 0,-2 0 15,1-2 0,-3 1 0,1-1-60,-3 2 0,1 1 0,0-2 60,2-1 0,2-1 0,-2 1-60,13 0 0,-4 2-90,-11 1 0,3 0 135,-4-3 0,6-1 0,0-1 0,-1 0 15,1-2 0,0 0 0,1-1 268,-1 1 0,2-2 0,2 0 0,1 0-346,-2-1 0,2-1 0,1 0 0,-2 0 0,-1 2-27,-1 0 0,-3 1 0,1 1 0,2-1 45,1-1 0,3-1 0,0 0 0,-1 1 0,-6 2 0,-1 1 0,-4 1 0,2 0 45,1 0 0,2-1 0,1 0 0,-1-1-15,9-3 0,-1-1 0,-1 2-90,-9 2 0,-1 2 0,3-2 82,3-1 1,3-2-1,2 1 1,-3 2-83,5 1 0,-1 2 0,-2-1 30,-6 1 0,-1-1 0,2 0 7,0 1 1,3-1-1,0 0 1,-3 1 82,2-1 0,-2 1 0,1-1-15,-7 0 0,2 0 0,0-1 0,1 1-45,4-2 0,2 0 0,-1 0 0,0 1-23,-4 0 1,-1 1-1,-1-1 1,0 0 22,8-4 0,0-1 0,0 1 45,-7 3 0,1 1 0,0 0 0,-2-2 134,4-2 0,-2 0 0,1-1-209,5-3 0,2-1 0,0 0 0,-3 1 0,0-1 0,-1 0-30,-4 0 0,0 0 1,1 0-31,-3 4 0,2 0 0,1 0 0,-3 0 180,2-2 0,-2 0 0,0 0-60,4 1 0,0 0 0,-1-1 0,-2-4 0,-1-1 0,-2 0 29,-6 1 1,-2-1 0,1 0-60,3-2 0,1-1 0,1-2 0,-5 2 0,0-2 0,-1-1 0,0 2 0,-1 1 0,-1 1 0,2-2-68,1-3 1,3-3 0,-1 0 0,-1 1 37,-1-3 0,-1 0 0,0 0 52,-3 4 1,0-1-1,0-1 1,0 1-1,-2 0 1,0 0-1,0 0 1,0 0-113,8-8 0,0 0 0,-2-1 0,-2 1 0,-2 0 0,-1 0-30,-4 2 0,-1 0 0,-2 0 60,-3-3 0,-3-2 0,0 1-90,0-2 0,-2-1 0,0 0 60,-4-2 0,0 0 1,-1 0 89,4 1 0,1-1 0,-7 1 0,-10 1 0,-5 1 0,-2 1 59,2 3 1,-1 2 0,-5 0 142,-6 3 1,-4 0-1,-3 1 1,2 1-53,-3-1 0,0 1 0,-2-2-150,7 6 0,-2-2 0,0-1 0,-1 0 0,2 4 555,-7-6 0,2 2 0,-4 0-591,4 6 0,-3-2 0,-1 1 0,1 1 0,4 3-168,-1-1 1,3 4-1,-5 0 150,-2 3 0,-4 0 0,-3 1 0,-1 1 0,2 1-448,3 2 0,0 1 1,1 2-1,-1 0 1,1-1 501,-5-1 0,1 0 0,0 0 0,-5 0 0,5 1 0,-5 0 0,-1 0 0,0 0 0,1 1 0,5 1-153,0 1 1,3 0-1,1 1 1,-5 0 152,6 1 0,-4-1 0,-2 0 0,-1 1 0,0 0 0,3-1 0,4 2-19,-7-1 0,5 1 0,-1 0 0,-3 1 19,0 0 0,-4 1 0,-1 0 0,-1 0 0,0 1 0,3-1 0,-2 1 0,1 0 0,0 0 0,2 0 0,0 0 0,4 0 0,2 0 0,0 0 0,-1 0 0,-2 0 0,0 1 0,-3-1 0,-1 1 0,0 0 0,2 0 0,3 1 0,-5-1 0,4 1 0,1 0 0,0-1 0,5 1 0,1-1 0,0 1 0,-4 0 0,3 1 0,-4 0 0,-1 1 0,-1 0 0,1 0 0,2 0 0,1 1 0,1 0 0,0 1 0,0-1 0,-3 0 0,-1 0 0,-2 0 0,-2 0 0,0 0 0,1-1 0,0 0 31,3 0 1,1 0 0,-1-1 0,1 0 0,1 0 0,1-2 40,0-1 0,0-1 0,2-1 0,0 0 0,0 0-50,-10 0 1,0 0-1,2 0 1,3 0-53,7-2 0,3 0 0,-4 1 12,-2 2 0,-4 2 0,-2 0 0,0 1 0,4 0 80,2 1 1,3 0 0,0 1 0,-4-1-45,-2-1 0,-3-1 0,-1 1 0,0-1 0,1 1 18,5 0 0,0 0 0,1 1 0,0-1 0,0 0-14,-10 0 1,0-1 0,0 0-1,0 0 56,2 2 1,-1-1 0,1 2 0,-3 0-25,3 1 0,-2 1 0,0 0 0,1 1 0,3-1-32,5-1 1,4 1-1,0-1 1,-5 1 21,2 1 1,-4 1 0,-1 0 0,-1 0 0,2 0 0,5-1 0,0-2 0,4 0 0,-1 0 0,-3 2 45,-4 1 0,-3 2 0,-3 1 0,-1 1 0,2-1 0,3 0-90,4-1 0,2 1 0,1-1 0,-1 1 0,-1 1 15,-4 1 0,-3 2 0,-1 1 0,0 0 0,4 0 0,4-1-75,-6 3 0,5 0 0,-3 1-30,1-1 0,-4 2 0,-2 0 0,3 0 0,5-2-150,4-1 0,5-1 1,-2 2-76,-4 2 0,-4 3 0,2-1 0,5-3 206,-5 1 1,7 0 320,7 8 1,11 1-213,23-1 0,4 15 0,13-13 0</inkml:trace>
  <inkml:trace contextRef="#ctx0" brushRef="#br0" timeOffset="-91080.73">26529 12791 7533,'-28'0'-1709,"3"16"1709,15 5 0,2 16-887,0 4 0,1 10 887,3-11 0,1 3 0,1 4 0,-1 1-220,0-9 0,0 2 0,0 1 0,0 1 0,0 0 0,0 0 220,1 1 0,0 1 0,1 1 0,-1-1 0,2-1 0,-1-1 0,2 10 0,1-1 0,1-3 0,-1-5 0,0-6 0,1-3 0,2-6 0,13 5 0,-9-45 0,-1-9 0</inkml:trace>
  <inkml:trace contextRef="#ctx0" brushRef="#br0" timeOffset="-90831.73">26511 12902 7533,'0'-34'-855,"0"-1"1,8-10 854,18 10 0,-1 37 0,2 6 0,22-4 0,-16 17 0,-7 9 0,-11-2 0,-10 2 0,-18 14 0,-13 0 0,-3-12 0,-5-3 0,-3-2-115,-3-3 1,-3-3 0,2-2 114,6-5 0,1-2 0,5-3 0,-10-3 0,49-13 0</inkml:trace>
  <inkml:trace contextRef="#ctx0" brushRef="#br0" timeOffset="-90614.73">27234 12679 7533,'-43'-4'-1709,"6"3"1709,17 21 0,0 13 0,1 4-526,4-4 1,0 3 0,1 2 0,0 3 0,2 0 495,1-1 0,0 3 0,1 0 0,1 1 0,3 1 0,2 0-30,2 3 0,3 2 0,3 0 0,1 0 0,1-2 0,1-3-149,1-2 1,1-2 0,2-1-1,2-3 1,3-4 0,16 9 0,5-6-1,0-9 1,1-13 0,0 1 0</inkml:trace>
  <inkml:trace contextRef="#ctx0" brushRef="#br0" timeOffset="-90097.73">27764 12852 7533,'0'-39'-1709,"0"4"1709,0 23 0,-24 44 0,3-7 0,-3 3 0,3 2 0,-1 3 0,0-1 0,3-2 0,0 0 0,2-2 0,-4 7 0,9-2 0,20-8 0,8-2 0,-2-1 0,3-1 0,4-3 0,-5 2 0,-15 7 0,-10 0 0,-11 2 0,-7-2 0,-5 2 0,0 0 0,7 2 0,5-1 0,4 3 0,26-4 0</inkml:trace>
  <inkml:trace contextRef="#ctx0" brushRef="#br0" timeOffset="-89947.73">27834 13497 7533,'-35'17'-1709,"7"20"1709,18-1 0,3 2 0,2-9 0,2-1 0,5 5 0,4-3 0,4-5 0</inkml:trace>
  <inkml:trace contextRef="#ctx0" brushRef="#br0" timeOffset="-89630.73">28169 12704 7533,'0'-25'-1709,"0"22"2248,-2 31 1,-4 24-37,1-17 1,-1 5 0,-1 3 0,-1 2 0,1 2-973,1-4 1,1 2 0,-1 2 0,0 1 0,1 1 0,-1 0 0,1 0 87,0-2 0,0 1 1,0 0-1,0 1 0,1 0 1,-1-1-1,1-2 0,0-1 235,-1 3 0,0-1 0,0-1 0,1-2 1,1-1-1,1-1 0,2 10 0,2-1 1,1-4-1,0-7 0,2-6 0,0 0 0</inkml:trace>
  <inkml:trace contextRef="#ctx0" brushRef="#br0" timeOffset="-88747.73">28698 13039 7533,'4'-30'-810,"0"0"1,-2-16 719,6 22 90,-8 21 0,-23 38 0,1 0 0,-1 7 0,6-9 0,1 2 0,0 0 0,-2-3 0,1 0 0,8-2 0,16 5 0,10-4 0,1-8 0,5-4 0,9 0 0,-1 0 0,-9 1 0,-9 2 0,-20 3 0,-9 0 0,-10 1 0,-5-1 0,-3-2 0,1-2 0,4-2 0,7-2 0,14-3 0,18-3 0</inkml:trace>
  <inkml:trace contextRef="#ctx0" brushRef="#br0" timeOffset="-88580.73">28875 13572 7533,'27'18'-1709,"-9"1"1709,-18 17 0,-10 2 0,0-5 0,-5-10 0,13-12 0,-6-4 0</inkml:trace>
  <inkml:trace contextRef="#ctx0" brushRef="#br0" timeOffset="-88247.73">29210 13262 7533,'-26'-2'-570,"-1"1"0,-4 12 1,1 8 569,5 8 0,3 5 0,0 3 0,9 0 0,16-6 0,10-8 0,26-20 0,-7-16 0,-1-8 0,-7-3 0,-3-2 0,-5-3 0,-7 13 0,-9 22 0,-2 30 0,8-5 0,4 0 0,3-2 0,3-4 0,22 1-68,-5-13 1,-16-5 0,1 1 0</inkml:trace>
  <inkml:trace contextRef="#ctx0" brushRef="#br0" timeOffset="-87813.73">29492 12964 7533,'0'-14'-1080,"24"36"2069,-5 11 1,-1 9-571,-5 1 1,-3 6 0,-2 2-1058,-1-6 0,-1 2 0,-2 1 0,-5 1 152,-4-8 0,-4 1 1,-2 0-1,-2-1 1,0-1 221,-3 7 1,-3-2 0,0-1 0,-1-4-1,-4 3 1,-1-3 0,-1-4 0,4-11-1,0 1 1,-1-1 0</inkml:trace>
  <inkml:trace contextRef="#ctx0" brushRef="#br0" timeOffset="-87396.73">30110 13187 7533,'-36'-14'-1709,"32"-2"1709,48 3 0,-5 6 0,6 1-410,-7 0 0,2-1 1,-3 2-1,6 1 1,-3 1-1,-7 0 0,0 0 1</inkml:trace>
  <inkml:trace contextRef="#ctx0" brushRef="#br0" timeOffset="-87263.73">30127 13348 6096,'-30'15'-855,"-1"-1"1,16 3 1393,33-4 1,15-3-540,1-8 0,5-6 0,1 1 0,1 0 0,0 1 0,-1-2 0,-4-2 0,0 1 0,0-1 0</inkml:trace>
  <inkml:trace contextRef="#ctx0" brushRef="#br0" timeOffset="-83563.73">30974 12629 7533,'-18'-13'-1350,"1"-9"991,7 19 359,2-8 0,24 11 0,27 5 0,-10-3 0,3 2 0,1 3 0,2 11 0,-2-3 0,-13 25 45,-36-10 0,-8 0 45,9-7 0,-1 0 134,-13 17 1,-1 0 315,5-17 0,6-1-1080,27 24 540,-12-16-495,31-21 1,11-7 359,-10-1 0,0-2 135,2 1 0,-1 0-135,-6 1 0,-3-2 0,0-5 0,-15-1 0</inkml:trace>
  <inkml:trace contextRef="#ctx0" brushRef="#br0" timeOffset="-83328.73">30886 13386 7533,'-27'0'-855,"1"0"1,-4 0 854,15-6 224,40 0 1,14 0-315,8-3-38,-5 4 1,8-1 0,-2 1-53,-10 2 0,-1 1 0,-1 0 180,-1 0 0,0-1 0,-1 1 0,4 0 0,-1 0 0,-6 0 0,0 2 0,11 0 0,-25 0 0</inkml:trace>
  <inkml:trace contextRef="#ctx0" brushRef="#br0" timeOffset="-82946.73">31097 13621 7533,'-36'3'-675,"0"-1"0,-9 6 1665,21-2-360,56 0-451,-17-6-404,15 2 1,5 1-406,-7 1 0,-1-1 361,14 4 89,-2 10 180,-62 13 0,1-7 0,-2 0 0,-3 0 1259,-10 3-629,9-5 269,21 1-2505,31-17 0,8-4 1696,6 6-450,11-3 0,0 3-269,-8 17 359,2-2 180,-48 3 0,-14 2-210,-5-5 0,-8-1 0,0-2-203,-8 4 0,-2-2 503,6-1 0,-3 1 0,6-5 0,-12-3 0,2 5 0</inkml:trace>
  <inkml:trace contextRef="#ctx0" brushRef="#br0" timeOffset="-82097.73">26405 15406 7533,'-25'-18'-1709,"5"54"1709,10 6 0,3 9 0,3-10 0,2 5 0,1 2 0,0 1-544,0-4 1,1 3 0,0 0 0,1 1 0,-1-1 543,0-1 0,0 1 0,0-1 0,0-1 0,0-2 0,0 3 0,0-1 0,0-2 0,0-4 54,0 14 0,0-10 1,0-17-1,0-41 1</inkml:trace>
  <inkml:trace contextRef="#ctx0" brushRef="#br0" timeOffset="-81847.73">26476 15505 7533,'-10'-47'-1350,"2"28"991,8-14 359,21 38 0,5 12 0,3 5 0,1 5 0,-4-2 0,1 3 0,-5 2-115,-5 4 1,-3 2 0,-10 0 114,-13 2 0,-10 0 0,-4-2 0,-3-4 0,-4-2 0,0-3 0,1-4 0,0-2 0,2-3 17,1-1 0,11-5 0,27-7 0,23-5 0</inkml:trace>
  <inkml:trace contextRef="#ctx0" brushRef="#br0" timeOffset="-81597.73">27199 15455 7533,'-29'7'-855,"-1"0"1,-3 0 914,8 16 0,0 12 0,3 4-486,8-3 0,5 5 0,1 2 1,-1 2 245,-1-2 0,0 2 0,0 1 0,1 1 0,3-1 126,3 1 0,2 1 0,2 0 0,2-1 0,3-1 54,4 4 0,3 0 0,3-4 0,0-5 0,9 4 0,3-8 0,4-11 0,1 0 0</inkml:trace>
  <inkml:trace contextRef="#ctx0" brushRef="#br0" timeOffset="-80814.73">27693 15654 7533,'-10'-20'-1709,"-5"8"1709,-3 34 0,-2 1 0,-3 5 0,3-2 0,-2 2 0,1 1 0,-1-2 0,0 1 0,1-1 0,-5 7 0,7 0 0,15-6 0,8-2 0,12-7 0,6 0 0,5 8 0,0 0 0,-5-5 0,-6 1 0,-11 7 0,-10 1 0,-18-2 0,-7-2 0,1 0 0,-1-3 0,-3-4 0,5-3 0,11 1 0,19-12 0</inkml:trace>
  <inkml:trace contextRef="#ctx0" brushRef="#br0" timeOffset="-80497.73">27799 16224 7533,'-28'-19'-1709,"11"6"1709,48 8 0,10 10 0,-5-3 0,-1 3 0,2 18 0,-45 20 0,-7-12 0,-14 2 0,1 1 0,14-4 0,14 13 0,27-36 0,7-7 0,11-3 0,-13-6 0,1 0 0</inkml:trace>
  <inkml:trace contextRef="#ctx0" brushRef="#br0" timeOffset="-80247.73">28328 15604 7533,'-8'-45'-1709,"6"25"2023,-1 40 1,-2 13 45,-2 15-626,5-16 0,2 7 0,0 3 0,0-1-27,-2 0 1,0 1 0,-1 0 0,2-2-80,0 7 0,2-1 0,-1 2 259,0-1 1,0 4-1,0-1 1,0-5 112,0-8 0,0-3 0,0-1 0,0 15 0,0-2 0,0-6 0,0 0 0</inkml:trace>
  <inkml:trace contextRef="#ctx0" brushRef="#br0" timeOffset="-79847.73">28769 15815 7533,'-8'-21'-1709,"6"4"1709,-29 50 0,25-13 0,-9 5 0,-7 6 0,4-2 0,6 0 0,1-1 0,-10 12 0,6 0 0,19-9 0,8-2 0,2-3 0,3-2 0,10 3 0,-1 1 0,-8 2 0,-8 2 0,-11-3 0,-6 0 0,-15 15 0,-2-20 0,-3-3 0,-10 1 0,10 9 0,11-13 0</inkml:trace>
  <inkml:trace contextRef="#ctx0" brushRef="#br0" timeOffset="-79664.73">28928 16459 5824,'0'31'0,"0"-5"0,-8-1 0,-2 4 0,-7-14 0,-1 8 0</inkml:trace>
  <inkml:trace contextRef="#ctx0" brushRef="#br0" timeOffset="-79297.73">29281 15963 7533,'-26'1'-570,"1"0"0,-4 14 1,3 8 569,-4 11 0,5 6 0,5 6 0,5 0 0,3-18 0,8-4 0,16 0 0,7-8 0,20-31 0,-7-4 0,-1-6 0,-6-4 0,-5-3 0,-5 0 0,-4 2 0,-3 6 0,-8 47 0,0-4 0,1 7 0,5-1 0,28 1 0,-3 1 0,12-15 0,-17-13 0</inkml:trace>
  <inkml:trace contextRef="#ctx0" brushRef="#br0" timeOffset="-79097.73">29545 15741 7533,'18'-31'-1709,"7"21"2878,-13 28 90,1 24 1,-2 7-1260,-9-13 0,-3 3-647,1 0 1,0 7 0,-2 1 0,-3-3 46,-7 0 1,-3-3-1,-1 2 342,-1-1 1,-1 2 0,-1-1 0,0-3 0,-2 1 0,-1-3-1,-2-4 1,2-9 0,0 1 0,0-1 0</inkml:trace>
  <inkml:trace contextRef="#ctx0" brushRef="#br0" timeOffset="-78647.73">30110 16038 7533,'-12'5'-1709,"29"8"1709,16-6 0,5 0 0,-4-1 0,1 0 0,7-3 0,0-1 0</inkml:trace>
  <inkml:trace contextRef="#ctx0" brushRef="#br0" timeOffset="-78497.73">30233 16323 6188,'-26'9'-855,"-1"-1"1,45 1 854,11-3 0,8-5 0,-2-3 0,4-3 0,1-1 0,-1 0 0,6-2 0,-1-2 0,-1 0 0,-2-2 0,1 0 0,0 0 0</inkml:trace>
  <inkml:trace contextRef="#ctx0" brushRef="#br0" timeOffset="-78281.73">31115 15641 7533,'-24'-10'-855,"1"0"1,-18 4 1843,23 47-629,8-9-945,8 9 1,4 4 494,6-6 0,2-1-415,-4-4 1,0 0 0,3 3-1,-3-5 1,-6-7 0</inkml:trace>
  <inkml:trace contextRef="#ctx0" brushRef="#br0" timeOffset="-78064.73">30709 16236 7533,'-25'-5'-1709,"29"-2"1709,24-5 0,10 1 0,-10 3 0,3 0-303,3-1 1,7-1 0,0-1 0,-2 1 302,0 1 0,-3 0 0,1 0-298,1 0 1,-1 0 0,-1 1 0,10-4 0,-7 2 0,-6 3 0</inkml:trace>
  <inkml:trace contextRef="#ctx0" brushRef="#br0" timeOffset="-77630.73">31080 16348 7533,'-49'-7'-1709,"10"2"1709,86-1 0,-20 5-470,5-2 1,3 0 469,-9 0 0,-1 1 0,22 0 0,-2-4 303,-20 18-303,-36 7 0,-9 3 0,-6 4 0,4-5 0,-5 3 0,2-1 77,0-3 1,3 0 102,2 2 0,10 1 180,44 13-540,-6-23 0,5-3 375,11 0 1,-8 5-17,-32 33-314,-28-21 1,-9-1 44,-1 0 0,-3-2-322,5-8 0,-4-3 0,6 0 0,-9 12 0,14-13 1,-1 1-1</inkml:trace>
  <inkml:trace contextRef="#ctx0" brushRef="#br0" timeOffset="-37747.73">5009 9308 7533,'-24'-5'-855,"-1"-1"1,-8-2 854,-10-4 0,19 6 0,38 6 0,-10 0 0,19 0 0,11 0 0,-1 0 0,3 0 0,-1 0-265,6 0 1,2 0 264,-5 0 0,5 0 0,2 0 0,0 0-805,-1 0 1,0 0 0,1 0 0,-2 0 804,-5 0 0,-2 0 0,1 0 0,3 0 0,-2 0 0,4 0 0,0 0 0,2 0 0,0 0 0,-1 0-416,7 0 0,0 0 1,0 0-1,-1 0 1,-1 0 415,-7 0 0,-3 0 0,1 0 0,1 0 0,4 0 0,-1 0 0,4-1 0,1 0 0,2 1 0,0-1 0,-2 0 0,-1 0 0,0 0 0,-1 0 0,-1-1 0,-1 1 0,1 0 0,-2 0 0,5-1 0,-3 1 0,1-1 0,1 1 0,2 0 0,-2 0 0,2 0 0,2 0 0,1 0 0,-1 1 0,0-1 0,-3 0 67,1 0 1,-1 0 0,-2 0 0,1 0 0,-2 0 0,1 1-68,3-1 0,-1 1 0,-1 0 0,2 0 0,2-1 38,-3 0 1,1 0 0,2-1-1,1 0 1,-1 0 0,0 1-1,-4 0-38,0 0 0,-3 1 0,0 0 0,-1 0 0,0 0 0,-1-1-18,4 0 0,-2 0 0,-1-1 0,2 1 0,2 1 5,-4 0 0,2 0 0,1 1 1,1-1-1,-1 2 0,0-1 0,-3 0-87,8 1 1,-1 1-1,-2 0 1,-1-1 0,0 1 99,-6-2 0,-3 1 0,1 0 0,1-1 0,2 1 0,5 0 0,2 0 0,3 0 0,-1 0 0,0 0 0,-3-1 7,-1-1 1,-1 1 0,-1-2 0,-2 1 0,1 0 37,6 0 0,-2 0 0,0 0 0,4 0 126,-7-1 1,3 0 0,1 0 0,0 0-1,-1 0 1,-3 0-100,-1 1 0,-2 0 0,-1 0 0,0-1 0,-1 1-50,6-1 1,-1-1-1,0 0 1,3 1-38,-7 1 0,3-1 0,0 1 0,1 0 0,-1 1 0,-1-1-111,2 1 0,-1 0 0,-1 1 0,-1-1 0,-1 0 81,4-1 0,-2 1 0,1-1 0,3 0-30,-4 1 0,2 0 0,3 0 0,0 0 0,-2 0 1,-2 0 56,-1-1 0,-2 0 0,-2 0 0,1 0 0,-1 0 18,7 0 0,-1 0 0,0 0 0,3 0 74,-8 0 1,3-1 0,0 1 0,0 0 0,-1 0 0,-2 1 44,8 1 1,-2 1 0,-2 0 0,0 0-75,-2-1 0,-2-1 0,0 1 0,3 1-27,1 1 0,2 0 0,1 1 0,-1 1 0,-2-2-108,3 1 0,-1 0 0,-2 0 0,0 0 67,-5 0 1,-1 0-1,1-1 1,2 1 133,1-1 0,2-1 0,2 1 0,-1-1 0,-3 1-134,1 1 1,-2-1 0,-1 1-1,-1-1-7,6-1 0,0 0 0,2-1 97,-2 1 1,3 0-1,0 0 1,-3-1-318,2-1 0,-2-2 1,-2 1 249,-4 0 0,0 0 0,1 0 0,-1-1 0,4 1 0,-1-2 0,-3 0 60,-1-4 0,-2 0 0,-1 0 75,13-1 0,0-1 325,-5-4 1,1-2 0,-1 0-431,-6-1 0,-2 1 0,0-1-60,-2 1 0,-1 1 0,1-2-38,1 0 1,2-3 0,0 0 0,-2 1-53,3-5 0,-1 1 0,-2 0 60,-4 3 0,-1 0 0,1-1-150,9-8 0,1-2 0,-6 0-303,-7-4 0,-5 1 468,6 3 0,-3-3 180,-8-9 0,-8-3-45,-7 8 0,-4 2-45,-1 0 0,-4 0 532,-5 3 0,-5-1 0,-3 3-727,-7 3 0,-4 4 0,1-1-289,-5-7 1,-3 0 288,0 7 0,-6 2 0,-3 2 15,10 6 0,-2 2 0,-2 0 0,1 1 0,3 1 266,-8-2 1,3 1 0,-6-1-132,11 4 0,-4-2 0,-3 0 0,-1 0 0,-1 1 0,2 0 0,1 2 45,-2 1 0,1 1 0,1 1 0,0 0 0,1 1 0,0-2-9,-2-1 0,1 0 0,1 0 0,-1-1 0,-4 2-25,6 2 0,-2 0 0,-2 0 1,-1 1-1,-1 0 0,1 0 1,0-1-1,3 1-167,-9-1 0,2 0 0,0 0 0,1 0 0,0 0 1,1 1 155,5 0 0,1 1 0,1 0 0,0 0 0,-3 0 0,-2 0 0,4-1 0,-2 0 0,-2 1 0,-1-1 0,0 0 0,-1 1 0,1-1 0,1 0 0,2 1 0,-5 0 0,1 0 0,0 0 0,2 0 0,0 0 0,0 0 0,-1 0 0,3 0 0,1 0 0,0 0 0,-1 0 0,1 0 0,-2 0 0,-2 0 0,2 0 0,-2 0 0,-2 0 0,0 0 0,0 0 0,-1 0 0,1 0 0,2 0 0,0 0 0,-4 1 0,1-1 0,1 1 0,0 0 0,1 0 0,0 0 0,1 0 0,3-1 0,1 0 0,1 0 0,0 0 0,0 0 0,-2 0 0,-1 1 0,1 0 0,-1 0 0,-2 0 0,0 1 0,-1-1 0,0 1 0,1-1 0,1 0 0,2 0 0,-4 0 0,0-1 0,1 0 0,1 0 0,0 0 0,2 0 0,0 0 0,0 1 0,1 0 0,2 0 0,-1 0 0,-1 0 0,-3 0 0,1 0 0,-3-1 0,-1 1 0,-2-1 0,1 1 0,0-1 0,2 1 0,3 0 0,-1 1 0,2 0 0,1 1 0,1-1 0,1 0 0,-2 0 0,-6 0 0,0-1 0,0 0 0,-1 1 0,-2 0 0,9 1 0,-2 0 0,-1 0 0,-1 0 0,2 1 0,2-1 0,3 0 0,-8 1 0,3-1 0,3 0 0,-2 1 0,1 0 0,0 0 0,0 1 0,-2 1 0,1 1 0,-4 1 0,1 0 0,3 1 0,7-1 0,0 3 0,0 2 0,-4-1 0,-6 2 0,-1 3 0,8 3 495,7 7 1,7 3-1,-2-2-375,0-6 0,-1-2 0,2 4 30,-1 15 0,2 5 0,8-1 209,9 3 1,6-1-1035,-4-3 1,6 2 257,8-9 1,6 3-1,2 0 1,-1-7 416,2-1 0,3-2 0,4 5 0,4 2 0,-2-4 0,-3-5 0,1-3 0,3-2 0,1 1 0</inkml:trace>
  <inkml:trace contextRef="#ctx0" brushRef="#br0" timeOffset="-36614.73">4657 9110 7533,'-28'-12'-1709,"3"-1"1709,-9 1 0,13 5 989,-9 1 1,-5 1 269,-6 3 0,-6 3-1429,8-1 0,-3 0 0,-4 2 1,-1 1 333,5 1 1,-1 1 0,-2 1 0,-2 0 0,0 1 0,-2 1-246,5-1 1,-1 1 0,-1 0 0,-2 0 0,1 1 0,-1 1-1,1-1 1,0 1 451,0 0 0,0 1 0,0-1 0,0 2 0,0-1 0,0 1 0,1-1 1,-1 1-148,2 0 1,0 1 0,-1-1 0,1 1 0,1 0 0,0-1 0,2 1 0,3-1-84,-10 2 1,3 1 0,2-1-1,2 0 1,1-1-52,1 0 0,2 0 0,2-1 0,5-2-855,-3 1 1,5-4-2513,-4-7 0,33-7 2457,18 0 1,1-9 0,7 2 0</inkml:trace>
  <inkml:trace contextRef="#ctx0" brushRef="#br0" timeOffset="-36347.73">2716 9073 6633,'-35'-17'-270,"0"-1"0,11 2 1,1 5 943,-12 16 1,-3 12-625,9 3 1,0 7-1,-1 3 264,0 1 1,-1 3 0,1 2 0,2 2-81,4-3 0,1 0 0,2 3 0,2 0 0,4 0-1,3 1 1,2 1 0,4 1 0,3-1 0,6-1-189,8 6 0,7 0 0,6-2 0,4-3-701,1-7 1,6-2-1,2-2 1,2 0 0,-1-2 402,-3-3 1,0 0 0,1-1 0,0-2 0,0 0 0,8 1 0,1-2 0,-2-1 0,-2-1 0,-4 0 0,0 0 0,0 0 0</inkml:trace>
  <inkml:trace contextRef="#ctx0" brushRef="#br0" timeOffset="-34830.73">8202 6990 7533,'-27'-12'-1709,"9"5"1709,10 2 0,32-1 0,5 5 0,2 1 0,-5-3 0,1 0-363,12 2 0,6 1 0,1 1 363,1 2 0,1 1 0,0 0-468,-4-1 0,1-1 0,3 2 468,-6-1 0,3 2 0,2 1 0,1-1 0,-1-1 0,1-1 0,1 0 0,-1 0 0,0-1 0,-2 1-406,-5-1 1,-3 1 0,0 0-1,2-1 1,3 0 405,1 0 0,4-1 0,1 0 0,2-1 0,0 1 0,-1-1 0,-2 1 0,-4-1 0,-1 0 0,-1 0 0,1 0 0,0 0 0,1 0 0,3 0 0,-5 0 0,1 0 0,1 0 0,1 0 0,1 0 0,0 0 0,1 0 0,0 0 0,0 0 0,1 0-119,-1 0 0,1 0 1,1-1-1,1 1 1,0 0-1,-1 0 1,1 0-1,-2 0 1,0 0-1,-1 0 1,-2 1 118,5-1 0,-2 1 0,-2-1 0,0 1 0,-1 0 0,1 0 0,1 0 0,1-1 0,0 1 0,2-1 0,0 1 0,1-1 0,0 0 0,-1 1 0,1 0 0,-2 0 0,0 1 203,1 1 1,-1 0-1,0 1 1,-1 0 0,0 0-1,0 0 1,1 0 0,0-1-75,-3 0 1,1 0 0,-1-1 0,1 0 0,0 1 0,0-1 0,0 0 0,1 1 0,-2-1-110,1 1 0,1 0 0,0 0 0,0 0 0,-1 0 0,0 0 0,-1-1 0,-1 1 0,-1-1-213,2 0 0,0 0 0,-1 0 1,-2 0-1,-1-1 0,-2 0 1,-2 0-216,6-1 1,-3 0 0,-3-1 0,-3 2 407,22 2 0,-20 5 0,-33 6 0,-26-2 0,-1 0 0</inkml:trace>
  <inkml:trace contextRef="#ctx0" brushRef="#br0" timeOffset="-33580.73">1252 10262 0,'0'-30'0,"-7"-7"163,5 4-163,-6 13 90,-8 60 599,2-7 1,-4 5 0,-1 3-186,3-5 0,0 1 0,0 2 1,-3-1-348,-2 2 0,-2 0 1,0 0-1,2-3-457,4-1 0,2-1 1,0-7-1635,-8 2 1844,35-44 0,14-18 0,0-3 90,0-5 0,0-3 0,1-1 0,-3 9 0,2-1 0,-1 1 0,0 4 0,1-6 0,0 3 0,-10 21 3276,-14 59-1920,-4-3 1,-2 4-1027,-1-10 0,-2 2 0,10-6-330,17 1 0,11-13-630,12-30 0,6-13 480,-15 10 0,1-1 1,-2-2 797,9-15 1,-6 12 610,-3 53-1529,-31-4 1,-4 6-1370,8 10 1,2 0 982,0-7 1,4-5-1,17 2 1,4-21 0</inkml:trace>
  <inkml:trace contextRef="#ctx0" brushRef="#br0" timeOffset="-33364.73">1958 10336 7533,'-28'29'764,"14"-1"1,3 5-675,4-2 0,1 4 0,1 0-660,1 3 0,1 1 1,1-1 119,-2-1 0,1-1 0,2-3 450,3 1 0,4-6 0,3-4 0,9-26 0</inkml:trace>
  <inkml:trace contextRef="#ctx0" brushRef="#br0" timeOffset="-33147.73">1958 10423 5824,'41'16'0,"-14"-4"0,1 3 0,2 7 0,-3 5 0,-4 6 0,-11 2 0,-23 0 0,-11 0 0,-5 4 0,-5-3 0,-12-11 0,0-5-656,19-4 1,3-3-1,-10-8 1,32-5 0</inkml:trace>
  <inkml:trace contextRef="#ctx0" brushRef="#br0" timeOffset="-32930.73">2346 10423 8792,'4'41'269,"0"-1"1,-5-5 0,-1 1 0,-1 2-1080,0 8 1,0 2 0,-1-1-284,1-6 1,-1 0 0,-1-4 1022,-3 3 0,1-6 0,7-5 1,0-24-1</inkml:trace>
  <inkml:trace contextRef="#ctx0" brushRef="#br0" timeOffset="-32714.73">2364 10436 7533,'9'-20'-1619,"23"2"1978,5 12-494,-6 9 1,1 4 44,-6 1 0,-5 5 90,-8 9 0,-9 4 0,-16 2 0,-11 1 0,-8 6 0,-3-1 0,6-10 0,0-2 0,3-2 0,1 0 0</inkml:trace>
  <inkml:trace contextRef="#ctx0" brushRef="#br0" timeOffset="-32080.73">3087 10622 7533,'-35'0'-855,"10"8"1,-1 6 854,-6 3 0,1 4 674,-3 4 1,3 2-136,5 0 1,7 2-540,11-3 0,8 1-630,18 1 1,7 1 44,3 11 1,1 0 37,-1-12 1,-1-1 0,-5 3 0,-3-3 0,-1-2 0</inkml:trace>
  <inkml:trace contextRef="#ctx0" brushRef="#br0" timeOffset="-25646.73">3598 10758 7533,'-19'0'-1619,"-13"0"1529,-3 16 359,1 4 1,-2 3 180,2 3 0,1 2-46,-1 2 1,7 2-315,16-7 0,5-2-90,0 3 135,26-6 0,7 0-45,6 13-90,-2-9 0,-1 2 360,-13-5 0,-7 2 539,-10 19-1889,-25-19 1,-9-3 134,8-3 1,-1-1 854,-8 0 0,2-2 0,0 4 0,15-6 0</inkml:trace>
  <inkml:trace contextRef="#ctx0" brushRef="#br0" timeOffset="-25446.73">3687 11390 8342,'-23'20'-504,"0"1"0,-12 8 1,10 7-1,7-18 1</inkml:trace>
  <inkml:trace contextRef="#ctx0" brushRef="#br0" timeOffset="-25197.73">3986 10919 7533,'-2'3'1979,"4"45"-1800,3-13 1,0 4-322,-4-5 0,-1 2 0,-1-1 52,-1 0 0,-1-1 1,-2 0-841,-2 0 1,-3 0-1,2-1 669,2 4 0,0-1 261,-2-2 0,0-5 0,1-10 0,-3-1 0</inkml:trace>
  <inkml:trace contextRef="#ctx0" brushRef="#br0" timeOffset="-24747.73">4092 10844 5824,'34'-6'0,"-5"6"0,6 7 0,-17 5 0,-18-5 0,-10-2 180,0-5 269,2 0-269,8 0 540,0 0-630,0 6-360,8-5 90,-6 10 90,6-4-450,-16 0 1,-2-1 539,-15-6 0,5 0 0,-5 5 0,7 2 0</inkml:trace>
  <inkml:trace contextRef="#ctx0" brushRef="#br0" timeOffset="-24563.73">4092 10844 5824,'0'27'419,"0"-1"1,-2 15 0,-4 5 359,-3-4 1,-3 3 0,0 0-1102,0 2 1,-1 0 0,-1-1-729,-3-2 1,-1-1 0,0-5 869,0-4 0,1-5 180,-9 9 0,16-36 0,3 3 0</inkml:trace>
  <inkml:trace contextRef="#ctx0" brushRef="#br0" timeOffset="-24330.73">4198 10869 5824,'8'43'1638,"-7"-2"0,0 1-1522,3-16 0,0 1-789,-3 12 0,-2 6 0,1-3-92,0 2 1,0-2 584,0-7 0,0 0 0,0-3 180,-3 4 0,-2-4 47,-5 2 1,-8-27-1,1-1 1</inkml:trace>
  <inkml:trace contextRef="#ctx0" brushRef="#br0" timeOffset="-24197.73">4057 11191 7533,'-20'-5'359,"28"4"-1303,16-3 0,5 2 944,14 8 0,-13-4 0,-3 3 0,-9 7 0</inkml:trace>
  <inkml:trace contextRef="#ctx0" brushRef="#br0" timeOffset="-24013.73">4357 11464 6183,'0'25'2609,"-8"22"-4048,-10-11 944,6-12 0,-3 0 495,-7-5 0,1-2 0,-1 3 0,-1 4 0</inkml:trace>
  <inkml:trace contextRef="#ctx0" brushRef="#br0" timeOffset="-23764.73">4727 11093 6633,'-19'9'1889,"3"1"0,16 37-1799,-2-14 0,-1 5 0,0-3-270,-1-3 0,-2 2-504,1 13 0,-1 6 0,0-6-351,-3-8 1,0-4 674,4 8 0,0-3 360,-3 8 0,1-42 0,-3-20 0</inkml:trace>
  <inkml:trace contextRef="#ctx0" brushRef="#br0" timeOffset="-23564.73">4727 11093 7533,'18'-7'-900,"15"1"1980,12 17-1620,-21-2 0,-1 1 360,13 11-359,-21 8 449,-54 1 90,21-8-173,-17 2 1,-2-2 172,13-6 0,-9 19 0,25-16 0</inkml:trace>
  <inkml:trace contextRef="#ctx0" brushRef="#br0" timeOffset="-23330.73">5009 11613 7533,'-9'0'90,"-7"0"719,14 5-179,-6 13-630,0-8-360,-1 23 180,-9-23-1169,-8 19 529,-1-10 1,7 0 0,5-1 0</inkml:trace>
  <inkml:trace contextRef="#ctx0" brushRef="#br0" timeOffset="-22780.73">5309 11216 6633,'-8'33'479,"1"-1"1,1 11 0,0 2-690,-4-9 0,-3 1 1,3-1-331,4 13 0,0-3 270,-6-12 1,0-7 269,2-9 0,11-39 0,4-15 0,4-5 0,2-5 0,0 7 0,1-3 0,2 2 0,0 7 0,1 1 0,-1 4 0,3-5 0,2 6 0,16 8 0,-8 19 0,-17 30 0,-20 10 0,-2-15 0,-3 0 0,-13 12 1079,3-12 720,23 4-989,4-9-2160,16 16-898,-1 2 2248,1-5 0,0-3 0,-1-12 0</inkml:trace>
  <inkml:trace contextRef="#ctx0" brushRef="#br0" timeOffset="-22530.73">5574 11328 9242,'10'25'3276,"5"-6"-5197,3 26 2281,-6-25 704,-4 5 1,-1 1-526,1-6-1208,-6 5-1670,-10-7 700,-17 2 1,-8 0 1228,7-8 0,-1 1 1,-3 3-1,-2 3 1,2-2-1,-2-1 0,1 0 1</inkml:trace>
  <inkml:trace contextRef="#ctx0" brushRef="#br0" timeOffset="-21380.73">4410 11774 7533,'-45'0'-1709,"9"0"2878,27 0 2107,26 11-1638,4 3 0,3 3 0,6 4 0,3 3-546,-3-5 0,2 0 0,0-1-270,9 6 0,2-4-523,-2-7 1,2-3 0,1-2 29,-5-3 1,1-1 0,-2-1 120,-1-2 0,0-1 0,-1-1 59,2-1 1,-1 0 0,-2-1-285,-2 0 0,-1-1-225,9-3 0,2-2-675,-6-3 0,-2-1 495,-2 1 1,-1-4 179,7-8 0,-4-4-90,-14 9 0,-2-2 90,10-9 0,0-6-300,-9 4 0,-3-4 0,-1 2 30,5-4 0,-2-2 157,-7 5 1,1-4 0,0-1 0,-2 3 653,3-10 1,-1 0-93,-3 7 1,0-2 0,-3 1-1,-3 1 1,-4-1 0,-2 2-600,-1 4 0,-3 1 1,-4 0-121,-7-4 0,-4 1 0,-2 0 60,-2 3 0,-1 1 1,-3 3 119,-1 4 0,-3 3 0,-2 1 45,-1 3 0,-4 0 0,0 1 0,3 3 0,-10-1 0,0 3 45,8 4 0,-3 1 0,-1 1 0,4 4 45,-8 3 0,0 5 22,7 0 1,-4 1-1,0 2 1,1 2-98,-2 4 0,1 3 0,0 3-15,5-2 0,-1 2 0,0 2 0,4 5 247,4 4 0,2 3 1,3 4-1,3 3-148,6-3 0,3 3 0,2 2 0,2 1 0,1 1-601,2-4 1,2 1 0,1 1 0,1 1 0,2-1 0,2-2-110,1 6 1,2-2-1,3 0 1,2 0 0,3-2-1,3 0 1,4 0-1,2-1 1,1-4 0,0-3 290,6 2 1,2-5 0,1-3 0,2-2 0,1-2 0,-2-4 0,4-4 0,-1 0 0</inkml:trace>
  <inkml:trace contextRef="#ctx0" brushRef="#br0" timeOffset="-7180.73">22948 9283 7533,'0'-31'-1619,"-8"0"1529,-9 18 989,-11 18 193,7 18 0,-2 13 0,1 3-540,2 1 1,2 3 0,0 2 0,-1-1-1228,0-4 0,-1-2 0,1 2 0,3 2 1106,2 0 1,1 3 0,2 1 0,3-2 0,3-4-432,3 0 0,5-3 0,4-1-586,6 4 0,5-1 0,3-4-1053,14 4 1,5-12 1404,0-19 1,0-10 0,-11-4-1,-5-3 1,10-21 0</inkml:trace>
  <inkml:trace contextRef="#ctx0" brushRef="#br0" timeOffset="-6863.73">23142 9507 7533,'-27'-26'1259,"9"8"900,10 23-1125,6 19 1,4 10-496,0 3 1,2 5 0,-2 3-504,-2-6 1,0 1 0,0 2 0,2-1 390,4 1 0,2 0 1,0 0-1,1-4 82,-1 2 1,0-3 0,6-15 41,19-23 1,2-19-1062,-10-9 0,-4-10 1,-2-3-311,-3 4 1,-2-4 0,-1 0 0,-1 1-274,1-9 1,-1 1 0,-4 4 436,-2-1 1,-4 8-1,-2 10 1,0 22 0</inkml:trace>
  <inkml:trace contextRef="#ctx0" brushRef="#br0" timeOffset="-6680.73">23530 9408 7533,'6'-45'629,"-2"14"-1258,37 13-46,-15 14 0,1 2 675,22 2 0,-22 2 0,-3 2 0,2 3 0</inkml:trace>
  <inkml:trace contextRef="#ctx0" brushRef="#br0" timeOffset="-6397.73">23742 9333 7533,'-18'27'-30,"1"-1"0,2 16 0,2 7-83,5-14 1,-1 3-1,1 1 1,0 0-455,1 2 1,0 1 0,1 0 0,-2-1 536,-2 9 0,-1-1 0,-3-4 30,1-11 0,-1-3 0,-2-5 189,-2-2 1,-1-6-190,-16-6 2714,25-1-825,35-10-2879,1-2 1,3-3-46,8-10 1,-1-2 1034,-8 2 0,-1-1 0,-5-6 0,-3 0 0,-2-3 0</inkml:trace>
  <inkml:trace contextRef="#ctx0" brushRef="#br0" timeOffset="-6197.73">23865 9246 6273,'35'17'819,"-1"-1"0,-10 6 0,-2 5 0,-3 4 0,-4 3 0,-1 5 0,-4 2 0,-2 0-164,-4-2 0,-3 1 1,-2 1-1,-3 1 0,-4-1-1202,-3-2 1,-3 1 0,-2 0 0,-3 0 0,-2-1 0,-2-2 373,-4 1 0,-2-1 0,-3 0 0,-2-2 0,1-1 0,0-2 0,-2 2 0,-1-2 1,0-1-1,0-2 0,-1-2 0,-2-3 0,0-1 0,0 1 0,0-1 0,1 1 1</inkml:trace>
  <inkml:trace contextRef="#ctx0" brushRef="#br1" timeOffset="110436.27">3863 13113 10515,'5'-35'-758,"0"0"0,-1 8 0,0 4 445,-4-1 105,-32 14 245,17 8 47,-23 3 0,-5 4 19,14 5 1,-1 5-24,-6 3 1,-4 3 0,5 0-207,3 0 0,3 2 198,-1 7 1,0 5 0,2 2-1115,5 1 0,2 3 0,2-2 1093,2-4 1,0-1 0,0 4-44,-1 4 1,-1 4-1,0 2 1,3-1-584,3-3 0,2 0 1,0 0-1,0-1 527,0-4 1,-1-1 0,0 1 0,0 3-160,1 3 0,-1 4 1,0 1-1,1 0 1,-1-2 233,-1-2 0,0 0 1,1-1-1,-1-1 1,3 0-155,0 3 1,2-2-1,1 1 1,-1 3 190,-1-4 1,-2 4-1,1 1 1,0 0 0,1 0-1,3-2-68,2 3 1,4-1-1,0 0 1,1-2 0,-2 0 53,-2-6 1,0-2 0,-1 0 0,1 2-1,0 2-40,1-2 1,1 2-1,0 2 1,0 1-1,0-1 1,0-1 0,0-3 87,-1 4 1,1-3-1,-1 0 1,-1-2 0,1 1-91,0-2 1,0 0-1,0 0 1,0 0-1,1 1 166,-1 7 1,0 3 0,0-1 0,1 0-1,0-4 63,0 0 1,1-3 0,1-1 0,-1 0-202,0 6 0,0-1 1,0 2 32,-1-6 0,1 1 0,0 1 0,1-1 64,2 2 0,1 0 0,1-1 0,-2-3-122,-1-4 0,-1-2 1,0 3 24,2 4 1,0 5 0,1 2 0,-1-2 0,0-5 78,0-2 0,-1-4 0,1-1-200,0 1 0,0 0 0,1 0 70,0 3 1,1-1-1,3-5 133,9-2 1,0-4-91,-7-1 1,1-1 61,4 4 0,4-3 0,9-5 0,0-2-270,0 11 180,1-12 0,9 1 0,-1-3-45,5-2 0,0-2 0,3 3 0,4 0-45,-7-8 0,5 0 0,2-1 1,-1-1 66,-1-2 1,0 0-1,2-2 1,2 1-95,-11-1 1,1 0 0,1 0-1,2 0 1,1 0 0,0-1 0,0 1 3,-1-1 1,1 0-1,1 0 1,0 0-1,0-1 1,1 1 0,-1-1-1,1 0 146,-1 0 1,1 0 0,-1-1 0,1 0 0,0 0-1,-1 0 1,-1 1 0,-1-1-109,7 0 0,-3-1 0,0 1 0,0 0 0,0 0 0,3 0-27,-5 0 1,2 0 0,1 0 0,1 0 0,0 0 0,-3 1 0,-2-1 0,-4 0 33,9-1 1,-6 1-1,0-1 1,6 1 27,-9 1 0,3-1 0,5 1 0,1 0 0,1 1 0,-1-1 0,-1 0 0,-4 0 0,-4 0-147,2 0 0,-5 0 0,-1 0 0,2 0 0,6 0 113,-6 0 0,5 0 1,3 0-1,3 1 1,2-1-1,1 0 1,-1 0-1,-2 0 1,-2 0-1,-4-1 1,-4 1-31,7-1 0,-6 0 1,-3 0-1,2 0 1,8 0 107,-8 0 1,3 0 0,4 1-1,2 0 1,2-1 0,1 1 0,1-1-1,-1 1 1,-1-1 0,-1 0-1,-3 0 26,2-1 0,0 1 0,-1-1 0,-1 0 0,0-1 0,0 1 0,-1 0 0,0 0 0,0 0-42,3 0 1,-1 0 0,-1 1 0,0-1 0,0 1 0,2-1-1,0 0 1,3 0 56,-9 1 0,2-1 0,1 0 0,1 0 0,1 0 0,0 0 0,1-1 0,-1 1 0,-1 0 0,-1 0 0,-1 1 0,-2-1 22,9 0 1,-2 0-1,-1 0 1,-1 1-1,-1-1 1,0 0-1,0 1 1,1-1-78,-1 1 1,-1-1 0,-1 0 0,1 1 0,0-1 0,1 1-1,1-1 1,1 1 33,-6 0 1,1-1-1,1 1 1,1 0-1,0 0 1,1 0 0,0 0-1,0 0 1,0 0-1,0 0 1,0 1 23,1-1 0,-1 1 1,1-1-1,0 1 1,1 0-1,-1 0 1,0 0-1,1 0 1,-1 0-1,1 0 0,0 0-33,-3 0 0,-1 0 0,1 0 0,-1 0 0,1 0 0,-1-1 0,1 1 0,1 0 0,0 0 0,1 1 0,1-1 0,1 0 7,-4 1 1,2-1-1,1 0 1,0 1-1,2 0 1,0-1-1,1 1 1,-1 0-1,1-1 1,-1 1-1,0 0 1,0 0-1,-2 0 1,0 0 0,-2 0-1,-2 0-55,8 1 0,-1-1 1,-2 1-1,-1 0 0,-1-1 1,0 1-1,-1 0 0,1 0 1,0 0-1,1 0 0,0 0-72,0 0 0,0 0 0,2 0 0,0 0 0,0 0 0,0 0 0,-1 1 1,0-1-1,-2 0 0,-1 0 0,-2 0 0,-3 0 79,9 0 0,-3 0 1,-2-1-1,-1 1 0,-2 0 1,0 0-1,1 1-104,3 0 0,2 0 0,-1 1 0,-3 0 0,-3 0 0,-5 0 130,15 2 0,-6 1 0,6 2 0,-8 1 0,-10 9 0,-44-13 0,-18 0 0</inkml:trace>
  <inkml:trace contextRef="#ctx0" brushRef="#br0" timeOffset="111253.27">3052 13200 7533,'-33'-37'-570,"1"1"0,14 5 1,8 4 569,14 9 0,36 9 0,10 5-1285,-22 1 1,1 0 1284,3 1 0,7 0 0,3 1 0,3 0 0,-1 1-456,1 2 1,2 0 0,1 1 0,0 1 0,0-1-1,-2 0 456,3-1 0,-2 0 0,0 0 0,2-1 0,4 1-53,-12 0 1,2 0 0,2 0-1,1 0 1,2 0 0,0 0-1,1 0 1,0 0 0,-2-1 0,0 0 52,3 0 0,0 0 0,0-1 0,0 0 0,0 0 0,0 0 0,-1 0 0,0-1 0,0 0 0,-4 0 0,-1 1 0,-1-2 0,0 1 0,1 0 0,0-1 0,1 1 0,2-1 0,2 0 0,-4 0 0,3 0 0,3 0 0,1 0 0,1 0 0,1 0 0,-1-1 0,0 1 0,-1 0 0,-2-1 0,-3 0 0,-2 0 0,-4 1 0,11-3 0,-7 1 0,-3-1 0,-1 0 0,4 1 0,7-1 0,-12 2 0,2-1 0,2 1 0,3 0 0,1 0 0,1-1 0,2 1 0,0 0 0,0 0 0,1 0 0,0 0 0,-1 0 0,0 0 0,-4 0 0,0 0 0,1 1 0,0-1 0,0 0 0,0 1 0,1-1 0,0 1 0,0 0 0,0-1 0,0 1 0,1-1 0,-1 1 0,0 0 0,1-1 0,-2 1 0,-1 0 0,1 0 0,-1 0 0,1 0 0,-1 0 0,1 0 0,0 0 0,0 0 0,0 0 0,1 0 0,1 0 0,0 0 0,0-1 0,2 1 0,0 0 0,-7 0 0,2 1 0,1-1 0,1 0 0,1 0 0,0 0 0,1 0 0,1 0 0,-1 0 0,1 0 0,0 0 0,-1 0 0,1 0 0,-2 0 0,0 0 0,0 0 0,-2 0 0,-1 1 0,-1-1 0,-1 0 0,-2 1 0,-2-1 0,15 0 0,-4 0 0,-3 0 0,-1 1 0,-2-1 0,0 0 0,-1 1 0,2-1 0,1 0 0,3 0 0,2-1 0,-9 1 0,1 0 0,2-1 0,1 1 0,1-1 0,1 0 0,0 0 0,1 0 0,0 0 0,0 0 0,0-1 0,0 1 0,-1 0 0,-1 0 0,0 0 0,-2 1 0,-2-1 0,-1 0 0,6 1 0,-1-1 0,-2 0 0,-2 1 0,0-1 0,-1 1 0,0-1 0,0 1 0,1 0 0,2-1 0,0 1 0,3-1 0,-4 1 0,1-1 0,1 1 0,2-1 0,0 0 0,0 1 0,2-1 0,-1 0 0,1 1 0,-1-1 0,0 1 0,0-1 0,-1 1 0,-1 1 0,-1-1 0,-1 1 0,3 0 0,0 0 0,-2 0 0,0 1 0,0-1 0,-1 1 0,-1 0 0,1 1 0,-1-1 0,1 0 0,-1 1 0,0 0 0,1 0 0,2 0 0,2 1 0,-1-1 0,1 1 0,0 0 0,-1 1 0,0-1 0,-1 0 0,-2 1 0,-1 0 0,-2-1 0,-2 1 0,7 1 0,-4-1 0,-2 1 0,-1 0 0,0 0 0,1 1 0,3-1 0,-3 0 0,4 0 0,1 0 0,1 0 0,0 0 0,-2 0 0,-2 0 0,-3-1 0,-5 0 0,6 0 0,-6-1 0,-1-1 0,5 1 0,0 1 0,5-1 0,3 1 0,1 0 0,-2-1 0,-2 0 0,-7 0 0,10-2 0,-6 0 0,5 1 0,-6 0 0,6 1 0,2 1 0,1-1 0,-5 0 0,-5-1 0,0 0 0,-6-1 0,5 1 0,0 0 0,4 2 0,2 0 0,1 1 0,-3 1 0,6 2 0,-2 2 0,1 1 0,0 0 0,-5-1 0,0 1 0,1 0 0,-1 1 0,0 1 0,0 1 0,1 1 0,-2 0 0,-1 0 0,-4 0 0,6 3 0,-4-1 0,0 2 0,1 2 0,1 2 0,-4-1 0,-8-2 0,-2 1 0,0-1 0,3 2 0,1 1 0,-3 0 0,9 11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6:11:20.41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14587 16273 7533,'-37'-13'-1709,"-4"2"1709,16 20 0,-1 9 119,0 5 1,-1 4 0,0 2-378,-4 1 1,-1 1-1,3 3 1307,0 4 1,1 3 0,4-3-551,-1 0 0,7-2-364,14-8 0,8-2-135,14-1 0,7-2-225,10 2 1,3 1-869,-8 1 1,1 3 0,-2-3 1223,1-4 1,-3-1 3,-1 8 0,-13 2 360,-36 4 0,-17-3-945,3-5 0,-4-2 240,6-2 0,-3 1 1,1-6 209,-13-9 0,6-10 0,7-15 0,13-15 0</inkml:trace>
  <inkml:trace contextRef="#ctx0" brushRef="#br0" timeOffset="733">14764 17277 5824,'-10'20'0,"-21"3"0,9-10 0,-1-1 0,-19 9 0,13-9 0,2-1 0,-1 1 0</inkml:trace>
  <inkml:trace contextRef="#ctx0" brushRef="#br0" timeOffset="6300">15293 16695 7533,'-8'-30'-1619,"-2"-2"1529,-15 11 90,-18 21 0,8 24 0,-1 12 359,10-5 1,1 3 0,2 3 209,-1 1 1,1 1 0,7 0-660,7-2 0,4 1 0,9-8-855,11-5 1,7-11 629,20-28 1,5-19 314,-15 1 0,-1-7 0,-2-1 0,0-1 0,0-1 0,-7 0 90,-7 3 0,-3 1 0,-12 17 1619,-27 37-450,5 23 0,3 13-1289,6-9 0,2 4 0,7-1-1063,10-2 1,6 0 0,6-7 958,3-9 1,5-6 0,1-4 0,7-6-1,-1-8 1,-5-11 0,1 0 0</inkml:trace>
  <inkml:trace contextRef="#ctx0" brushRef="#br0" timeOffset="7118">15822 17166 7533,'-10'38'-1709,"2"4"1709,5-16 0,-1 1 0,-4 3 0,-2-1 0,-7 4 0,-1-2 0,-4 12 0,-1-20 0</inkml:trace>
  <inkml:trace contextRef="#ctx0" brushRef="#br0" timeOffset="16166">16140 16522 7533,'-10'-27'-1709,"-6"9"1709,14 7 0,-6 10 90,8 40 449,0-12-299,0 7 0,0 9 0,0 0-978,0-5 0,0-1 0,0-1 768,0 0 0,0-1 0,0 2 30,0 12 0,0 2 0,0-9 390,0 0-135,4 6 0,0-5-135,-2-25 269,22 4-89,-10-56 0,-1-16-653,1 27 1,1-2 172,-1-12 0,0-6 0,0 2-940,0 7 0,0 1 0,1 4 565,0 0 0,1 2 90,7-13 1,3 7 209,9 21 0,-13 10 0,1 4 0</inkml:trace>
  <inkml:trace contextRef="#ctx0" brushRef="#br0" timeOffset="16416">16616 17253 8072,'-16'41'-1529,"4"-12"1259,-4 0 1,-1 0-3008,5 0 2636,-11 6 0,13-17 0,-8-5 0</inkml:trace>
  <inkml:trace contextRef="#ctx0" brushRef="#br0" timeOffset="17333">17410 16509 7533,'-34'11'-540,"-3"14"945,10-5 0,1 4-361,3 7 1,1 0-90,3-11 1,3 1-181,7 5 0,8-1 45,11-4 90,6-3 0,3 0 0,18 2 315,-14-1 0,-3 2 404,0 23-179,-4-8 0,-16-5 0,-8 0-136,-8-10 1,-1-2-315,1 15-540,-16-13 1,1-9-91,23-10-1439,-39 3 2069,35-21 0,3 0 0,11-14 0</inkml:trace>
  <inkml:trace contextRef="#ctx0" brushRef="#br0" timeOffset="17566">17692 16373 7533,'0'-21'2608,"0"5"-1528,-16 37-1980,12-4 585,-10 2 0,-3 3-1324,7 3 1,0-1 1048,-9 6 590,3 10 0,8-28 0,-2 1 0</inkml:trace>
  <inkml:trace contextRef="#ctx0" brushRef="#br0" timeOffset="17833">17992 16298 6633,'37'-1'3276,"4"25"-1638,-29-2 0,-4 6 0,2 18 0,-3 1-1380,-1-14 0,-4 2-1351,-6 7 1,-4 4 0,-3-3 224,-5-1 0,-6 0 48,2-5 1,-4 4 0,-1 0 0,0-4-158,3-6 1,0-3 0,-4 2 320,-1-2 1,-3 2-1,-3 1 1,2-2 0,5-4 464,-8 10 1,1-3-1,-4-1 1,-4 2-1,3-2 1,7-4-1,0 1 1</inkml:trace>
  <inkml:trace contextRef="#ctx0" brushRef="#br0" timeOffset="18300">14446 15902 7533,'-34'-13'-342,"-1"1"0,0-1 0,1 27 0,0 12 1,2 9 475,10-3 1,1 6 0,2 6 0,0 2 0,2 3 0,2 1-500,3-9 1,2 2 0,1 2 0,1 2 0,0 0 0,1 1 0,0-2 0,0 0 0,0-2 203,-1 5 1,-1-2-1,1 0 1,0-1-1,1 1 1,1 0-1,1 1 63,2-2 0,0 3 0,1 0 0,1 0 0,1 0 0,2-2 0,1-2 0,1-3-136,5 3 0,2-2 0,1-4 0,2 1 0,-1-1 234,0 2 0,-1-1 0,1 0 0,2-1 0,1-2 0,5 6 0,3-2 0,1-3 0,1-5 0,0-12 0,0 1 0,0-1 0</inkml:trace>
  <inkml:trace contextRef="#ctx0" brushRef="#br0" timeOffset="32866">16034 17562 7533,'-30'0'-1709,"-1"-5"1709,29-2 0,-6 0 0,16 2 1169,25 5-899,-9 0 659,9 0 1,10 1-1,0-2-420,-4-4 1,-1-1 0,1 0-1047,8 3 1,2 1 0,2-2 877,-12-3 1,2-1 0,1-1 0,-2 0 0,-4 2-73,0-1 1,-4 1 0,4 0 0,0 0 0,3-1 0,3 0 0,-1 1 0,-1 1 179,3 0 1,0 1 0,-1 1-1,0 0-269,0 0 0,0 1 0,0 0 0,1 0 22,3 0 1,1 0-1,-2 0 1,-5 1-113,4 2 0,-4-1 933,12-5 1,-6 1-934,-12 3 135,-4-2 0,-3-3-2204,-16 0-1298,-11-5 2457,-27 10 1,-10 4 0,-6 11 0</inkml:trace>
  <inkml:trace contextRef="#ctx0" brushRef="#br0" timeOffset="34099">16281 18046 7533,'-23'14'-570,"1"1"0,-2 5 1,5 4 569,6 1 0,6 2 0,15 23 0,29-25 0,10-42 0,-22-3 0,-7-5 0,-16-7 0,-10-1 0,-8 5 0,-5 5 0,-20 5 0,23 21 0,40 15 0</inkml:trace>
  <inkml:trace contextRef="#ctx0" brushRef="#br0" timeOffset="34466">16616 17724 7533,'-18'-7'-1709,"8"7"1709,5 22 0,3 12 0,-3 12 0,2 5-325,2-6 0,2 2 0,-3 1 325,-5-1 0,-2 1 0,1-5 0,3 2 0,-2-8 314,-10-2-314,33-54 80,4 4 1,5 2-81,-1-1 0,1 3 0,18 11 0,-43 19 250,-18 0 0,-7 0-250,0-2 0,1-1 0,0-3 0,3-2 0,5 1 0,26-12 0</inkml:trace>
  <inkml:trace contextRef="#ctx0" brushRef="#br0" timeOffset="35650">16810 18219 7533,'-8'7'0,"-2"-1"-1350,0-6 991,10 0 359,34-11 0,-3-14 0,-12 6 0,-3 0 0,0-9 0,-32 0 0,-19 44 0,4-12 0,4 13 0,5 6 0,10 15 0,-4-9 0,32 9 0,11-35 0,3 8 0,11-27 0,-21 6 0,-3-13 0,-9 10 0</inkml:trace>
  <inkml:trace contextRef="#ctx0" brushRef="#br0" timeOffset="35850">16933 18133 6183,'10'7'-359,"-2"15"359,0 9 0,2-2 0,-1 16 0,-1-29 0,-8-21 0,8-33 0,-6-5 0,6 13 0,0 3 0,-6 12 0,29-8 0,-9 28 0,5-4 0,-11 11 0</inkml:trace>
  <inkml:trace contextRef="#ctx0" brushRef="#br0" timeOffset="36133">17233 18108 6633,'-19'7'-809,"-13"9"809,20 3 0,-5 2 0,1 14 0,14-15 0,-6 0 0,16-4 0,2-9 0,8 5 0,-1 1 0,-7 10 0,-2-8 0,-8 14 0,-24-9 0,19-7 0,-27-2 0,30-16 0,-13-8 0,5-6 0</inkml:trace>
  <inkml:trace contextRef="#ctx0" brushRef="#br0" timeOffset="36416">17286 18219 7533,'-10'7'-1619,"2"4"1529,16-4 90,-6 0 0,30-2 0,-11-21 0,7 6 0,-13-19 0,-30 21 0,3-3 0,-29 33 0,11 17 0,3-3 0,19-7 0,8-2 0,26-5 0,-5 3 0,20-19 0,-13-13 0,7-6 0</inkml:trace>
  <inkml:trace contextRef="#ctx0" brushRef="#br0" timeOffset="39116">17004 17959 7533,'-10'-7'-1709,"-13"7"1709,5 16 0,0 8 0,-5 7 0,-1 3 0,1 5 0,1 0 0,2-4 0,7-2 0,19 2 0,13-11 0,26-5 0,-24 0 0,-4 4 0,-8 22 0,-18-13 0,-9-2 0,-8-7 0,-3-6 0,-10-5 0,8-21 0,31-22 0</inkml:trace>
  <inkml:trace contextRef="#ctx0" brushRef="#br0" timeOffset="39433">17039 18219 5824,'26'-3'0,"-1"1"0,3-10 0,-1-5 0,6-4 0,-3-3 0,-11-5 0,-9 0 0,-20-10 0,-18 41 0,-6 13 0,-5 12 0,3 10 239,15-7 1,2 3 0,4 1-390,5-1 0,4 2 1,7-4 14,12 3 0,9-5 135,4-6 0,3-10 0,-2-18 0,1-6 0,15-7 0,-26-24 0,-9 18 0</inkml:trace>
  <inkml:trace contextRef="#ctx0" brushRef="#br0" timeOffset="39666">17268 18120 5914,'14'33'-30,"0"0"0,-3 5 0,-4 0 30,-6-1 0,-2-2 0,-1 14 0,2-82 0,7 4 0,3-5 0,0 1 0,2-2 0,2 2 0,7-4 0,3 6 0,-6 10 0,1 6 0,14 4 0</inkml:trace>
  <inkml:trace contextRef="#ctx0" brushRef="#br0" timeOffset="40016">17480 18219 7533,'-19'0'-1709,"11"33"1709,11-8 0,4 3 0,1 5 0,1 0 0,-1-2 0,2-13 0,23-51 0,-21-1 0,-2-6 0,0 3 0,2-3 0,-1 3 0,3-7 0,-3 5 0,-5 10 0,0 6 0,10 5 0</inkml:trace>
  <inkml:trace contextRef="#ctx0" brushRef="#br0" timeOffset="40267">17657 18244 7533,'-20'21'-1709,"20"-5"1709,20-32 0,-1-5 0,-3-11 0,-32 13 0,-11 36 0,5 17 0,11-6 0,6 1 0,23 4 0,2-11 0,5-22 0</inkml:trace>
  <inkml:trace contextRef="#ctx0" brushRef="#br0" timeOffset="40583">17798 18219 7533,'-26'29'-1709,"7"-1"1709,9 9 0,27-34 0,5-17 0,1-9 0,-6-4 0,-1-5 0,-1-3-267,2-9 0,0-3 0,-1 0 267,0 2 0,-1-1 0,-2 2 0,-6 5 0,-1 0 0,2 6 187,5 0 0,-2 16 1432,-11 63-1559,-4-12 0,-2 5 0,0 3-570,2-4 1,-1 1 0,2 1 0,3-1 389,5 7 0,4-1 1,-1-4-111,-6 0 1,6-10-1,15-18 1,3-10 0,-9-10-1</inkml:trace>
  <inkml:trace contextRef="#ctx0" brushRef="#br0" timeOffset="41383">18785 17959 7533,'-27'-7'-810,"0"7"1,-3 6 764,2 11 0,-1 7 45,-8 6 0,2 5 0,7 3 0,11 1 0,16-10 0,10-7 0,38-17 0,-7-24 0,0-11 0,-16 6 0,-3-3 0,-1 1 0,7-10 0,-11 6 0,-24 10 0,-14 60 0,8-5 0,9 2 0,18-9 0,7-4 0,7 9 0,6-34 0,-1-9 0,-4-3 0</inkml:trace>
  <inkml:trace contextRef="#ctx0" brushRef="#br0" timeOffset="41633">19156 17550 7533,'-26'8'-855,"11"17"1,3 11 854,-1 6 0,1 7 0,2 3-541,3-13 0,1 2 0,1 2 0,0-1 1,0 1 540,0 1 0,-1 1 0,1 0 0,0 0 0,1-2 0,-1 6 0,1-1 0,0-2 0,-1-2 270,-2 1 0,-1-3 1,-2-6-271,-3-2 0,-2-13 0,-12-27 0,1-17 0,17-1 0,1 0 0</inkml:trace>
  <inkml:trace contextRef="#ctx0" brushRef="#br0" timeOffset="41716">18856 18381 7533,'8'-36'-855,"3"14"1,3 0 854,7-2 0,3 2 0,15-3 0,1 2 0,-15 9 0,1 2 0,7-1 0,-2 3 0,-3-3 0</inkml:trace>
  <inkml:trace contextRef="#ctx0" brushRef="#br0" timeOffset="41884">19244 18046 7533,'-10'-11'-1709,"18"3"1709,27-21 0,-8 15 0,1 1 0,-4-2 0,-1-1 0,-2 0 0,-1 1 0</inkml:trace>
  <inkml:trace contextRef="#ctx0" brushRef="#br0" timeOffset="42067">19456 17662 7533,'-27'38'-428,"1"1"1,9-4 0,3 3 0,0 0 427,-2 2 0,1 1 0,3 2-200,4-2 0,2 4 0,3-2 0,0-4 200,2 9 0,2-5-317,-2 3 1,6-11 0,18-24 0,-13-17 0</inkml:trace>
  <inkml:trace contextRef="#ctx0" brushRef="#br0" timeOffset="42367">19473 18083 6633,'-18'21'-270,"-1"-1"0,4 5 1,5 1 269,3 1 0,6-1 0,16 11 0,5-48 0,7-29 0,-16 14 0,-4 0 0,1-11 0,-8 48 0,0 12 0,0 14 0,8-19 0,-6-13 0,13-5 0,-5 0 0</inkml:trace>
  <inkml:trace contextRef="#ctx0" brushRef="#br0" timeOffset="42766">19491 18158 7533,'-27'12'-1709,"9"6"1709,18-10 0,25 14 0,13-19 0,-1 2 0,-4-34 0,-23 11 0,-8-9 0,-4-2 0,-8 0 0,-15-8 0,-3 46 0,1 26 0,16 6 0,4 3 0,2-18 0,2-1 0,1 14 0,4-5 0,14-12 0,-4 3 0,21-41 0,-21-8 0,-4 0 0,0 0 0</inkml:trace>
  <inkml:trace contextRef="#ctx0" brushRef="#br0" timeOffset="42983">19650 18083 7533,'10'8'-1709,"-3"25"1709,-6 14 0,-2 4 0,1-14 0,0-2 0,3 5 0,2-15 0,5-60 269,-2 4 1,2-5-450,2 0 0,2-3 1,1 2 179,4-4 0,1 4 0,2 4 0,1 6 0,10 4 0</inkml:trace>
  <inkml:trace contextRef="#ctx0" brushRef="#br0" timeOffset="43483">20179 18021 6633,'-10'-8'-809,"18"9"809,27 13 0,7-9 0,2-3 0,-12-1 0,-1-4 0,5-7 0,2-5 0,-6 1 0,1-6 0,-7-2 0,-3-1 0,-5 3 0</inkml:trace>
  <inkml:trace contextRef="#ctx0" brushRef="#br0" timeOffset="43666">20496 17674 7533,'-15'28'-570,"-1"1"0,1 7 1,-1 6 569,1-4 0,-1 4 0,0 2 0,2-4-336,3-4 0,1-1 0,2 1 336,-1 3 0,2 4 0,1-1 0,4-6 0,9 3 0,2-3 0,-10-2 0,6-4 80,21-10 1,2-12-81,-10-22 0,10 0 0,1-2 0,-2-16 0</inkml:trace>
  <inkml:trace contextRef="#ctx0" brushRef="#br0" timeOffset="43900">20602 18120 6633,'-21'20'-270,"-1"-1"0,2 3 1,3 4 269,0 9 0,6 0 0,19 9 0,22-44 0,-8-13 0,1-7 0,12-14 0,-17 5 0,-10 51 0,-8-4 0,15 18 0,-3-29 0,13-14 0,-7-13 0</inkml:trace>
  <inkml:trace contextRef="#ctx0" brushRef="#br0" timeOffset="44300">20849 17699 7533,'-8'46'-428,"0"0"1,7-10 0,0 1 0,0 2 427,-4-3 0,-2 2 0,0 1 0,2-1-820,2 1 1,1 1 0,0-1 0,-1-4-373,-2 10 0,0-3 1896,1 2 1,1-14-705,3-27 860,0-11-860,-1-18 0,2-8-1135,6 2 1,1-2 1134,-7 1 0,2 2 1134,15 1 1,3 7-1135,1 9 0,5 3 0,5 11 0,-28 17 0,11-7 0,-22 30 0,-19-2 3276,4-3-3218,1-9 0,1-2-3335,9-1 3162,-5 1 115,24-12 0,9-12 0,11 0 0,7 0 0</inkml:trace>
  <inkml:trace contextRef="#ctx0" brushRef="#br0" timeOffset="44583">21026 18256 6183,'0'20'-359,"0"-2"359,15-11 0,-3-2 0,21-21 0,-21 1 0,12-27 0,-30-2 0,12 15 0,-38-4 0,14 48 0,-1 7 0,-20-6 45,14 20 0,9 7-1562,16-13 1,6 0 1381,-7-2 1,5-3-245,22-2 1,5-11 0,3-25 0,-5 0 0,0 0 0</inkml:trace>
  <inkml:trace contextRef="#ctx0" brushRef="#br0" timeOffset="45183">21590 17971 7533,'-35'-6'-1709,"7"0"1709,-5 34 0,15 1 0,1 4 0,1-8 0,2 2 0,-2 20 0,7-3 0,17-14 0,3 6-1639,16-32 1,3-8 1523,-4-10-27,6-6 0,0-7 142,-15 2 0,-4-2 0,1 4 0,-1-1 0,3-21 0,-24 37 0,-2 13 0,-3 19 0,1 6 0,0 4 0,7 2 0,10-4 0,38-17 2748,-2-3-2748,-15-10 0,-1-5 0,9-15 0,-7-1 0</inkml:trace>
  <inkml:trace contextRef="#ctx0" brushRef="#br0" timeOffset="45350">21908 18021 5914,'-28'18'-90,"-5"18"90,13 9 0,3 1 0,15-16 0,4-3 0,-1-3 0,31 5 0,13-40 0,-4-4 0,-15 1 0,-3-3 0,-5-7 0</inkml:trace>
  <inkml:trace contextRef="#ctx0" brushRef="#br0" timeOffset="45583">22031 18071 7533,'-20'0'-1709,"52"0"1709,-13 0 0,14-3 0,-1 0 0,-12 2 0,5-10 0,-7 4 0</inkml:trace>
  <inkml:trace contextRef="#ctx0" brushRef="#br0" timeOffset="46300">21114 17773 6183,'-10'-7'-359,"-6"13"359,14 24 0,-2-2 0,0 0 0,4 21 0,4-10 0,0-4-3277,-2-10 3218,14 21 0,-14-33 1,6 5-1</inkml:trace>
  <inkml:trace contextRef="#ctx0" brushRef="#br0" timeOffset="46683">21114 18244 7533,'-28'31'-1709,"3"6"1709,15 7 0,2-11 0,24-4 0,3-28 0,1-2 0,11-23 0,-27 9 0,12-3 0,-16 13 0,0 16 0,8-8 0,10 13 0,9-14 0,16 8 0,-14 19 0,-20-3 0,-8 5 0,-10 12 0,-9 2-403,0-13 1,-4 0 0,-1-1 402,-1-1 0,0-1 0,0-1 0,-5 1 0,3-2 0,5-6 0,1 0 0</inkml:trace>
  <inkml:trace contextRef="#ctx0" brushRef="#br0" timeOffset="47200">22172 17699 5824,'-18'40'0,"1"1"0,2-20 0,2 1 0,5 14 0,3 8 0,1-6 0,-4 9 0,10-10 0,4-2 0,4-11 0,-1-13 0,7-16 0,-6-2 0</inkml:trace>
  <inkml:trace contextRef="#ctx0" brushRef="#br0" timeOffset="47366">22384 17699 7533,'-20'0'-1709,"-3"22"1709,21-11 0,-2 15 0,0 4 0,4 12 0,0-17 0,0 1 0,0 15 0</inkml:trace>
  <inkml:trace contextRef="#ctx0" brushRef="#br0" timeOffset="47733">22331 18071 6183,'-10'13'-359,"-6"9"359,14-13 0,-13 25 0,13-17 0,-6 11 0,8-15 0,16-12 0,-5-13 0,15-3 0,-16-3 0,-3 13 0,-7 10 0,0-4 0,0 10 0,8-9 0,-6 3 0,6 1 0,-8-5 0,0 5 0,0-1 0,0 2 0</inkml:trace>
  <inkml:trace contextRef="#ctx0" brushRef="#br0" timeOffset="48216">22172 17984 6633,'-18'18'-809,"9"-4"809,-7 20 0,14 10 0,-6-8 0,7-8 0,2 0 0,-1 5 0,0 0 0,0-4 0,0-16 0</inkml:trace>
  <inkml:trace contextRef="#ctx0" brushRef="#br0" timeOffset="48532">22331 18120 5914,'-20'17'-90,"5"14"90,15-2 0,0 17 0,0-20 0,0 0 0,0-8 0,0-12 0,15-23 0,5-9 0,7-7 0,-1 3 0,-9 12 0</inkml:trace>
  <inkml:trace contextRef="#ctx0" brushRef="#br0" timeOffset="49050">22472 18170 7533,'-18'12'-1709,"1"0"1709,7 1 0,2 5 0,16-5 0,2-6 0,7-14 0,-7-12 0,-10 6 0,-10 7 0,1 19 0,1 0 0,16 0 0,-7-2 0,7-5 0</inkml:trace>
  <inkml:trace contextRef="#ctx0" brushRef="#br0" timeOffset="49800">22895 18046 6633,'-35'30'-809,"8"8"809,1 0 0,24-6 0,12-20 0,17-35 0,-8 4 0,-2-2 0,2-19 0,-3 33 1709,-16 56-855,4-10 1,8 1-2340,15-5 1,4-4 1160,-13-8 1,2-6-1,16-18 1,0-11 0,-8-14-1</inkml:trace>
  <inkml:trace contextRef="#ctx0" brushRef="#br0" timeOffset="50633">22878 18046 6633,'-43'4'-405,"19"11"1,2 6 404,-2 6 0,3 5 0,6 6 0,3 0 0,0-8 0,8-4 0,43-1 0,3-43 0,-14 4 0,3-4 0,-4-1 0,-6-4 0,-1-2 0,11-6 0,-7 4 0,-20 12 0,-4 31 0,-6 8 0,0 5 0,5 9 0,8 1 0,9-7 0,5-6 0,2-8 0,3-7 0,4-12 0,-1 1 0</inkml:trace>
  <inkml:trace contextRef="#ctx0" brushRef="#br0" timeOffset="50950">23548 17624 7533,'-20'-1'-1709,"12"19"1709,10 15 0,14 11 0,-6-1 0</inkml:trace>
  <inkml:trace contextRef="#ctx0" brushRef="#br0" timeOffset="51133">23495 18046 7533,'0'30'-1709,"-8"8"1709,4-7 0,-2 4 0,-3-3 0,1 2 0,5 1 0,4-2 0,1 4 0,15-25 0,1-19 0</inkml:trace>
  <inkml:trace contextRef="#ctx0" brushRef="#br0" timeOffset="51399">23671 18145 5914,'-9'28'-30,"-1"1"0,-1-3 0,6-3 30,21 3 0,11-31 0,10-12 0,-1-8 0,-11 36 0,-15 22 0,6 13 0,-6-9 0,7-13 0</inkml:trace>
  <inkml:trace contextRef="#ctx0" brushRef="#br0" timeOffset="52033">24377 18046 7533,'-35'4'-855,"9"6"1,1 5 854,0 9 0,3 3 90,-2-2 0,3 2 404,3 1 1,10-2 404,32 5-809,-3-17 0,5-3 0,6 4 0,0-1-315,-5-2 1,-9 3-766,-25 27 495,-17-16 1,-7-2 494,2-4 0,-1 0 0,-4 1 0,1-1 0,-2 5 0</inkml:trace>
  <inkml:trace contextRef="#ctx0" brushRef="#br0" timeOffset="207817">22613 15480 7533,'-20'-14'-1709,"-27"9"1709,32 12-249,-9 0 0,-1 4 249,-11 19 0,7 2 0,-2 2 0,6-8 0,1-1 81,-3 8 1,3-1 188,-2 4-270,16-16 173,3 9 7,22-10-91,5 1-89,7-2 90,15-1 90,-13 8-540,-7-8 1,-1 3 314,-9 10 0,-4 1-2562,-1 12 2786,-13-17 1,-5 0-45,-4-2 0,-5-1-265,-18 6 1,-1 0 174,13-2 0,-1 0-360,-7-5 0,2-3-135,-2-2 450,30-27 0,6-4 0,26-18 0</inkml:trace>
  <inkml:trace contextRef="#ctx0" brushRef="#br0" timeOffset="207984">22578 16051 7533,'-28'6'-1709,"11"16"3238,25-7-1889,3 10-1279,16-16 1,3-5-1639,3 1 3843,0-5 1,1-5-567,-6-8 0,-3-3 0,14-13 0,-18 5 0,-1 0 0</inkml:trace>
  <inkml:trace contextRef="#ctx0" brushRef="#br0" timeOffset="208150">22842 15902 7533,'-41'-25'-1619,"2"44"2158,8 8 1,1 9 299,12 4 1,4 7 0,1-1-1745,2-6 0,2 0 0,2-1 845,1 2 0,2 0 0,6-4-1469,9 0 0,3-7 2115,8 5-631,2-21 0,1-6 45,-4-9 0,13-16 0,-17 3 0</inkml:trace>
  <inkml:trace contextRef="#ctx0" brushRef="#br0" timeOffset="208386">23036 16546 5824,'0'25'0,"-7"0"0,-11 16 0,-10-18 0,-7 12 0,8-23 0,1 1 0</inkml:trace>
  <inkml:trace contextRef="#ctx0" brushRef="#br0" timeOffset="209053">23636 15666 7533,'-18'-31'-1709,"1"6"1709,-1 7 0,-7 16 0,13 4-1639,-12 17 1,1 7 753,7 6 885,-1-5 0,-5 6 0,4-1 515,7 4 0,1 1-215,-6-5 0,-3 2 0,5-1 194,6 11 1,2-1-366,-7-5 1,3-2 274,7-7 1,6-1-585,3-3 1,3-2 179,3-2-1440,37-16 1261,-25-19-496,4-6 0,0-6 180,-8-1 1,-2-4 183,-1 0 0,1-2 0,0-1 311,-2 0 0,-1 0 0,-1 0 0,-1 0 0,-1 0 0,-2 2 1054,0-10 1,-2 4-1055,-1-6 2199,-7 15-850,-7 38-89,-3 6-1581,-6 28 1,-2 7 454,7-23 1,1 2 15,0 13 0,1 6 0,2-5 195,3-15 1,1 1-107,1 13 1,2 5 0,2-3-15,1-7 0,1-1-645,1-1 0,0 3 1,3-4-166,4-6 0,3-5 585,6-3 0,2-5 0,6-2 0,4-8 0</inkml:trace>
  <inkml:trace contextRef="#ctx0" brushRef="#br0" timeOffset="209234">23813 16286 7533,'-20'0'-1709,"28"0"1709,29 0 0,10 0 0,-21 1 0,-1-2 0,2-5 0,-1-1 0</inkml:trace>
  <inkml:trace contextRef="#ctx0" brushRef="#br0" timeOffset="209403">24024 16075 2979,'-25'19'-675,"7"2"1,0 4 571,-5 8 1,1 3 372,7-3 0,1 3 314,-4 11 1,5-1 409,10-16 1,4-2-2255,-4 4 1,6-2 1259,15-6 0,5-4 0,2-1 0,24-14 0</inkml:trace>
  <inkml:trace contextRef="#ctx0" brushRef="#br0" timeOffset="210103">21819 15728 7533,'0'-21'-1709,"0"5"1709,-15 27 0,-13 14 0,-1 2-477,6-4 1,-3 3 0,2 0 476,3-1 0,-1 1 0,-3 1 0,-2 3 0,3-3 0,4-7 0,2-1 393,-4 5 1,3-2 236,8-7 89,-5 3 271,16-13 1078,31 1-1348,-15 1-181,18 5 1,4 5-259,-13 1 1,-1 2-732,1 1 0,2 2 0,0 1-283,-1-2 1,0 1-1,0 2 733,1 5 0,0 2 0,0-3 0,9 2 0,0-1 0,-2 2 0,1 1 0</inkml:trace>
  <inkml:trace contextRef="#ctx0" brushRef="#br0" timeOffset="210684">24412 16522 7533,'-17'-14'-1619,"7"-3"1529,2 16 90,8-5 0,0 6 0,0 0 0,0 6 0,0 12 0,0-3 0,-10 7 0,-4 1 0,1 1 0,-15 2 0,-1 0-2475,5-4 2475,4-7 0,-1-1 0,-4 4 0,-3 1 0</inkml:trace>
  <inkml:trace contextRef="#ctx0" brushRef="#br0" timeOffset="211450">24747 15579 7533,'-19'-12'-1350,"3"5"991,16 13 359,0 7 0,4 17 0,0 4 0,-2 6-799,0-2 0,2 8 1,-2-5 798,-2-13 0,0 0 0,0 7 0,1 7 0,-1 1 0,-1-8 0,-3-6 0,0-1 0,1 16 0,1 7 0,-3-9 0,-3-18 0,-2-1 620,1 16 0,1-2-440,-2-17 1709,2-25-1799,16-17 0,1-7 0,3-7 0,0 3-420,-1 8 1,2-1 29,7-16 0,3-7 1,-1 9 29,-7 18 0,1 3-150,4-9 0,4-2 1,-1 8-31,16 5 450,-9 5 0,-1 2 0,0 5 0,4-2 0</inkml:trace>
  <inkml:trace contextRef="#ctx0" brushRef="#br0" timeOffset="211720">25012 16385 7533,'-26'0'-1709,"15"0"1709,19-6 0,5 5 0,19-3 0,1-3 0,-15 0 0,17 1 0,0 0 0,-19-1 0,25 2 0</inkml:trace>
  <inkml:trace contextRef="#ctx0" brushRef="#br0" timeOffset="211900">25206 16162 7533,'-21'17'-570,"1"0"0,-8 19 1,1 7 569,9-5 0,2 4 0,1-1-443,-1-7 1,0 0 0,7 0 442,9 6 0,7 1 0,1-8 0,6-2 0,21-7 0,3-9 0,-11-19 0,6 0 0,-1-5 0,-5-23 0</inkml:trace>
  <inkml:trace contextRef="#ctx0" brushRef="#br0" timeOffset="212284">25612 16806 7533,'0'-20'-1709,"0"3"1709,8 28 0,-7-8 0,7 30 0,-16-22 0,-1 29 0,-9-19 0,-7 9 0,5-11 0,-13-6 0,21-2 0,-4-5 0</inkml:trace>
  <inkml:trace contextRef="#ctx0" brushRef="#br0" timeOffset="214301">26158 15753 7533,'-19'-21'-1709,"3"5"1709,1 21 0,3 8 0,-11 10 0,-3 6 0,2 5 0,1 3 0,4-6 0,0 1 0,2 1 0,-4 10 0,7 0 0,10-6 0,8-1 0,7 1 0,5-1 0,3-1 0,-1 1 0,-4 1 0,-8 0 0,-10-2 0,-10-3 0,-10-7 0,-7-4 0,-1-1 0,0-4 0,-13-4 0,21-6 0,24-6 0</inkml:trace>
  <inkml:trace contextRef="#ctx0" brushRef="#br0" timeOffset="214484">26106 16522 7533,'-12'-8'-1709,"29"-3"1709,13 4 0,3 2 0,-7 1 0,-1 0 0,9-7 0,-3 0 0,-4-3 0</inkml:trace>
  <inkml:trace contextRef="#ctx0" brushRef="#br0" timeOffset="214650">26282 16298 7533,'-24'23'-570,"1"0"0,-4 2 1,5 2 569,14 0 0,4 1 0,-4 1 0,0 1 0,6 5 0,4-2 0,14 0 0,-4-11 0,13-22 0</inkml:trace>
  <inkml:trace contextRef="#ctx0" brushRef="#br0" timeOffset="-214696.73">26353 16546 5824,'21'0'0,"-13"0"0,33 0 0,-23 0 0</inkml:trace>
  <inkml:trace contextRef="#ctx0" brushRef="#br0" timeOffset="-214545.73">26458 16447 7533,'-37'30'-1709,"4"7"1709,23-9 0,2 12 0,8-19 0,8 3 0,2-6 0</inkml:trace>
  <inkml:trace contextRef="#ctx0" brushRef="#br0" timeOffset="-214396.73">26547 16434 7533,'-19'33'-570,"0"1"0,5-2 1,3 0 569,5 1 0,4-2 0,10 17 0,2-18 0</inkml:trace>
  <inkml:trace contextRef="#ctx0" brushRef="#br0" timeOffset="-213863.73">26793 15753 5824,'22'28'1092,"0"-1"0,4 4 0,1 0 546,0 3 0,0 1-1092,1-1 1,-3 1-187,-4-4 0,-6 0-675,-11-4 0,-6 1-720,-16 5 1,-8 0 1034,4-8 0,-4 1 0,0-1 0,-11 8 0,-1 0 0,5-1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6:14:18.94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24007 1636 7533,'-43'-10'-570,"1"-1"0,4 21 1,0 8 793,-7 1 1,2 6-330,15 0 0,3 4 1,1 3 313,0 3 1,0 2 0,2-2-459,-8 4 0,3-1 488,8-5 1,1 3 0,4-4-240,3-6 0,4-1 364,8 2 1,6-1-994,20 13 494,1-17 0,5-1-351,6-4 1,3-3 170,3-1 0,0-1 45,-4 0 1,-2 0 179,-3-3 0,-3 1 165,4 9 1094,-12 4 360,-37-1 0,-15 3-1439,-2-2 0,-5 1 0,-1-1-658,2 0 0,0 0 1,-1-1 177,-6 1 0,-1 0 1,5-4 389,7-8 0,5-3 0,-12-2 0,11-13 0</inkml:trace>
  <inkml:trace contextRef="#ctx0" brushRef="#br0" timeOffset="1120">24324 2777 7533,'16'-20'-1709,"-12"2"1709,27 11 0,-19 2 0,13 21 0,-23-6 0,-12 35 0,-25-16 0,17-5 0,-1 0 0,-3-1 0,1-3 0,-7 2 0,3 1 0</inkml:trace>
  <inkml:trace contextRef="#ctx0" brushRef="#br0" timeOffset="1550">25329 1586 7533,'0'-48'-1709,"0"19"1709,0 1 0,-15 44 0,3 6 149,-4 7 1,-6 9 0,3-2-1427,3-3 0,-1 3 1474,0-4 1,-2 5 0,-2 4 0,0 0 0,1-2-252,3-2 0,0 0 0,1 0 0,-1 0 1,0 1-55,-4 5 0,-2 2 0,0 0 0,1-1 0,3-2-72,1 3 0,2-1 0,0-2 0,1-4 120,-3 0 0,0-3 0,7-8 60,9-8 0,-6-15 0</inkml:trace>
  <inkml:trace contextRef="#ctx0" brushRef="#br0" timeOffset="1701">25118 1959 7533,'19'-21'-1709,"-3"10"1709,-16 45 1124,3 10 0,2 9-1641,-1-17 0,1 4 0,-1 1 0,1 0-144,-2-1 1,0-1 0,-1 1 0,1-1 660,1 2 0,0-1 0,0 0 0,0-5 0,0 8 0,0-5 0,-3-9 0,0-3 0,7 10 0</inkml:trace>
  <inkml:trace contextRef="#ctx0" brushRef="#br0" timeOffset="1834">25047 2392 7533,'-10'-26'-1709,"42"8"1240,-2 11 1,4 3 0,0 3 0,1 1 0,2-3 0,1 0 0</inkml:trace>
  <inkml:trace contextRef="#ctx0" brushRef="#br0" timeOffset="2151">25612 1996 7533,'-10'-7'1979,"2"12"-945,19 13 0,9 5-1124,6 6 0,3 2-450,-2-3 1,1 2-1,0-1 250,5 1 1,-2-1-71,0 0 1,-5 0-399,-6 8 1927,-11 1-1799,-27-11 1,-13 0-61,2-4 1,-6 0-1,0-2 539,-2 0 0,-2-1 1,1 0-1,-3 1 1,1 0-1,1-2 1,0-1-1,0 0 1</inkml:trace>
  <inkml:trace contextRef="#ctx0" brushRef="#br0" timeOffset="2551">23230 1760 7533,'-41'2'-428,"0"0"1,4 9 0,-2 5 0,-2 4 427,4 0 0,-3 4 0,0 2 0,0 0 0,2 1-820,-2 1 1,1 1 0,2 1 0,1 1 602,0 4 1,2 3 0,2-1-1,6-4 217,0 0 0,11-2 385,22 1 1,10-1-386,0-8 0,5 0 179,8 1 1,6 2 0,0 2-319,-9-3 1,0 3-1,0 0 1,1 1 138,5 3 0,2 2 0,-1 0 0,-2 0 0,-6-4 0,0 1 0,-2 0 0,0-1 0,4 8 0,0 0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6:16:08.20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2099 11216 6183,'8'36'135,"-4"-13"0,2 4 374,7 11 1,5 7 0,0 1-893,-5-7 0,1 1 1,0 2-1,2 0 239,-1-2 0,1 2 0,0 1 0,1-1 1,-1-1-330,2 5 1,0 1 0,-1-2 0,0-3 271,2 5 0,-1-3 0,-2-6 201,-2-2 0,0-8 0,9-6 0,-13-36 0</inkml:trace>
  <inkml:trace contextRef="#ctx0" brushRef="#br0" timeOffset="184">2646 11179 7533,'-31'13'719,"1"1"1,4 13-1,0 8 1,0 4-540,3-5 0,-2 2 0,0 3 0,0 1 0,1 1-727,2-1 1,1 2 0,0 0 0,-1 2 0,1-1 0,-1 0-1,-2 0 1,0 0 0,0 1 0,-1-1 0,2-1 0,2-1 433,1-1 0,0-1 1,2 0-1,1-3 1,2-1-1,-5 7 1,2-4-1,5-3 0,5-6 1,0 0-1</inkml:trace>
  <inkml:trace contextRef="#ctx0" brushRef="#br0" timeOffset="1020">3069 11638 5914,'41'0'-90,"6"5"90,-17 8 0,-5 9 0,-6 16 0,-10 9 0,-9-13 0,-4 4 0,-3 1 0,0 0-286,-1 4 0,-1 1 0,-2-1 0,0 1 286,-2-1 0,-1 1 0,0-2 0,2-3 0,2-2 0,1-3 0,0-5 0,-6 18 0,15-42 0</inkml:trace>
  <inkml:trace contextRef="#ctx0" brushRef="#br0" timeOffset="1250">3210 11824 7533,'36'-13'-570,"-1"0"0,8 7 1,0 10 569,-7 12 0,-5 11 0,-14 0 0,-4 5 0,-6 3-206,-7 4 1,-8 3 0,-4-2 205,-6-2 0,-4-1 0,-2-3 0,-8 7 0,-1-10 0,-10-18 0,19-34 0,15-23 0</inkml:trace>
  <inkml:trace contextRef="#ctx0" brushRef="#br0" timeOffset="1453">3739 10981 7533,'-3'34'89,"0"0"1,0 0 0,0 11 0,0 2 0,1 3-338,0-4 1,0 3 0,0 0 0,0 1-335,0-10 0,0 2 1,0-1-1,0 0 0,0-1 559,-1 7 1,0 0 0,0-2-1,2-4 23,3-2 0,0-3 0,2-5 0,0-1 0,4-8 0,17-11 0</inkml:trace>
  <inkml:trace contextRef="#ctx0" brushRef="#br0" timeOffset="1766">3986 11625 7533,'-24'25'179,"-1"-1"1,0 0 0,-12 10 0,7 3-900,20 0 1,9 0-270,10 8 989,36-43 0,-16-19 0,-3-6 0,12-9 270,-15 17-181,-23 48-448,16 11 359,11-18 0,-5-20 0,1-20 0</inkml:trace>
  <inkml:trace contextRef="#ctx0" brushRef="#br0" timeOffset="2086">4198 11687 7533,'-13'31'-570,"1"-1"0,5-1 1,2 0 569,-5-3 0,4-1 0,22 11 0,8-55 0,3-11 0,8 4 0,-8-13 0,-5 13 0,-14 43 0,-13 13 0,-6 9 0,4 0 0,-2 4 0,-2 0 216,-2-8 0,-2 1 0,-2-1 0,1 0-306,-5 8 0,0 0 0,-2-4-270,2-7 0,0-3 0,1-4 360,-16 6 0,29-27 0,16-23 0</inkml:trace>
  <inkml:trace contextRef="#ctx0" brushRef="#br0" timeOffset="2387">4427 11898 7982,'42'-16'-2158,"-11"-16"2158,-10 10 0,-7-1 0,-22-16 1349,-29 32-90,5 23 0,1 11-854,5 1 0,5 4-1979,4 8 0,9 0 809,13-10 1,7-3 764,18 4 0,13-25 0,-8-20 0</inkml:trace>
  <inkml:trace contextRef="#ctx0" brushRef="#br0" timeOffset="2603">4674 11737 5914,'0'41'1484,"0"-11"0,0 2-1619,1 4 0,-2 0-90,-2-3 0,-2-8 765,4-18-585,2-28 0,5-15-855,6-3 1,4-2 899,5 1 0,3 5 0,-6 11 0,1 6 0,14 7 0</inkml:trace>
  <inkml:trace contextRef="#ctx0" brushRef="#br0" timeOffset="57417">15275 4028 0,'-27'-24'0,"9"4"163,10 2-163,16 11 1409,2 7-1349,2 27 0,0 22 0,-3-2-150,-1 0 0,-2 2 29,0-7 1,1 6-1,-1-1 1,-1-3 60,-4-5 0,-2-3 0,1-1 0,0 7 0,0-3 0,0-2 0,0-1 0</inkml:trace>
  <inkml:trace contextRef="#ctx0" brushRef="#br0" timeOffset="57783">15099 5231 5824,'26'5'0,"1"1"0,5 4 0,-3 4 0,-11 6 0,-5 4 0,-8 16 0,-10 5 0,-11-7 0,-7 2 0,-1 0-638,4-2 0,-1 0 0,1-1 638,-2-1 0,1 1 0,13-7 0,25-5 0,8-7 0,12-2 0,-4-16 0,6-6 0,-5 1 0,9 3 0,-13-4 0,-1 1 0,-4-1 0,-7-1 0</inkml:trace>
  <inkml:trace contextRef="#ctx0" brushRef="#br0" timeOffset="58187">15099 6284 7533,'-10'26'-810,"0"-1"1,4 12 779,31-21 0,16-2 0,-5 2 30,-3 10 0,-5 4 0,3 6 0,-11 5 0,-22-4 0,-9 2 0,-1 0 0,-4 8 0,-2-2 0,-6-6 0,5-3 0,18-5 0,10-5 0,11-13 0,5 0 0,4 15 0,-1 3 674,-6-8 1,-7 3 104,-16 8 1,-12 5 0,-6-2-1873,-12-5 1,-8-4 0,1 0 978,5 0 0,0-1 0,-1-3 0,-3-4 0,-1-2 0,5-7 0,-10-11 0</inkml:trace>
  <inkml:trace contextRef="#ctx0" brushRef="#br0" timeOffset="58686">16898 3024 0,'-10'-24'0,"2"32"0,8 19 0,-1 2 0,-1 9 0,0 5 0,0-1 0,-1 5 0,1 3 0,-1 0 0,1-2 0,-1-4 0,0-1 0,1-1 0,0 0 0,1 2 0,0 0 0,1-2 0,2-8 0,3-9 0,0 1 0</inkml:trace>
  <inkml:trace contextRef="#ctx0" brushRef="#br0" timeOffset="59119">18785 3086 7533,'0'-41'-1709,"32"2"1709,-7 36 0,5 5 0,13-6 0,4 2 0,0 4 0,-4 7 0,-11 9 0,-9 6 0,-14 1 0,-10 3 30,-15 6 0,-10 4 0,-1-2 569,1-3 1,-1 0 0,2-1-241,0-1 1,2-1 0,14-2-1080,22 3 1,17-8 359,2-17 0,10-8 0,3-4 1,-3 2 31,3 3 0,-2 0 0,2-2 1,-5-3-1,2-2 0,-2 0 1,-7 2-1,-7 3 0,1 0 1</inkml:trace>
  <inkml:trace contextRef="#ctx0" brushRef="#br0" timeOffset="59586">21114 2851 7533,'-2'-22'-1619,"12"7"1619,16 23 0,6 7 0,-2-8 0,-1 1-45,0 9 0,-3 1 45,5-3 180,-46 30 179,-13-9 1,-3 1 314,11-2 1,3 0 45,-7 6 0,14-3-91,45-9 1,15-6-450,-9 0 0,2-2-31,-9-7 1,1-1 0,-8 6 839,-9 18 1,-13 2-540,-16 5-549,-11-14 0,-10 2 1,-2-2-922,-2-6 1,-2-3-1,0 0 660,0 1 1,-1 0 0,0-1-1,-1-2 1,0-2 0,5-1 0,8-4-1,1 1 1</inkml:trace>
  <inkml:trace contextRef="#ctx0" brushRef="#br0" timeOffset="65186">23707 1401 7533,'-38'-18'-300,"1"1"0,4 0 0,0 7-1339,-13 20 1,1 7 41,17-7 1,0 4 1821,-3 7 0,-3 8 0,1 3 0,7 0 505,7 3 0,6 1 1,2 2-731,-5 8 0,2 2 0,11-3-90,13-11 0,8-2 1,5-11-316,20-15 0,6-17 405,-18-2 0,2-6 0,-1-5 0,-3-2-130,0-9 0,-4-5 0,-1-2 1,-2 2 129,-2 4 0,0 1 0,-4 0 0,-3 2 569,-6-10 1,-4 1 0,-3 23 2706,-4 36-1657,-6 18 1,2 10-1860,10-6 0,4 2 1,2 0-854,-1-4 1,1 0 0,6-5 481,19 6 1,3-8 153,-3-6 1,14-19 0,-37-18 0</inkml:trace>
  <inkml:trace contextRef="#ctx0" brushRef="#br0" timeOffset="65452">23989 1178 7533,'-5'26'149,"0"0"1,0 15 0,2 5-150,5-3 0,1 5 0,0-2-270,-2-3 0,-1-1 1,1-1-136,3 15 0,0-14 1215,-4-36-1080,2-31 0,4-18-45,8-1 1,5 0 314,-2 11 0,1 1 0,2 4 0,4 1 0,1 6 0,-1 9 0,1 0 0</inkml:trace>
  <inkml:trace contextRef="#ctx0" brushRef="#br0" timeOffset="65719">24324 1302 5914,'-20'19'-45,"11"7"0,3 4 90,5 2 0,2 2-90,-1 14 0,0-1 314,-1-8 1,2-7 1349,7-13-1619,3-39 0,3-15-989,4-7 0,1-3 989,-2 13 0,1-1 0,0 3 0,4-3 0,1 5 0,-1 14 0,-1 0 0</inkml:trace>
  <inkml:trace contextRef="#ctx0" brushRef="#br0" timeOffset="66170">24730 1302 7533,'-38'0'-855,"13"10"1,1 7 1798,4 6 1,3 5-496,1 9 1,3 3-765,-3-4 0,8-2-405,17-4 1,6-12 0,14-33 719,-2-8 0,-1-6 0,-2-7 0,-3-1 0,-6 3 0,-2 6 90,2 16 1619,-22 44-2159,4-7 0,4 2 0,1 0 1,3-3 449,15 0 0,7-25 0,-1-18 0</inkml:trace>
  <inkml:trace contextRef="#ctx0" brushRef="#br0" timeOffset="66469">24906 1351 6183,'-10'28'2429,"-5"12"-2834,15-14 1,6 0-1126,11 17 1081,20-53 449,-10-8 0,-1-4 0,-2-2 0,-3 0 0,-2 1 0,-2 10 719,0 47 919,-21 7 0,-7 7-1171,1-5 0,-2 5 1,-4 0-1288,-1-7 1,-4 1 0,-2 0 0,-2 1 752,2-7 0,-1 1 0,-2 0 1,0-1-1,2-3 0,-1-2 0,1-3 1,0 0-1,-1-1 0,-11 7 0,0 1 1,0-1-1</inkml:trace>
  <inkml:trace contextRef="#ctx0" brushRef="#br0" timeOffset="66920">25418 992 7533,'-30'-7'-1709,"7"-4"1709,62 4 0,-12 3 0,3 1 0,14 0 0,2 1 0,-9 1 0,-2 2 0,-5-1 0,-1 0 0</inkml:trace>
  <inkml:trace contextRef="#ctx0" brushRef="#br0" timeOffset="67136">25523 1066 7533,'-28'40'51,"0"0"0,0 0 1,6-6-1,-1 3 1,0 1-1,2 1 0,4 0 376,4 6 1,5 0-1,1 1 1,0 1-888,-1-5 1,-2 1 0,1 0 0,3-1 0,6-2-149,6 1 1,4-1 0,6-3 0,3-7 607,8-4 0,5-8 0,1-6 0,7-9 0,-2-11 0,-2-14 0,1 0 0</inkml:trace>
  <inkml:trace contextRef="#ctx0" brushRef="#br0" timeOffset="67503">25665 1252 7533,'-30'-21'539,"7"4"-539,23 17-1709,39 12 1439,-15-2 1,1 4 269,6 6 0,-5 5 0,-12 9 0,-11 5 0,-14-3 0,-7-1 0,-2 1 0,1-3 0,2-7 0,8-4 0,27 3 0,19-7 0,-7 0 0,-46 18 45,-9-11 0,-7 1-75,3-7 0,-2 0 0,1 0 30,-4 8 0,3-4 0,-10 2 0,33-14 0</inkml:trace>
  <inkml:trace contextRef="#ctx0" brushRef="#br0" timeOffset="68070">26000 1066 7533,'-39'-20'0,"31"-3"-450,53 16 135,-10 3 0,2 1 45,0 1 1,-1 4 224,-4 9 0,-3 2 135,-2 3 359,-19 19 1,-8 9-1,-4-12 1,-3 2 0,0 2-536,1 9 1,0 2-1,-1 3 828,-3-4 0,-1 3 0,-1-1 1,3-4-564,5-7 1,1-4 0,-3 2-60,-8 10 0,-4 1 0,3-6-342,4-12 0,0-3 267,-8 7 0,-5-2-135,-8-3 0,-3-5-1440,10-7 1,-1-4 1529,-2-10 0,3-6 0,10-18 0,20-2 0,0 1 0</inkml:trace>
  <inkml:trace contextRef="#ctx0" brushRef="#br0" timeOffset="68283">26441 1116 7533,'-30'-21'629,"30"4"-359,30 12-1125,10 4 1,4 1 584,-18-3 0,1 0 270,16 3 0,-4 0 0,-17 0 0,1 0 0</inkml:trace>
  <inkml:trace contextRef="#ctx0" brushRef="#br0" timeOffset="68467">26582 1103 7533,'-19'30'143,"0"0"1,0 0 0,-4 5 0,0 3 0,4 0 948,7 1 0,4 0 0,-1 2-1496,-3 3 0,-1 0 1,3 2 537,3-6 1,2 0 0,1 1 0,2-3-555,3 4 1,3-1-1,-1-3-256,-4 7 0,6-7-943,16-11 0,5-14 1619,-7-26 0,1-9 0,4 3 0,-1-4 0,-2-14 0,-1 1 0</inkml:trace>
  <inkml:trace contextRef="#ctx0" brushRef="#br0" timeOffset="68803">26688 1351 7533,'-40'0'3238,"9"0"-1619,39 5-2788,10-3-1170,17 14-449,2-2 2518,-9 0 270,-5 14 0,-37 3 0,10-2 1259,-21 11-270,15-15-809,2-5-90,16 4-1439,10-12 809,9-5 270,-7 4 360,-5-9 450,-22 19-90,-19 6-1080,-11 6 270,15-17 1,-1-2 359,-12-1 0,17-8 0,10-5 0</inkml:trace>
  <inkml:trace contextRef="#ctx0" brushRef="#br0" timeOffset="69203">26952 1053 7533,'-10'-6'2158,"10"0"-449,18 6-1079,2 6 180,13-5-1260,2 10 90,-5-4-270,3 5 271,-15 6 179,-1 2 1169,-7 26-404,-5-16 0,-2 4-406,-2-1 1,-2 3 0,1-1-274,0-1 0,1 0 0,-2 2 94,-3 12 0,-2 3 0,0-1-319,3-10 1,-1-1 0,-1 0 437,-2 4 1,-2 1 0,0-2 509,2-6 1,-1-1 0,-3-2-540,-10 7 0,-1-5-315,12-10 1,-3-4-864,-16 1 1,-5-6 1087,-13-7 0,16-3 0,-3 0 0,0-3 0,0 0 0</inkml:trace>
  <inkml:trace contextRef="#ctx0" brushRef="#br0" timeOffset="78386">27587 1549 7533,'-14'-33'-300,"-1"0"0,-1 4 0,8 6-509,24 11 809,4 12 0,7 7 0,-2 6 0,-1 2 0,0 2 0,-4-3 0,1 1 0</inkml:trace>
  <inkml:trace contextRef="#ctx0" brushRef="#br0" timeOffset="78536">27587 1785 7533,'10'5'-855,"18"-10"1,9-5 854,2 9 0,4-2 0,-4-6 0,1-4 0,-3 1 0,-6-2 0,0 1 0</inkml:trace>
  <inkml:trace contextRef="#ctx0" brushRef="#br0" timeOffset="78850">28328 446 7533,'-20'-20'-1709,"36"-2"1709,8 20 0,19-5 0,4-2 0,-2 0-1093,-9 3 1,5 0 0,-4 0-100,-11 3 0,0-1 1192,7 2 0,3 0 0,-5 1 1201,18 1-1201,-14-1 0,-3 2 0,-10 4 0,1 2 0</inkml:trace>
  <inkml:trace contextRef="#ctx0" brushRef="#br0" timeOffset="79070">28575 620 7533,'-19'32'-190,"0"1"0,0 0 0,0 0 0,0 5 0,-1 4 0,1 2 0,-1 2 1,2 2-1,2 0 190,2-4 0,2 1 0,2 1 0,-1 0 0,1 3 0,1 0 0,-2 2-328,2-6 0,0 2 0,0 1 1,1 1-1,-1 1 0,0 0 1,1 1-1,0-1 0,0 0 1,1-1 96,0-2 0,0 1 0,0 0 0,1 0 1,-1 0-1,2-1 0,0 0 0,1-1 0,2 0 1,1-1 331,2 4 0,0 0 0,2-1 0,1 0 0,2-1 1,1-3-1,2-1 0,1-4 92,5 7 0,2-2 0,2-4 0,4-4 0,3-5-486,13 0 1,6-7 0,2-4 0,-1-5 292,-7-6 0,1-4 0,0-3 0,-1-2 0,12-2 0,-1-3 0,-4-2 0,1-5 0,1 0 0</inkml:trace>
  <inkml:trace contextRef="#ctx0" brushRef="#br0" timeOffset="79703">31168 508 7533,'-29'-7'-1709,"29"13"1709,23 1 0,14 0 0,7 4 0,4 3 0,-7-5 0,1 1 0,-1 1-115,-4 0 1,-1 0 0,-1 4 114,-1 2 0,-1 3 0,-4 3 0,-5 5 0,-3 2 0,-4 5 0,-4-1 0,-2 3 0,-3 3 0,-4 2-417,-4-5 0,-4 3 0,-1 1 0,-3 2 0,1 1 1,-1 1 416,2-1 0,-1 1 0,-1 2 0,0 0 0,-1 2 0,0 1 0,0 0 0,-1 1-223,1-7 0,-1 0 0,-1 2 1,0 0-1,0 1 0,0 0 1,0 0-1,0 0 0,0 0 0,1-1 1,0 0 258,1 2 0,0 0 0,0 0 0,1-1 0,-1 1 0,1-1 0,0 0 0,0 0 0,0-1 0,0 0 143,-1 2 1,0 1 0,0-1 0,1 0 0,-1 0 0,0-2 0,-1-1 0,1-3 0,-2-1 142,-1 12 1,0-3 0,-1-3-1,-4-4 1,-5-3-575,-4-8 0,-4-4 0,-3-2 0,-3-4 1,-2-3-79,1-4 0,-4-3 0,-3-3 0,1-2 1,-1 0-1,2-1 266,-1-1 1,0 0 0,1-2 0,0-1 0,-1-1 0,-4-1 0,-2-2-1,1-1 1,2 0 0,5-1 0,2-3 0,1 1 0,-1-1 0</inkml:trace>
  <inkml:trace contextRef="#ctx0" brushRef="#br0" timeOffset="81837">28945 645 7533,'-19'0'-1709,"3"0"1709,8 0 0,6 10 0,-13 21 0,13 3-1639,-9 9 1,-2 1 663,1 3 975,5-10 0,-1 7 0,6-5 565,7-11 0,5-3-521,9 11 1,8-11 180,11-31 0,4-17-195,-15 2 0,-2-4 0,-3-2 57,8-11 1,-7-4 91,-11 6 1,-5-3 0,-2 6 360,-5-7 119,-15 9 1,-7-3 0,4 8-570,4 5 110,-16 8 1,-10 4 0,8 9-201,13 26 0,-7-10 0,3 1 0,15 19 0</inkml:trace>
  <inkml:trace contextRef="#ctx0" brushRef="#br0" timeOffset="91351">24289 2938 7533,'-19'-20'-855,"1"0"1,-16-15 854,24 39 0,-2 35 0,1 19 0,3-20 0,1 3 0,0 3 0,1 1-198,2-3 0,0 3 1,1 0-1,1 0 1,2-2 264,0 6 0,0 0 1,4-4-1,9-12 68,24-2 0,7-23-15,-9-27 0,0-20 0,-3-5 96,-11 10 0,0-5 0,-2-2 0,-3-1 0,-3 0 161,-5 0 1,-2-1 0,-4 0 0,-3 0-1,-2 3 117,-6-4 1,-3 1 0,-4 3 0,-4 6-495,-11 2 0,-4 7 0,-1 9-501,-10 6 1,9 16 500,28 32 0,34-3 0,9-18 0,1 0 0</inkml:trace>
  <inkml:trace contextRef="#ctx0" brushRef="#br0" timeOffset="91533">24694 2900 7533,'-19'-13'-270,"3"18"270,21 19 0,6 6 0,1 15 0,0-10 0,1 0 0</inkml:trace>
  <inkml:trace contextRef="#ctx0" brushRef="#br0" timeOffset="91667">24730 3396 7533,'-23'24'-120,"1"0"0,5 1 0,6 1 120,12 5 0,6 0 0,2-7 0,4-2 0,8-2 0,1 1 0</inkml:trace>
  <inkml:trace contextRef="#ctx0" brushRef="#br0" timeOffset="92084">25135 3198 7533,'-45'-1'-540,"18"18"2159,27 22-2159,21-19 1,9-6-1,2-3 0,2-9 225,13-17 1,-5-13 314,-18-8 0,-9-5 0,-6-2 0,-12 2 404,-22 6 1,-11 13 1214,-1 26 0,0 15-930,12 3 1,3 7 0,4 4-1064,1 5 1,5 5-1,8-2-76,9-1 0,7-2 1,4-3-1190,10 4 1,5-10 1584,0-16 1,2-9-1,-2-5 1,-3-6-1,7-17 1</inkml:trace>
  <inkml:trace contextRef="#ctx0" brushRef="#br0" timeOffset="92450">25418 3148 7533,'0'3'3276,"-8"29"-2621,7-4 1,0 3-971,-5 2 0,4-3-2962,26 2 888,13-50 2389,-9 2 0,-1-4 0,-8-4 0,-1 4 1079,5 19 1889,-23 23-2968,0 16-269,16-18-1620,12-22 809,1-6 451,4 13 449,-23 11 180,6 8 0,-6-11 0,7-8 0</inkml:trace>
  <inkml:trace contextRef="#ctx0" brushRef="#br0" timeOffset="92684">25823 3235 7533,'-19'-25'-450,"19"6"-180,27 12 1,3 31 629,-18 6 0,-7 7 0,-6-2 0,-6 4 0,-2 0-294,-6 7 1,-4 1 0,0-1 293,0 0 0,1-1 0,-2-4 0,-8 4 0,3-7 0,11-9 0,2-13 0,5-21 0,7-9 0</inkml:trace>
  <inkml:trace contextRef="#ctx0" brushRef="#br0" timeOffset="92884">25788 3409 7533,'12'-25'-570,"0"1"0,5 1 1,3 1 569,6 0 0,3 5 0,2 6 0,-2 10 0,1 31 0,-22-3 0,-8 4 0,-14 7 0,-8 0 0,-4-2 0,-2-3 0,4-9 0,0-4 0,-9 3 0,25-17 0</inkml:trace>
  <inkml:trace contextRef="#ctx0" brushRef="#br0" timeOffset="93501">26000 3222 5824,'28'-2'0,"1"-1"0,-4 0 0,1-1-547,13-1 1,0-2 0,-12 1 0,-1 0 0,17-7 0</inkml:trace>
  <inkml:trace contextRef="#ctx0" brushRef="#br0" timeOffset="93684">26194 2938 7533,'-12'34'-342,"0"-1"0,0 1 0,3-2 0,0 0 1,0 2 341,-1 13 0,0 3 0,5-2-599,4-11 1,4-2 0,0-1 598,2 12 0,2-5 0,13 4 0,-5-33 0</inkml:trace>
  <inkml:trace contextRef="#ctx0" brushRef="#br0" timeOffset="93951">26317 3334 7533,'-17'27'-570,"-1"0"0,7-1 1,2 0 569,2 4 0,7-3 0,33 5 0,-10-22 0,9-22 0,1-10 0,-2-9 0,5 0 90,-36 76 239,-9-14 1,-4 5 0,-1 1-83,2-3 0,-1 1 1,-1 2-1,-1-2-1067,-5 3 1,-3 1 0,1-2 0,0-3 211,3-4 0,0-2 0,-2-2 608,-12 9 0,0-7 0,-2-8 0,-1-3 0</inkml:trace>
  <inkml:trace contextRef="#ctx0" brushRef="#br0" timeOffset="94700">27182 3161 6633,'-17'42'819,"0"1"0,9-8 0,2 2 0,-1 2-289,-2 3 0,0 2 1,0 1-1,2-1-903,4-5 0,1 0 0,0-1 0,0-1-77,-4 14 0,0-1 0,2-6-538,3-6 1,0-3 987,-2 2 0,-2-5 0,-3-12 0,-2 4 0</inkml:trace>
  <inkml:trace contextRef="#ctx0" brushRef="#br0" timeOffset="94884">27481 3396 7533,'-19'-14'539,"3"9"-2158,32 23 1260,-4 2 359,5 11 0,-1-6 0,-6-1 0</inkml:trace>
  <inkml:trace contextRef="#ctx0" brushRef="#br0" timeOffset="95033">27428 3793 7533,'-27'23'539,"2"-2"361,15 20-2969,10 3 2069,10-9 0,7 10 0,1-19 0</inkml:trace>
  <inkml:trace contextRef="#ctx0" brushRef="#br0" timeOffset="101584">27869 3322 7533,'-7'-7'-1619,"5"-4"1529,-6 9 90,16 19 0,-6-1 899,8 18 1,3 7-331,-4-7 1,1 3 0,-1-2-857,1 8 0,1 1 287,-2-9 0,2 3 0,-1 1 0,-1-4-675,2 13 1,-2-3 44,1-2 1,0 0 89,-2 3 0,-1-6 463,1-19 0,2 3 1,7-19-1</inkml:trace>
  <inkml:trace contextRef="#ctx0" brushRef="#br0" timeOffset="101767">28240 3334 7533,'-43'22'-1080,"6"-5"1620,8 18 0,-1 9-1633,4-9 1,-2 2 0,3-1 627,7-6 0,2 0 1,-3 2 149,-2 4 0,-3 3 0,0-1 0,5-3 345,3 1 0,1-2 0,-7 10 0,1-1 0,8-14 0,0 1 1</inkml:trace>
  <inkml:trace contextRef="#ctx0" brushRef="#br0" timeOffset="102951">28293 3706 7533,'-8'-7'-1709,"6"29"1709,2 2 0,0 3 0,0 14 0,2 1 0,2-11 0,0-2 0,-5 6 0,2-8 0,7-17 0,-6 1 0,13-40 0,-2 7 0,0-1 0,8-19 0,-4 17 0,0 5 0,-8 12 0,-1 2 0,-8 30 0,0 8 0,0-4 0,0 0 0,16-22 0,-4 1 0,21-7 0,-13-1 0,-3-10 0,-1 4 0,2-22 0,1 7 0,7-14 0</inkml:trace>
  <inkml:trace contextRef="#ctx0" brushRef="#br0" timeOffset="103403">28663 3756 6183,'0'19'-359,"-15"15"359,-13-1 0,10-8 0,-1 0 0,-9 2 0,13 7 0,30-32 0,-11 9 0,36-22 0,-19-14 0,14 3 0,-9-12 0,-16 26 0,-3-3 0,-7 16 0,-7 8 0,5-5 0,-6 14 0,8-8 0,0 5 0,8-7 0,1-12 0,9-1 0,0-15 0,-8 2 0,-3-6 0,-7 8 0,8 6 0,-6 18 0,6-4 0,-8 10 0,8 0 0,-6-10 0,14 3 0,1-17 0,11-6 0,7-7 0</inkml:trace>
  <inkml:trace contextRef="#ctx0" brushRef="#br0" timeOffset="103734">28963 3867 7533,'-25'30'-1709,"5"-9"1709,-13 14 0,21-20 0,-4 3 0,16-13 0,24-38 0,-2 8 0,1-2 0,-7-2 0,1-3-97,4 3 0,2-2 0,-4-1 97,-7-1 0,-4-1 0,1 2 0,6-5 0,0 1 0,-3 1 0,-1-1 0,-3 10 0,-6 15 0,-18 51 0,3 3-230,2-13 0,-2 7 0,0 2 0,1-2 290,-2 7 0,2-1 0,0 0 0,1-4 0,0-1 0,4 1-150,2 5 0,3 2 0,9-11 90,30-5 0,-11-11 0,3-3 0,1-14 0,1 1 0</inkml:trace>
  <inkml:trace contextRef="#ctx0" brushRef="#br0" timeOffset="104350">29034 3446 5824,'-10'43'374,"1"0"1,0 0 0,1-6 0,-1 1 0,1 1-1,0 2-302,2-3 0,0 3 0,0 0 0,1 0 0,0-1-413,0 3 0,0-1 0,1-1 0,-1-2-199,-3 3 0,0-2 1,8-12 541,16-14-2,-12-34 0,13-8 0,5-4 0,-7 7 0,-1 0 0</inkml:trace>
  <inkml:trace contextRef="#ctx0" brushRef="#br0" timeOffset="104584">29281 3669 7533,'0'-7'-1709,"-16"12"1844,-4 13 0,-3 6 314,-11 7 1,-5 3 149,7-9 1,-2 1 0,2-1 299,-3 8 1,4-3-1,4-11 1,12-3 719,49-3-1754,0-11 0,4 1-1504,1 7 1,-1 2 1088,-1-5 0,-6 3 0,-5 26 0,-18-12 1</inkml:trace>
  <inkml:trace contextRef="#ctx0" brushRef="#br0" timeOffset="108136">30251 3570 7533,'-28'-13'-1709,"11"1"1709,17 5 809,41 7-404,-14 7 0,3 4-360,14 2 0,0 6-315,-11 7 0,-9 8 90,-15-1 0,-6 4 0,-6 2-56,-5-5 1,-5 1 0,-4 1 0,1-1 594,-4 5 1,-1 0 0,-1 0 0,0-1-68,1-5 1,0 0-1,0-1 1,4-3-158,-8 11 0,15-8-1485,43-4 360,8-33 1,8-10 959,-7 3 0,2-3 0,-2 1-394,-10 1 1,-1 1 0,0-1 0,15-6 0,-4 2 0,-5 3 0</inkml:trace>
  <inkml:trace contextRef="#ctx0" brushRef="#br0" timeOffset="108336">30850 3892 7533,'-9'-14'-1709,"-7"-2"1709,14 14 0,2 13 0,18 21 0,-7 2 0,5 8 0</inkml:trace>
  <inkml:trace contextRef="#ctx0" brushRef="#br0" timeOffset="108469">30815 4189 7533,'-10'21'-1709,"-5"7"1709,28-15 0,-17 7 0,20-2 0</inkml:trace>
  <inkml:trace contextRef="#ctx0" brushRef="#br0" timeOffset="110003">31627 3706 7533,'-30'0'-855,"0"33"1,5 11 854,17 3-393,-3-9 0,-6 11 0,1 1 1,6-4 392,7-5 0,4-3 0,2 2 0,-1 8 0,1 2 0,10-10 139,23-9 1,8-19-140,-8-20 0,2-13 0,-2-6 0,-6 1 0,-2-6 0,-2-2 0,-2-2-90,-1-5 0,-3-3 0,-4-2 1,-4 2 89,-6 5 0,-4-1 0,-3 2 0,-4 2 239,-7-7 1,-6 4 0,-7 9-200,-8 15 0,-5 9 0,1 7-400,-9 11 0,6 12 360,8 6 0,13 6 0,16-7 0,10-3 0,28 3 0</inkml:trace>
  <inkml:trace contextRef="#ctx0" brushRef="#br0" timeOffset="112584">32120 4103 7533,'20'-33'-1619,"4"-7"1529,-23 13 90,15 7 0,-14 14 0,6 42 0,-10 3 0,-4 2 0,2-12 0,-2 1 0,-1 5 0,-3 4 0,2-5 0,-4 10 0,-4 0 0,40-56 0,-3-30 0,1 11 0,0 0 0,-3-2 0,5 11 0,-22 50 0,6-16 359,-7 13 1,-2 1 360,1-10-1530,7 8 181,3-13 629,0-10 0,-2 16 0,0-9 0,1 10 0,1-11 0,14-7 0,3-18 0,-5-3 0,1-9 0</inkml:trace>
  <inkml:trace contextRef="#ctx0" brushRef="#br0" timeOffset="112853">32491 4239 5824,'-28'16'0,"11"-6"0,1 25 0,14-15 0,-6 0 0,24-10 0,4-15 0,7 4 0,6-21 0,-21 17 0,4-11 0,-16 21 0,0 2 0,0 6 0,0-6 0,0-2 0,0-5 0,0 0 0</inkml:trace>
  <inkml:trace contextRef="#ctx0" brushRef="#br0" timeOffset="113068">32650 4202 7533,'-5'25'-570,"0"1"0,-3 3 1,0 1 569,3-4 0,0-1 0,0 1 0,1-1 0,-4 18 0,8-30 0,0-9 0,15-33 0,-5 3 0,0-3 0,10-14 0,-4 8 0,-1 0 0,-3-3 0,21 5 0,-6 4 0</inkml:trace>
  <inkml:trace contextRef="#ctx0" brushRef="#br0" timeOffset="113604">32844 3842 5914,'-4'42'-23,"0"0"1,1-9-1,0 1 1,-1 0 22,-4 6 0,-1 1 0,0-2 0,4 4 0,-1-1 0,-7 3 0,2-4 0,9-7 0,-6-2 0,16-16 0,2-38 0,8 6 0,-1-20 0</inkml:trace>
  <inkml:trace contextRef="#ctx0" brushRef="#br0" timeOffset="113821">32879 4214 7533,'10'-14'-1709,"-2"3"1709,-32 39 0,10-16 0,-3 11 0,1 0 0,6-8 0,10 8 0,26 1 0,-5-9 0,13 20 0,-9-15 0,-13 5 0,3-7 0</inkml:trace>
  <inkml:trace contextRef="#ctx0" brushRef="#br0" timeOffset="120401">24342 5664 6633,'24'-13'-270,"1"0"0,9 0 1,4 3 269,-5 6 0,1 2 0,-1 1-547,5 1 1,-1 0 0,-3 0 0,-4 1 0,-2 5 0</inkml:trace>
  <inkml:trace contextRef="#ctx0" brushRef="#br0" timeOffset="120734">24448 5739 5914,'-10'39'239,"1"1"1,0-1 0,1 4 0,-1 4 0,1 2 0,0 2-210,2-7 0,0 1 0,0 2 0,0 1 0,0 1 0,0 0-499,1-2 1,0 0 0,0 2 0,0-1 0,-1 1 0,1-1 0,-1-1 574,0-3 0,0 1 0,-1-1 0,0 0 0,1-1 0,0-1 0,1-1 541,-1 8 1,1-2 0,0-1-1,2-2 1,3-3 444,0 9 0,4-5 0,7-6 433,16-1 0,9-8-1256,-2-13 1,6-5 0,2 0-1363,4-1 1,3-1 0,-1-1 991,-7-2 0,-1 0 0,-2 0 0,12 5 0,-6-1 0,-18-5 0,-1 1 0</inkml:trace>
  <inkml:trace contextRef="#ctx0" brushRef="#br0" timeOffset="122367">25047 5540 5824,'32'-24'0,"-1"4"0,-4 16 0,-1 7 0,1 22 404,-30 8 1,-9 7 629,-2 5 1,-4 1-496,-1-14 1,-3 0 0,3-1-135,-1 7 0,10-3-585,26-4-2519,33-31 2699,-10-3 0,2-3 0,-9-4 0,-1 2 0,-6 5 0,1 0 0</inkml:trace>
  <inkml:trace contextRef="#ctx0" brushRef="#br0" timeOffset="123353">24959 5441 7533,'-20'-14'-1709,"-3"-13"1709,21 17 0,18-8 629,29 7-539,-10 9 0,2 3-450,4-1 1,-1 6 314,-9 7 0,-8 9 45,-15 18 0,-14 6 119,-5-9 1,-6 2 0,-2 0 207,2-4 0,-2 0 0,0 0 0,0-2 242,-4 3 1,0-2 0,6-2-210,6 5 0,12-8-1125,25-16 0,9-8 765,11-6 0,2-5 0,-14 4 0,-1-1 0,0 0 0,9-3 0,0 1 0</inkml:trace>
  <inkml:trace contextRef="#ctx0" brushRef="#br0" timeOffset="125201">26282 5454 7533,'-10'-7'-1709,"-6"1"1709,15 28 0,-7-5 269,7 14 1,2 7 360,-9 0 0,0 1-496,6-2 1,0 0 450,-6 8 0,0-3 314,8 3-719,0-11-90,0-7-630,8-42 91,-6 5 224,6-17 0,0-9-630,-7-11 1,0 0 629,7 11 0,0-1-45,-7 1 0,-2-3 1,2 7 1438,7-4-899,-8-1 1979,0 20 89,-8 50-1888,7-13 134,-7 17 1,0 6 0,7-15 0,0-2-495,-3 4 0,0-1 359,4 16-809,0-37 1,0 3 89,8-33-450,1-1 1,0-3 404,-4 1 0,1 0-180,7-14 1,-2 2 404,-9 3 90,6 3 90,-8 20-1979,-16 55 1529,12-21-1279,-8 23 1,0 4 1075,11-10 0,-1-5 1,4 0-1,7 2 0</inkml:trace>
  <inkml:trace contextRef="#ctx0" brushRef="#br0" timeOffset="125900">27164 5578 7533,'0'-26'-1709,"8"2"3058,33 6-1079,-16 10-225,7 2 0,1 6-270,-13 16 0,-3 3 315,13 6-585,-17 12 0,-11 5 405,-16-5 1,-5-2 583,8 2 1,-1-1-90,-18 4 0,3-4 2023,13-3-1978,-10-3-720,64-23-1369,-1-12 1,2-2 1406,-9 2 0,1 0 0,13-6 0,-4 0 0,-15 4 0</inkml:trace>
  <inkml:trace contextRef="#ctx0" brushRef="#br0" timeOffset="126903">25030 6321 7533,'-20'-19'-900,"-4"6"450,15 8 91,-9 10 359,-7 19 0,13 20 0,4-9 0,-1 5 0,2-2-419,5-3 1,2 0 508,-1 6 0,-1 3 0,5-9 113,15-5-293,5-7 0,5-6 0,21-21 90,-11-2 0,0-7 0,0-18 0,-5-4-231,-11 10 1,-3-1 230,-1-4 0,0-3 0,-7 4 0,-9-14 225,-3 5 0,-6 0 135,-5 14 0,-3 1-90,-5-3 0,-5 3 44,-13 7 1,-1 7-45,-4 3-1035,8 20 1,5 7 674,19 4 90,11 11 0,8 2 0,13-6 0,1-6 0,-1 0 0</inkml:trace>
  <inkml:trace contextRef="#ctx0" brushRef="#br0" timeOffset="127234">26088 6408 7533,'-39'11'539,"8"15"1,7 6-305,18 4 125,-9 6 0,6 1-135,23-16 0,4-3-225,5 17-360,16-19 0,5-9 0,-1-13-450,3-9 1,-2-6-180,-11-7 449,-2-8 0,-5-3 540,-14 1 45,-7-7 0,-2-2-135,-5 4 1214,-18-4 1,-7 1-46,4 16 1,-3 5-451,-18-2 1,-1 5-1485,20 5 1,1 7-312,-4 17 1,9 7 356,25-2 809,4 23 0,18-16 0,7 0 0</inkml:trace>
  <inkml:trace contextRef="#ctx0" brushRef="#br0" timeOffset="127551">27252 6396 7533,'-29'-2'-135,"7"19"0,4 6 585,15 10 1034,-6 13 0,2 6-450,9-6 1,4-2-1463,-3-6 0,4-1 428,5 5 0,9-9 90,8-22 0,3-8-90,11-3-405,-1-17 0,-4-8 135,-14-12-480,-8 7 1,2-6 0,-3 4 614,-5 9 0,-1-1-315,-1-10 0,-2-6 1,-2 5 449,-4-10-1093,-10 13 1,-6-5 0,1 8 489,-11 2 415,-15 4 0,-6 13 188,9 31 0,2 10 0,-7-9 0,1 1 0,14 3 0,0 0 0,0 0 0</inkml:trace>
  <inkml:trace contextRef="#ctx0" brushRef="#br0" timeOffset="128184">25065 7164 7533,'-18'23'-855,"1"0"1,-11 8 1438,17 9 1,5 1 584,-2 2-809,11-11 0,9-5-405,12-14 0,3-5 225,16 3-1819,3-27 1,-1-8 1381,-4-2-343,-20 0 1,-1-6-1,-2 5 510,1-7 90,-8-6 0,-6 1 1146,-13 14-472,-6-5 1,-5 4-135,-13 15 179,-5-4 1,0 2 190,3 12-1045,1 4 0,2 4-135,9 9-810,7 8 1,5 4 719,10 2 360,14 0 0,5-2 0,12 5 0,-5-11 0,-1-1 0</inkml:trace>
  <inkml:trace contextRef="#ctx0" brushRef="#br0" timeOffset="128517">26000 7263 7533,'-38'20'-1529,"5"-12"3167,24 21 0,8 5-147,9-5-907,7 3 1,5-1-1272,2-14 1,4-3 731,10 9 0,4-5-180,4-15 0,0-5-495,-9 3 0,-1-4-45,7-15 1,-8-10 809,-20-2 0,-6-3 135,3 5 0,-4 0 449,-19-20 1,-6 5-180,3 16 134,-18-6 1,-4 4-315,5 18 359,-9-5 1,1 5-360,8 20-1755,-5 2 1,3 3 1304,20 15 90,-4 5 0,6 1 0,29 2 0,-6-7 0,0 0 0</inkml:trace>
  <inkml:trace contextRef="#ctx0" brushRef="#br0" timeOffset="129634">27111 7226 7533,'0'-14'3276,"0"47"0,0-5-1638,0 12 0,0 7-346,-4-6 1,0-1-2932,3-9 1,0 1-1,-3 19 1,0-5 982,4-20 1,-2 0-1,-4-1 1,-3-6 0</inkml:trace>
  <inkml:trace contextRef="#ctx0" brushRef="#br0" timeOffset="130351">27746 5540 6633,'-10'-12'-809,"2"5"2698,8 1 1259,24 29-2878,-3-12 584,10 6 1,5 0-676,0-9 1,1-2-270,-8 1 1,0-2-136,12-1 0,-1-2-225,7 3 270,-8-3 360,-8 20 899,-31 20-899,0-4 90,-3 2 0,-2 5-315,1-3 0,-1-1-215,0-4 0,0 1 380,2 0 0,0 3 0,1 0 509,-1-1 1,0 0 0,1-2-181,1 11 1,0 2-269,0-11 0,-1 5 0,0 1 0,-1-1-1,2-5 0,-1 0 0,0 0 0,0-2-607,-2 10 1,1-1-1,0 3 373,1-10 0,1 3 0,0 1 0,-1 0 0,-2-3-14,-3 1 1,-2-2 0,0-1-1,3 0 8,3 5 0,3-1 1,-3 1-54,-5-4 1,-2 3-1,-2-3 1,3-5-112,-1-2 1,0-4 313,-6 4 0,-3-3 564,-1-4 1,-3-6-925,-15-8 0,-1-5-1034,13 1 0,-1-2 10,-21 1 0,-2-3 1294,17-4 0,2 0 0,-2 2 0,1 2 0,2-1 0,1 0 0</inkml:trace>
  <inkml:trace contextRef="#ctx0" brushRef="#br0" timeOffset="154101">11183 10212 0,'-25'-11'0,"-3"9"0,2-5 0,1 2 0,2 11 8,-3-2 0,-3 4-8,3 14 0,0 9 0,1-3 389,-3-4 0,0 2-254,0 4 0,-2 6 0,0 1 0,4-2 254,2-1 1,3-2 0,1 0-300,1-2 0,2 0 0,4 2 592,5 8 0,5 1 0,6-7-592,21 0-60,0-9 0,6 2 0,-2-6 59,-3-12 1,1-1-420,10 9 0,3 5 1,-6 0 117,-11-2 0,-7 3 1111,-1 18 1,-12 2-450,-14-15 0,-9-2-91,-5-4 1,-7 1 0,-2 0 0,5-4-270,-3 1 0,-1-2-450,-7 4 0,-6 2 1,4-6-1280,8-9 1,3-3 1237,-15-1 1,26-24 0,39-13 0</inkml:trace>
  <inkml:trace contextRef="#ctx0" brushRef="#br0" timeOffset="154284">11395 10683 0,'0'-24'0,"0"10"163,8 19-163,9 27 0,3 8 0,-7-16 0,-1 0 0</inkml:trace>
  <inkml:trace contextRef="#ctx0" brushRef="#br0" timeOffset="154418">11501 11105 7533,'-40'26'1638,"22"-4"0,5 1-3205,13 6 1020,10 3 1,4 1 0,-1 3 0,4-13 0,0 0 0</inkml:trace>
  <inkml:trace contextRef="#ctx0" brushRef="#br0" timeOffset="155984">12400 10572 6183,'-27'-18'-359,"9"4"359,10-4 0,8 11 0,0 2 0,0 16 45,-10 10 0,-3 5-45,3-2 0,-2 1 50,-3 3 0,-2 3 1,-2 0 308,-3 5 1,-2 1 0,2-1-758,4-6 0,2-1 0,-1 1 338,-3 4 0,-1 1 0,3-2-390,-1 5 0,5-4 90,2 7 271,-4-5 89,16-25 0,16-11 0,3 0 0</inkml:trace>
  <inkml:trace contextRef="#ctx0" brushRef="#br0" timeOffset="156151">12383 10671 5914,'-10'30'314,"4"-1"1,4 2-495,5-2 0,2 2 0,0 8 1,0 2 179,-1 7 0,1-1-436,0-14 0,-2-2 436,-2 3 0,-2-3 0,1 4 0,0-16 0</inkml:trace>
  <inkml:trace contextRef="#ctx0" brushRef="#br0" timeOffset="156286">12294 10919 7533,'0'-19'-1709,"0"6"1709,16 8 0,27 10 0,-2 2 0,-11-1 0,-1 1 0</inkml:trace>
  <inkml:trace contextRef="#ctx0" brushRef="#br0" timeOffset="156569">12612 10919 7533,'-20'5'-1709,"5"13"1709,15 14 0,0 3 0,0 2 0,-4-12 0,0 1 0,3 7 0,0-2 0,-7 0 0,8-29 0,8-21 0,7-20 0,3-6 0,-6 10 0,0-2 0,0 5 0,2-1 0,1 3 0,2 4 0,-1 3 0,-2-3 0,17 4 0,-21 15 0</inkml:trace>
  <inkml:trace contextRef="#ctx0" brushRef="#br0" timeOffset="157034">12841 10894 7533,'-10'-1'-1709,"2"8"1709,7 15 0,2 8 0,-1 2 0,0 2 0,0 2 0,0 0 0,0-4 0,0-5 0,0-8 0,0-8 0,8-38 0,2-8 0,2 6 0,2-4 0,-1-7 0,1 2 0,-1 15 0,1 2 0,4-13 0,-2 6 0,-4 18 0,11-7 0,-13 17 0,8 0 0</inkml:trace>
  <inkml:trace contextRef="#ctx0" brushRef="#br0" timeOffset="157667">13176 10882 7533,'-17'-20'-1709,"7"8"1709,2 6 0,8 17 0,-16 9 0,6 5 0,1 4 0,-1-3 0,0 1 0,-3 2 0,3-1 0,8 2 0,2-19 0,9-22 0,17-14 0,-7 3 0,7-18 0,-16 25 0,5-3 0,-13 24 0,-2 8 0,-2 16 0,-5 1 0,14-4 0,19-20 0,-12-16 0,25-21 0,-35 4 0,11 29 0,-22 30 135,5-7 0,2 1-46,-1 2 1,2-3-359,1-1 89,29-36 180,-9-5 0,-5-2 0,1 0 0,7-7 0,-15 11 0,-2 25 0,-8 17 0,-3-5 0,-2 4 0,-6 11 0,-3 0 0,4-15 0,-2 0-431,-15 18 0,-3-2 431,-1-5 0,2-9 0,-1-1-17,-7 2 1,2-3 0,9-11-1</inkml:trace>
  <inkml:trace contextRef="#ctx0" brushRef="#br0" timeOffset="157900">13529 10386 7533,'8'-7'-1350,"2"1"991,31 6 359,-8-4 0,4-2 0,9 1 0,0 1 0,-7-2 0,-3 0 0,-8 3 0,1 0 0</inkml:trace>
  <inkml:trace contextRef="#ctx0" brushRef="#br0" timeOffset="158084">13723 10460 0,'-25'28'0,"-1"1"0,-5 5 217,13 0 1,0 8 0,5-3 277,6-8 0,2 2 224,-2 3 1,-3 6-1,2 0 1,2-5-540,2 5 0,4-1-450,-2 7 0,2 4 0,2-7 920,2-18 0,3-4-1055,14 16 0,7-9-948,6-23 0,3-10 1353,5-3 0,0-7 0,-4-2 0,-3-5 0,-11-7 0,1 0 0</inkml:trace>
  <inkml:trace contextRef="#ctx0" brushRef="#br0" timeOffset="158501">13864 10671 7533,'-10'-14'-630,"10"-8"1260,18 14-1,17-15-629,3 14-225,-13 0 1,0 2-1036,13 11 901,-11-3 89,-3 28 270,-35-6 0,-8 4 0,8 5 0,-1 0 0,-10-5 0,-1-1 0,4-2 0,4-3 0,6-7 0,9 4 0,17-11 0,18 4 0,-5-10 0,-5 16 0,-9-15 0,-22 26 0,12-24 0,-37 35 0,17-28 0,-13 12 0,-3-1 0,7-11 0,-6 7 0,1-3 0,6-12 0,-3 8 0,9-17 0,6 0 0</inkml:trace>
  <inkml:trace contextRef="#ctx0" brushRef="#br0" timeOffset="158901">14217 10373 7533,'-29'-19'-1619,"5"7"1529,24 6 90,16 1 0,27 3 0,-10-3 0,0 8 0,-1 5 0,-3 11 0,-13 8 0,-4 6 135,-2 8 0,-5 6 434,-5-4 1,-4 3 0,0 1-284,2-7 1,1 0 0,-2 2 0,0-1 162,-3 0 1,-1 1 0,0-1 0,1-2-181,3 2 1,0-2 0,-3-3 180,-5-2 0,-3-3 0,0-4-153,-7 12-477,-15-13-1619,3-9-1478,6-34 2457,7 2 1,4-21 0,16 4 0</inkml:trace>
  <inkml:trace contextRef="#ctx0" brushRef="#br0" timeOffset="159084">14534 10386 7533,'18'-28'-270,"15"-5"-45,-8 27 0,3 4-90,5-2 1,-1 1 404,-4 0 0,-1 2 0,14 12 0,-23-4 0</inkml:trace>
  <inkml:trace contextRef="#ctx0" brushRef="#br0" timeOffset="159267">14658 10473 7533,'-15'36'655,"0"0"0,0 1 1,1 8-1,2 3 0,3 1-328,4-11 1,2 1 0,2 0 0,0-1-1288,-1 11 1,1-1 0,6-6-615,9-1 0,5-13 1574,10-26 0,-10-18 0,-2-8 0,-5-3 0,1-1 0</inkml:trace>
  <inkml:trace contextRef="#ctx0" brushRef="#br0" timeOffset="159601">14817 10572 9871,'35'7'-3277,"-8"4"2507,-32 18 770,-5-7 0,-2 1 135,-6 7 0,-1-2-135,-7 11-90,26-6-90,18-25 180,1 10 0,7-6 0,-24 11 0,-12 4 0,-25 4 0,5-11 0,-3-9 0,15-11 0</inkml:trace>
  <inkml:trace contextRef="#ctx0" brushRef="#br0" timeOffset="160017">15028 10250 6094,'36'4'3276,"7"4"-2685,-6 11-681,-2 5 720,-9 0-450,-16 25 449,-5-16 1,-3 3-360,-4 9 0,-3 3 96,2-10 1,0 1-1,-1 1 233,-4 3 1,-1 1 0,0 0-210,3 2 0,0 1 0,-1-2-211,-4-4 1,-1-1 0,1-1-405,3 6 1,-3-4-1216,-6-11 1,-7-6-200,-21-3 1,-3-6 1228,20-4 0,-2-1 1,-7-1-1,-4 1 1,5 0-1,9-1 0,-1 1 1</inkml:trace>
  <inkml:trace contextRef="#ctx0" brushRef="#br0" timeOffset="160851">10813 11774 5824,'-12'46'409,"0"0"1,0-1-1,1 1 1,-3-2-1,-2 1 1,0 1 0,-2 0-1,-1 2-248,2-8 1,-1 1-1,-2 2 1,0-1 0,0 0-1,0 0 1,0-1-667,-1 3 0,-1-1 0,0 1 0,0-2 0,2-1 0,0-2-80,-6 9 0,1-1 1,3-5-1,6-7 585,7-4 0,9-12 0,15-26 0,11-21 0,-1 1 0</inkml:trace>
  <inkml:trace contextRef="#ctx0" brushRef="#br0" timeOffset="161017">10707 12084 0,'8'-25'0,"-6"50"1638,14 11 0,7 9-938,-10-5 1,1 5-1,-1 2 1,2 2-1357,-1-5 1,1 1-1,1 2 1,-1-1 0,-1 0 94,-1-2 1,-2 1 0,0-1 0,0-2 0,-2 0 560,1 0 0,0 0 0,-3-2 0,-3-5 0,-6 8 0,-3-7 0,-5-2 0</inkml:trace>
  <inkml:trace contextRef="#ctx0" brushRef="#br0" timeOffset="161151">10654 12741 7533,'19'-26'-570,"1"1"0,17 1 1,6 5 569,5 6 0,0 2 0,2-1 0,-3 0 0,-18 2 0,0 1 0</inkml:trace>
  <inkml:trace contextRef="#ctx0" brushRef="#br0" timeOffset="161301">11412 12319 7533,'6'-6'-428,"-2"11"1,22 9 0,-9 11 0</inkml:trace>
  <inkml:trace contextRef="#ctx0" brushRef="#br0" timeOffset="161434">11395 12803 0,'-26'22'780,"14"5"-432,13 3 0,6 1 0,15 5 0,-1-16 0,1 0 1</inkml:trace>
  <inkml:trace contextRef="#ctx0" brushRef="#br0" timeOffset="190317">30709 10212 7533,'-35'0'-1709,"8"0"1709,9 0 0,34-5 0,-3 4 0,16-2 0,7 0 0,0-3 0,1 1 0,-7 4 0,0-1-154,10-3 1,-7-1 0,-21 1 0,3-2 0</inkml:trace>
  <inkml:trace contextRef="#ctx0" brushRef="#br0" timeOffset="190451">30798 10336 7533,'-25'20'-570,"1"0"0,-1-1 1,10-3 569,31-4 0,11-5 0,2-1 0,3-1 0,12-3 0,0-3 0,-5 2 0,-1-2 0,4-2 0,0 0 0</inkml:trace>
  <inkml:trace contextRef="#ctx0" brushRef="#br0" timeOffset="190700">31485 9989 7533,'-35'6'-1709,"8"1"1709,10 9 0,0 8 90,2 5 0,1 5 0,0-1-903,-1 6 1,-1 3 947,2-4 0,-2 5 0,1 1 0,3-2-195,5 1 0,4-2 0,-1-1-60,-2-4 0,-1 0 0,5-1-60,6 4 0,4 0 1,5-9 179,24-1 0,-14-12 0,-1-4 0,14-13 0,-11-14 0</inkml:trace>
  <inkml:trace contextRef="#ctx0" brushRef="#br0" timeOffset="191034">31715 10138 7533,'-47'-5'-1709,"13"3"3328,34-3-1619,34 5-1529,13 5 1484,-19 6 0,-1 2 45,8 3 0,-30 8 0,-10 3 0,-14 2 0,-5-1 0,4-4 0,-1 1 674,-10 11 1,3-3 584,8-5-989,5 2-720,38-18-540,2-8 1,3-2 720,15-2 15,-5-2 0,-3-2 0,-14-3 1,12-5-1</inkml:trace>
  <inkml:trace contextRef="#ctx0" brushRef="#br0" timeOffset="191218">31997 10436 7533,'-8'13'-1709,"-2"4"3238,1 1-1169,1-3 1439,8 25-2429,-8-2-899,-2-3 359,-8 5 811,9-27 359,1 0 0,0-8 0,6-16 0,-6-2 0</inkml:trace>
  <inkml:trace contextRef="#ctx0" brushRef="#br0" timeOffset="191567">32191 10187 7533,'0'-20'270,"8"-2"989,17 20-1439,5-3-1259,13 16 0,-24 8 1259,-3 2 180,-32 19 0,0-20 0,-3-1 0,-12 15 0,9-14 0,3 0 0,9-1 0,10-5 0,17 3 0,27-16 0,-13 4 0,2 1 0,-25 6 0,-16 2 0,-17 10 0,3-11 0,-1-2 0,-17 5 0,10-4 0,4-3 0,12-7 0,-10 3 0</inkml:trace>
  <inkml:trace contextRef="#ctx0" brushRef="#br0" timeOffset="191787">32526 10076 7533,'28'-14'-315,"-5"4"0,3 4 1844,1 14 0,0 5-1124,-1-10 0,-3 5 404,6 19 1,-9 9-450,-14 3 0,-10 3-510,-6-3 0,-6 2 0,1-1-113,4 8 1,-5-3-668,-11-8 1,-7-1-1,-1-5 930,5-9 0,0-3 0,0-2 0,-14 5 0,-1-3 0,12-8 0,0 0 0,-1 0 0</inkml:trace>
  <inkml:trace contextRef="#ctx0" brushRef="#br0" timeOffset="198034">12206 12009 6633,'-10'-19'-809,"2"7"809,8 1 0,0 9 0,0-3 0,0 10 90,0 24-90,-7 0-1562,-9 16 1,-2 3 1696,7-24 0,-1 0-15,-6 8 0,-3 5 0,3-3-985,6-3 1,2-3 819,-3-1 0,1-1-494,4 14-91,16-28 540,2-5 270,7-1 540,-7-1-540,-2 2 3096,-8 11-1855,0 1 1855,0 0-2981,8 10-295,2-14 180,15 20 764,-14-6 1,-2 1-225,8 10-91,-12-9 1,-3 4 0,-1 1-945,0 12 0,-2-1-323,1-3 0,0 1-455,0-8 1,-1 0 0,2 0 1029,4-2 0,1 0 1,-1-3-1,-3-1 1,0 0-1,6 11 0,-1 1 1</inkml:trace>
  <inkml:trace contextRef="#ctx0" brushRef="#br0" timeOffset="198801">14746 11960 7533,'-18'-14'-1709,"1"3"1709,7 11 0,2 0 1169,8 11-899,0-8 809,0 30-1079,0-22-629,0 23 314,0-7 0,0-1 405,0 7-135,-5 6 0,-5 2 90,-4-11 0,0-2 0,3-2 0,1 1 0,-4 9 0,4-3 45,10-4-135,3 1 0,2-2 225,5-5-180,7 17-45,0-14 0,0 1 2563,-4 11-1826,-2-7 0,1 4 0,-3-3-332,-7-7 0,-2 1 29,3 9 1,0 4 0,-2-3-210,-3-5 0,-3 2-90,-3 1 0,-3 7 0,-1-1 0,1-5 0,-1-2 0,-1 0-960,-4 9 1,-4 5-1,2-5 749,1-8 0,1-4 1,6-2-1,0-2 1,0-3-1,-1-1 1</inkml:trace>
  <inkml:trace contextRef="#ctx0" brushRef="#br0" timeOffset="199417">12718 12183 7533,'-18'-14'-1709,"0"20"2518,1 26 180,3 0 1,0 9 0,1-3-1075,0-1 0,2 3 827,2 5 0,0 7 0,0 1 0,3-9-517,0-6 0,4-1-540,4-1 0,3 6 0,2-1 1,2-6-1325,8-2 1,4-4 173,9 7 0,2-4 1465,-8-15 0,-1-4 0,3-3 0,-3-4 0,5 1 0</inkml:trace>
  <inkml:trace contextRef="#ctx0" brushRef="#br0" timeOffset="201453">12806 12381 7533,'0'-19'-1709,"0"1"1709,0 6 0,0 5 0,0 7 0,0 23 0,0 27 0,0-2-381,4-2 1,0 0 380,-3-17 0,0-1 0,3 17 0,-1 0 134,-2-18 1,-2-2 135,1 12-180,0-31 180,8-48-630,2-6 90,2 7 1,2-2-113,-1 10 1,1 1 381,3 0 0,1 2 0,-4 7 0,0 4 0,19-6 0,-5 7 0</inkml:trace>
  <inkml:trace contextRef="#ctx0" brushRef="#br0" timeOffset="201753">13106 12481 7533,'-22'26'-855,"1"0"1,15 11 854,2 6 0,39-38 0,-8-18 0,-11-9 0,-6-3 0,-8-17 0,-4-7 0,-31 24 0,11 25 0,-11 19 0,23 13 0,18-6 0,4-8 0,13-12 0</inkml:trace>
  <inkml:trace contextRef="#ctx0" brushRef="#br0" timeOffset="202086">13229 12419 7533,'0'19'-1709,"-8"10"1709,6-3 0,2 0 0,2-2 0,22-18 0,-12-11 0,13-9 0,-7-10 0,-8 10 0,-3 14 0,-7 30 0,0-5 0,0 1 180,0 21 179,16-6 271,4-34-450,15-25-315,-20-4 0,-3-6-135,2-4 0,-2 0 135,-3 5 1,-1 2-136,2-21 270,-2 38 0,-8 8 0,0 14 0</inkml:trace>
  <inkml:trace contextRef="#ctx0" brushRef="#br0" timeOffset="202284">13582 12877 7533,'-10'0'3276,"2"11"-3674,-7 14-1761,-5 14 2159,3-12 0,-1 1 0,0-5 0,0-1 0,1 2 0,-1 0 0</inkml:trace>
  <inkml:trace contextRef="#ctx0" brushRef="#br0" timeOffset="203001">13882 12344 6183,'-18'11'-180,"5"12"1,1 7 179,1 7 0,2 4 0,0-2 0,0 2 0,2-2 0,1-1 0,2-2 0,1 8 0,6-9 0,7-24 0,7 16 0,1-20 0</inkml:trace>
  <inkml:trace contextRef="#ctx0" brushRef="#br0" timeOffset="203250">13988 12568 7533,'-18'45'-855,"8"-16"1,2 0 854,6 11 0,28-2 0,13-42 0,-11-13 0,-3-6 0,-8 0 0,-7-2 0,-5-5 0,-10 2 0,-30 2 0,4 7 0,-10 13 0,23 13 0,8 11 0,10-4 0,10 4 0</inkml:trace>
  <inkml:trace contextRef="#ctx0" brushRef="#br0" timeOffset="203534">14199 11997 6183,'-9'48'-90,"1"-1"0,1-7 0,2 2 1,-1 2 89,1-3 0,1 3 0,-1 1 0,1-1-262,1 1 1,1 1-1,0-2 1,0-1 261,-2 6 0,1-2 0,2-4 0,4 4 0,2-10 0,-3-13 0,5-26 0</inkml:trace>
  <inkml:trace contextRef="#ctx0" brushRef="#br0" timeOffset="204001">14270 12530 6633,'-14'31'-270,"0"-1"0,4 2 1,3-1 269,1-4 0,4-1 0,18 10 0,-5-53 0,23-12 0,-15-10 0,-1 38 0,-10 23 0,-8 17 0,8-14 0,1-31 0,9-15 0,0-5 0,-9 14 0,-1 18 0,-8 8 0,0-1 0,8-8 0,2 6 0,0-2 0,-2 3 0,-8-6 0,7-6 0,-5-11 0,6-3 0</inkml:trace>
  <inkml:trace contextRef="#ctx0" brushRef="#br0" timeOffset="204268">14446 12270 6183,'0'34'675,"7"-10"0,2 3 359,1 17 1,0 4-586,-3-8 1,0 1 0,-2 3-945,-1-7 0,0 2 0,-2 0 0,-4 1-325,-6 4 1,-4 2 0,-3-1 0,1 1 545,1-1 1,-1 0 0,-1-1 0,-2-2 0,-1-8 0,-3-1 0,0-2 0,1-1 0,-3 3 0,0 0 0,0 0 0</inkml:trace>
  <inkml:trace contextRef="#ctx0" brushRef="#br0" timeOffset="208271">12559 13398 5824,'0'47'0,"0"0"0,0-1 0,-2 0 0,-1-1 0,0-2 0,3-6 0,-1-1 0,0-6 0,-7 13 0,18-63 0,4-15 0,-1-8 0,3-2 0,3 12 0,3 1 0,-2 2 0,-1-3 0,1 7 0,21 2 0</inkml:trace>
  <inkml:trace contextRef="#ctx0" brushRef="#br0" timeOffset="208553">12841 13770 0,'-35'23'0,"15"-8"613,44-2-1063,9-42 1154,-4 7 1,-5-3-705,-14-7 0,-10 1 430,-14 5 0,-7 8-160,-28 16 1291,23 13 0,6 6-1561,13 23 0,18-10 0,15-19 0</inkml:trace>
  <inkml:trace contextRef="#ctx0" brushRef="#br0" timeOffset="208852">12982 13646 5824,'8'24'0,"0"0"0,-4 16 0,14-19 0,3-10 0,-7-23 0,19-5 0,-15-14 0,-9 48 0,7 12 0,-6 9 0,23-42 0,-11-36 0,-1 14 0,-1-2 0,-8-14 0,3 31 0,-15 18 0</inkml:trace>
  <inkml:trace contextRef="#ctx0" brushRef="#br0" timeOffset="209537">13653 13584 5824,'-28'-14'0,"3"8"0,-9 30 0,5 9 0,-6 0 0,17-4 539,26-22-449,11 4-629,17 1 449,-9 7 90,-1 1 0,-17-8 0,7-1 0,-6-4 0</inkml:trace>
  <inkml:trace contextRef="#ctx0" brushRef="#br0" timeOffset="209687">13529 13782 7533,'-25'18'-900,"13"-4"2070,4 9-1890,33-4-100,13 12 1,-9-10 0,-5 2 0</inkml:trace>
  <inkml:trace contextRef="#ctx0" brushRef="#br0" timeOffset="210553">13864 13534 272,'-10'-12'-272,"3"-1"1379,14 1-1107,11 5 1262,25 1-1262,-12 17 735,3 3-735,-34 28 1360,-11-17 0,-4 1-1046,1 8 1,-1 0-90,-1-2 0,4 0-180,10-4 0,4-1-675,18 10 91,8-7 539,-27-10 0,-28 14-469,-2-19 1,-5-2 0,2 5 0,0 1 0,-3-4 0,1 0 0</inkml:trace>
  <inkml:trace contextRef="#ctx0" brushRef="#br0" timeOffset="211535">12400 13497 6183,'-43'0'-359,"6"17"359,10-11 0,3 3 0,2 16 0,-1-2 0,23-15 0,0 9 0,15-10 0,-3 5 0,22 6 0,-7-4 0,-7 4 0,-5-6 0,-15 0 0</inkml:trace>
  <inkml:trace contextRef="#ctx0" brushRef="#br0" timeOffset="211701">12206 13782 7533,'-10'13'-1709,"2"-7"1709,32 11 0,-10-9 0,19 10 0,-15-6 0,-1 1 0</inkml:trace>
  <inkml:trace contextRef="#ctx0" brushRef="#br0" timeOffset="212485">12577 13733 7533,'-29'-21'-810,"1"0"1,0-8 764,-3 8 0,-2 1 45,-3 1 0,15 6 0,5 30 90,45 4 0,15 2-422,-25-4 1,3-1 511,14-1 0,9-3 0,3-5-315,-3-7 0,3-6 0,0-1 0,-3 1 15,-3 1 0,-2 1 1,4-2 65,0-2 0,5-1 0,2 0 0,-2-1 0,-7 1 54,-4 0 0,-5 0 0,0 0 0,14-3 0,-2 1 0,-4 6 0,-10 6 0,-19 11 0,-20 16 0,-12-13 0,-5-2 0,2-2 0,-3 0 269,-10-1 1,-5 0 0,5-2-135,11-2 0,1-1 15,-12 2 0,-6 0 0,6 2-493,6 4 1,3 1 567,-3-4 0,5 3 281,10 9 1,13-1-417,32-4 0,14-5-237,-9 1 0,4-4-123,1-8 0,7-5 0,2-3 0,-2-2-550,-3-2 1,0-2 0,-1-1 0,-2-1 211,-4 0 0,-1 0 0,-1-1 0,2 0 579,10-3 0,4-1 0,-3 0 0,-8 1 29,-1-4 0,-5 2 0,10-1 0,-2 3 0,-1-1 2365,-47 12-2006,10 6 229,-35 0-1668,-4 6 3259,3 6-3079,-1 19 360,34-7 1,6 1 539,5 5 1638,10-10 0,5-7-1522,20-18-116,0-2 0,-20 0 0,-5-4 0,-10-8 0,3 0 0,-15 1 0</inkml:trace>
  <inkml:trace contextRef="#ctx0" brushRef="#br0" timeOffset="212934">13653 14067 7533,'-28'22'-1709,"10"-11"1709,11 35 0,2-6 0,2 2 0,2-14 0,0 1 0,-4 5 0,-1 3 0,1-5 90,3 8 90,-6-8 1079,8-38-989,0-16 44,6-11 1,4-4-720,3 1 1,1 0 224,0 3 0,2 0-405,12-2 1,1 7 494,-6 13 90,18-2 0,-23 17 0,0 0 0</inkml:trace>
  <inkml:trace contextRef="#ctx0" brushRef="#br0" timeOffset="213184">13847 14266 7533,'-16'46'-1619,"12"-15"1933,-4-5 1,0 0 1484,8 6-1619,16-12-540,4-9-674,8-36 0,2-12 854,4 6 150,-17 0 0,-1-7 0,-8 5-1609,-14 8 1,-4 1 1523,4-21 115,-19 26 0,-5 10 0,-1 26 0,-6-2-1135,17 10 1,8 3 1134,18 2 0,-12 17 0,14-23 0</inkml:trace>
  <inkml:trace contextRef="#ctx0" brushRef="#br0" timeOffset="214020">14058 14179 5824,'0'42'0,"0"-9"0,0 14 0,0-25 0,0 18 90,0-25-90,0 3 989,0-23-809,0-3-90,8-21-360,10-14 90,-7 7-1459,6 4 1,-2 1 624,-11 8 1014,19-18 0,-13 28 270,0 0-1,-2 8 631,-8 5-900,0 0 270,0 11-630,0 19 270,0-7 3122,8 17-2942,-7-20-90,7-6-180,0-3 180,-6-11-180,14-6-449,-14-6 629,6 3 0,-8-7 0,7 14 0,-5-3 0,6 5 0,-8 11 0,8-3 0,2 10 0</inkml:trace>
  <inkml:trace contextRef="#ctx0" brushRef="#br0" timeOffset="214468">13159 13695 7533,'0'-26'-900,"-8"63"1934,3 8 1,0 7-1155,0-10 0,-1 2 0,-1 2-700,1-3 1,-1 3 0,0 0 0,2-2 176,0 5 0,2-3 1,-1-1-248,-1-5 0,-1-1 0,1-2 890,5 10 0,0-6 0,0 8 0,0-5 0</inkml:trace>
  <inkml:trace contextRef="#ctx0" brushRef="#br0" timeOffset="-214295.73">14235 14191 7533,'-8'-18'-1709,"6"10"1709,-6-3 0,8 11 0,0 0 0,0 39 0,0-19 0,0 14 0,0 1 0,0-6 180,0 18-1,0-27-179,0 4-269,8-17 179,-6-2 90,21-27 0,-19 5 0,11-5 0,2-2 0,-6-4 0,7-2 0,-10 18 0,-8 6 0,0 6 0,0 0 0,8 0 0,1-11 0,9 3 0,0-10 0</inkml:trace>
  <inkml:trace contextRef="#ctx0" brushRef="#br0" timeOffset="-213811.73">14728 14141 6633,'-19'-6'-809,"-12"0"809,19 12 180,-22 17-1,15-1 439,-2 12 1,1 1-169,-2-2 314,4 7 1,3 0-496,5-10 20,4-3 0,4-2-109,10-4-1259,2 3 1169,7-12-3367,17-5 2326,-21-2 1538,35-10-587,-43 4 0,27-10 0,-22 3 0</inkml:trace>
  <inkml:trace contextRef="#ctx0" brushRef="#br0" timeOffset="-213662.73">14658 14390 7533,'-29'0'-180,"5"0"-450,55 0-89,1-6 719,-2 3 0,0-1 0,8-8 0,-5-1 0</inkml:trace>
  <inkml:trace contextRef="#ctx0" brushRef="#br0" timeOffset="-213243.73">15064 14055 7533,'-18'-26'-1709,"8"8"1709,-13 23 0,19 9 0,-16 6 0,1 1 0,13 8 269,-14 0 1,0 0-270,17 0 225,-9-2 0,0-2-585,10-3 90,-6 13-89,8-21 359,0 3 0,8 1 0,-6-4 90,6 15 0,-8-14 1079,0 31-629,0-28 44,0 9 1,0 2-225,0-5-180,-4 2 0,0 0-91,2-4-1888,-6 18 1710,8-31-1800,0 19 1799,0-20 90,0 10 0,8-11 0,2-1 0</inkml:trace>
  <inkml:trace contextRef="#ctx0" brushRef="#br0" timeOffset="-213009.73">15187 14179 7533,'-20'-2'-1709,"5"4"2338,15 32-179,-4-6 0,0 1-450,2 20-315,-2-10 0,0-3-135,4-13 270,-4 3 1,0-1 89,2-9 90,-5 19 0,14-21 0,3 4 0</inkml:trace>
  <inkml:trace contextRef="#ctx0" brushRef="#br0" timeOffset="-212829.73">15240 14526 6543,'0'37'360,"0"-11"-1259,-8 8 719,-9-18 180,5 2 0,-4-13 0,16-5 0,0 0 0</inkml:trace>
  <inkml:trace contextRef="#ctx0" brushRef="#br0" timeOffset="-212560.73">15399 14253 7533,'0'-19'-1350,"8"1"3059,1 11-3418,17 18 1620,-14-1-181,11 30 270,-29 4 0,4-9 0,-5-6 0,-3-1 719,-8 11-179,8-5-360,2 0-270,8-21-450,8-6-179,18-7 629,-13-7 90,27-22 0,-29 1 0,15-14 0</inkml:trace>
  <inkml:trace contextRef="#ctx0" brushRef="#br0" timeOffset="-212229.73">15663 14154 5914,'0'-14'3276,"0"3"-2235,0 11-2660,16 11-720,-12 3 1890,19 11 449,-21-6 0,-2 10 270,-2-14 179,-5 25-269,7-7-360,0 0-90,0 7-179,0-14 449,0 0 0,0 3 0,0-20 0,0 13 0,-8-14 0,-2 10 0,-8-11 0,9-2 0,1-5 0,8 0 0</inkml:trace>
  <inkml:trace contextRef="#ctx0" brushRef="#br0" timeOffset="-211829.73">15822 13919 6183,'8'-9'-179,"-6"5"1258,6 28 450,-8 7-1259,0-3 45,0-3 0,0 1 44,-8 19-359,6-3-315,-2-11 1,0 0-676,4 8 810,0 1-809,0 5 89,0-18 721,0-1 89,0 8 1799,-8 4-1350,-2-4-134,2-3 0,-1 1-585,0-3 1,0 0 89,1 0 0,-1 2-225,-2 9 0,-4 1 495,-9-6 0,-3 0 0,3 1 0,-1-1 0,-9 1 0,0 0 0</inkml:trace>
  <inkml:trace contextRef="#ctx0" brushRef="#br0" timeOffset="-211028.73">13670 15047 7533,'-25'0'-1709,"5"0"1709,-4 9 0,-1 9 135,-3 16 0,1 5-1,2-10 1,1 2 105,3 7 0,1 5 0,4-4-420,8-1 0,5-3 90,0-1 0,6-2-270,6 0 1,9-7 359,11-20 0,3-7 0,17 0 0,-20-8 0,1 1 0</inkml:trace>
  <inkml:trace contextRef="#ctx0" brushRef="#br0" timeOffset="-210779.73">13758 15282 6183,'-29'40'-135,"10"-12"1,7 0 1303,17 7-1709,10-15 1,4-2 449,6 6 45,8-24 0,-1-11 45,-11-21 0,5 3 0,-34-16 0,-27 30 0,-4-3 0,-4 12 0,25 6 0,18 0 0,18-5 0,9-3 0</inkml:trace>
  <inkml:trace contextRef="#ctx0" brushRef="#br0" timeOffset="-210528.73">14129 14836 6633,'-12'40'251,"0"0"1,0-1 0,0 5 0,0 0 0,1 2-567,5-7 0,1 0 1,1 1-1,0-1-778,-2 7 1,0-1 0,2-4 690,2 3 1,4-7 1355,14 9-954,-12-39 0,19-7 0,-13-7 0</inkml:trace>
  <inkml:trace contextRef="#ctx0" brushRef="#br0" timeOffset="-209762.73">14182 15257 5824,'-10'33'0,"0"0"0,1-3 0,2-1 0,5-1 0,4-4 0,14-1 0,4-41 0,-1 1 0,-5-4 0,-4-3 0,-8-4 0,6-3 0,-8 18 0,0 31 0,0 21 0,0 6 0,7-8 0,3-19 0,8-12 0</inkml:trace>
  <inkml:trace contextRef="#ctx0" brushRef="#br0" timeOffset="-209112.73">14323 15306 5824,'0'50'0,"0"-6"0,0-12 0,15-25 0,-3-27 0,14-7 0,-9 2 0,1 20 0,-8 17 0,-2 7 0,-1 1 0,3-13 0,8-3 0,-8-15 0,5 4 0,-13 5 0,6 4 0,0 5 0,10-18 0,1 1 0,-1-8 0,-10 7 0,-8 21 0,0-2 180,0 22-360,0-14 180,8-5 0,1-29 0,9 2 0,-8 4 0,-2 24 0,-8 15 0,15-1 0,-11-8 0,12-13 0</inkml:trace>
  <inkml:trace contextRef="#ctx0" brushRef="#br0" timeOffset="-208695.73">14940 15170 6633,'-21'14'719,"-1"0"1,-5 11 0,1 6-1,7-2 1,0 4 0,2 0-271,2 1 1,3 0 0,2 0-675,1 15 0,10-5-944,10-19 0,6-5-361,7-5 1,5-8 1214,-1-16 1,-2-5 314,12-8 0,-15-14 0,-23 11 0</inkml:trace>
  <inkml:trace contextRef="#ctx0" brushRef="#br0" timeOffset="-208546.73">14870 15406 7533,'-10'19'-1080,"41"-6"1080,18-13 0,-20-5 0,-1-3 0,-4-1 0,1-1 0</inkml:trace>
  <inkml:trace contextRef="#ctx0" brushRef="#br0" timeOffset="-208178.73">15240 15133 7533,'-10'-26'-1709,"2"14"1709,-7 41 0,6-2 0,-2 3 224,-10 8 1,-1 1 45,10-1 0,2-1 45,-3-8 0,3-3 45,18 11-1,2 4 136,-5-14 0,-1 2 269,-3 7 1,-2 3-810,0 5 0,0 0-1594,0-4 1,2-4 1483,7-9 1,2-4 0,10 6 0,5-17 0</inkml:trace>
  <inkml:trace contextRef="#ctx0" brushRef="#br0" timeOffset="-207962.73">15381 15306 7533,'-27'35'359,"17"-8"1,2 3-1170,-1 7 1,2 3 404,6-2 1,0-1 404,-3-10 0,1-4 0,3 6 0,0-17 0</inkml:trace>
  <inkml:trace contextRef="#ctx0" brushRef="#br0" timeOffset="-207778.73">15434 15567 7533,'-16'30'-180,"12"8"-810,-19 6 451,13-6 539,0-8 0,2-17 0,8-8 0</inkml:trace>
  <inkml:trace contextRef="#ctx0" brushRef="#br0" timeOffset="-207462.73">15540 15394 7533,'8'-20'-1080,"2"8"451,15 12 629,-5 12 0,-3 7 0,-17 23 359,-17 3 46,7-17 0,0 1-495,-2-3 0,6-3-809,22 4 809,6-17 90,5-16 0,4-7 0,-11 1 0</inkml:trace>
  <inkml:trace contextRef="#ctx0" brushRef="#br0" timeOffset="-207295.73">15716 15629 7533,'-33'37'719,"19"11"-1798,-2-27 0,1-2 809,13 18 270,-14-24 0,14-20 0,-6-13 0</inkml:trace>
  <inkml:trace contextRef="#ctx0" brushRef="#br0" timeOffset="-206945.73">15804 15356 7892,'18'25'-2068,"-16"11"2068,-20 2 45,8-13 0,-1 0 134,-3-3 1,2 0-449,12 21 89,10-12 180,0 0 0,-10-6 0,-10-1 0,-7-10 0,7-3 0,-6-22 0,6-2 0</inkml:trace>
  <inkml:trace contextRef="#ctx0" brushRef="#br0" timeOffset="-206662.73">15928 15208 5824,'5'48'742,"0"1"0,-2-15 0,1-1 0,-3 1-1192,-5 3 0,-2 0 1,0 1 799,0 0 0,-1 1 0,0 1 549,-1-1 1,-2 0-1,1 1-539,0 1 0,0 1 0,1-1-1020,2-4 0,1-1 1,-1-2-980,-2 9 1,-2-5 1286,-2-11 0,-1-5 0,-7 1 0,-5-11 0</inkml:trace>
  <inkml:trace contextRef="#ctx0" brushRef="#br0" timeOffset="-170761.73">2999 16286 7533,'-34'14'-855,"1"-1"1,-10 11-139,13-2 1,1 4 992,0 3 0,1 7 607,8 1 0,-1 8 0,1 1 1,1-4-1097,-2-2 0,0-4 1,0 7 847,4-3 1,-3 7 0,0 3 0,2 0 0,1-3-1,5-7-239,4-2 0,4-6 0,-1 5 293,-3 4 1,-1 5 0,-1 2 0,3-3 0,1-6-234,4 9 0,4-2 22,2-8 0,2 4 1,1 0-1,0-7-112,1-1 0,6-3-910,5-3 1,7 4 0,2-2 0,-3-6-308,-2-5 1,3-4 1126,9 4 0,8 1 0,2 0 0,-8-6 0,-6-4 0,-1-3 0,9 3 0,-1-1 0,1 1 0</inkml:trace>
  <inkml:trace contextRef="#ctx0" brushRef="#br0" timeOffset="-164993.73">3598 16645 7533,'-17'-20'-1709,"-1"3"1889,-7 34 674,-3 6 1,-3 7-346,6 1 1,1 3 0,-2 2-636,2-5 1,-2 1 0,1 0-1,2 1 186,-1 9 0,2 1 0,4-3-15,-5 8 0,12-4-292,23-7 0,10-2 112,5 1 0,2 1 15,-6-7 0,-1 1 1,-2 2 119,-1 3 0,-3 2 0,-8 1 359,-9-1 1,-8 0 0,-4-1-570,-3-4 0,-3-1 0,-3-4-510,-14 5 1,-3-9 719,11-14 0,4-8 0,8-17 0,26-22 0</inkml:trace>
  <inkml:trace contextRef="#ctx0" brushRef="#br0" timeOffset="-164826.73">3545 17501 6183,'16'13'1439,"7"-5"1,5-4-2160,8-10 1,3-5-136,7-5 1,-2-5 854,-11-1 0,-4-3 0,-6-2 0,-4-1 0,-2-15 0</inkml:trace>
  <inkml:trace contextRef="#ctx0" brushRef="#br0" timeOffset="-164693.73">3881 17240 7533,'-36'30'-428,"1"1"1,12 2 0,2 5 0,2 0 427,5-6 0,2 1 0,1 2 819,2 3 0,1 4 0,2 0 0,6-5-550,8 5 1,7-3-1909,9 3 1,5-6 1630,-5-11 1,3-10 0,10-17 0,0-10-1,-14-3 1,-1-1 0</inkml:trace>
  <inkml:trace contextRef="#ctx0" brushRef="#br0" timeOffset="-164225.73">3634 15753 7533,'-18'3'-855,"12"21"1,2 11 854,-6-5 0,-2 3 0,3 3-336,5 10 1,4 4 0,-2-3 335,-6-7 0,-1-2 0,2-2 0,6 7 0,2-6 0,-1 10 0</inkml:trace>
  <inkml:trace contextRef="#ctx0" brushRef="#br0" timeOffset="-164076.73">3898 15939 7533,'-19'39'539,"-1"2"1,0 8-540,12-11 0,2 1 0,-1 0 0,-4 0 0,-2-1 0,2 1 0,2 1 0,1 1 0,-1 0 0</inkml:trace>
  <inkml:trace contextRef="#ctx0" brushRef="#br0" timeOffset="-162477.73">25612 4858 7533,'-32'-28'-428,"1"-1"1,-3 12 0,-4 3 0,2 2-296,5 1 0,-3 4 723,-2 7 0,-7 3 0,-3 3 0,1 2-656,6 1 1,0 3-1,-1 1 1,1 1 0,0-2 628,-5 1 0,1-1 1,-1 1-1,-3 2 27,3 0 0,-2 2 0,-2 2 0,0 0 0,1 1 0,1-1-166,6-2 0,0 1 1,1 0-1,0 0 0,2-1 1,-1 1 165,-2 0 0,2-1 0,0 0 0,-1 1 0,-2 3 0,3-2 0,-2 1 0,-1 2 0,0 0 0,0 1 0,2 1 0,3 0 0,1 1 0,2 2 0,1 1 0,1-1 0,1 1 0,-1-2 0,-4 1 0,0-2 0,1 0 0,-1 2 0,1 4 0,4-2 0,0 4 0,-1 1 0,1 2 0,1 0 0,1 0 0,2-1 0,-3 8 0,3 1 0,1-1 0,2 0 0,-1-1 0,2-3 0,0-3 0,1 1 0,0 2 0,1 3 0,2 0 0,0 2 0,0 3 0,0 1 0,2 0 0,2-1 0,3-3 80,0 3 1,4-2 0,2 0 0,1 1 0,-1 2 47,0-5 1,1 3-1,-1 1 1,1 0-1,0 1 1,2-1-1,1-1 67,1 3 0,1 0 0,1 0 0,1-1 0,2 0 0,1 1 74,3 0 1,1 2 0,2 0 0,1-2 0,0-2 0,-1-2-225,0 1 0,-1-3 0,2-1 0,4 3 32,-1-9 0,3 4 0,1 0 0,2 1 0,1-2 0,0-2 0,-1-3-145,7 6 1,1-5 0,0 0-1,4 2 68,-5-4 0,2 2 0,2 1 0,1 1 0,0-1 0,-1-2 0,-1-4-18,-1-1 0,-1-3 0,0-2 0,1 0 1,2 1-43,1 1 0,2 2 0,1-1 0,1-1 0,0-1 0,0-2 96,6-2 0,0-2 0,1-2 0,-1-1 0,-1 2-139,2 2 0,-2 0 0,1 0 0,4-1 180,-10-6 0,2 0 0,3 0 0,0-2 0,1 1 0,0-2 1,-2-2 41,3 0 1,0-1 0,0-2 0,-1-1 0,0 1 0,-1-1-102,3 2 0,-2 0 0,0-1 0,1 0 0,4 0 4,-9-2 1,3 1-1,1-1 1,1 0-1,1 0 1,-1-1-1,0 0 1,-2 0-23,6-2 0,0 0 0,0-1 0,-2 0 0,0 0 0,0 0 58,2 1 1,-1 0 0,-1 0-1,2 0 1,3-2-71,-10 0 1,3-1 0,1-1 0,1 0 0,0 0-1,0-1 1,-1-1 0,-2 0 75,2-2 0,-2 0 0,1-1 1,-2 0-1,0-1 0,0 1 1,-1 0-46,2 0 0,-2 0 0,-1 0 0,1 0 1,2-1-1,2-1 31,-6 2 0,3-2 0,2 1 0,1-2 0,0 1 0,-1-1 0,0-1 0,-1 1 0,-3-1 1,3-2 0,-2 0 1,-1 0-1,-2-1 1,2 0-1,1-1 0,2-1-60,-6 3 0,3-1 0,0 0 0,1-1 0,1 0 0,0-1 0,0 0 0,0-1 0,0 0 0,-1-1-104,1 0 1,0-2-1,1 1 1,-1-2 0,0 1-1,0-2 1,0 1 0,-1-2-1,0 1 1,-1-2 121,0 1 0,-1-1 0,0-1 0,0 0 0,-1-1 0,0 0 0,-1-1 0,0 0 0,-1 0 0,-1-1 90,2-2 1,0 0 0,-1-1 0,-1-1 0,0 1 0,-2-2 0,0 0 0,-1 0 0,-1-2 48,-2 2 0,-1-2 0,-1 0 0,0-1 1,-2 0-1,0 0 0,-1-1 0,-1 0 0,-1 0 20,1-2 1,-1-2 0,-1 1 0,-2-1-1,0 0 1,-2 0 0,-1-1 0,-2 0-130,-2 1 1,-2 0 0,0-1-1,-2-1 1,-1 1 0,-3 0 0,-1-1-1,-3 1 6,-2 0 0,-1 0 0,-3-1 0,-2 1 0,-2 0 0,-1 0 0,-1 0 0,-2 0-113,-3-1 1,-1 0-1,-2 0 1,-2 1 0,-1 0-1,-2 0 1,-1 0 0,-2 1 57,2 6 0,-1 0 0,-2 0 0,-1 1 1,-1 0-1,-1 0 0,-1 1 0,0-1 0,-1 1 1,-1 1 123,1 1 0,-1 0 1,-1 0-1,-1 0 1,-1 1-1,0 0 1,-1 1-1,0 0 1,-1 0-1,0 1 1,-1 1-63,2 1 0,0 0 0,-1 1 0,-1 0 0,0 1 1,-1 0-1,0 0 0,0 1 0,-1 1 0,0 0 1,-1 0-1,0 1-87,2 2 0,-1 0 1,0 0-1,-1 1 1,0 1-1,0-1 1,-1 2-1,0-1 0,0 2 1,-1-1-1,1 2 1,-1 0-1,1 0-218,0 1 1,-1 1 0,1-1 0,-1 2 0,0 0 0,0 0 0,0 1 0,-1 1 0,1 0 0,0 1 0,-1 0 0,1 1 0,-1 1-22,-3 0 1,-1 0 0,1 2 0,-1 0 0,0 1 0,0 0 0,0 1 0,0 1 0,1 1 0,0 0 0,1 1 0,0 0 136,1 1 0,-1 1 1,1 0-1,-1 2 1,2-1-1,-1 2 1,2 0-1,0 0 1,1 0-1,1 1 1,1 0-1,-11 1 1,2 1-1,1 0 1,1 1-1,2 1 1,1 1-1,1 1 0,-1 5 1,0 1-1,0-1 1,-1 1-1,1-1 1</inkml:trace>
  <inkml:trace contextRef="#ctx0" brushRef="#br0" timeOffset="-160827.73">22948 7015 7533,'-8'-41'-1709,"-17"19"1709,-6 32 0,-7 10 0,-1-6 0,-6 0 0,-2-2-622,5-1 0,-3-1 0,-1 0 1,-1-2 621,3-2 0,-2-1 0,0 0 0,-1-1 0,0-1-212,0 0 1,0-1 0,-1 0 0,0 0 0,-1 0 211,6 1 0,0-1 0,-1 1 0,0 0 0,0 1 0,0-1 0,-2 1 0,1 0 0,-1 0 0,1 1 0,-1 0 0,-1-1 0,-1 1 0,0 0 0,0 1 0,-1-1 0,0 1 0,-1-1-158,4 0 0,-1 0 0,0 1 0,0-1 0,-1 0 0,0 0 0,0 0 158,4-1 0,1 0 0,-1 0 0,0 0 0,-1 0 0,1 0 0,-1 0 0,-1 0-147,-2 0 0,-1 1 0,-1-1 0,1 0 0,-2 1 0,1 0 0,0 0 1,-1 0 146,5 0 0,-1 0 0,1 0 0,-1 0 0,0 0 0,0 1 0,-1-1 0,1 1 0,-1 0 0,4 0 0,-1-1 0,1 1 0,-1 0 0,0 0 0,0 1 0,0-1 0,0 0 0,-1 1 0,1 0 0,-1 0 0,1 0 0,-1 0 0,0 1 0,0-1 0,0 1 0,0-1 0,0 1 0,-1 0 0,1 1 0,2-2 0,-1 1 0,0 0 0,1 1 0,-1-1 0,0 0 0,0 1 0,0 0 0,0-1 0,0 1 0,1 0 0,-5 0 0,1 1 0,0 0 0,0 0 0,0 0 0,0 0 0,1 0 0,-1 0 0,0 0 0,0 0 0,-1 0 0,1 0 0,-1 0 0,0 0 0,1 0 0,-1 0 0,1 0 0,-1 0 0,1 0 0,1 1 0,0-1 0,1 0 0,0 1 0,0-1 0,0 1 0,0-1 0,1 1 0,-1-1 0,1 1 0,-1-1 0,1 0 0,0 0 0,0 0 0,-1 0 0,1 0 0,0-1 0,1 1 0,-1 0 0,0 0 0,1 0 0,-4 2 0,1-1 0,-1 1 0,1-1 0,0 1 0,0-1 0,0 1 0,0 0 0,0 0 0,-1 0 0,0 0 0,0 1 0,0-1 0,1 0 0,-1 1 0,0 0 0,1-1 0,0 1 0,1-1 0,0 0 0,1 1 0,0-1 0,-1 1 0,1 0 0,0-1 0,0 1 0,0 0 0,0 0 0,0 0 0,-1 0 0,1 0 0,0 0 0,0 0 0,0 0 0,0 0 0,0 0 0,1-1 0,0 1 0,0-1 0,-1 1 0,1-1 0,0 0 0,1 1 0,-1-1 0,0 0 0,-4 2 0,1 0 0,-1 0 0,1 0 0,-1-1 0,1 1 0,-1 1 0,1-1 0,0 0 0,-1 0 0,1 1 0,0 0 0,-1-1 0,1 1 0,0 0 0,0 0 0,0 0 0,1 1 0,-1-1 0,1 1 0,0-1 0,-1 1 0,1-1 0,0 1 0,2-2 0,-1 1 0,1-1 0,-1 0 0,1 0 0,0 1 0,0-1 0,0 0 0,0 1 0,1-1 0,0 1 0,0 0 0,1-1 0,-1 1 0,0-1 0,1 0 16,-5 0 0,0 1 0,1-1 0,-1 0 0,1 0 0,0 0 0,-1 0 61,2 1 0,-1 0 0,1 0 0,-1 0 0,1 0 0,0 0 0,0 0-52,1-1 1,-1 0 0,1 1 0,0-1 0,0 0-1,0 0 1,-1 1-52,-1 0 0,0 1 1,-1 0-1,1 0 0,-1-1 1,1 1-1,1 0 81,2-1 1,0 0-1,1 0 1,0 1-1,0-1 1,0 0-1,0 0-30,-2 0 1,1 0 0,-1 0 0,0 0-1,0 0 1,0 0 0,1 1-1,1 0 1,1 0 0,-1 0 0,1 1-1,0 0 1,-1 0 0,1-1 12,0 1 1,-1 0-1,1-1 1,-1 1 0,0 0-1,0 0 1,0 1 10,-2 0 0,-1 1 0,0 0 0,-1 1 1,1 0-1,0 0 0,0 0-38,5-1 0,-1-1 0,1 2 1,0-1-1,0 0 0,1 1 1,-1 0-1,0-1 27,-5 3 1,1 1-1,-1-1 1,1 0 0,-1 1-1,1-1 1,-1 1-17,6-2 1,-1-1-1,1 1 1,-1 0-1,0 0 1,1 0-1,1 0 1,0 0 34,-2 1 1,1 0 0,1 0 0,0 0 0,0 1 0,1-1 0,-2 0-58,1 1 0,-1 0 0,0 0 0,0 0 0,0 0 0,1-1 0,0 1 0,-4 2 0,0 0 0,1 0 0,0 0 0,0 0 0,1 0 49,1 0 1,0 0 0,1 0-1,-1 0 1,1 0 0,0-1-5,0 0 0,-1 0 0,1-1 0,0 0 0,1 1 0,-1 0 0,3-1 0,-1 1 0,1 0 0,0-1 0,0 1 0,0 0-30,-1-1 0,1 1 0,0 0 0,0-1 0,-1 1 0,1 1-60,-1 1 0,-1 0 0,1 0 0,-1 1 0,0 0 0,1 1 90,-2 0 0,-1 1 0,1 0 0,0 0 0,0 0 0,-1 0 29,1 1 1,-1-1 0,0 0 0,1 0 0,-1 1 0,1 0-30,-1 0 0,1 1 0,0 0 0,0 0 0,0 0 0,0-1-60,1 0 0,0 0 0,0 0 0,0-1 0,1 1 0,0 0 0,1 0 0,1 0 0,0 0 0,1 0 0,-1 0 0,0 1 15,0 0 0,1 1 0,-1 0 0,0 0 0,1 0 0,-1 0 105,2-1 0,-1 0 0,0 0 0,0 1 0,1-1 0,1 0-15,-2 5 0,0 0 0,1 0 0,0 0 0,0 1-87,-1 0 1,-1 0 0,1 1 0,1 0 0,1 0 32,3-1 0,1 1 0,1-1 0,0 1 0,0 0 72,-2 1 0,-1 1 0,0 0 0,1 0 0,1 0-55,1 1 1,0-1 0,2 1 0,-1 0 0,0 0 90,0 0 0,0 0 0,0 0 0,1-1 0,2 1 19,2-3 0,2 0 0,1-1 0,-1 1 0,1 0-181,-2 1 0,0 0 0,0 1 0,0-1 0,1-1 153,-3 7 0,0-2 0,2 1 0,-1-1 217,1 1 0,1-1 1,0 1-1,1-1-172,1-4 0,0 1 0,1-2 0,1 0 340,-2 9 1,2-1 0,1-2-461,3-9 0,1-1 0,0-3 193,-3 8 1,-1-5-3531,-5 3 0,-15-19 2689,11-12 0,-19-17 1,14-3-1</inkml:trace>
  <inkml:trace contextRef="#ctx0" brushRef="#br0" timeOffset="-159942.73">3933 15344 7533,'-25'-20'-1709,"5"8"1709,-5 6 0,-1 1 0,15-2 0,-21-5 0,21-1 0,-7 1 0,-6-6 0,20-1 0,-19-1 0,21 8 449,-14 18 1530,7 40-900,-4-7 1,0 5-721,8-3 1,2 3 0,-1 2-269,0-8 1,0 1 0,-1 0 0,3 1 200,0-2 0,2 0 1,1 0-1,0-1-22,0 10 0,2-1 0,0-3 179,1 4 1,2-5 90,1-10 0,4-5 899,14-8 540,-13-8-540,19-6 0,-3-9-899,4-2 0,5-5 89,3-11 1,2-6-385,-5 4 1,1-4 0,1-1-134,-10 3 1,0-2-1,-1 0 1,1-2-91,2-1 1,0-1-1,0-1 1,0-2-542,-6 5 1,0-2 0,0-1 0,0 1 0,-2 0-302,3-6 1,0 1 0,-2 0 0,0 1-274,4-6 1,-2 0 0,-2 7 436,0-1 1,-4 16-1,-11 29 1,-11 36 0</inkml:trace>
  <inkml:trace contextRef="#ctx0" brushRef="#br0" timeOffset="-157411.73">4480 17687 7533,'-10'-13'-1709,"3"6"1709,7 7 0,0 18 0,-7 6 0,-2 6 0,-4 10 0,-1 2-488,-4-5 1,-2 1 487,6-7 0,0 1 0,-1-3 0,-6 2 0,-1-4 0,4-3 0,-1-1 0,-3-3 0,1 0 0</inkml:trace>
  <inkml:trace contextRef="#ctx0" brushRef="#br0" timeOffset="-156978.73">5133 16980 7533,'-28'-14'-1619,"3"3"1529,-8 33 225,10 1 0,1 4-352,2-2 0,0 5 277,-3 9 0,-1 5 0,7 0 1064,11 1 1,4 0-1475,-12 4 1,6-3 79,20-8 0,10-14-450,3-24 1,3-13 719,-1-8 0,1-7 0,-3-1-195,2-1 0,-3-4 195,-5-2 0,1-6 0,-2-1 0,-5 4 0,-4-7 0,-4 3 0,8-3 0,0 2 1124,-8 8 1,-3 16 1214,-9 57-1800,5-15-179,-1 12 0,0 12 0,1-1-855,1-9 1,1 0 0,1-1 554,0 2 0,2 0 0,1 1-870,3 12 1,2 3-1,0-9-224,-3-18 0,2-1 404,6 8 0,4 3 1,-3-7 629,-1-1 0,19-5 0,-15-17 0</inkml:trace>
  <inkml:trace contextRef="#ctx0" brushRef="#br0" timeOffset="-156828.73">5468 17451 7533,'-10'0'-1080,"34"0"-2197,23-6 1770,-19 3 1,1 0 1506,-2 0 0,-3-1 0,1-13 0,-7 3 0</inkml:trace>
  <inkml:trace contextRef="#ctx0" brushRef="#br0" timeOffset="-156679.73">5680 17302 7533,'-26'23'-450,"1"0"0,-7 8 180,15-1 0,-1 7 1,4 0 346,7 11 0,3 1 147,-7-2 1,6 0-675,11-8 1,6 0-1,1-8 450,11-5 0,0-6 0,3-7 0,8-20 0</inkml:trace>
  <inkml:trace contextRef="#ctx0" brushRef="#br0" timeOffset="-156262.73">5468 16063 5824,'-17'29'0,"1"0"0,-6 4 0,1 8 0,1 3-997,9-14 0,2-1 997,0 4 0,1-1 0,3-1 0,2-3 0,3 4 0,0-2 0</inkml:trace>
  <inkml:trace contextRef="#ctx0" brushRef="#br0" timeOffset="-156112.73">5697 16273 6633,'-29'27'-360,"3"0"1,5 2 359,15-3-983,-14 16 0,1 2 983,15-6 0,-7-5 0,-2-1 0,4 5 0,-9 0 0</inkml:trace>
  <inkml:trace contextRef="#ctx0" brushRef="#br0" timeOffset="-154845.73">30833 11241 7533,'-28'-25'0,"11"-5"-1619,48 9 1589,1 10 0,8 1 0,0 2-772,-7 4 1,-1 2 0,7 0 995,0 0 1,7 1 0,3-1 0,2 1 0,0 1 0,-3 1-73,-5 0 0,-2 2 0,0 1 1,0-1-1,2 1 0,3-1-134,-2-1 1,2 0 0,2 0 0,0 0 0,2-1 0,-1 1 0,-1 0 0,-1 0-388,3 0 1,-1 1-1,1 0 1,-1 0 0,-1 0-1,-1-1 1,-1 0 263,0-1 0,-1 0 0,0 0 0,-2 0 0,-2-1 1,-2 1 134,15 1 0,-4-1 0,-5 2 0,-4-1 0,-10 3 0,-13 7 0</inkml:trace>
  <inkml:trace contextRef="#ctx0" brushRef="#br0" timeOffset="-153845.73">5680 15344 7533,'-18'0'-900,"-7"16"495,-1 11 1,1 5 404,8-7 0,0 3-209,-4 9 0,-3 5 0,5 0 209,6 5 0,4-2 0,-6-2 0,5 0 0,12 0 0,3-7 204,-1-13-204,18-5 0,3-2 0,-9-8 0,11 0 0,3-5 0,-1-14 0,14-2 0</inkml:trace>
  <inkml:trace contextRef="#ctx0" brushRef="#br0" timeOffset="-153528.73">5891 15418 7533,'-19'0'-1709,"-5"0"1709,22 0 0,-6 11 0,16-8 0,10 19 0,2-19 0,21 19 0,-20-19 0,5 19 0,-34 19 0,-4-4 0,-14 3 0,-5 1 0,7-7 0,-1-3 0,1-4 0,1 0 0,2 0 0,11-3 0,33-10 0,-9-2 0,16-7 0,5-4 0,6-1 0,-11-3 0,1 0 0,12-4 0</inkml:trace>
  <inkml:trace contextRef="#ctx0" brushRef="#br0" timeOffset="-153345.73">6174 15827 5824,'-17'31'0,"0"0"0,4 9 0,-7-18 0,0-4 0,9-4 0,-15-2 0,9-6 0</inkml:trace>
  <inkml:trace contextRef="#ctx0" brushRef="#br0" timeOffset="-152928.73">6385 15431 7533,'0'-14'-1709,"0"3"1709,24 16 0,-18-3 0,33 14 0,-35 9 0,11-3 0,-15 18 0,-23 2 0,12-18 0,0 0 0,-3-2 0,1 0 0,-3 12 0,40-15 0,-10-5 0,27 8 0,-22-14 0,-1 10 0,-18 5 0,-33 9 0,1-4 0,8-10 0,-3-2 0,-16 4 0,14-7 0,-5-2 0</inkml:trace>
  <inkml:trace contextRef="#ctx0" brushRef="#br0" timeOffset="-152661.73">6668 15331 5914,'33'22'404,"-10"4"1,-1 4-315,-6-6 0,-1 2 89,2 6 1,1 4 0,-6 0 134,-7 8 1,-6 1-435,-2-4 0,-3 3 0,0-3-382,-3 6 0,-6-2 112,-11-5 0,-7 0 0,2-6 71,5-7 0,-1-3 0,-4 3 0,-5 2 0,3-2 0,-3 1 1,-1 0-1</inkml:trace>
  <inkml:trace contextRef="#ctx0" brushRef="#br0" timeOffset="-146895.73">6385 17823 5914,'-2'18'-90,"12"12"90,-13-7 0,-6 3 0,-10 14 0,-7 0 0,3-12 0,-4-2 0,1-1-547,-12 8 1,3-3 0,12-8 0,5-4 0,10-5 0</inkml:trace>
  <inkml:trace contextRef="#ctx0" brushRef="#br0" timeOffset="-145927.73">6844 17216 7533,'0'-25'-1709,"0"-17"1709,0 13 0,0 10 0,0 38 0,0 14 0,0 1 0,0 5 0,0 3-410,0 1 0,1 4 0,-1 1 0,-1 1 410,-1-7 0,-2 1 0,0 1 0,1-1 0,0-2 0,2 5 0,1-2 0,0-1 0,-3-2 217,-3 10 1,-2-3 0,-1-26 322,-1-35-570,10-15 0,6-11 0,2-3-336,0-2 0,3-3 0,1-1 0,2 1 321,0 1 0,2 0 0,1 1 0,2 3 45,1 5 0,2 1 0,0 4 0,1 3-382,12-6 1,0 10 0,-7 10-1,-1 6 1,-1 7 0,-1-1 0</inkml:trace>
  <inkml:trace contextRef="#ctx0" brushRef="#br0" timeOffset="-145727.73">7126 17860 5824,'48'0'0,"0"0"0,-14 0 0,-1 0 0,-2-2 0,-3-2 0,-3-2 0</inkml:trace>
  <inkml:trace contextRef="#ctx0" brushRef="#br0" timeOffset="-145576.73">7303 17773 7533,'-32'35'-428,"1"-1"1,11-3 0,1 3 0,5 3 427,5-1 0,2 3 0,4 0 0,2-1-410,6 5 0,5-2 1,1-2-1,2 8 1,7-10-1,9-23 0,1 0 1</inkml:trace>
  <inkml:trace contextRef="#ctx0" brushRef="#br0" timeOffset="-72477.73">7232 16559 6633,'-10'-7'-809,"-13"7"809,19 6 0,-28 23 0,18-3 0,1 4 0,-5 7 0,-1 3 0,4-8 0,-1 2 0,4-1 0,1 7 0,2-3 0,0-8 0,2-3 0,7 3 0</inkml:trace>
  <inkml:trace contextRef="#ctx0" brushRef="#br0" timeOffset="-72292.73">7426 16732 7533,'-27'18'-855,"9"0"1,2 5 854,2 7 0,1 4 0,-5 7 0,1 0 0,3-7 0,0-3 0,1-5 0,1-5 0,-6-3 0</inkml:trace>
  <inkml:trace contextRef="#ctx0" brushRef="#br0" timeOffset="-71861.73">7426 16174 6183,'-20'6'-359,"-11"28"359,26-9 0,6 2 0,3 7 0,8-3 0,8-7 0,7-9 0,9-20 0,0-14 0,-4-17 0,-9-10 0,-14 11 0,-7-3 0,-3 1 509,-4-1 1,-4 1 0,-6 6-241,-10 5 1,-6 6 0,0 9-855,-4 16 1,2 12 584,-1 10 0,7 8 0,11 8 0,9 4 0,7-5 0,0 0 0</inkml:trace>
  <inkml:trace contextRef="#ctx0" brushRef="#br0" timeOffset="-70961.73">7761 18319 5914,'-27'41'-45,"10"-17"0,0 3 45,4 7 0,-1 1 0,-3-6 0,-1-1 0,4-2 0,0-3 0,-11 7 0</inkml:trace>
  <inkml:trace contextRef="#ctx0" brushRef="#br0" timeOffset="-56326.73">8555 17426 7533,'0'-14'-1709,"-8"3"1709,-2 11 0,-15 17 0,-10 9 0,-5 7 269,7-5 1,-1 3 0,-1 1 153,7-7 1,0 2-1,0-1 1,1-1 85,-7 3 1,2-2 0,11 0-295,15 1 0,10-1-485,16-4 1,7-2-631,11 9 1,-1 4 539,-15-6 0,-3 2 0,-5 2 315,-4 14 0,-12-1-135,-16-1 1,-9-4-226,0-8 0,-3-7 405,2-14 0,3-6 0,-1-7 0,19-22 0</inkml:trace>
  <inkml:trace contextRef="#ctx0" brushRef="#br0" timeOffset="-56159.73">8449 18158 5914,'39'13'-30,"0"0"0,6-11 0,-1-3 30,-14 1 0,-2-4 0,3-9 0,-5-3 0,-8-3 0</inkml:trace>
  <inkml:trace contextRef="#ctx0" brushRef="#br0" timeOffset="-55993.73">8678 17959 7533,'-43'22'-855,"16"0"1,1 6 1708,5 14 1,3 4-765,-5-1 0,5 1-855,14 4 0,6-4 765,0-4 0,23-9 0,3-33 0</inkml:trace>
  <inkml:trace contextRef="#ctx0" brushRef="#br0" timeOffset="-55875.73">8731 18232 5824,'26'0'0,"9"-6"0,-6-1 0,5-5 0</inkml:trace>
  <inkml:trace contextRef="#ctx0" brushRef="#br0" timeOffset="-55727.73">8837 18120 7533,'-35'35'-855,"17"-14"1,1 3 854,-2 10 0,2 1 0,5-5 0,5-2 0,7 15 0,4-31 0,11-13 0</inkml:trace>
  <inkml:trace contextRef="#ctx0" brushRef="#br0" timeOffset="-55575.73">8978 18120 7533,'-8'27'-450,"1"0"0,-3 4 0,0 1 315,-4 12 1,0-1-124,5-12 1,1-1 257,3 1 0,2-4 0,3-8 0,0-1 0</inkml:trace>
  <inkml:trace contextRef="#ctx0" brushRef="#br0" timeOffset="-55012.73">9684 16744 7533,'29'11'899,"1"-1"1,-1 18-1,-2 12-80,-7-3 0,-1 8 0,-2 4 0,-2 2-950,-6-11 1,-1 3-1,-1 1 1,-2 1-1,0 2 1,-2-1 361,0-1 0,-1 2 0,-1 0 1,-1 1-1,-1 0 0,-1-1 1,-1-1-399,-1-2 1,0 0 0,-1 0-1,-2-1 1,0 0 0,-2-1-1,0-1 272,-3 5 0,-1 0 0,-2 0 0,-1-2 0,0-3 0,0-2-713,-3 3 1,-1-4 0,-1-1 0,-3 0-49,-2-1 1,-3 1-1,-1 0 1,1-3 0,2-4 403,-1-1 1,1-4 0,-1 1 0,-2 1 0,-2 3-1,-1-1 1,3-4 0,3-4 0,0 0 0,0-1-1</inkml:trace>
  <inkml:trace contextRef="#ctx0" brushRef="#br0" timeOffset="-6161.73">8696 16720 5824,'0'19'0,"-8"4"0,-2 2 0,-7 12 179,-4-2 1,1 2-270,8-7 1,0 2 29,-4-1 0,-2 2 0,3-2 60,5-1 0,0-1 0,-4 3 0,3-3 0,9-3 0,4-9 0</inkml:trace>
  <inkml:trace contextRef="#ctx0" brushRef="#br0" timeOffset="-5977.73">8890 16918 6633,'0'26'-719,"-16"14"719,12-18-45,-14 10 0,-3 5 45,10-7 0,1 1-547,-8 4 1,0 0 0,5-4 0,1-3 0,-6 9 0</inkml:trace>
  <inkml:trace contextRef="#ctx0" brushRef="#br0" timeOffset="-4757.73">8661 15257 7533,'-26'-25'-1709,"14"11"1799,-3-2 629,38 9-359,-9-5-495,18 4 0,9 3-315,-1-1 1,2 0 127,-3 2 0,0 1 322,13-1 0,-6 2 0,-14 8 0,9 1 0</inkml:trace>
  <inkml:trace contextRef="#ctx0" brushRef="#br0" timeOffset="-4428.73">8749 15257 7533,'-28'-7'-1709,"3"18"1709,7-1 0,9 14 0,1 8 0,-6 11 0,2 1 45,6-6 0,0 3-601,2-5 1,0 5 0,0 0 0,1-5 915,-1-2 0,0 1-46,1 3 1,1 5 0,0 3 0,-1-1 67,-1-5 0,-1 1 1,1-1-1,0-1-262,0 7 0,1-1 0,0 1 127,0-4 1,-1 3-1,2-3 1,3-6 486,6 0 0,2-4-554,-6 1 0,5-3-334,12-9 1,1-7 423,1-8-1909,8-11 1,5-2 1553,-7 4 1,1-2-1,3-6 1,0-1 0,-2 2-1,-1 0 1</inkml:trace>
  <inkml:trace contextRef="#ctx0" brushRef="#br0" timeOffset="-3693.73">10442 15220 7533,'-19'-39'-1709,"19"9"2608,35 12-270,-5 14 1,3 1-540,-5 0 0,0 1 585,6 2 0,-1 0-361,-2-3 1,-1 0-315,19 2 0,-20-3 0,1 2 90,13 8-90,-22-5 450,11 10 269,-23 7-449,1-3-270,-2 25-180,-3-12 1,-2 5 179,-4 3 0,-2 6 0,1 2-748,2 2 0,0 3 0,0 1 0,-2-2 725,-1-10 1,-2-1 0,0 0-1,0 2 221,2 4 0,0 2 0,0 2 0,-1-1 0,0-3-153,-2-1 1,-1-1-1,0-2 1,1 0 134,2 9 0,0-2 0,1 2 107,-1-8 1,0 2 0,0-1 0,0-4 476,-4 7 1,0-4-585,3-6 0,-2-1-135,-8 5 0,-3-9-135,-1-19-1349,-4 2 0,-3-2-200,-5-8 1,-1-3 1091,-1 4 1,-1 0 0,-1-5 0,2-2 0,-10-2 0</inkml:trace>
  <inkml:trace contextRef="#ctx0" brushRef="#br0" timeOffset="4705.27">9031 15158 7533,'-10'-20'-1709,"2"3"1709,32 17 0,-2 0 0,12 4 0,6 3 0,-3 1 0,1 3 0,0 4 0,-2 2 0,-6-4 0,-9 5 0,-20 13 0,-10 2-220,-12 5 490,-5-3 0,-7 6 0,1-3 1259,1-1 0,0-2-1080,2-2 1,-1 1 0,10-3-540,18 13-90,18-22-1459,22-19 1,6-6 957,-1 3 546,-9 1 1,-1-2-1,10-4 1,2-2 0</inkml:trace>
  <inkml:trace contextRef="#ctx0" brushRef="#br0" timeOffset="6355.27">9878 15009 7533,'-10'11'-1709,"-14"25"2248,17 7 1,3 5-1,-5-15 1,0 1-344,5 6 1,2 4-1,0-2-151,3 0 0,-2 0-525,-3-7 1,-2 1-1,1 0-465,3 13 1,0-4 944,-7-18 0,2-3 0,7 9 0,-8-26 0,-2 5 0</inkml:trace>
  <inkml:trace contextRef="#ctx0" brushRef="#br0" timeOffset="6705.27">10354 15257 6633,'0'-14'1259,"16"3"361,11 17-1710,-1 1 0,1 4-1350,-1 4 1,-5 7 1124,-7 13 1,-8 3 314,-5-13 0,-6 1-421,-10 8 1,-7 3 0,0-6 465,2-11 0,-1 0 734,-4 7 1,-2 4 0,4-2 858,5-3 0,5 0-417,11 19-2660,29-29 0,9-9 1439,-10-5 0,3-5-1093,5 0 1,5-1 0,-9-1 781,-4-2 1,23 2 0,-31 5 0</inkml:trace>
  <inkml:trace contextRef="#ctx0" brushRef="#br0" timeOffset="8204.27">9066 16038 6633,'-19'-18'-809,"27"-7"809,37 5 0,-14 6 0,2 4 0,8 12 0,-3 6 0,1 13 0,-19-1 0,-9 4 0,-19 0 0,-7 1 224,4 3 1,0-1 0,-4-3 0,3-2-1034,12 9 809,22-21 0,7-9 0,14-13 0,-10 2 0,1 1 0</inkml:trace>
  <inkml:trace contextRef="#ctx0" brushRef="#br0" timeOffset="8487.27">9772 15963 6633,'-13'25'270,"0"-1"0,2 11 0,3 3-135,4-4 0,6-1-990,11 3 1,9-10 764,9-19 0,3-12 90,4-16 0,-4-9 0,-6-5 0,-11-3 135,-14 0 0,-13 7-225,-15 16 0,-5 11 90,-3 13 0,-1 8 0,2-3 0,3 2 0,13 4 0,-1 0 0</inkml:trace>
  <inkml:trace contextRef="#ctx0" brushRef="#br0" timeOffset="9522.27">10389 16112 7533,'-9'6'-630,"-7"28"315,15-4 0,0 3 315,-11 12 0,0 0 0,10-8 0,0-2 0,-5-7 0,-1 1 0</inkml:trace>
  <inkml:trace contextRef="#ctx0" brushRef="#br0" timeOffset="10671.27">9349 16385 7533,'-16'-14'-1709,"12"3"1709,-22 18 0,-3 8 0,11 7 0,-14 8 0,0 5 0,19-6 0,4 1 0,-6 0 0,5-2 0,25 13 0,10-36 0,3-8 0,-3 1 0,1-4 0,4-6 0,2-5 0,-4-1 0,-1-11 0,-5 0 0,2 5 0,-2 0 0,-5-6 0,-11 3 0,-27 15 0,-5 4 0,6-12 0,-22 15 0,-4 10 0,13 20 0,-10-3 0,43 7 0,27-17 0,18 0 0</inkml:trace>
  <inkml:trace contextRef="#ctx0" brushRef="#br0" timeOffset="10938.27">9737 16522 7533,'-28'23'-1709,"11"-8"1709,9 19 0,39-18 0,-5-5 0,3-5 0,0-11 0,1-6 0,4 0 0,-9-6 0,-31-27 0,-32 18 0,11 23 0,-2 6 0,-16 12 0,21 16 0,24-7 0</inkml:trace>
  <inkml:trace contextRef="#ctx0" brushRef="#br0" timeOffset="11956.27">10389 16583 7533,'-19'29'-855,"6"-8"1,2 2 854,5 9 0,2 0 0,-1-6 0,1 0 0,-4 21 0,8-22 0</inkml:trace>
  <inkml:trace contextRef="#ctx0" brushRef="#br0" timeOffset="28688.27">11148 17599 7533,'-32'0'-135,"1"0"0,-14 6 1664,20 6-2429,40 30 431,-5-16 1,2 0 0,5 3 0,1 0 0,-5-2 0,0 0 0</inkml:trace>
  <inkml:trace contextRef="#ctx0" brushRef="#br0" timeOffset="28821.27">11042 18232 7533,'-14'26'-570,"1"0"0,9 6 1,6 1 569,2 3 0,3-1 0,6 0 0,2-4 0,10 12 0</inkml:trace>
  <inkml:trace contextRef="#ctx0" brushRef="#br0" timeOffset="29489.27">12188 17909 7533,'-38'9'179,"-1"1"1,1-1 0,-5 3 0,11 5 225,21 8 0,13-1-630,30-13 0,16-12-645,-2-5 1,4-7 0,-1-5 619,-12-1 0,0-4 0,-2-2 1,-5-3 249,-3-1 0,-3-3 0,-5-2 0,-9 2 0,-9-5 0,-11-1 0,-8 10 120,-10 12 0,-8 9 0,-2 8 397,2 9 0,-1 10 0,0 5 0,4 3 302,2 5 0,3 5 0,4 3 0,5 2-491,4 4 0,5 3 0,5 0 0,8-4-1198,10 4 1,9-4-1,7-7 50,0-14 1,5-5 0,3-3 0,-1-6 803,5-6 0,0-7 1,-2-4-1,-2-2 1,-2-4-1,-5-2 0,-5-10 1,1 0-1</inkml:trace>
  <inkml:trace contextRef="#ctx0" brushRef="#br0" timeOffset="29671.27">12594 17699 5824,'15'33'611,"-1"0"1,0 0 0,6 6-1,0 2 1,1 1-1107,-5-7 0,0 2 1,0-1-1,1-2 66,6 8 0,1-2 1,-1-5-1,0-4 1,-1-7-1,12-2 0</inkml:trace>
  <inkml:trace contextRef="#ctx0" brushRef="#br0" timeOffset="29822.27">13000 17624 7533,'-31'23'74,"0"0"1,1 0 0,4 2 0,1 3 0,0 1 0,-1 2 123,1 0 0,-1 1 0,0 2 0,1 0 0,1 1-1018,-1 7 1,1 2 0,3-1 0,1-2 516,0 3 0,2-1 0,5-4 0,6 0 0,6-7 0,11-3 0</inkml:trace>
  <inkml:trace contextRef="#ctx0" brushRef="#br0" timeOffset="30104.27">13070 17885 7533,'8'-25'-570,"0"0"0,7 1 1,5 4 569,10 2 0,3 10 0,1 13 0,-3 12 0,-11 8 0,-5 10 0,-5 3-525,-8 2 0,-5 5 1,-4 3-1,-1 1 765,2-8 0,-1 2 0,0 1 0,-2 1 0,0 0 0,-2-2-61,0 0 1,-2-1 0,-1 1 0,-1-2 0,1 0 0,1 0-486,-2 4 0,1 0 0,0-1 1,0-3-1,0-5 351,-9 14 1,1-12-1,-3-15 1,17-60-1</inkml:trace>
  <inkml:trace contextRef="#ctx0" brushRef="#br0" timeOffset="30322.27">13264 17810 7533,'40'-20'-570,"-1"-1"0,-3 6 1,0 8 569,2 19 0,-5 12 0,-13 5 0,-11 5 0,-14 1 0,-11 3 0,-4 0-226,-5 1 0,-4 0 0,-3-2 226,-1-3 0,-3-1 0,3-4 0,-4 5 0,5-8 0,9-15 0,23-18 0</inkml:trace>
  <inkml:trace contextRef="#ctx0" brushRef="#br0" timeOffset="30604.27">13670 17971 8072,'24'13'360,"21"-12"-1574,-9-12 0,0-7 1124,0-8 0,-7-6 90,-8-2 0,-15 2 899,-22 14 1,-11 9 738,-14 23 0,-2 16-872,10 1 1,1 7 0,5 2-1427,6 1 1,5 3 0,8-1 659,12 7 0,11-5 0,3-15 0,6-8 0,5-16 0,0-1 0</inkml:trace>
  <inkml:trace contextRef="#ctx0" brushRef="#br0" timeOffset="30822.27">14041 17785 6183,'4'27'697,"1"0"0,-5 8 1,-4 5-1,1-2-1642,-3 9 1,0 0 824,0-11 0,0 1 0,0-7 120,-2 4 540,16-79 134,-1 8 1,4-4-1425,6 2 1,4-2-1,0 1 579,-7 6 1,-1 2-1,3 1 1,5 4 0,3 1-1,-3 2 1,-3 3 0,0 0-1</inkml:trace>
  <inkml:trace contextRef="#ctx0" brushRef="#br0" timeOffset="30972.27">14393 17377 7533,'-19'-9'1079,"3"33"-2698,16 22 1619,0 2 0,0 1 0,0-20 0,0 0 0,0 5 0,0 1 0</inkml:trace>
  <inkml:trace contextRef="#ctx0" brushRef="#br0" timeOffset="31121.27">14358 17885 7533,'-4'26'-855,"0"0"1,-6 22 854,5-9 0,1 1 0,-1-10 0,2-3 0,3 12 0,8-11 0,1-21 0</inkml:trace>
  <inkml:trace contextRef="#ctx0" brushRef="#br0" timeOffset="31373.27">14429 18058 7533,'33'7'-1709,"-4"-1"1709,1-14 0,-1-6 0,-8-4 0,-3-3 0,8-7 0,-9-2 180,-22-15 2068,-25 49-944,2 24 1,1 13-1365,12-10 0,2 3 0,4 0-1579,1 15 1,8-3 1519,11-15 1,6-8 0,12-18 0,4-19 0</inkml:trace>
  <inkml:trace contextRef="#ctx0" brushRef="#br0" timeOffset="31655.27">14746 17971 5914,'5'33'449,"0"-1"1,-1-1 0,0-1-1125,-2 2 1,4-6 584,11-14 90,11-39 0,-10 2 0,-1-1 0,10-13 0,-9 16 1259,-2 39-1169,-6 1 494,-5 7 1,-1 4-2294,4 17 1349,-8-5-89,0 0 449,0-26 0,0-2 0,0-6 0</inkml:trace>
  <inkml:trace contextRef="#ctx0" brushRef="#br0" timeOffset="31822.27">15187 17996 7533,'-31'27'1092,"-1"-1"0,7 12 0,5 5-2185,9-10 1,2 3 0,4-2 837,3 13 1,4-4 0,1-13 0,4-7 0,10-6 0</inkml:trace>
  <inkml:trace contextRef="#ctx0" brushRef="#br0" timeOffset="32088.27">15240 18219 6633,'35'26'3276,"8"-8"-4869,-16-27 0,-1-9 1143,-5-4 1,-2-3 449,1-4 0,-7-1 0,-17 3 0,-8 6 2068,-9 14-944,-8 17 1,-1 10 513,4 15 0,5 4-893,1-7 1,3 0-476,-1 10 0,12-3-1909,23-18 1,5-3-1639,4 8 2866,3-13 0,0-4 0,-1-2 0,-3 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6:24:33.68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12665 9358 7533,'-49'-6'-1709,"15"16"1709,5-8 0,0 4 0,5 18 0,4 5 0,5-8 0,1 0 0,-4 9 0,3 1 0,9-3 0,2-3 0,-4 4 0,10-4 0,4 1 0,12 1 0,-6-6 0,3 1 0,11 5 0,-1 0 0,-1 9 0,-7-7 0,-3-1 0,-14 0 449,-24 13-449,11-14-107,-21-8 1,-5-3-434,-4 5 315,4-9 0,2-6 225,7-17 0,15-4 0,24-16 0</inkml:trace>
  <inkml:trace contextRef="#ctx0" brushRef="#br0" timeOffset="150">12700 9890 5824,'39'25'0,"2"-11"0,-2-7 0,1-3-656,7-10 1,-18 3-1,-1-1 1,9-8 0</inkml:trace>
  <inkml:trace contextRef="#ctx0" brushRef="#br0" timeOffset="300">13018 9692 7533,'-41'23'389,"0"1"1,1-1 0,10 3 0,0 4 0,3 1-1,6-2 61,4 7 0,5 1-376,-1-2 1,2 4-1,11-6-839,26 2 1,11-8-566,-7-11 1,3-4 1329,15-1 0,2-7 0,-7-13 0,-2-5 0,-10 1 0,1 0 0</inkml:trace>
  <inkml:trace contextRef="#ctx0" brushRef="#br0" timeOffset="1466">21378 9296 7533,'-26'-3'-570,"-1"-1"0,-7 11 1,0 3 569,9-7 0,1 5-476,-7 17 0,3 6 476,1 11 0,12-12 0,4 2 0,4-5 0,4 0 88,6 1 0,2-1-88,7 13 0,8-11 0,1 0 0,1 5-1505,-8-7 1,-3 0 1504,-11 6 92,-13-7 0,-7 0 133,-10 0 0,-3-1-270,0-1 0,-1-1-180,-5 2 0,2-3-14,0-8 239,19-14 0,28-20 0,17-11 0</inkml:trace>
  <inkml:trace contextRef="#ctx0" brushRef="#br0" timeOffset="1617">21273 9754 7533,'0'12'-1709,"0"1"1709,39-1 0,-22-5-1639,18-3 1,3-2-746,-7-2 2302,-1-10 1,-1-3 81,-7 2 0,-2-7 0,-1-4 0,0-4 0</inkml:trace>
  <inkml:trace contextRef="#ctx0" brushRef="#br0" timeOffset="1738">21572 9642 7533,'-25'22'-855,"-1"0"1,-5 0 854,10 11 0,1 3 0,6-14 0,2 0 0,2 11 0,1 2 0,-1-2 0,2-2 0,3-4 0,2-2 0,11 20 0,-6-35 0,14 12 0,-6-15 0</inkml:trace>
  <inkml:trace contextRef="#ctx0" brushRef="#br0" timeOffset="1884">21590 9928 5824,'10'-8'0,"5"3"0,3 5 0,2-6 0,13 5 0,-13-10 0,-3 4 0,-9-5 0</inkml:trace>
  <inkml:trace contextRef="#ctx0" brushRef="#br0" timeOffset="2017">21731 9804 7533,'-25'23'-1709,"5"-8"1709,-5 19 0,15-13 0,2 4 0,8 4 0,0-14 0,0 8-820,16-10 1,-5-12 0,15-2 0</inkml:trace>
  <inkml:trace contextRef="#ctx0" brushRef="#br0" timeOffset="2150">21908 9741 6633,'0'31'1394,"-11"6"1,-2 2-1395,6-15 0,0 0-385,-9 16 1,-1 1-66,8-16 0,0-2 450,-8 17 0,7 8 0,2-11 0</inkml:trace>
  <inkml:trace contextRef="#ctx0" brushRef="#br0" timeOffset="9200">8555 8453 7533,'-35'33'-1709,"15"-13"1709,4 26 0,14-12 0,4 1 0,5 4 0,2 2 0,-5-7 0,-2 2 0,4-4-656,6 2 1,1-4-1,-3 3 1,-2-33 0</inkml:trace>
  <inkml:trace contextRef="#ctx0" brushRef="#br0" timeOffset="9501">8908 7090 7533,'6'-25'-1709,"29"11"1709,0 18 0,2 9 0,3 8 0,-5 9 0,-17 1 0,-6 5 0,-5 1 0,-8 2 0,-7 0 0,-3-1 119,-1 1 1,-3 0 0,1-4-210,-5 3 1,11-7-1,25-13 0,9-7 90,10-16 0,4-8 0,2 3 0,-1-2 0,-8-6 0,0 0 0</inkml:trace>
  <inkml:trace contextRef="#ctx0" brushRef="#br0" timeOffset="9917">8978 5714 7533,'-24'-42'-570,"-1"0"0,10 4 1,15 4 569,34 11 0,16 9 0,-9 7 0,3 3 0,0 7 0,0 5 0,-2 6 0,-4 5 0,-9 5 0,-4 5 0,-11 2 0,-13 4 0,-10 3 0,-4-2-257,-9 7 0,-5-3 257,1-11 0,-2 0 0,7-2 0,9-3 0,9 0 84,10 5 0,11-1-84,17-6 0,6-3 0,-9-6 0,1 0 0,-5 2 0,-6 10 0,-7 1 0,-13 21-151,-29-15 0,-17 2 0,1-3 151,12-10 0,1-3 0,-1 2-285,-8 6 1,0 2 0,1-2 0,-2-1-1,6-3 1,-1 2 0</inkml:trace>
  <inkml:trace contextRef="#ctx0" brushRef="#br0" timeOffset="10367">11007 4202 7533,'-24'26'-342,"1"1"0,-1 0 0,1 8 0,2 4 1,2 2 341,6-1 0,1 3 0,2 1 0,0 0-766,2 0 0,1 2 0,1-2 0,2-3 766,2 0 0,2-2 0,2-3 0,1 8 0,4-7 0,10-7 0</inkml:trace>
  <inkml:trace contextRef="#ctx0" brushRef="#br0" timeOffset="10651">11906 4474 6183,'28'-10'-120,"-1"0"0,11 4 1,-1 6 119,-12 11 0,-1 3 0,-1-5 0,-1 4 0,-2 18 0,-9 5 0,-19-1 0,-6 2 45,5 11 0,-3 1 134,-9-4 1,5-3-449,22 7 209,19-39 0,12-8 0,2-2 60,-3-1 0,2-2 0,1-1 0,-1-1 0,3-1 0,1 0 0,0-1 0,-2 0 0,8-4 0,-1 1 0,1 0 0</inkml:trace>
  <inkml:trace contextRef="#ctx0" brushRef="#br0" timeOffset="11216">13741 4350 7533,'8'-44'-1350,"1"7"3329,17 12-1079,17 13-1035,-6 6 0,4 1-450,1 4 1,1 1 134,2-4 0,-2 2 540,-11 5 0,-3 0 90,6-2 629,6 10-539,-4-10-450,-10 2 1,-1 0 268,11 2 1,-3 8-90,-25 12 135,-17-2 0,-7 2 45,-7 3 0,-3 2-90,0 1 0,1 1-90,3-4 0,9-1 270,37 16-135,-6-24 0,1-1-135,-1 0 0,0 1-360,12 18 180,-53 0-1125,-1-15 1,-7-1 1304,0-4 0,-5 0 0,0-1 0,2-2 0,-1-1 0,0 0 0,0 1 0,0-1 0,0 1 0</inkml:trace>
  <inkml:trace contextRef="#ctx0" brushRef="#br0" timeOffset="12433">9349 5565 7533,'0'-31'-1709,"-8"0"1709,6 6 0,-6 1 0,8 10 0,0 3 270,0 11 1349,8 49-1125,-7-19 1,0 2-413,3 10 1,0 6 254,-6-6 0,-2 5 1,-1 2-1,0-4-915,-1 1 0,-1-2 0,0 2 690,1-1 1,-1 3-1,0 0 1,0-4-83,-2 1 0,0-2 0,1-6-165,3-8 0,1-4-45,-4 15-540,7-63 1,2-15 359,3 7 0,0-4-348,-3-8 0,-2-6 1,3-3 455,1 12 0,2-1 0,1-2 0,-1 1 0,-1 4-61,-2-8 0,-2 3 0,2-1 560,2 2 0,0-3 1,1 3-1,-2 8 2958,-3-9-2666,-8 53 136,3 11 0,0 9-91,-2 3 1,-2 6 0,0 3-1,1-1-660,2-2 0,0-1 1,1 1-1,0 1 76,-1 8 0,-2 1 0,2 0 0,1-5-180,-1-2 0,1-3 0,8-18-36,13-24-144,-4-24 0,-2-20 1,0-10-1,1 2 195,-3 16 0,0-2 0,0-1 0,0 0 1,0-1-1,1 1 156,0-3 0,0-1 1,0 0-1,1 0 1,-2 3-1,0 2 503,-1-6 1,-1 0 0,0 7 0,0 12 2384,2 11-2160,-24 47-210,9 8 1,2 11 0,-2-2-671,-4-16 0,-2-2 0,1 6 17,5 5 0,1 7 0,2 3 0,-1-1 1,0-4-587,-2-5 1,0-3 0,1-1 0,0 4 531,3 2 0,0 2 0,2 2 0,0 0 1,0-1-459,0-3 1,0 1-1,1-1 1,0-1 0,2-2 290,3 10 1,1-2 0,0 0 0,-2 2 0,-1 0 0,2-5 0,3-11 0,0 0 0</inkml:trace>
  <inkml:trace contextRef="#ctx0" brushRef="#br0" timeOffset="12884">8943 7028 7533,'-28'-7'-1709,"19"1"2518,18 18 45,17 0 1,7 0-630,11 3 0,2 3-315,-11 0 0,-1 2 0,-1 2-30,1 0 0,-2 1 0,-9 6 274,-14 8 1,-9 6 0,-6-1 624,-5 5 1,-8 1-1,0-2-300,2-4 1,-1 0 0,1-4-390,-11 9 0,16-10-675,47-17 1,13-11 629,-20-4 0,2-4-1138,17-3 1,7-3 0,-8 1-547,-13 3 1,-3-1 1467,9-6 1,-1 0 0,3 6-1,-14-3 1</inkml:trace>
  <inkml:trace contextRef="#ctx0" brushRef="#br0" timeOffset="13516">8467 8490 7533,'-47'-6'-1709,"-2"0"1709,37 6 3276,35 0-2036,17 0 0,9 0-1150,-6 3 0,5 1 0,-2 0-405,-4-1 1,-2 0-1,-1 5-15,-2 8 0,-2 5 1,-7 0 239,8 12-270,-27 6 0,-9 2 630,-9 0-135,-6-11 0,-6 0 899,-8 4 1,-3-1-271,7-9 1,1 0-405,-1 3 0,7-1 121,18 10-481,28-15-135,-8-9 0,5-1 135,5-3 0,5-1 0,0 2-32,-3 1 1,0 2-1,0 3 751,6 4 1,0 3 0,-6 4-1,-1 17 1,-17 3-780,-26-12 0,-13 1 0,-5-4-1033,-6-1 1,-7-5 0,-1-3 879,6-6 1,-1-3 0,-1-1-1,2-4 1,-5-3 0,2-4-1,3-2 1,0-6 0,0 0 0</inkml:trace>
  <inkml:trace contextRef="#ctx0" brushRef="#br0" timeOffset="28501">24994 7313 7533,'-36'-10'-540,"0"1"0,4 0 1,3 0 449,2-4 90,11 6 0,44-1 0,22 0 819,-16 4 0,3 1 0,3 0 0,2-1-903,-2 0 0,3 0 0,3-1 1,0 1-1,1-1 0,0 2-19,-5 1 0,2 0 0,-1 1 1,2-1-1,-1 2 0,0-1 0,-1 1-444,8 0 1,0 0 0,0 1 0,0 0 0,-2 1 0,-2 1 323,1 1 0,-1 0 0,-2 2 0,-2 0 0,-2 0 0,10 2 0,-4 1 0,-4 0 1,-2 3-1,0 0 0</inkml:trace>
  <inkml:trace contextRef="#ctx0" brushRef="#br0" timeOffset="28734">26423 7102 7533,'31'-19'-225,"1"-1"0,-1 9 0,3 3 0,3 3 495,8 5 0,3 5 0,-2 1-275,-6-3 1,-1 0 0,-3 7 304,4 11 0,-3 8 0,-8 1 59,-7 8 1,-8 4-150,-1-2 0,-1 2 0,-12 0-210,-17 1 0,-14-2 0,-5-1-656,8-13 1,-5-1-1,-1-1 1,-1-1 0,2-2 357,-2 0 0,1-2 0,-1-1 0,0 0 0,-5 1 0,-1-1 0,1 0 0,6-3 1,3 0-1,-1 0 0</inkml:trace>
  <inkml:trace contextRef="#ctx0" brushRef="#br0" timeOffset="29484">25894 6160 0,'-13'-24'0,"0"0"0,-13 6 0,-6 7 0,-8 7 0,-3 12 0,8 12 0,-4 10 0,1 5 0,3-1 0,8-5 0,2 1 0,1 1 0,0 1 0,-3 4 0,-1 2 0,2 0 0,7-2 0,1 16 0,19-12 0,24-30 0,14-10 0,1-3 0,-4-3 0,1-4 0,3-6 0,-5-1 0,3-5 0,2-2 0,0-3 0,-3 1 0,-3 2 0,-1-2 0,-4 2 0,-1-2 0,-1-3 0,1-3 0,0-5 0,-1-1 0,-4 3 0,-7 6 0,-2-18 706,0 13 1,-7 10-347,-27 35 0,-7 12 610,2 15-476,8-8 1,-3 9 0,2 3 0,6-3-83,8 4 0,6 0 0,2 0-817,-1-3 0,1 1 0,2-1 0,2-3 183,6-1 1,2-3-1,3-5 222,10-1 0,1-7 0,13-2 0,2-5 0</inkml:trace>
  <inkml:trace contextRef="#ctx0" brushRef="#br0" timeOffset="29955">26123 6532 7533,'-19'0'-1709,"11"0"-1568,33-5 893,5 3 2302,6-8 1,2-2 81,5 2 0,3-6 0,-2-2 0,-2 3 0,-12-2 0,-2 0 0,0-4 0,-3-10 0</inkml:trace>
  <inkml:trace contextRef="#ctx0" brushRef="#br0" timeOffset="30133">26511 6259 7533,'-17'0'-1350,"-1"6"1081,0 1-3008,-7 27 803,-3-11 2392,10 13 1,1 3 81,-2-1 0,5-8 0,-1 3 0,4-3 0,5 8 0,-10-1 0,1 1 0,21 7 163,4-10-163,25-8 0,2-38 0,-1-3 0,-11-10 0</inkml:trace>
  <inkml:trace contextRef="#ctx0" brushRef="#br0" timeOffset="30267">26494 6631 5824,'15'-19'0,"5"6"-3277,23 2 893,-14 10 3793,20-4-1409,-27-1 0,3-1 0,-17-5 0</inkml:trace>
  <inkml:trace contextRef="#ctx0" brushRef="#br0" timeOffset="30433">26705 6470 7533,'-27'0'-1709,"-14"22"1709,19-5 0,0 10 0,3 3 90,7 1-90,-1 0 0,3 1-90,8-3 90,-6 18 0,8-26 0,16-3 0,-5-13 0,15-16 0,-9-3 0</inkml:trace>
  <inkml:trace contextRef="#ctx0" brushRef="#br0" timeOffset="30550">26864 6433 7533,'-18'38'629,"-1"0"1,-3 4-660,9-5 0,0 1 0,0 0-295,-2-5 1,-1 0-1,2 0 1,1 8 0,2 2-1,2-6 1,0-8 0,0-1-1</inkml:trace>
  <inkml:trace contextRef="#ctx0" brushRef="#br0" timeOffset="34005">25735 7586 7533,'-17'23'-855,"10"8"1,4 8 854,-1-4 0,2 4 0,0 1-204,1-3 1,1 2 0,1 0 0,-1-1 203,1 7 0,0-1 0,-3-5 132,-7 5 0,2-20-132,11-42 0,4-16 0,-1-5 0,1-6 0,4-1-120,3 8 1,2-1 0,3 1-1,1 2 120,1 2 0,3 1 0,1 3 0,-1 4-408,13-4 1,-2 8-1,-8 12 1,-5 3-1,-7 0 1</inkml:trace>
  <inkml:trace contextRef="#ctx0" brushRef="#br0" timeOffset="34284">25964 8118 7533,'-9'2'-1709,"40"-15"1709,2-7 0,1 5 0,1-1 0,-7 4 0,-3 0 0,12-13 0,-4 0 0</inkml:trace>
  <inkml:trace contextRef="#ctx0" brushRef="#br0" timeOffset="34450">26211 7833 7533,'-21'20'-570,"-1"0"0,2 12 1,3 5 569,4-3 0,1 3 0,2 0-909,-1 12 1,4-1 908,2-4 0,2-3 0,3 7 567,8-22-567,2-8 0,8-13 0,-1-5 0</inkml:trace>
  <inkml:trace contextRef="#ctx0" brushRef="#br0" timeOffset="34572">26282 8143 6183,'8'20'-359,"9"-2"359,3-12 0,6 0 0,-9-6 0,1-6 0,-1-1 0</inkml:trace>
  <inkml:trace contextRef="#ctx0" brushRef="#br0" timeOffset="34717">26458 8019 6633,'-13'22'240,"-1"-1"0,0 17 0,2 7-210,5-7 0,2 2 0,0 1-395,1 1 1,1 1 0,0-2 0,0-4 0,0-2 0,1-3 0,2-3 0,0 1 0</inkml:trace>
  <inkml:trace contextRef="#ctx0" brushRef="#br0" timeOffset="35567">26388 8267 7533,'-10'-7'-900,"-6"-4"91,7-6 809,-9-4 0,8-9 0,-6-6 0,30 8 0,-18 3 0,51 14 0,-15 11 0,-7 3 0,2 0 0,4-3 0,-3 1 0,4 5 0,9-6 0,-31-6 0,-3-1 0,-7-5 0</inkml:trace>
  <inkml:trace contextRef="#ctx0" brushRef="#br0" timeOffset="35700">26564 8007 7533,'-35'-14'-1709,"7"3"1709,3 22 0,7 25 0,9-14 0,1 3 0,-2 7 0,2 3 0,3 5 0,0-1 0,0-14 0,2 0 0,6 5 0,2-3 0,5-2 0</inkml:trace>
  <inkml:trace contextRef="#ctx0" brushRef="#br0" timeOffset="35850">26741 8032 7533,'-18'-7'-1619,"-8"34"1574,8-8 0,1 4-253,1 14 0,3 6 298,1-3 0,0 4 0,2-3-1639,4 0 1,3-1 1535,-1-3 1,2 2 0,0-5 0,2 16 0,0 0 0</inkml:trace>
  <inkml:trace contextRef="#ctx0" brushRef="#br0" timeOffset="36384">28116 5913 7533,'0'-31'-810,"0"0"1,0-3 719,0 55 90,-3 10 0,-3 9 0,0-2-1639,0-2 1,0 5 1602,0-6 0,-2 6 1,0 4-1,-1 2 1,0-1-1,0-3-407,0 0 0,-1-2 1,1 0-1,0 0 0,-1 4 443,1-3 0,0 3 0,1 0 0,-1 2 0,0 1 0,-1 1 0,1 0 0,1-4 0,-1 2 0,0 1 0,0 0 0,-1 1 0,2-1 0,-1-1 0,2-2 0,0-3-20,0 2 0,1-2 0,1-3 0,0 1 0,0 1 1,-1 3 19,2-2 0,-1 4 0,-1 2 0,1 2 0,0-1 0,0-1 0,2-3 0,-1-3 0,2-7 0,1 12 0,2-8 0,-1 3 0,0 1 0,0 5 0,0 1 0,0-3 0,0-7 0,0 2 0,0-2 0,0 2 0,0 3 0,0-8 0,0 1 0,0 9 0,-8-34 0,-1 1 0</inkml:trace>
  <inkml:trace contextRef="#ctx0" brushRef="#br0" timeOffset="36904">28205 5491 7533,'32'-22'-342,"1"1"0,0-1 0,0 0 0,1-7 1,4 4 341,-1 13 0,9 3 0,3 1 0,-3 2 0,-6 1-1542,4 1 0,2 3 1542,-9 2 0,7 1 0,3 1 0,1 0 0,-3 1 0,-5 0-452,2 0 0,-6 1 0,7 1 452,-5-2 0,5 2 0,5 1 0,0 0 0,0-1 0,-3 0 0,-5-1-208,1 0 1,-4-1 0,-1-1 0,7 1 207,-5 0 0,5 1 0,3 0 0,2-1 0,0 1 0,-1-1 0,-2 0 0,-6-2-139,11 0 0,-7-2 0,1 0 1,6 1 138,-10 1 0,5 0 0,3 0 0,1 1 0,0-1 0,-1 0 0,-4 0 0,-5 0 0,6-1 0,-6-1 0,0 0 0,5 0 0,-3 1 0,5 0 0,4 0 0,-1 0 0,0 0 0,-4-1 0,-6 1 0,10-1 0,-8 0 0,6 0 0,-5 0 0,4 0 0,3 0 0,-1 0 0,-2 0 0,-6 0 0,3 0 0,-5-1 0,4 2 0,0 0 0,5 1 0,2 1 0,-3-1 0,-6 1 0,-4-2 0,-5 1 0,4 3 0,7 5 0,5 3 0,-2 2 0,-7-2 0,-4-2 0,-3 4 0,-2 6 0,2 6 0,-1 2 0,-6-4 0,-6-2 0,-3 2 0,-3 8 0,0 9 0,-2 0 0,-3-5 0,-1 1 0,-4 1 0,-6 1 0,-3 9 0,-3 2 0,0-1 0,2-6 0,0-2 0,1-4 0,-4 5 0,1-3 0,-4 6 0,-1 4 0,-1 1 0,0 0 0,2-3 0,1-6 0,1 2 0,2-6 0,0 1 0,-3 6 79,3-9 1,-2 5 0,-1 4-1,-1 2 1,0 0 0,0-1-1,1-1 1,1-4 0,0-4-13,-2 9 1,1-7-1,1 0 1,-1 6-57,2-3 0,-1 5 0,0 3 1,0 3-1,0-1 0,1-3 0,-1-3 1,1-7 48,-5 9 0,1-7 0,-1 6-112,6-9 1,-1 5-1,0 3 1,0 1 0,0-1-1,0-5 1,2-6 21,-2 1 0,0-6 0,0 5 66,-2 4 0,-1 6 0,0 2 0,1-3 0,2-7-396,0 2 0,0-1 293,0-1 0,-3 5 0,1-1 1,2-7 66,5-6 0,-1-2 0,-9 11 0,-4 5 0,1-7 0,4-14 0,-2-2 0,-13 13 0,0-1 0</inkml:trace>
  <inkml:trace contextRef="#ctx0" brushRef="#br0" timeOffset="37184">28187 8912 6633,'43'25'-270,"-4"-10"0,8 2 1,-2-3-824,-11-4 1,-2-2 0,8-1 909,-5-2 1,7 0 0,4-1 0,3 1 0,1-2 0,-1 0 0,-3 0-1,-4-2-35,3 0 0,-5-2 0,0-1 0,2 0 1,6-1 373,-10 1 1,2-1 0,3-1 0,3 1 0,1-1 0,2-1 0,0 1 0,1-1-1,0 1 1,0 0 0,-1-1 0,-1 1-20,0 0 0,1 0 0,0 0 1,1 0-1,-1 0 0,1 0 1,-1 0-1,0 0 0,0 0 1,-1 0-1,-1 0 0,0 0-227,3 0 0,-2-1 0,-1-1 0,0 1 0,-1 0 0,1 0 0,0 1 0,0-1 1,2 2-1,1 0-24,-4 1 1,2-1 0,2 2 0,1-1-1,1 0 1,0 1 0,-1 1 0,0-1-1,-2 1 1,-1 1 0,-3 0 0,-3 1 0,-3 0 113,17 4 0,-6 1 0,-4 1 0,0 1 0,0 0 0,4-1 0,1 1 0,-2 0 0,-1 1 0,-4 1 0,1 7 0,1 0 0,0-1 0</inkml:trace>
  <inkml:trace contextRef="#ctx0" brushRef="#br0" timeOffset="37733">29245 9371 7533,'-15'-20'-1619,"-5"13"1574,-5 13 0,-1 6 45,-13 16-1093,10-9 1,-4 4 0,5-1 853,9-1 0,0 1 239,-9 3 0,-5 3 0,6 0-76,10 2 1,3-1 75,-6-3 0,5 0 404,13 6 0,11-2-404,16-9 0,3-2 0,-7 4 0,1-1-548,20 5 0,-3-1 548,-16 1 820,1-2 1,-6 3-731,-22 0 0,-6 0-90,5-3 0,-4-2-135,-24 11 0,-8-4 135,4-12 0,-1-3 536,4-1 0,2-2-536,1-2 0,5-4 0,8-6 0,0 0 0</inkml:trace>
  <inkml:trace contextRef="#ctx0" brushRef="#br0" timeOffset="37917">29157 10089 6183,'33'11'-359,"-11"-9"404,11 5 0,6-2-90,2-10 0,1-2-400,-3 5 1,0-4 444,-2-5 0,1-3 0,-7-1 0,2-8 0,-8 2 0,-1 0 0</inkml:trace>
  <inkml:trace contextRef="#ctx0" brushRef="#br0" timeOffset="38100">29563 9840 7533,'-26'18'-810,"1"-1"1,-7 6 764,4 6 0,0 6 45,7 7 0,4 1-553,2-11 1,1 2 582,4 6 0,1 4 0,4-8-30,5 4-45,-3 4 0,6-3 45,29-10 0,-16 5 0,15-32 0,2-8 0,-9-10 0,17-11 0</inkml:trace>
  <inkml:trace contextRef="#ctx0" brushRef="#br0" timeOffset="38234">29633 10225 5824,'36'0'0,"-1"5"0,-8-3 0,7 9 0,-23-10 0,5 5 0</inkml:trace>
  <inkml:trace contextRef="#ctx0" brushRef="#br0" timeOffset="38401">29757 10126 7533,'-14'22'-570,"0"1"0,1 6 1,1 0 569,-6 5 0,12-2 0,2 1 0,0-6 0,1-1 0,3 19 0,0-11 0,7-27 0,3-1 0</inkml:trace>
  <inkml:trace contextRef="#ctx0" brushRef="#br0" timeOffset="38733">29968 10026 5824,'36'18'449,"-9"-9"-898,-1 13 449,-1-3 0,-13 2 0,-20 24 0,-8-16 0,-5-2 0,1-5 0,1 1 0,-8 10 0,12-4 0,29-14 0,0 3 0,24-15 0,6-6 0,1-4 0,-7 0 0,-1 1 0</inkml:trace>
  <inkml:trace contextRef="#ctx0" brushRef="#br0" timeOffset="66901">14464 12171 0,'-18'-30'0,"8"3"163,3-3-163,7 11 3276,7 12-106,11 47-3485,-11 3 1,-2 8-339,-1-16 1,1 3 0,-1 2 0,-1-2 614,-2 10 1,-2 0-1,1-1 1,0-4 0,0-2-1,0-4 1,0-1-1,0 0 1</inkml:trace>
  <inkml:trace contextRef="#ctx0" brushRef="#br0" timeOffset="67367">14499 13509 7533,'-19'-19'-1170,"3"7"1530,39 6-180,-17 6-405,20 0 0,3 0-134,-13 0 224,12 1 0,1 4 135,-8 7 0,13 7 0,-34 9 0,-6 2 0,2 9-321,-10-8 0,-5 5 1,3-5 320,0 9 0,-3-9 0,-5 4 0,4-5 0,5 3 135,-3 5 0,2-2 224,9-12 91,7 10-360,0-21-270,15-7 0,-11 0-269,35-6 1231,-17 0-872,3 0 0,1 0 90,3 0 0,5 0 0,-17 0 0,1 0 0</inkml:trace>
  <inkml:trace contextRef="#ctx0" brushRef="#br0" timeOffset="67783">14305 14674 7533,'-35'6'-1709,"15"1"4407,36 5-2698,31 1-1214,-7-2 0,0 1 1079,-14-6 0,-3 3 135,1 10 0,-8 2 0,-16-4 0,-6 9 0,-4 4 135,-3-3 0,-2-2-91,0 2 1,1 0 989,0 6 1,3-3-675,3-7-90,31 17 0,-1-24 0,1-1-90,18 13-360,-10-6 0,-5 1 90,-14-1-135,-11 6 0,-10 2-405,-25 3 1,-8-2 269,15-3 0,-3-1-460,-1-10 1,-7 0 0,1-1 0,6-3 730,7-1 1,1-4-1,-22 1 1,0-5 0,-1-5-1</inkml:trace>
  <inkml:trace contextRef="#ctx0" brushRef="#br0" timeOffset="68234">16016 10869 7533,'-32'-7'-540,"-1"0"0,6 5 1,3 4 449,-1 12 269,14 16 1,4 4-806,-2 11 746,3-4 0,0 7 0,2-5-852,3-9 0,0 1 574,-1 1 1,0 5 0,0 2-1,0-2 38,2 7 0,0-1 0,0-1 120,0-5 0,0-1 0,0 1 0,-1 6 0,0 0 0,3-8 0,14 2 0,-6-18 0,-1 1 0</inkml:trace>
  <inkml:trace contextRef="#ctx0" brushRef="#br0" timeOffset="68584">17304 11130 3029,'-10'-24'-1709,"41"14"3078,-13-6-1369,12 12 0,10 6 0,-6 0 0,5-2-207,1 0 0,8 0 0,-7 0 207,-13-1 0,-1 2 0,6 3 0,3 2 0,-5 0 784,8 10-784,-26 15 0,-8 7 0,-9 7-107,-12-7 0,-9 7 0,1-7 107,4-10 0,-3-1 30,-4 11 0,-3 4 0,3-7 60,6-16 0,3 0 359,-5 19 1,5-1 358,8-14-358,33 17-450,9-26-744,-1-9 1,8-1 0,-1-1 608,1 1 0,2-2 45,-1-3 0,7 0 0,-1-1 0,-5 0-173,3-1 1,-1-1 0,2-1 0,5-1-1,-6-1 1,-8-2 0,0-1 0</inkml:trace>
  <inkml:trace contextRef="#ctx0" brushRef="#br0" timeOffset="68938">18927 11043 7533,'2'-35'-570,"1"1"0,11 3 1,8 6 883,15 5 1,6 8-630,3 5 1,0 8 314,1 15 0,-6 4 0,-15-7 0,-7 5 45,-4 17 0,-14 4 404,-25-4 1,-9 0 239,13-3 1,0 3 0,0-2-211,-6-2 1,1-1 0,11-1-120,21 13 0,17-5 59,7-18 1,8-6 0,3-1-263,-6-2 1,3 0-1,-1 0 1,-2 1-39,4 4 1,-3 1 0,-6 1-257,-5 0 1,-13 2 76,-25 6 0,-16 3 0,-7-1-152,5-8 1,-7-1 0,-2-1 0,0 0 0,2 0 0,0 4 0,1-1-1,0 1 1,-2 0 0,-1-2 0,-1-1 0,0 1 0,1 0 0,-1-1 0</inkml:trace>
  <inkml:trace contextRef="#ctx0" brushRef="#br0" timeOffset="74317">15610 14972 7533,'-19'-40'-1709,"3"11"1709,32 29 0,3 13 0,7 3 0,7 3 60,5 2 0,4 3 0,-2-1-529,-2 2 0,2 1 514,-1-5 0,5 2 0,1 0 0,-4 1-195,-2 1 0,-3 1 0,0-2 120,0-3 0,-1-1 0,0 3 30,3 7 0,0 4 0,-8-7 0,-1-3 0,-11 3 0,-2-3 0,-6-14 0,-3 7 0</inkml:trace>
  <inkml:trace contextRef="#ctx0" brushRef="#br0" timeOffset="74467">16298 14984 5651,'-16'-29'-855,"-1"-1"1,-20 21 854,15-6 0,-1 6 90,-6 26 0,-3 16 0,3-3-506,2-7 1,-1 2 361,2 0 0,-5 6 0,-1 2 0,1-1 1,4-4-253,1-4 0,3-3 0,-3 4 306,0 3 0,-5 4 0,-1 3 0,-1 1 0,2-2 0,4-5 0,-4 5 0,4-3 0,-1 2 0,1-1 0,0 0 0,1 0 0,-1 0 0,0 0 0</inkml:trace>
  <inkml:trace contextRef="#ctx0" brushRef="#br0" timeOffset="84533">29404 16534 7533,'-18'0'-1709,"-7"0"1709,13-17 0,20-25 0,9 4 0,3 0 0,-4 7 0,0 0 0,5-8 0,-3 3 0,-8 3 449,-1 2-89,-1 13 1259,-8 51-1214,7 8 0,2 5-270,-3-8 0,0 4-920,1 3 1,2 5-1,0-8 875,0-15 0,0-1-495,-3 18 0,5-2-405,8-20 1,4-9-450,24-16 1259,-7-14 0,-2-7 0,-17-1 0,-1 0 45,11-1 0,-7 7 45,-20 13 1889,19 39-1529,-21-14 314,10 13 1,0 0-406,-8-14-224,18 1 0,3-5 45,-9-19 0,15-9 0,2-6 0,-1-12-540,-13 6 0,3-6 1,-5 4-1890,5-11 1559,-8 9 0,1-5 1,-5 4 454,-6-9 1,7 4-1,2 1 1,-4-2 0</inkml:trace>
  <inkml:trace contextRef="#ctx0" brushRef="#br0" timeOffset="84668">30374 15939 7533,'-47'-7'-1709,"14"7"1709,25 7 0,24 22 0,-5-13 0,7 30 0,-2-30 0,-6 13 0</inkml:trace>
  <inkml:trace contextRef="#ctx0" brushRef="#br0" timeOffset="84822">30339 16422 7533,'-10'46'-855,"-2"-21"1,1 2 854,8 1 0,2-1 0,-15 16 0,15-10 0,2-3 0,-1-8 0,0 13 0,0-22 0,0 5 0</inkml:trace>
  <inkml:trace contextRef="#ctx0" brushRef="#br0" timeOffset="85101">30621 16434 5914,'-10'26'989,"1"-1"0,-1 8 1,4-1-1260,6 4 315,0-6 0,0-2-1214,0-6-91,16 1 991,-13-23 179,23-13 0,3-8 90,-11-9 0,18-3 0,0 1 0,-12 3 0,0 10 0,1 4 0,-5 8 899,-3 34-629,-9-2 1368,-14 20 0,-4 2-1176,6 0-1137,-1 0 1,3-1-831,11-11 1505,17 7 0,1-30 0,9-6 0</inkml:trace>
  <inkml:trace contextRef="#ctx0" brushRef="#br0" timeOffset="96567">8220 16645 7533,'-36'-26'-900,"-7"8"181,6 24 629,10 2 90,-1 13 0,1 3-965,1 7 1145,1-6 0,-5 4 0,3-2-46,6-6 1,1 2-15,-2 7 0,-2 4 0,3-6 517,-8 5-458,14 2 1,4-2 0,3-17-225,21 7 0,6 0-45,-3-7-135,21 8 1,6 3-91,-13-4 0,-1 0 139,4-1 1,-2 3-50,-3 7 0,-7-1 135,-11-2 270,-12 0 0,-4 0-180,-5 0 269,-12 0 1,-3-1-543,-14-4 3,6-1 0,0-1 270,2-6 0,-7 7 0,37-22 0,-6-2 0</inkml:trace>
  <inkml:trace contextRef="#ctx0" brushRef="#br0" timeOffset="96801">8220 17501 7533,'-19'18'-810,"0"1"1,18 12 719,46-17 90,-2-10 0,-8-20 0,-6-8 0,-17 0 0,-5-8 0,-6 0 0,-11 9 0,-12 1 0,-5 4 0,-6 10 0,-8 8 0,0 5 0,7 10 0,4 6 0,3 5-164,16 19 1,3 1-1,18-5 1</inkml:trace>
  <inkml:trace contextRef="#ctx0" brushRef="#br0" timeOffset="97368">8678 17736 7533,'16'-26'-900,"-4"8"1800,5 23-990,-9 9-540,-24 11 0,-7 2 541,5 5-317,-3-8 1,-6 2 0,3-1-1,8-5 1,1 1 0,-11 9-1,1 0 1</inkml:trace>
  <inkml:trace contextRef="#ctx0" brushRef="#br0" timeOffset="98484">9419 16893 7533,'-35'-7'-1709,"-8"7"1709,12 21 0,1 9 0,5-2 0,0 5 0,3 1 0,0 7 0,2 4 0,5-1 0,1-3 0,3 1 0,10-5 0,17 3 0,11-13 0,12-29 0,5-18 0,-10-3 0,0-8 0,-2-5-231,-9 2 0,-2-4 0,-2-2 0,-2 1 231,-1 3 0,-2 0 0,-2 0 0,-3 2 0,-3-27 0,-10 23 1122,-16 53-762,1 22 0,1 13-563,9-15 1,0 3-1,3 2 1,3-2-226,4 12 0,5-1 0,2-3 428,1-10 0,1-2 0,3-3 0,8 2 0,3-7 0,9-3 0</inkml:trace>
  <inkml:trace contextRef="#ctx0" brushRef="#br0" timeOffset="98734">9684 17389 7533,'-14'30'-570,"0"-1"0,0 4 1,3-3 569,9-2 0,27-9 0,-2-28 0,1-11 0,3-7 0,-7-5 0,-13-5 0,-12 2 0,-11 12 0,-7 8 0,-13 18 0,0 13 0,13 9 0,6 4 0,3-3 0,7 0 0,25 15 0</inkml:trace>
  <inkml:trace contextRef="#ctx0" brushRef="#br0" timeOffset="98933">10019 17687 6633,'-18'-8'270,"8"25"-720,-4 5 1,-3 5 449,-1 14 0,-1 1 0,-4-5 0,-1-1 0,-2-1 0,1 0 0</inkml:trace>
  <inkml:trace contextRef="#ctx0" brushRef="#br0" timeOffset="99733">10354 16992 7533,'0'-24'-1709,"0"-12"1709,16 8 0,11 47 314,-14 19 1,-4 13-338,-2-14 1,0 4 0,-1 3-1,-3-1-227,-4 3 1,-4 1 0,0 0 0,1-3 219,2 6 0,2-2 0,-2-12 207,-6-10-267,20-56 0,9-24 90,-7 10 0,1-3 0,3 0-191,0 13 1,3-1 0,-1 3-1,0 1 1,4-12 0,1 8 0,-1 17-1,1 1 1</inkml:trace>
  <inkml:trace contextRef="#ctx0" brushRef="#br0" timeOffset="99917">10654 17550 7533,'31'1'-1709,"16"-7"1709,-11-8 0,1-3 0,-9 4 0,-1-1 0,-7-4 0,1 0 0</inkml:trace>
  <inkml:trace contextRef="#ctx0" brushRef="#br0" timeOffset="100051">10848 17315 7533,'-24'32'-342,"0"0"0,-1 0 0,5 4 0,1 2 1,5 1 341,7 0 0,3 0 0,6-1 0,7 9 0,9-6-142,4-16 0,3-9 0,2-13 0,-1-7 0,17-16 0</inkml:trace>
  <inkml:trace contextRef="#ctx0" brushRef="#br0" timeOffset="100500">10813 17612 7533,'-26'-14'-1709,"-1"31"1844,8 6 0,2 5 179,4 4 1,7 2-585,12 1 0,11-8 90,13-22 1,5-13 179,8-12 0,-2-12 0,-13 0 0,-3-5 0,-7-2 179,-9 1 1,-5-1 0,-7 2 719,-10-9 1,-12 9-225,-13 17 0,-4 16-1620,3 22 1,4 13 944,4 7 0,9 4 0,10-3 0,8-1 0,9-9 0,0 0 0</inkml:trace>
  <inkml:trace contextRef="#ctx0" brushRef="#br0" timeOffset="100884">11130 17971 6183,'8'-19'-359,"-6"7"359,-2 28 0,-18 17-469,6 1 1,-3 0 0,-2-12 0,-1-1 0,0 2 0,0-1 0</inkml:trace>
  <inkml:trace contextRef="#ctx0" brushRef="#br0" timeOffset="101750">7726 16187 7533,'-41'0'-300,"0"0"0,6 2 0,1 7 30,3 13 0,1 9 1,1 7-189,8-6 1,2 4 0,1 3-1,0 3 1,0 1 738,3-5 0,-1 2 0,1 1 0,0 2 0,1 2 0,1 0 1,1 1-1,2-1-483,1 1 0,2 1 0,0 1 1,1 1-1,1 0 0,3 1 0,1-1 1,3-1-1,2 0 202,3-1 0,3 1 0,3 0 0,1-1 0,2 0 0,1-1 0,0-1 0,0-1 0,-1-3 0,0 3 0,-1-1 0,1-1 0,0-1 0,1-3 0,3-2 0,3-2 0,12-5 0,0-1 0,-1 1 0,1-1 0,0 1 0,-1-1 0</inkml:trace>
  <inkml:trace contextRef="#ctx0" brushRef="#br0" timeOffset="102601">11959 16844 7533,'-10'-20'-1619,"-21"2"1529,17 12 90,-12 14 0,-5 11 0,2 8 0,0 8 0,1 0-188,6-4 1,1 2-1,0 2 188,-3-1 0,-3 4 0,3-1 0,8-3 0,10 6 0,8-3 69,9 0 0,6-2-69,6-7 0,3-1 0,3 0 0,-5 2 0,-16 8 0,-6-1 0,-6 12 0,-17-12 0,-7-3 0,4-14 0,1-3 0,3 0 0,0-1 0,-11 7 0,31-15 0</inkml:trace>
  <inkml:trace contextRef="#ctx0" brushRef="#br0" timeOffset="102817">11924 17599 7533,'-18'14'-360,"1"21"405,11-10 0,2 4-630,-3 15 1,6-2 584,17 2 0,-12-15 0,3-4 0,19-2 0</inkml:trace>
  <inkml:trace contextRef="#ctx0" brushRef="#br0" timeOffset="103100">12241 16757 7533,'-9'-32'-720,"40"24"1754,-7 15 1,1 11-541,-2 8 1,0 11 0,0 4 0,-4 1-1248,-3 0 1,-2 1-1,-3 3 1,-3 3 782,-3-3 0,-1 3 0,-3 3 0,0-1 0,-2-1 0,-1-5 15,-1 4 0,-1-5 0,-2 0 0,-5 3-360,-1-4 0,-4 3 0,-2 2 0,-2-2 0,0-2 1,1-4 314,-3-1 0,1-5 0,-2-1 0,0 1 0,-3 8 0,-1 2 0,-1-1 0,2-4 0,-2-1 0,-1-1 0,1 0 0</inkml:trace>
  <inkml:trace contextRef="#ctx0" brushRef="#br0" timeOffset="104168">12876 18306 7533,'-9'20'-1619,"1"8"1529,8 10 90,0-10 0,-10-3 0,-4 1 0,-7 18 0,0-23 0,-1 0 0,4 2 0,0 0 0</inkml:trace>
  <inkml:trace contextRef="#ctx0" brushRef="#br0" timeOffset="105401">7020 15790 7533,'0'-25'-1709,"0"6"1709,-8-4 0,-1 20 0,-6 20 0,-4 11 299,-4 5 1,-4 4 0,1 1-803,5-5 1,2 1 0,-4 3 717,-1-1 1,-5 4 0,-1 1 0,0-3 0,4-4-126,1-4 0,2-5 0,-1 4 197,-1 1 1,-3 4 0,-1 2 0,2-1 0,2-2-815,-2 7 0,2-1 1,1-2 616,1-7 0,2-1 0,2 0-90,-2 16 0,11-6 0,18-13-1080,25 6-559,0-13 1,4-2 1251,-6-7 1,-1 0 270,9 6 1,-3 3 115,-15 0 0,-7 4 674,-16 24 1,-8 3-226,8-14 1,-4 1 59,-12 7 1,-7 3 0,2-6-262,7-15 0,0 0-158,2 4 0,-1 4 0,3-6 2336,2 8-2876,8-9 1,4-1 449,8-6-1258,13-4 0,3-3 1078,8 1 314,-2-1 1,2 3 928,-9 0 0,-5 5-44,-5 12 1,-3 7 0,-2-1-190,5 0 0,-4 4-345,-9-1 1,-4 7 0,-3 4 0,0-1-1,-1-8-594,0-5 0,-1-5 0,-1 6 259,0 2 0,-1 8 0,0 4 0,0-1 0,0-3 0,2-7-480,-1-2 0,1-6 0,0 6-217,2 0 1,0 6 0,0 3 0,1 1 0,1-5 0,2-7-1093,3 12 1,4-4 1462,-3 0 1,2 2 0,4-12 0,18-10 6</inkml:trace>
  <inkml:trace contextRef="#ctx0" brushRef="#br0" timeOffset="106088">13882 16844 7533,'-26'-32'-1619,"-9"7"1529,6 13 90,0 22 0,1 7 0,-4 13-820,14-2 1,-2 8 0,1 3 0,2-4 391,-1 9 0,3 3 682,3-10 1,0 7 0,-1 4 0,0 1 0,1-3 0,1-5-135,-1 4 0,2-5 0,1 7-43,3-10 0,0 6 0,1 4 0,0 0 0,0-1 0,1-4 1,0-6-48,-3 6 0,1-7 0,3 4-174,3 2 0,2 6 0,2 1 0,0-3 0,2-8 323,1 2 1,5-4-780,4 2 1,5 1-1,1-8 465,0-12 0,5-8 135,9-7 0,6-5 0,-4-5 0,-9-5 0,-2-5 0,3-1 0,0-1 0,1 1 0</inkml:trace>
  <inkml:trace contextRef="#ctx0" brushRef="#br0" timeOffset="106401">14340 17277 7533,'-27'-11'-570,"0"0"0,-3 7 1,1 10 688,0 16 1,0 12 0,2-2-1109,0-2 1,0 3 943,1-2 0,-3 5 0,1 0 0,5-7 421,5-5 1,2-2-377,-3 6 0,-2 3 0,5-5-90,4-1 352,4 21-532,49-22 270,-15-3 0,10 0 0,0 3 0,-19-1 0,-2 0 0,4-1 0,-3 3 135,-13 15 0,-6 0 1008,-1-7-1099,-16 4 1,-7 0-225,8-15 1,-1-4 179,-4-1 0,1-1 0,-19 11 0,33-25 0,9 3 0,17-10 0,11-2 0</inkml:trace>
  <inkml:trace contextRef="#ctx0" brushRef="#br0" timeOffset="106537">14252 18071 7533,'10'12'-900,"-2"6"1350,-8 18 359,0-7-1484,-4 5 1,0 0 494,2-2 180,-2 8 0,0 0 0,4-8 0,0-6 0,0 0 0</inkml:trace>
  <inkml:trace contextRef="#ctx0" brushRef="#br0" timeOffset="106801">14658 18281 7533,'0'-20'-1709,"0"3"1709,0 28 90,0-3-135,-3 19 0,-2 3 45,-5-3 0,-1 7 0,-3 1 0,-3-9 0,-1-2 0,-12 12 0,5 4 0,1-28 0,5 0 0</inkml:trace>
  <inkml:trace contextRef="#ctx0" brushRef="#br0" timeOffset="107239">15275 17538 7533,'-30'-23'-855,"0"0"1,-10-7 854,9 30 0,-2 11 0,8 8 0,2 8 0,0-1-1053,-8 2 0,1 4 1872,8-1 0,0 4 0,1 1 0,4-5 376,5-5 1,2 1-1016,0 7 0,1 4 0,5-6-180,12-1-540,13-3 0,7-5 361,7-15-811,4-5 1,4-11-104,-10-15 1,-1-10 0,-3 2-253,5 5 0,-3-2 1345,-1-9 0,-1-8 0,-6 2 115,-7-2 0,-6 3-115,-4 12 0,-2 1-47,-2-12 1,-4 9 46,-8 24 1799,-23 35-1529,11 5 294,8-1 1,-1 7-1,3-3-204,5-5 0,2 0-420,-1 9 0,-1 4 0,4-4-120,6-10 0,2 0 8,0 4 1,0 2 0,3-4-324,5-9 0,1-1 162,4 12 1,0-3 332,9-8 0,-1 7 0,-9-16 0</inkml:trace>
  <inkml:trace contextRef="#ctx0" brushRef="#br0" timeOffset="107434">15522 18058 6633,'-10'24'2429,"3"-4"-1350,7 27-899,-8-12-1619,7-9 0,0 1 1332,-7 17 1,8-5-1,0-3 1</inkml:trace>
  <inkml:trace contextRef="#ctx0" brushRef="#br0" timeOffset="108101">15857 18505 5824,'-29'32'0,"0"0"0,4-7 0,1 0 0,-7 6 0,1-2 0,8-11 0,1 0 0</inkml:trace>
  <inkml:trace contextRef="#ctx0" brushRef="#br0" timeOffset="109567">16245 17476 6633,'-9'30'-809,"9"7"809,2-4-1009,9 4 0,1 1 1009,-8 2 0,1-3 0,1 6 0,-1-4 0,-4-11 0,-2 0 0,-3 13 0,-2 7 0,0-5 0,0-13 0,0-1 0,-3 14 0,1-4 624,0-12-624,20-48 0,7-14 0,-4 6 0,1-3-320,-2 1 0,1-5 0,1-1 0,0 3 320,4-3 0,1 2 0,-1 0 0,-2 0 0,1 2 0,-1 0-317,8-9 1,1 4 316,-1 11 0,-1 5 0,4-3 0,4 14 0,-15 11 0</inkml:trace>
  <inkml:trace contextRef="#ctx0" brushRef="#br0" timeOffset="109767">16686 18120 7533,'-27'-5'-1709,"1"25"1709,17 14 0,4-9 0,2 2 0,2 3 0,2 0 0,3-1 0,0-3 0,-2 9 0,5-1 0</inkml:trace>
  <inkml:trace contextRef="#ctx0" brushRef="#br0" timeOffset="110089">16916 18579 5824,'-10'26'0,"-14"14"0,5-23 0,-2 5 0,-1 1 0,-8-6 0,10-3 0,-1 0 0,-6-2 0</inkml:trace>
  <inkml:trace contextRef="#ctx0" brushRef="#br0" timeOffset="111201">17657 17426 7533,'0'-19'-900,"0"-5"91,-24 11 809,10 0 0,-8 14 0,-5 9 0,1 14 0,-1 6 0,4-6 0,-2 3 0,1 1-549,1 4 0,1 3 0,2-2 549,-5 3 0,7-2 0,14-1 0,8-2-376,12-5 1,3-3 375,13 13-24,4-6 0,0 2 24,-18-4 0,-2 0 0,7-4 0,-3 2 0,-10 11 0,-13 0 0,-17-7 0,-9-3 0,7-4 0,-3 1 0,-2-1-371,-6 0 0,-1-2 0,1-1 371,-1 0 0,3-3 320,-16-1 0,38-16 0,-9 0 1</inkml:trace>
  <inkml:trace contextRef="#ctx0" brushRef="#br0" timeOffset="112800">17621 18182 5824,'34'0'0,"-21"0"0,26-5 0,-35 3 0,12-3 0,-16 10 0,-16 8 0,12 0 0,-27 22 0,19-19 0,-4 5 0,-1-2 0,5-4 0,-3 9 0,30-6 0,13-10 0,1 3 0,20-11 0,-27 0 0,11 0 0</inkml:trace>
  <inkml:trace contextRef="#ctx0" brushRef="#br0" timeOffset="113467">17992 17352 7533,'0'-40'-1709,"0"11"1709,8 29 0,17 29 119,-8-4 1,1 6 0,0 2 217,-1 2 1,-1 2-1,1 2 1,-2 2-656,-2-2 0,0 2 1,-1 1-1,-2 1 0,-4 0 192,-2 2 0,-2 2 0,-4-1 0,-1 0 1,-3 0-109,-3-3 0,-2 1 0,-2-1 0,-2-2 0,-2 0 234,-3-2 0,-3 0 0,-2-1 0,0-2 0,0-2 0,0-2 0,0-3 0,-1-1 0,0-2 0,-4 3 0,-1 0 0,0 0 0</inkml:trace>
  <inkml:trace contextRef="#ctx0" brushRef="#br0" timeOffset="113984">18380 18529 5824,'-10'47'0,"-2"-21"0,0 0 0,7 1 0,-1-1 0,-14 2 0,-2-4 0,1-3 0,-12 2 0,7-11 0,-1 1 0</inkml:trace>
  <inkml:trace contextRef="#ctx0" brushRef="#br0" timeOffset="114168">19121 18083 4847,'-18'-44'-1709,"0"18"2950,32 9-1241,0 17 0,13 3 0,5 0 0,15 4 0,-17-1 0,0 0 0</inkml:trace>
  <inkml:trace contextRef="#ctx0" brushRef="#br0" timeOffset="114317">19579 18046 7533,'-29'-28'-1350,"5"1"991,48 15 359,-3 3 0,15-2 0,-11 11 0,-7 0 0</inkml:trace>
  <inkml:trace contextRef="#ctx0" brushRef="#br0" timeOffset="114451">19950 18021 7533,'-18'-7'-1350,"8"2"1081,2 5 179,24 0 90,11 0 0,11-6 0,5-1 0</inkml:trace>
  <inkml:trace contextRef="#ctx0" brushRef="#br0" timeOffset="114584">20408 17971 6183,'38'0'-45,"1"0"0,-6 0 0,0 0 0,7 0 0,-1 0 0,-9 0 1,0 0-1</inkml:trace>
  <inkml:trace contextRef="#ctx0" brushRef="#br0" timeOffset="115117">22190 16930 7533,'-28'-15'-720,"1"0"1,-1 7 584,35 30 0,12 11 135,8 3 0,3 4 0,-10-6 0,-2 3 0,-7 2-464,-9 5 0,-8 2 1,-6 0 1282,-5-3 0,-6 0 0,-3 0 0,0-4-232,-3 2 0,-2-4 0,1 1-93,2-4 1,-1 1 0,4 0 0,9-3 224,12 7 1,12-1-726,6-2 0,8 2 1,2 0 162,-1-5 0,2-1 1,0 2-1,-2 2 337,2 4 1,0 3 0,-4 1 0,-7 1-239,-9 3 0,-7 1 0,-5 1 0,-5-1 175,-1-9 1,-4 0 0,-3 0 0,-2-2 0,-2-1-1088,-2-2 1,-3-1-1,-1-1 1,-1-3 0,2-1 184,-1-2 1,1-2 0,0-1-1,1-1 471,-4 6 0,1-2 0,2-1 0,1-3 0,1 0 0,-3 8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06:26:56.01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12771 9073 7533,'-41'21'-428,"1"1"1,4 0 0,-1 4 0,0 3 427,8-4 0,0 3 0,-1 1 0,1 2-396,-5 4 0,-1 1 1,1 2-1,2-2 396,4-3 0,2-1 0,1 0 0,4-1 0,-3 6 0,5 0 0,11-4 249,19 0 1,11-3-250,5 0 0,5 0 0,-4-4 0,1 2 0,-6 2 60,-8 3 0,-5 4 0,-5 0 47,-8 8 0,-7 3 1,-5-3-243,-1-12 0,-5 0 0,-2-2 0,1-1 45,-6 4 0,-1-2 0,2-5 90,-6 3 0,5-11 0,12-19 0,26-21 0</inkml:trace>
  <inkml:trace contextRef="#ctx0" brushRef="#br0" timeOffset="150">12418 10175 6633,'34'7'-162,"1"-1"0,0 0 0,5 0 0,2-2 1,-1-1 161,-5-2 0,-2-1 0,0-1 0,15-4 0,-4-3 0,-19-1 0,-1-1 0</inkml:trace>
  <inkml:trace contextRef="#ctx0" brushRef="#br0" timeOffset="300">12859 9890 0,'-41'17'0,"15"3"0,-1 6 0,1 4 808,1 2 0,1 3 1,3 4-562,2-2 0,2 4 1,2 1-1,5-1-1087,4 3 1,6-1 0,8-2 839,12 0 0,9-1 0,-2-7 0,-4-7 0,1-5 0,13-5 0,-1 1 0</inkml:trace>
  <inkml:trace contextRef="#ctx0" brushRef="#br0" timeOffset="483">13353 10634 7533,'-10'24'1092,"0"0"0,-1 8 0,-1 4-2065,1-4 1,1 2 0,-3-1 743,-9 11 1,-3-2 0,6-11 0,-3 0 0,0-3 0,-8-1 0,0 1 0</inkml:trace>
  <inkml:trace contextRef="#ctx0" brushRef="#br0" timeOffset="1050">12224 8602 7533,'-37'23'89,"1"0"1,-1 0 0,14 4 0,-1 4 0,1 5 0,1 3 0,-1 3 0,1 2 0,0 0-384,4-6 0,0 2 0,1 1 1,-1 2-1,0 1 0,1 2 0,0 0 1,1 1-1,0 0 0,1 0 0,1 1 356,1-3 0,0 0 1,-1 2-1,1 0 0,1 1 1,0 0-1,0 0 0,2 1 1,0-1-1,2 0 0,2 0 1,1-1-1,2-1-360,1 5 0,3 0 0,1 0 0,1 0 0,2-1 0,1 0 0,2 0 0,0-2 1,2-2-1,0 0 0,1-3 177,3 5 0,0-1 0,2-2 0,0-1 0,3-2 0,2-2 0,1-4 0,3-3 0,9 0 0,3-4 0,3-4 1,1-3-1,0-3 0,-2-3 0,5-5 0,1-1 0,-1 0 0,1 1 0</inkml:trace>
  <inkml:trace contextRef="#ctx0" brushRef="#br0" timeOffset="4783">20602 5962 5001,'-27'-5'0,"9"3"-443,2-3 353,15 5 521,-7 0-431,8 0 223,23 0-223,3 2 0,1 1 702,16 4-702,-7-2 0,6 1 0,0 1 209,-8-1 1,-1 1 0,4-1-116,6-2 1,6 0-1,1-1 1,0 0 107,-3 0 0,-1 0 1,2-1-1,1 1 68,-2-2 0,3 1 0,1-1 0,-3 0 0,-3-1-211,3 1 1,-4-1 0,3 1 138,-8 0 0,2 0 0,1 0 0,-1 1 0,-2-2-782,11 1 0,-2-1 0,-1-1 704,-5 1 0,0 0 0,1 0 172,-1 0 0,3 0 1,-1 0-1,-4 0-614,-4 0 1,-3 0 0,0 0 366,14 0 0,0 0 225,0 3 0,-4 0-720,-6-2-263,-9 5-1626,-13-6-430,-15 0 2769,0 0 0,-8-6 0,-1-1 0</inkml:trace>
  <inkml:trace contextRef="#ctx0" brushRef="#br0" timeOffset="8383">3369 8900 6633,'-27'-7'-809,"1"39"-830,12 7 1,3 4 446,4-5 0,2 2 1192,-1 1 0,0 3 0,2-2 58,3-6 1,1 0 0,1-2 0,3 11 0,0 0 0,1 4 0,0 1-1</inkml:trace>
  <inkml:trace contextRef="#ctx0" brushRef="#br0" timeOffset="8700">3140 10089 0,'-18'0'0,"32"11"0,31 2 0,-2 7 0,-1-9 0,-4 1 0,-14 2 0,-2 6 0,-3 5 0,-9 16 0,-11-3 0,-6 3 0,-7-5 0,-4 1 0,-1-1 270,-2 4 0,-1-2-240,1-6 0,-1 1 0,6-4 1046,6 14-1256,28-17 180,5-15 0,7-4 0,2-5 0,5-3 0,-2 0 24,1 1 0,0-1 1,15-4-1,-4-2 1,-2 0-1</inkml:trace>
  <inkml:trace contextRef="#ctx0" brushRef="#br0" timeOffset="9050">3281 11427 7533,'-39'27'-570,"-1"0"0,11-9 1,2 0 883,1 2 1,8 1 45,18 2-1259,44-14 854,-2-5 0,4 3 45,-5 3 0,-4 7 0,-2 11 0,-9 6 0,-18 5 0,-10 2 0,-6 5 0,-4 0 179,-2-2 1,3-4 0,9 8-180,4-1-90,20-30 0,5-5-89,6 9 89,-8-7 0,-7 2 180,-23 10 0,-13 0-150,-8-4 0,-8-2 0,-2-2-268,-4 0 0,-1-2 0,-2-2 1,-1-3-1,-2-3 0,3-5 1,9-10-1,0 0 0,0 0 1</inkml:trace>
  <inkml:trace contextRef="#ctx0" brushRef="#br0" timeOffset="9433">4815 7685 0,'-9'-25'0,"-15"44"0,12 8 0,0 9 0,1 3 0,-1 1 0,0 3 0,0 3 0,1 0 0,2-3 0,0 2 0,2 1 0,0-1 0,2-2 0,0 3 0,2-1 0,2-1 0,2-3 0,2 2 0,4-2 0,2-5 0,9-3 0,0 0 0</inkml:trace>
  <inkml:trace contextRef="#ctx0" brushRef="#br0" timeOffset="9783">6297 7710 7533,'21'-20'-855,"-1"0"1,19 7 854,-5 17 0,1 7 0,-3 7 0,-1 2 0,-3-5 0,-1 1 0,-2-3 0,-7 4 0,-19 15 0,-12 5 60,-4-9 0,-6 0 0,0 2 189,-2 7 1,-2 2 0,1-1 49,0-5 1,1-2 0,5-1-345,7 0 0,11-5-810,22-10 1,11-7 674,4-5 0,4-6 90,-6 1 0,3-2 1,1-2 89,11-4 0,2-3 0,-3 0 0,0-1 0,-2-1 0,-6 1 0,-1 1 0,1-1 0</inkml:trace>
  <inkml:trace contextRef="#ctx0" brushRef="#br0" timeOffset="10117">7761 7573 7533,'8'-26'-1709,"2"8"1889,7 13-90,1 5-360,15 0 270,5 5 0,7 2 0,-10 7 0,-4 6 0,-16 1 0,-4 4 0,8 8 0,-7 3 584,-20-2 1,-2 1 89,13-3 1,6-2-450,10-4 0,7-3 74,4-8 1,5-4 0,0 0-780,1 0 1,0 0-1,-6 3-375,2 11 1,-17 4 674,-27-4 0,-16 3 0,-7 1 1,2-2-95,0 3 1,0-2 0,-4 0 0,2-3 0,-3 0 0,-2 1 0,2-2 0,4-1 0,2 0 0,0 0 0,0 0 0</inkml:trace>
  <inkml:trace contextRef="#ctx0" brushRef="#br0" timeOffset="11683">8149 8837 5824,'14'23'719,"0"0"1,9 5-1,3 2-449,0 3 0,2 1-837,-2-8 1,2 0 0,-1 1 116,-2 2 1,-1 0-1,-1-1-42,6 5 1,-5-4 0,2 9 0,-18-15-1</inkml:trace>
  <inkml:trace contextRef="#ctx0" brushRef="#br0" timeOffset="11850">8678 8887 7533,'-39'22'584,"0"0"1,5 3 0,-1 5-1,0 3-1326,5 1 0,0 3 0,0 1 0,2-1 377,-2 4 1,2-2 0,0 1 0,-1 0 0,1 0 0,5-4 0,9-8 0,0 0 0</inkml:trace>
  <inkml:trace contextRef="#ctx0" brushRef="#br0" timeOffset="14300">14235 9420 7533,'-22'-41'-570,"0"-1"0,2 10 1,-5 13 1318,-10 33 1,-6 21-1,2 5-848,10-6 1,2 5-1,1 4 1,0 1 487,5-6 1,-1 3 0,1 1 0,1 1 0,2 0-1,2-2-317,2 2 0,0 1 0,4-1 0,4-3 0,7-4-463,11 7 0,10-5 1,5-13-703,6-14 1,7-12 0,-1-10 650,-8-7 0,1-9 0,0-5 0,-3-2 0,-2 0 381,-1-5 0,-4-4 0,-3 0 0,0-1 196,0-3 0,0-2 0,-3 1 0,-7 5 1214,-9-19 0,-8 26 1740,-10 64-2909,12 4 0,2 11 0,2 3-270,1-8 0,0 3 0,1 1 0,0 2 0,2-2-566,2 3 1,0 0-1,2 0 1,0-1 0,2-1-46,2 5 1,1 0 0,1-3 0,0-4 314,0-2 1,0-4 0,1-4 0,4-2 0,-1-7 0,2-10 0</inkml:trace>
  <inkml:trace contextRef="#ctx0" brushRef="#br0" timeOffset="14450">14587 10089 5914,'29'16'209,"-1"0"1,1-2 0,1-4-210,11-7 0,-2-6 0,6-9 0,-21-7 0</inkml:trace>
  <inkml:trace contextRef="#ctx0" brushRef="#br0" timeOffset="14600">14817 9940 7533,'-30'37'546,"1"0"0,-1 0 0,10-1 0,0 1 0,3 2 0,2 1-466,1 3 1,2 1-1,4 0 1,5 0-901,5-4 1,5 1 0,3-3 0,4-7 683,13 0 0,7-11 0,6-14 0,0-14 1,-10-19-1,-1-1 0</inkml:trace>
  <inkml:trace contextRef="#ctx0" brushRef="#br0" timeOffset="14950">14252 7685 7533,'-33'-20'-855,"3"48"1,-1 20 1033,12-18 1,-2 5 0,1 2 0,0 2 0,2 2-537,2 0 1,1 2-1,1 3 1,2 0-1,0 0 1,3-1 341,1-1 0,1 1 0,2 0 0,1-1 0,1-2 0,2-2-188,1 7 1,0-2-1,5-4 1,8-4 22,11-8 0,9-4 0,2-4 1,-4-4 46,3-1 0,-1-3 0,2-1 1,4 0-1,-5-2 0,-8-3 0,1-1 1</inkml:trace>
  <inkml:trace contextRef="#ctx0" brushRef="#br0" timeOffset="15517">14676 7796 7533,'0'-49'-1709,"0"10"1709,0 20 0,0 48 0,-3 12 0,-2 10 0,1-16 0,-1 3 0,1 1 0,-1 0-327,0 2 1,0 1 0,0 0 0,0 0 326,1 3 0,-1 1 0,1-1 0,0-5 0,-1 12 0,2-4 0,3-5 0,0 0 0</inkml:trace>
  <inkml:trace contextRef="#ctx0" brushRef="#br0" timeOffset="15717">14870 8304 7533,'9'35'854,"-14"-8"1,-5 3-1665,-7 12 1,-4 4 329,4-14 0,-2 0 0,1-1 480,-5 3 0,1-4 0,4-7 0,2-6 0,-1-11 0</inkml:trace>
  <inkml:trace contextRef="#ctx0" brushRef="#br0" timeOffset="16083">15134 7871 7533,'8'-35'-90,"17"13"-360,13 40-629,-1 14 1034,-24-6 0,-8 3 45,-18 5 0,-8 1 314,-2 3 1,-3-1-135,-1-4 0,7-2-450,28 17 45,14-29 1,5-2 89,3-2 0,-3 2 225,-9 5 0,-11 4 179,-22 4 1,-13 2-495,-3 3 1,-4 0 179,-1-2 0,-1-3 45,2-6 0,3-5 0,3-1 0,-4-12 0</inkml:trace>
  <inkml:trace contextRef="#ctx0" brushRef="#br0" timeOffset="16283">15399 7635 7533,'41'-7'419,"0"0"1,-5 16 0,-1 10 672,-1 5 0,0 7 0,-6 6-739,-14-2 0,-5 4 0,-4 3 0,-4 1-515,-3-2 0,-4 2 0,-3 1 0,-3 1 0,-2-1-385,-1-4 1,-3 0 0,-1 1 0,-3-1 0,1-1 0,-2-2 372,-3 4 0,-1-2 0,-1 0 1,-1-2-1,0 0 0,2-3 1,-2 0-1,1-1 0,0-1 0,1-3 1,-8 6-1,1-1 0,-1 0 1</inkml:trace>
  <inkml:trace contextRef="#ctx0" brushRef="#br0" timeOffset="17084">15575 10497 7533,'-9'27'1092,"1"0"0,-1 11 0,0 4-895,-3-8 0,-2 3 0,-1-1-1290,-4 7 1,-2-1 0,-2-1 786,-1-7 0,-1-2 1,0-2-1,1-2 1,0-2-1,1-3 1,-3-1-1,1-1 1</inkml:trace>
  <inkml:trace contextRef="#ctx0" brushRef="#br0" timeOffset="20083">16104 9853 7533,'0'-33'-1709,"24"15"-1568,-3 58 1703,7-7 1933,-18 0 1,-2 7 0,-3 1-176,-3-2 0,-2-1 1,0 1-155,3-2 0,0 0 0,-1 3-92,-3 4 1,-1 4 0,-1-1 0,1-8 376,2-5 0,-2-2 44,-4 9 1,-3 4 0,1-22 1979,4-25-2429,-4-9 975,12-21 0,10-13-1133,-1 8 1,5-4 0,1-2 0,-3 3-68,-1 2 0,-1 2 0,2-4-315,2 2 0,2-4 1,2-1-1,-2 3 1,-2 8-46,2-3 0,2 5 894,6 1 0,5 0 1,-4 5-220,6-2 0,-2 14 0,-1 1 0,-5-1 0</inkml:trace>
  <inkml:trace contextRef="#ctx0" brushRef="#br0" timeOffset="20250">16775 10114 7533,'-20'0'1709,"12"-12"0,34-1-3014,-2-2 1,5-1-335,14 2 1,2 2-1,-14 2 1,-2 1 1612,6 2 1,-5 3 0,-12 4 0,-1 0 0</inkml:trace>
  <inkml:trace contextRef="#ctx0" brushRef="#br0" timeOffset="20400">16916 10262 7533,'-27'31'-855,"1"0"1,-4 4 1124,7-2-181,70-37-358,-20 2 224,18-8 0,0-3-449,-3-8 494,-13 6 0,0 0 0,7-10 0,-1 0 0</inkml:trace>
  <inkml:trace contextRef="#ctx0" brushRef="#br0" timeOffset="20666">17480 9940 7533,'-17'38'419,"1"1"1,5-12 0,0 2 389,-3 8 1,-1 5 0,3-5-1058,5-8 0,2 1 638,1 6 0,1 4 0,3-6-210,9 10-315,17-14 0,5-7-45,4-11-420,-4-20 0,5-10 1,-5 0 509,-8 4 0,-2-6-652,1-12 0,3-9 0,-2-3 0,-3 7 607,-2 0 0,-3-1-23,-2-2 1,0-7-1,-3-1 1,-5 5 157,-10-3 0,-6 3 118,9-4 0,-9 6-163,-31 11 0,-4 14-666,6 22 711,-6 8 0,2 8 0,27-1 0,5 4 0,-5 9 0,1 0 0</inkml:trace>
  <inkml:trace contextRef="#ctx0" brushRef="#br0" timeOffset="22167">16404 10721 7533,'-29'-7'-1709,"5"1"1709,48 6 0,-3 0 0,10 1 0,5-2 0,4-3 0,0-3 0,-1-4 0,-1-3 0,-1 5 0,-6-4 0,-5-21 0,-18 15 0</inkml:trace>
  <inkml:trace contextRef="#ctx0" brushRef="#br0" timeOffset="22316">16669 10485 7533,'-30'-21'-1709,"-9"-1"1709,27 60 0,-4-6 0,-1 6 0,8-1 0,3 5 0,1 0 0,0 2 0,2-1 0,10-3 0,12-9 0,9-3 0,-1-4 0,1-1 0,3-7 0,5-16 0,0-1 0,0 1 0</inkml:trace>
  <inkml:trace contextRef="#ctx0" brushRef="#br0" timeOffset="22600">18239 10956 5914,'27'24'1439,"-8"-2"0,-5 4-1169,-8 7 0,-8 4-495,-6 10 0,-9 0-244,-9-7 1,-5-3 0,-1-5 0,-1-4 0,4-10 0,0 0 0</inkml:trace>
  <inkml:trace contextRef="#ctx0" brushRef="#br0" timeOffset="32883">8308 10237 7533,'0'-47'-1709,"8"13"2788,-14 45 495,5 14 0,0 9-855,-4-2 1,-2 2 0,1 2-891,2 6 0,0 2 0,2-2 261,1-4 0,2 0 0,7-6-149,24 7 1,11-18-302,-13-27 0,3-13 0,0 0 120,5 4 0,0 0 1,-4-10 90,-13-7 1,-2-8 0,-3-5 0,-4 0 0,-4 5 957,-4-5 1,-7 2 0,-4 0-46,0 1 1,-4-3 0,-2 3-1,-3 7-1079,-15-5 1,-5 14-991,1 18 1,2 10-1973,-2 19 3201,20 4 0,4 4 0,2-4 0,0 2 0,1 7 0,-1-1 0</inkml:trace>
  <inkml:trace contextRef="#ctx0" brushRef="#br0" timeOffset="35533">19703 9593 0,'-8'-37'0,"-10"11"2861,-25 19-2322,13 15 1,-3 9-181,3 3 1,-3 6 0,-1 2 0,4-2-162,3-3 1,3-1-1,-1 3-86,-8 8 1,-3 6-1,2 0 1,7-7 22,9-6 0,3 0-135,0 6 0,0 3 0,4-4 1030,3 12-1060,15-12 0,8 3 0,2-1-390,3-6 1,3-2-1,-1 3 593,1 11 0,0 3 0,-1-1-323,0-2 0,0-1 0,-7-2 105,-5 6 0,-12 0 255,-12-1 0,-10 1 0,-3-5-180,1-10 0,-3-5 0,-2 1-870,-7 5 1,-2 0-1,0-3 300,-6 1 1,4-12 539,-1-25 0,27-10 0,16-16 0</inkml:trace>
  <inkml:trace contextRef="#ctx0" brushRef="#br0" timeOffset="35817">19438 10646 5914,'29'14'224,"6"-12"1,1-9-495,-10-14 1,-1-7 269,-1 7 0,2-2 0,-4-4 0,-2-11 0,-6-5 0,-4 2 0,-7-4 0,-6 2 0,-3 2 0,-8 9 0,-29 27 0,13 27 149,11 1 1,-1 8 0,3 2 149,1 7 1,4 4-1,0 3 218,2-7 0,0 2 1,1 1-1,1 0-1012,2 2 0,0 1 1,3 0-1,3-3-225,3 2 1,4-3-1,0-4 585,1 0 0,4-8 135,21-3 0,-21-38 0,4-3 0</inkml:trace>
  <inkml:trace contextRef="#ctx0" brushRef="#br0" timeOffset="35967">19738 10758 7533,'27'-13'-1709,"-1"6"2788,7-4-1619,-11 10 360,11-4-89,-7 5 179,9-11 90,-14 2 0,3-3 0,-24-5 0,0 4 0</inkml:trace>
  <inkml:trace contextRef="#ctx0" brushRef="#br0" timeOffset="36100">19950 10510 7533,'-22'32'-855,"0"-1"1,1 9 854,8-8 0,-1 6 0,2 1-1093,4-1 1,2 0 0,0-1 979,-4 9 1,1 0-248,2-3 0,1 3 1,3-10-848,3-4 1207,8 14 0,1-34 0,9 0 0</inkml:trace>
  <inkml:trace contextRef="#ctx0" brushRef="#br0" timeOffset="36483">20232 10485 7533,'0'-8'-1709,"-8"15"1709,-2 13 1169,5 16 0,0 3-1465,-10 8 775,8-10 1,2 8 0,-1 0-1290,0-6 1,-1-1 0,0 0 689,1-4 0,0 0 0,1 0 120,0 6 0,2 1 0,3-8 0,8-3 0,2 10 0</inkml:trace>
  <inkml:trace contextRef="#ctx0" brushRef="#br0" timeOffset="36950">20867 9432 5914,'0'36'584,"6"-2"1,3 9 70,-2-10 0,-1 4 1,2 4-1,-1 2 0,1 0-1050,-1 0 0,1 3 0,0 1 0,0 0 0,0 1 0,0-3 485,0-3 0,0-1 0,0-1 0,-1 1 0,1 1 0,-2 0 115,-1 0 1,1 2-1,-1 1 1,0 0 0,-2-1-1,-1-1 1,-3-3-331,-1 3 0,-3-3 1,-2-1-1,-1-1 0,-1 2-199,-1 2 0,-1 2 0,-1-1 1,-2 0-1,-4-2 90,-3 2 0,-2-1 0,-3 0 1,-3-3-1,-3-1 234,0-6 0,-3-2 0,-2-1 0,-1-2 0,0-1 0,2-1 0,1 0 0,0-3 0,1-1 0,-1 0 0,-2 1 0,0-2 0,1 1 0,-1-1 0,1 1 0,-1-1 0,1 0 0</inkml:trace>
  <inkml:trace contextRef="#ctx0" brushRef="#br0" timeOffset="38150">19473 11254 7533,'-17'-11'-1709,"15"20"1709,-5 27 0,0 12 0,6-10 0,2 2 0,-3 2-463,-4-4 0,-2 1 1,-2 1-1,1 0 463,0 6 0,1 0 0,-1 1 0,-2-1 90,-2-5 0,-2-1 0,-1 1 0,-1 2 209,1-5 1,-1 1 0,-1 1 0,-1 1 0,0-1 0,-2-1-61,0-3 1,0-2 0,-1 0 0,-1 0 0,-2 1 0,0 1-502,1-2 1,-1 1 0,-2 0-1,0 1 1,-1 0 0,0 0-1,-1-1 1,-1-1 249,0 0 1,-2-2 0,0 1 0,-1-1 0,0-1-1,-1 1 1,-1-1 0,0 0-111,0-1 1,-1 0 0,0 1-1,-1-2 1,0 1 0,-1 0 0,0-1-1,-1 0 1,0-1 157,1-2 0,0 0 0,0 0 0,-1-1 0,0 1 0,-1-2 0,0 1 0,1-1 0,-1 0 0,1-1-16,-4 2 0,2-1 0,-1 0 0,0-1 0,0 0 0,0-1 0,-2 1 0,-1-1 0,-1 0-13,6-3 1,-2 0-1,-1 0 1,-1 0-1,0-1 1,-1 1-1,0-1 1,0 0-1,0-1 1,0 0-1,1-1 1,1 0-154,-4 1 0,1-2 1,0 1-1,1-2 1,-1 1-1,1-1 1,-1-1-1,-1 1 0,-1-1 1,0 1 172,5-3 1,0 1 0,-2 0-1,0 0 1,0-1 0,0 1-1,-1-1 1,0 0 0,0 0-1,0-1 1,1 0 0,0-1 0,1-1-62,-5 1 1,0-1 0,0-1 0,0 0 0,1 0-1,0-2 1,0 1 0,0-1 0,0 0 0,1 0-1,0 0 25,0 0 0,0 0 0,1 0 0,0-1 0,1 0 0,-1 0 0,0-1 0,-1-1 0,0 0 0,-2-1-3,3-2 0,-1 1 1,-1-2-1,-1 0 1,0-1-1,0 0 1,0 0-1,0-1 1,0 0-1,1 0 1,1 0-1,1 0 30,-3 0 0,1 0 0,0-1 0,2 1 0,-1-1 0,1-1 0,-1 1 0,0-1 0,-1-1 0,0 0-13,1-1 0,0 1 0,-1-1 0,0-1 0,0 0 1,-1 0-1,0-1 0,0 1 0,1-1 0,0-1 0,1 1 1,0 0-6,1-1 0,0 0 0,0 0 0,1-1 0,0 1 0,0-1 0,1 0 0,0-1 0,0 1 0,-1-1 0,1 0 0,-4-2 0,0-1 0,0 0 0,-1-1 0,1 0 0,1 0 0,0 1 0,1-1 0,2 2 0,1 0 0,-5-2 0,2 2 0,1 0 0,1 1 0,0-1 0,0-1 0,-1-1 29,3-1 0,-2 0 0,1-1 1,-1-1-1,1 0 0,0 1 1,1-1-1,0 1 35,1 0 0,1 0 0,1 1 1,0-1-1,1 1 0,-1-2 1,-1 1 166,-2-2 0,1-1 0,-1 0 1,0 0-1,-1-1 0,0 0 1,-2-1 7,4 1 1,-2-1 0,-2-1 0,0 0 0,0-1 0,1 1 0,0 0 0,2 0 0,1 2-86,0-1 0,1 1 0,2 1 0,0 0 0,0 0 1,1 0-1,-1-1-27,-2-1 0,0-2 0,0 1 0,0 0 0,1 0 0,2 1 0,2 2-217,-8-5 0,2 1 0,3 2 1,2 0-761,-5-3 1,3 0-1,7 4-49,-8-4 394,14 8 1,3 5-2104,2 11 2552,-23-13 56,13 3 434,13-6 1,27-6-1,17 0 1</inkml:trace>
  <inkml:trace contextRef="#ctx0" brushRef="#br0" timeOffset="38483">10142 11985 7533,'-17'-40'-1709,"-17"6"3347,3 38 0,-6 12-662,-1 1 1,-4 4 0,-2 3-1427,8-1 0,-2 2 0,-2 2 0,0 1 1,0 0 628,4-2 1,0 2 0,-1 0 0,0 0 0,1 0 0,1-1 287,-4 4 1,1-1 0,1-1 0,1 0 0,3 0 351,-1-1 0,0-1 0,6 0 0,13 0 819,18 11 0,17-1-546,8-9 0,9-2 0,0 0-392,1 0 1,0-1-1,2 4-1356,-10-3 1,2 3-1,-1 1 1,-1-1 0,-4-3-438,-1 0 1,-4-3 0,1 3 779,6 10 1,1 3 0,-1-4 0,2-3 0,0-2-1,2 4 1,-1 1 0</inkml:trace>
  <inkml:trace contextRef="#ctx0" brushRef="#br0" timeOffset="40566">11818 10585 7533,'14'-8'-1709,"23"3"1709,-4 5 0,9 2 0,4 0 0,0-1-342,-7-1 0,1-1 0,1 0 0,1 0 0,1 0 446,0 1 1,2 1 0,0 0 0,1 0 0,0 0 0,-2-1-195,5 0 0,0-2 0,0 1 0,-3 0 0,-2 0 90,-2 0 0,-3 1 0,-1 0 0,-4 1 0,13 1 0,-8 1 0,-7 5 0</inkml:trace>
  <inkml:trace contextRef="#ctx0" brushRef="#br0" timeOffset="41300">12206 10758 7533,'18'-33'-1709,"-8"10"1709,-10 23 0,-18 23 45,-1-2 0,-5 2 254,-2 0 1,-3 3 0,-2-1-333,0-3 0,-1 0 0,-3 0 1,-1 0 265,0 0 1,-1-1 0,-2 1 0,-2-1 0,0-2-306,-3 0 0,-1-2 1,-2 0-1,0-1 0,-1-1 192,4-1 0,0-1 0,-2 0 0,1-1 0,-2-1 0,1-1-420,3-2 1,0-2 0,-2 0 0,1-1-1,1-1 1,1 0 0,2 0 335,-3 1 0,3-1 0,1 0 0,0-1 0,-2-1-81,0 0 0,-3-1 0,0-1 0,1 0 0,2-1 0,3-1 12,-9-1 0,5-1 0,-2-1 10,3 0 1,-2-1-1,0-1 1,1 0-68,4 0 0,1-1 0,0 0 0,2-1-191,-4-1 1,1-1 0,0 0 10,-1 2 0,1 1 1,1 1-1126,-13-1 1,2 3 1749,2 0 0,4 5-355,13 7 0,3 2 0,-15 1 0,23 13 0</inkml:trace>
  <inkml:trace contextRef="#ctx0" brushRef="#br0" timeOffset="41550">10107 10932 7533,'-44'-10'-342,"1"0"0,-1 0 0,0 4 0,-1 2 1,1 5 760,-4 8 1,0 7 0,2 1-31,5 0 1,1 2 0,4 3 0,7 1 0,4 2 0,6 2 284,6 12 1,11 1-1035,15 6 0,11 1-460,-4-16 1,4 1 0,2 1 0,-2-1 454,2 6 1,0 0 0,0-1 0,3-1 0,1 0 0,-2-3 0,-3-1 0,1 0 0</inkml:trace>
  <inkml:trace contextRef="#ctx0" brushRef="#br0" timeOffset="42400">7814 8503 7533,'-27'16'-855,"1"12"1,3 9 854,7 1 0,4 5 0,0 7-469,4-13 1,0 4 0,0 4 0,0 1 0,0 2 0,2-1 0,-1 0 472,2-3 1,1 0 0,0 1 0,0 0 0,1 0-1,0 0 1,1 1 0,0-1 6,1 2 0,0-1 0,0 1 1,2 0-1,-1 0 0,1 0 1,-1 1-1,1-1-45,0 3 0,-1 2 0,1 1 1,0-1-1,0-1 0,1-2 1,1-3-1,0-5 56,3 4 1,1-6-1,0-1 1,-2 2-5,-1 4 0,-2 3 0,0 0 0,-1-4 0,0-9-6,-1 15-282,-10-28 1012,0-33-742,5-15 0,3-7 0,1 4 0,2-2 0,-1-2 0,0-1 0</inkml:trace>
  <inkml:trace contextRef="#ctx0" brushRef="#br0" timeOffset="42817">7779 8763 7533,'-11'-36'-570,"0"1"0,28 2 1,15 6 703,5 16 1,10 6 0,6 4 0,0-1-605,-9-1 1,2 0-1,1 1 1,1 0 0,2 1-1,-1 1 624,0 1 0,0 0 0,2 2 1,0-1-1,-1 1 0,1 1 1,-3-1-27,-3-1 0,-1 0 1,1 0-1,-2 1 1,0 0-1,-1 1 1,-2 0 168,9 3 0,-2 1 1,-1 1-1,-2 0 1,-2 1 16,-2 0 1,-1 0 0,-3 1 0,-3 2 302,3 4 1,-3 2 0,-6 5-288,-7 5 0,-6 3 0,-2 4-151,-3-1 1,-2 2 0,-2 3 0,-3 2-325,-3 1 1,-3 2 0,-2 1 0,0 2-1,0 0 175,0-5 0,1 2 0,-1 0 0,0 0 0,-1 1 0,-1 1 60,0-3 0,-1 1 0,-1 0 0,0 1 0,-1-1 0,0 0 0,0-1-45,-2 3 0,0 0 0,0 0 0,-1-1 0,0-1 0,0 1-330,1-2 0,0 0 0,-1 0 0,0 0 1,1-2-1,0-1-29,-3 8 0,1-1 0,-1-2 0,0-2-506,2-6 1,-2 0 0,1-2 0,2-2 409,0 0 0,1-3 1,-1-2-1,-8 4 1,-1-4-1,5-9 0,-1 1 1</inkml:trace>
  <inkml:trace contextRef="#ctx0" brushRef="#br0" timeOffset="43033">7779 11068 7533,'-22'-40'819,"41"27"0,19 4 0,10 2 0,0 1-351,-7 2 0,4 1 0,3 2 0,2 0 0,2 0 0,0 0 0,-1 0-833,-6 0 1,1-1 0,0 1 0,1-1 0,1 1 0,0 0 0,-1 1 0,1 0 0,-2 1 290,2 1 1,0 1 0,0 0 0,1 2 0,-1-1 0,-1 0 0,-1 1-1,-3-1 1,-2-1 0,10 1 0,-4-1 0,-2 0 0,-1 1 0,-2 3 0,1 6-1,0 0 1,1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31C414-36F2-7144-B934-1C4991315EFE}" type="datetimeFigureOut">
              <a:rPr lang="en-US" smtClean="0"/>
              <a:pPr/>
              <a:t>4/4/26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6868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FDB7AE-37C6-BE48-A464-0F9488B9E0D2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1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6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D595-19F3-3B72-4B33-85EC26DE0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66810-BC1A-0EC4-586B-2BE53C558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4273C-3882-D4CE-0B57-F9219CE35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Slippery floor/cell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altLang="zh-CN" dirty="0"/>
              <a:t>Walls/obstacles </a:t>
            </a:r>
            <a:r>
              <a:rPr lang="en-US" altLang="zh-CN" dirty="0"/>
              <a:t>(stay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hit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wall/obstacle)</a:t>
            </a:r>
            <a:endParaRPr lang="en-SG" altLang="zh-CN" dirty="0"/>
          </a:p>
          <a:p>
            <a:endParaRPr lang="en-SG" dirty="0"/>
          </a:p>
          <a:p>
            <a:r>
              <a:rPr lang="en-US" dirty="0"/>
              <a:t>Agent starts at 𝑆</a:t>
            </a:r>
            <a:r>
              <a:rPr lang="en-US" baseline="-25000" dirty="0"/>
              <a:t>0</a:t>
            </a:r>
            <a:r>
              <a:rPr lang="en-US" dirty="0"/>
              <a:t> =(1,1), can move N,S,W,E</a:t>
            </a:r>
          </a:p>
          <a:p>
            <a:r>
              <a:rPr lang="en-US" dirty="0"/>
              <a:t>80% chance in moving in the intended direction, 20% change perpendicular to intended direction (split equally)</a:t>
            </a:r>
          </a:p>
          <a:p>
            <a:endParaRPr lang="en-US" dirty="0"/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negative reward of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-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0.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2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 gives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agent an incentive to reach (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3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,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4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) quickly.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Goal: go to the food cell as fast as possible, maximize the reward</a:t>
            </a:r>
          </a:p>
          <a:p>
            <a:pPr>
              <a:buNone/>
            </a:pPr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r>
              <a:rPr lang="en-US" altLang="zh-CN" dirty="0"/>
              <a:t>Markovian:</a:t>
            </a:r>
            <a:r>
              <a:rPr lang="zh-CN" altLang="en-US" dirty="0"/>
              <a:t> </a:t>
            </a:r>
            <a:r>
              <a:rPr lang="en-US" altLang="zh-CN" dirty="0"/>
              <a:t>future states only depends on current state and action, not the past history of states and actions</a:t>
            </a:r>
          </a:p>
          <a:p>
            <a:r>
              <a:rPr lang="en-US" dirty="0"/>
              <a:t>P(s_{t+1}|</a:t>
            </a:r>
            <a:r>
              <a:rPr lang="en-US" dirty="0" err="1"/>
              <a:t>s_t</a:t>
            </a:r>
            <a:r>
              <a:rPr lang="en-US" dirty="0"/>
              <a:t>, </a:t>
            </a:r>
            <a:r>
              <a:rPr lang="en-US" dirty="0" err="1"/>
              <a:t>a_t</a:t>
            </a:r>
            <a:r>
              <a:rPr lang="en-US" dirty="0"/>
              <a:t>, s_{t-1}, a_{t-1}, …, s_0, a_0) = P(s_{t+1}|</a:t>
            </a:r>
            <a:r>
              <a:rPr lang="en-US" dirty="0" err="1"/>
              <a:t>s_t</a:t>
            </a:r>
            <a:r>
              <a:rPr lang="en-US" dirty="0"/>
              <a:t>, </a:t>
            </a:r>
            <a:r>
              <a:rPr lang="en-US" dirty="0" err="1"/>
              <a:t>a_t</a:t>
            </a:r>
            <a:r>
              <a:rPr lang="en-US" dirty="0"/>
              <a:t>) </a:t>
            </a:r>
          </a:p>
          <a:p>
            <a:r>
              <a:rPr lang="en-US" dirty="0"/>
              <a:t>Simplifies decision-making and allows the problem to be modeled using Bellman Equations.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 and R are like prior domain knowledge, or learn from experience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what does a solution to the problem look like? Not a fixed sequence of actions (cannot solve the problem due to uncertainty)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must specify what the agent should do for any state that the agent might reach.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of this kind is called a policy (not a fixed path). \pi(s) is the action recommended by the policy pi for state 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41971-E37C-79B1-9513-78D391AA9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062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B79B-9C6B-8FD0-508D-D8D7228A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DF1FB-C762-F5AF-CCCF-31A11D5A5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7E8BACC-FC35-4061-F1DD-A2FBE076953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dirty="0"/>
                  <a:t>V(s): (best) expected total reward starting from state 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dirty="0"/>
                  <a:t>Q(s,a): (best) expected total reward starting from (s,a) state s with action a</a:t>
                </a:r>
              </a:p>
              <a:p>
                <a:endParaRPr lang="en-US" dirty="0"/>
              </a:p>
              <a:p>
                <a:r>
                  <a:rPr lang="en-US" dirty="0"/>
                  <a:t>t: iteration number/step</a:t>
                </a:r>
              </a:p>
              <a:p>
                <a:r>
                  <a:rPr lang="en-US" dirty="0"/>
                  <a:t>Bellman Equation, Bellman Optimality Equation</a:t>
                </a:r>
              </a:p>
              <a:p>
                <a:endParaRPr lang="en-US" dirty="0"/>
              </a:p>
              <a:p>
                <a:r>
                  <a:rPr lang="en-US" dirty="0" err="1"/>
                  <a:t>max_s</a:t>
                </a:r>
                <a:r>
                  <a:rPr lang="en-US" dirty="0"/>
                  <a:t> |V^{t+1}(s) - V^{t}(s)| &lt; \epsilon (e.g., 0.01)</a:t>
                </a:r>
              </a:p>
              <a:p>
                <a:r>
                  <a:rPr lang="en-SG" dirty="0"/>
                  <a:t>The values are no longer changing much, we’ve basically converged.</a:t>
                </a:r>
                <a:endParaRPr lang="en-US" dirty="0"/>
              </a:p>
              <a:p>
                <a:endParaRPr lang="en-SG" dirty="0"/>
              </a:p>
              <a:p>
                <a:r>
                  <a:rPr lang="en-SG" dirty="0"/>
                  <a:t>Bellman update is a </a:t>
                </a:r>
                <a:r>
                  <a:rPr lang="en-SG" b="1" dirty="0"/>
                  <a:t>contraction</a:t>
                </a:r>
                <a:r>
                  <a:rPr lang="en-US" dirty="0"/>
                  <a:t>: |V^{t+1}(s) – V*(s)| \</a:t>
                </a:r>
                <a:r>
                  <a:rPr lang="en-US" dirty="0" err="1"/>
                  <a:t>leq</a:t>
                </a:r>
                <a:r>
                  <a:rPr lang="en-US" dirty="0"/>
                  <a:t> gamma |</a:t>
                </a:r>
                <a:r>
                  <a:rPr lang="en-US" dirty="0" err="1"/>
                  <a:t>V^t</a:t>
                </a:r>
                <a:r>
                  <a:rPr lang="en-US" dirty="0"/>
                  <a:t>(s) –V*(s)| </a:t>
                </a:r>
              </a:p>
              <a:p>
                <a:r>
                  <a:rPr lang="en-US" dirty="0"/>
                  <a:t>T|S|^2|A|, T=O(1/(1-gamma) log1/eps) 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t: iteration number/step</a:t>
                </a:r>
              </a:p>
              <a:p>
                <a:endParaRPr lang="en-US" dirty="0"/>
              </a:p>
              <a:p>
                <a:r>
                  <a:rPr lang="en-US" dirty="0" err="1"/>
                  <a:t>max_s</a:t>
                </a:r>
                <a:r>
                  <a:rPr lang="en-US" dirty="0"/>
                  <a:t> |v^{t+1}(s) - v^{t}(s)} &lt; \epsilon (e.g., 0.01)</a:t>
                </a:r>
              </a:p>
              <a:p>
                <a:r>
                  <a:rPr lang="en-SG" dirty="0"/>
                  <a:t>The values are no longer changing much, we’ve basically converged.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finite horizon, you care about:</a:t>
                </a:r>
              </a:p>
              <a:p>
                <a:r>
                  <a:rPr lang="en-US" b="1" dirty="0"/>
                  <a:t>how many steps are left</a:t>
                </a:r>
              </a:p>
              <a:p>
                <a:r>
                  <a:rPr lang="en-US" dirty="0"/>
                  <a:t>So decisions depend on time.</a:t>
                </a:r>
              </a:p>
              <a:p>
                <a:r>
                  <a:rPr lang="en-SG" dirty="0"/>
                  <a:t>optimal policy is generally </a:t>
                </a:r>
                <a:r>
                  <a:rPr lang="en-SG" b="1" dirty="0"/>
                  <a:t>non-stationary</a:t>
                </a:r>
              </a:p>
              <a:p>
                <a:r>
                  <a:rPr lang="en-SG" dirty="0"/>
                  <a:t>Imagine:</a:t>
                </a:r>
              </a:p>
              <a:p>
                <a:r>
                  <a:rPr lang="en-SG" dirty="0"/>
                  <a:t>You have </a:t>
                </a:r>
                <a:r>
                  <a:rPr lang="en-SG" b="1" dirty="0"/>
                  <a:t>1 step left</a:t>
                </a:r>
                <a:br>
                  <a:rPr lang="en-SG" dirty="0"/>
                </a:br>
                <a:r>
                  <a:rPr lang="en-SG" dirty="0"/>
                  <a:t>→ take </a:t>
                </a:r>
                <a:r>
                  <a:rPr lang="en-SG" b="1" dirty="0"/>
                  <a:t>immediate reward</a:t>
                </a:r>
                <a:endParaRPr lang="en-SG" dirty="0"/>
              </a:p>
              <a:p>
                <a:r>
                  <a:rPr lang="en-SG" dirty="0"/>
                  <a:t>You have </a:t>
                </a:r>
                <a:r>
                  <a:rPr lang="en-SG" b="1" dirty="0"/>
                  <a:t>many steps left</a:t>
                </a:r>
                <a:br>
                  <a:rPr lang="en-SG" dirty="0"/>
                </a:br>
                <a:r>
                  <a:rPr lang="en-SG" dirty="0"/>
                  <a:t>→ you may invest for future reward</a:t>
                </a:r>
              </a:p>
              <a:p>
                <a:r>
                  <a:rPr lang="en-SG" dirty="0"/>
                  <a:t>So action depends on </a:t>
                </a:r>
                <a:r>
                  <a:rPr lang="en-SG" b="1" dirty="0"/>
                  <a:t>time step </a:t>
                </a:r>
                <a:r>
                  <a:rPr lang="en-SG" sz="120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𝑡</a:t>
                </a:r>
                <a:endParaRPr lang="en-SG" dirty="0"/>
              </a:p>
              <a:p>
                <a:endParaRPr lang="en-SG" b="1" dirty="0"/>
              </a:p>
              <a:p>
                <a:r>
                  <a:rPr lang="en-SG" b="1" dirty="0" err="1"/>
                  <a:t>Pi_t</a:t>
                </a:r>
                <a:r>
                  <a:rPr lang="en-SG" b="1" dirty="0"/>
                  <a:t>(s) depends on time t, </a:t>
                </a:r>
                <a:r>
                  <a:rPr lang="en-SG" dirty="0"/>
                  <a:t>different at each step</a:t>
                </a:r>
              </a:p>
              <a:p>
                <a:r>
                  <a:rPr lang="en-SG" dirty="0"/>
                  <a:t>“Work </a:t>
                </a:r>
                <a:r>
                  <a:rPr lang="en-SG" b="1" dirty="0"/>
                  <a:t>backward from the last step</a:t>
                </a:r>
                <a:r>
                  <a:rPr lang="en-SG" dirty="0"/>
                  <a:t>.”</a:t>
                </a:r>
              </a:p>
              <a:p>
                <a:r>
                  <a:rPr lang="en-SG" dirty="0"/>
                  <a:t>This is called </a:t>
                </a:r>
                <a:r>
                  <a:rPr lang="en-SG" b="1" dirty="0"/>
                  <a:t>backward induction</a:t>
                </a:r>
                <a:r>
                  <a:rPr lang="en-SG" dirty="0"/>
                  <a:t> (or finite-horizon value iteration).</a:t>
                </a:r>
              </a:p>
              <a:p>
                <a:r>
                  <a:rPr lang="en-SG" dirty="0"/>
                  <a:t>Step 1: Initialize (last step)</a:t>
                </a:r>
              </a:p>
              <a:p>
                <a:r>
                  <a:rPr lang="en-SG" dirty="0"/>
                  <a:t>At the final step 𝑇:  𝑉_𝑇 (𝑠)=0 (or terminal reward if defined)</a:t>
                </a:r>
              </a:p>
              <a:p>
                <a:endParaRPr lang="en-SG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65601-9BE5-F62C-1A9E-06C2AF861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363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D15B-5179-F5C6-0077-9446011E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9FBC5-51C0-DD96-B5CD-94BCDA50A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3C3AA-96D0-A94B-9FEE-FB0DF219B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states, 3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A16FA-A674-9552-4CB2-A9A438C05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55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75BEF-D549-1B26-EDF3-65B4928D5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EDFCF-37DB-B758-DD6C-A784DD09D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87A75-10EC-0711-770B-9F309327C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Q^1(A,1) = 1*[0 + 1*0] =0</a:t>
            </a:r>
          </a:p>
          <a:p>
            <a:r>
              <a:rPr lang="en-US" dirty="0"/>
              <a:t>Q^1(A,2) = 1*[1 + 1*0]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Q^1(A,3) = 0.5*[0 + 1*0] + 0.5*[0 + 1*0] 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V^1(A) = </a:t>
            </a:r>
            <a:r>
              <a:rPr lang="en-US" dirty="0" err="1"/>
              <a:t>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pi^1(A) = </a:t>
            </a:r>
            <a:r>
              <a:rPr lang="en-US" dirty="0" err="1"/>
              <a:t>argmax_a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 2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Q^3, V^3, pi^3: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r>
              <a:rPr lang="en-SG" dirty="0">
                <a:effectLst/>
              </a:rPr>
              <a:t> </a:t>
            </a:r>
            <a:r>
              <a:rPr lang="en-SG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r>
              <a:rPr lang="en-SG" dirty="0">
                <a:effectLst/>
              </a:rPr>
              <a:t> </a:t>
            </a: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a1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6.5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sz="1200" b="0" i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11.5</a:t>
            </a:r>
            <a:r>
              <a:rPr lang="en-SG" dirty="0">
                <a:effectLst/>
              </a:rPr>
              <a:t> </a:t>
            </a:r>
            <a:r>
              <a:rPr lang="en-SG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11.5</a:t>
            </a:r>
            <a:r>
              <a:rPr lang="en-SG" dirty="0">
                <a:effectLst/>
              </a:rPr>
              <a:t> </a:t>
            </a: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a1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9.5</a:t>
            </a:r>
            <a:r>
              <a:rPr lang="en-SG" dirty="0">
                <a:effectLst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A82BE-55CC-99A2-DCD8-DF91E9680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00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9BB1-E1CF-BF88-2300-F8F66CEBF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C803B-97BA-D8E5-AD25-0E2F6686E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9DF2C-30CA-FE4B-8B62-EF616B597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Q^1(A,1) = 1*[0 + 1*0] =0</a:t>
            </a:r>
          </a:p>
          <a:p>
            <a:r>
              <a:rPr lang="en-US" dirty="0"/>
              <a:t>Q^1(A,2) = 1*[1 + 1*0]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Q^1(A,3) = 0.5*[0 + 1*0] + 0.5*[0 + 1*0] 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V^1(A) = </a:t>
            </a:r>
            <a:r>
              <a:rPr lang="en-US" dirty="0" err="1"/>
              <a:t>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pi^1(A) = </a:t>
            </a:r>
            <a:r>
              <a:rPr lang="en-US" dirty="0" err="1"/>
              <a:t>argmax_a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 2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Q^3, V^3, pi^3: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r>
              <a:rPr lang="en-SG" dirty="0">
                <a:effectLst/>
              </a:rPr>
              <a:t> </a:t>
            </a:r>
            <a:r>
              <a:rPr lang="en-SG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r>
              <a:rPr lang="en-SG" dirty="0">
                <a:effectLst/>
              </a:rPr>
              <a:t> </a:t>
            </a: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a1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6.5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sz="1200" b="0" i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11.5</a:t>
            </a:r>
            <a:r>
              <a:rPr lang="en-SG" dirty="0">
                <a:effectLst/>
              </a:rPr>
              <a:t> </a:t>
            </a:r>
            <a:r>
              <a:rPr lang="en-SG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11.5</a:t>
            </a:r>
            <a:r>
              <a:rPr lang="en-SG" dirty="0">
                <a:effectLst/>
              </a:rPr>
              <a:t> </a:t>
            </a: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a1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r>
              <a:rPr lang="en-SG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9.5</a:t>
            </a:r>
            <a:r>
              <a:rPr lang="en-SG" dirty="0">
                <a:effectLst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07125-776B-D84E-733C-6D27F5316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001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MDP= &lt;S, A, P, R, gamma&gt; discount factor</a:t>
            </a:r>
          </a:p>
          <a:p>
            <a:endParaRPr lang="en-US" altLang="zh-CN" dirty="0"/>
          </a:p>
          <a:p>
            <a:r>
              <a:rPr lang="en-US" altLang="zh-CN" dirty="0"/>
              <a:t>Experiences, exploration, exploitation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Do not know transition probability P, reward function R</a:t>
            </a:r>
          </a:p>
          <a:p>
            <a:r>
              <a:rPr lang="en-SG" dirty="0"/>
              <a:t>the agent </a:t>
            </a:r>
            <a:r>
              <a:rPr lang="en-SG" b="1" dirty="0"/>
              <a:t>learns through interaction</a:t>
            </a:r>
            <a:r>
              <a:rPr lang="en-SG" dirty="0"/>
              <a:t> with the environment:</a:t>
            </a:r>
            <a:r>
              <a:rPr lang="zh-CN" altLang="en-US" dirty="0"/>
              <a:t> </a:t>
            </a:r>
            <a:r>
              <a:rPr lang="en-SG" b="1" dirty="0"/>
              <a:t>RL</a:t>
            </a:r>
            <a:r>
              <a:rPr lang="en-SG" dirty="0"/>
              <a:t> is a </a:t>
            </a:r>
            <a:r>
              <a:rPr lang="en-SG" b="1" dirty="0"/>
              <a:t>learning </a:t>
            </a:r>
            <a:r>
              <a:rPr lang="en-US" altLang="zh-CN" b="1" dirty="0"/>
              <a:t>process</a:t>
            </a:r>
            <a:r>
              <a:rPr lang="en-SG" dirty="0"/>
              <a:t> where an agent </a:t>
            </a:r>
            <a:r>
              <a:rPr lang="en-SG" b="1" dirty="0"/>
              <a:t>learns to act optimally</a:t>
            </a:r>
            <a:r>
              <a:rPr lang="zh-CN" altLang="en-US" b="1" dirty="0"/>
              <a:t> </a:t>
            </a:r>
            <a:r>
              <a:rPr lang="en-US" altLang="zh-CN" b="1" dirty="0"/>
              <a:t>through</a:t>
            </a:r>
            <a:r>
              <a:rPr lang="zh-CN" altLang="en-US" b="1" dirty="0"/>
              <a:t> </a:t>
            </a:r>
            <a:r>
              <a:rPr lang="en-US" altLang="zh-CN" b="1" dirty="0"/>
              <a:t>experience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340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quickly while maximizing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140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Unknown reward distribution R(M_1)…</a:t>
            </a:r>
          </a:p>
          <a:p>
            <a:endParaRPr lang="en-US" dirty="0"/>
          </a:p>
          <a:p>
            <a:r>
              <a:rPr lang="en-US" dirty="0"/>
              <a:t>N=1000 trials/pulls</a:t>
            </a:r>
          </a:p>
          <a:p>
            <a:endParaRPr lang="en-US" dirty="0"/>
          </a:p>
          <a:p>
            <a:r>
              <a:rPr lang="en-US" dirty="0"/>
              <a:t>Do you have any ideas to pull the arms to maximize your total reward of 1000 pulls?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0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exploitation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Q_m</a:t>
            </a:r>
            <a:r>
              <a:rPr lang="en-US" dirty="0"/>
              <a:t> = average rewards of action after m observations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NewEstimate</a:t>
            </a:r>
            <a:r>
              <a:rPr lang="en-US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</a:t>
            </a:r>
            <a:r>
              <a:rPr lang="en-US" sz="8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OldEstimate</a:t>
            </a:r>
            <a:r>
              <a:rPr lang="en-US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lang="en-US" sz="8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StepSize</a:t>
            </a:r>
            <a:r>
              <a:rPr lang="en-US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[Target </a:t>
            </a:r>
            <a:r>
              <a:rPr lang="mr-IN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</a:t>
            </a:r>
            <a:r>
              <a:rPr lang="en-US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OldEstimate</a:t>
            </a:r>
            <a:r>
              <a:rPr lang="en-US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endParaRPr lang="en-US" dirty="0"/>
          </a:p>
          <a:p>
            <a:r>
              <a:rPr lang="en-US" dirty="0"/>
              <a:t>Q_{m+1} = </a:t>
            </a:r>
            <a:r>
              <a:rPr lang="en-US" dirty="0" err="1"/>
              <a:t>Q_m</a:t>
            </a:r>
            <a:r>
              <a:rPr lang="en-US" dirty="0"/>
              <a:t> + 1/(m+1) (R_{m+1} - </a:t>
            </a:r>
            <a:r>
              <a:rPr lang="en-US" dirty="0" err="1"/>
              <a:t>Q_m</a:t>
            </a:r>
            <a:r>
              <a:rPr lang="en-US" dirty="0"/>
              <a:t>) = (</a:t>
            </a:r>
            <a:r>
              <a:rPr lang="en-US" dirty="0" err="1"/>
              <a:t>mQ_m</a:t>
            </a:r>
            <a:r>
              <a:rPr lang="en-US" dirty="0"/>
              <a:t> + R_{m+1}) / (m+1) </a:t>
            </a:r>
          </a:p>
          <a:p>
            <a:endParaRPr lang="en-US" dirty="0"/>
          </a:p>
          <a:p>
            <a:r>
              <a:rPr lang="en-US" dirty="0"/>
              <a:t>Epsilon: exploration vs exploitation </a:t>
            </a:r>
          </a:p>
          <a:p>
            <a:r>
              <a:rPr lang="en-US" dirty="0"/>
              <a:t>hyperparameter eps, common eps=0.1, 0.01. </a:t>
            </a:r>
          </a:p>
          <a:p>
            <a:r>
              <a:rPr lang="en-US" dirty="0"/>
              <a:t>Or start with large eps=1 and decay to small eps=0.1/0.01, or decay schedule, e.g., 1/\sqrt{t}</a:t>
            </a:r>
          </a:p>
          <a:p>
            <a:endParaRPr lang="en-US" dirty="0"/>
          </a:p>
          <a:p>
            <a:r>
              <a:rPr lang="en-US" dirty="0"/>
              <a:t>Softmax: </a:t>
            </a:r>
          </a:p>
          <a:p>
            <a:r>
              <a:rPr lang="en-US" dirty="0"/>
              <a:t>tau-&gt;infinity, probabilities become uniform (pure exploration)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tau-&gt;0, becomes greedy (selects the action with highest </a:t>
            </a:r>
            <a:r>
              <a:rPr lang="en-US" dirty="0" err="1"/>
              <a:t>Q_t</a:t>
            </a:r>
            <a:r>
              <a:rPr lang="en-US" dirty="0"/>
              <a:t>(a)) exploitation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Linear decay: </a:t>
            </a:r>
            <a:r>
              <a:rPr lang="en-US" dirty="0" err="1"/>
              <a:t>tau_t</a:t>
            </a:r>
            <a:r>
              <a:rPr lang="en-US" dirty="0"/>
              <a:t> = tau_0 – beta*t  (e.g., beta = 0.01)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exponential decay: </a:t>
            </a:r>
            <a:r>
              <a:rPr lang="en-US" dirty="0" err="1"/>
              <a:t>tau_t</a:t>
            </a:r>
            <a:r>
              <a:rPr lang="en-US" dirty="0"/>
              <a:t> = tau_0 * </a:t>
            </a:r>
            <a:r>
              <a:rPr lang="en-US" dirty="0" err="1"/>
              <a:t>alpha^t</a:t>
            </a:r>
            <a:r>
              <a:rPr lang="en-US" dirty="0"/>
              <a:t> (e.g., alpha = 0.99)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296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t: time/step t</a:t>
            </a:r>
          </a:p>
          <a:p>
            <a:r>
              <a:rPr lang="en-US" dirty="0" err="1"/>
              <a:t>n_t</a:t>
            </a:r>
            <a:r>
              <a:rPr lang="en-US" dirty="0"/>
              <a:t>(a) is the number of pulls action a is taken so far</a:t>
            </a:r>
          </a:p>
          <a:p>
            <a:r>
              <a:rPr lang="en-US" dirty="0"/>
              <a:t>Initialization: pull each arm once for t = 0, 1, .. </a:t>
            </a:r>
            <a:r>
              <a:rPr lang="en-US" altLang="zh-CN" dirty="0"/>
              <a:t>k</a:t>
            </a:r>
            <a:r>
              <a:rPr lang="en-US" dirty="0"/>
              <a:t>-1. Then for t = k, k+1, …, use the UCB strategy </a:t>
            </a:r>
          </a:p>
          <a:p>
            <a:endParaRPr lang="en-US" dirty="0"/>
          </a:p>
          <a:p>
            <a:r>
              <a:rPr lang="en-US" dirty="0"/>
              <a:t>Exploit, Explore (prefer arms that have been less explored)</a:t>
            </a:r>
          </a:p>
          <a:p>
            <a:r>
              <a:rPr lang="en-US" dirty="0"/>
              <a:t>c: balance hyperparameter, e.g., c=\sqrt{2}</a:t>
            </a:r>
          </a:p>
          <a:p>
            <a:endParaRPr lang="en-US" dirty="0"/>
          </a:p>
          <a:p>
            <a:r>
              <a:rPr lang="en-US" b="1" dirty="0" err="1"/>
              <a:t>Hoeffding’s</a:t>
            </a:r>
            <a:r>
              <a:rPr lang="en-US" dirty="0"/>
              <a:t> inequality 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ln(T) regret</a:t>
            </a:r>
          </a:p>
          <a:p>
            <a:r>
              <a:rPr lang="en-US" dirty="0"/>
              <a:t>Regret = T*u* - </a:t>
            </a:r>
            <a:r>
              <a:rPr lang="en-US" dirty="0" err="1"/>
              <a:t>sum_t</a:t>
            </a:r>
            <a:r>
              <a:rPr lang="en-US" dirty="0"/>
              <a:t> R(</a:t>
            </a:r>
            <a:r>
              <a:rPr lang="en-US" dirty="0" err="1"/>
              <a:t>a_t</a:t>
            </a:r>
            <a:r>
              <a:rPr lang="en-US" dirty="0"/>
              <a:t>) = O(\</a:t>
            </a:r>
            <a:r>
              <a:rPr lang="en-US" dirty="0" err="1"/>
              <a:t>sum_i</a:t>
            </a:r>
            <a:r>
              <a:rPr lang="en-US" dirty="0"/>
              <a:t> ln T / </a:t>
            </a:r>
            <a:r>
              <a:rPr lang="en-US" dirty="0" err="1"/>
              <a:t>delta_i</a:t>
            </a:r>
            <a:r>
              <a:rPr lang="en-US" dirty="0"/>
              <a:t>) \approx O(k ln 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390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Greedy: 0,0,0,1</a:t>
            </a:r>
          </a:p>
          <a:p>
            <a:endParaRPr lang="en-US" dirty="0"/>
          </a:p>
          <a:p>
            <a:r>
              <a:rPr lang="en-US" dirty="0"/>
              <a:t>0.1-greedy: 0.1/4 = 0.025, 0.1/4, 0.1/4, 1-0.3/4=0.925</a:t>
            </a:r>
          </a:p>
          <a:p>
            <a:endParaRPr lang="en-US" dirty="0"/>
          </a:p>
          <a:p>
            <a:r>
              <a:rPr lang="en-US" dirty="0"/>
              <a:t>Softmax: e^3/(e^3+e^5+e^2+e^6) = 0.035, </a:t>
            </a:r>
          </a:p>
          <a:p>
            <a:r>
              <a:rPr lang="en-US" dirty="0"/>
              <a:t>e^5/… = 0.256, </a:t>
            </a:r>
          </a:p>
          <a:p>
            <a:r>
              <a:rPr lang="en-US" dirty="0"/>
              <a:t>e^2/… = 0.013, </a:t>
            </a:r>
          </a:p>
          <a:p>
            <a:r>
              <a:rPr lang="en-US" dirty="0"/>
              <a:t>e^6/… = 0.696</a:t>
            </a:r>
          </a:p>
          <a:p>
            <a:endParaRPr lang="en-US" dirty="0"/>
          </a:p>
          <a:p>
            <a:r>
              <a:rPr lang="en-SG" sz="1200" dirty="0"/>
              <a:t>Optimism under uncertainty, explore actions with fewer samples</a:t>
            </a:r>
          </a:p>
          <a:p>
            <a:endParaRPr lang="en-US" dirty="0"/>
          </a:p>
          <a:p>
            <a:r>
              <a:rPr lang="en-US" dirty="0"/>
              <a:t>UCB: 0, 1, 0, 0</a:t>
            </a:r>
          </a:p>
          <a:p>
            <a:r>
              <a:rPr lang="en-US" dirty="0"/>
              <a:t>3+2*\sqrt{ln 12 / 3} = 4.820, </a:t>
            </a:r>
          </a:p>
          <a:p>
            <a:r>
              <a:rPr lang="en-US" b="1" dirty="0"/>
              <a:t>8.153</a:t>
            </a:r>
            <a:r>
              <a:rPr lang="en-US" b="0" dirty="0"/>
              <a:t>, </a:t>
            </a:r>
          </a:p>
          <a:p>
            <a:r>
              <a:rPr lang="en-US" b="0" dirty="0"/>
              <a:t>3.820, </a:t>
            </a:r>
          </a:p>
          <a:p>
            <a:r>
              <a:rPr lang="en-US" b="0" dirty="0"/>
              <a:t>7.410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205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</a:p>
          <a:p>
            <a:endParaRPr lang="en-US" dirty="0"/>
          </a:p>
          <a:p>
            <a:r>
              <a:rPr lang="en-US" dirty="0"/>
              <a:t>Once we have the model, the problem becomes a standard MDP.</a:t>
            </a:r>
          </a:p>
          <a:p>
            <a:r>
              <a:rPr lang="en-US" dirty="0"/>
              <a:t>Value iteration</a:t>
            </a:r>
          </a:p>
          <a:p>
            <a:endParaRPr lang="en-US" dirty="0"/>
          </a:p>
          <a:p>
            <a:r>
              <a:rPr lang="en-SG" b="1" dirty="0"/>
              <a:t>Model-based: </a:t>
            </a:r>
            <a:r>
              <a:rPr lang="en-SG" b="0" dirty="0"/>
              <a:t>Learn the world, then plan.</a:t>
            </a:r>
          </a:p>
          <a:p>
            <a:r>
              <a:rPr lang="en-SG" b="1" dirty="0"/>
              <a:t>Model-free: </a:t>
            </a:r>
            <a:r>
              <a:rPr lang="en-SG" b="0" dirty="0"/>
              <a:t>Just learn what 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19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agent interacts with the environment sequentially: </a:t>
            </a:r>
          </a:p>
          <a:p>
            <a:r>
              <a:rPr lang="en-SG" sz="1200" dirty="0"/>
              <a:t>A</a:t>
            </a:r>
            <a:r>
              <a:rPr lang="en-SG" dirty="0"/>
              <a:t>t each time step, the agent observes the current state, takes an action, receives a reward, and moves to a new state.</a:t>
            </a:r>
          </a:p>
          <a:p>
            <a:r>
              <a:rPr lang="en-SG" dirty="0"/>
              <a:t>This generates experience data that the agent uses to learn.</a:t>
            </a:r>
          </a:p>
          <a:p>
            <a:endParaRPr lang="en-S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Interaction is sequential within a trajectory, but multiple trajectories can be collected in parallel.</a:t>
            </a:r>
            <a:endParaRPr lang="en-US" dirty="0"/>
          </a:p>
          <a:p>
            <a:endParaRPr lang="en-S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929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Ex: for our previous tiger problem, </a:t>
            </a:r>
          </a:p>
          <a:p>
            <a:r>
              <a:rPr lang="en-US" dirty="0"/>
              <a:t>Action N/S/W/E</a:t>
            </a:r>
          </a:p>
          <a:p>
            <a:r>
              <a:rPr lang="en-US" dirty="0"/>
              <a:t>Reward +1, -1, -0.2</a:t>
            </a:r>
          </a:p>
          <a:p>
            <a:r>
              <a:rPr lang="en-US" b="1" dirty="0"/>
              <a:t>(s, a, r, s’)</a:t>
            </a:r>
          </a:p>
          <a:p>
            <a:r>
              <a:rPr lang="en-US" dirty="0"/>
              <a:t>any </a:t>
            </a:r>
            <a:r>
              <a:rPr lang="en-SG" dirty="0"/>
              <a:t>trajectories</a:t>
            </a:r>
            <a:r>
              <a:rPr lang="en-US" dirty="0"/>
              <a:t> of the agent from the start cell to the food cell/tiger cell will be an episode.</a:t>
            </a:r>
          </a:p>
          <a:p>
            <a:endParaRPr lang="en-US" dirty="0"/>
          </a:p>
          <a:p>
            <a:r>
              <a:rPr lang="en-US" dirty="0"/>
              <a:t>Mario:</a:t>
            </a:r>
          </a:p>
          <a:p>
            <a:r>
              <a:rPr lang="en-US" dirty="0"/>
              <a:t>Forward, backward, jump, etc</a:t>
            </a:r>
          </a:p>
          <a:p>
            <a:r>
              <a:rPr lang="en-US" dirty="0"/>
              <a:t>current game screen (pixels)</a:t>
            </a:r>
          </a:p>
          <a:p>
            <a:r>
              <a:rPr lang="en-US" dirty="0"/>
              <a:t>next game screen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infinite set, can use neural networks to model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942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3*3  array[3][3]</a:t>
            </a:r>
          </a:p>
          <a:p>
            <a:endParaRPr lang="en-US" dirty="0"/>
          </a:p>
          <a:p>
            <a:r>
              <a:rPr lang="en-US" dirty="0"/>
              <a:t>Reward of all transitions to non-terminals, 0</a:t>
            </a:r>
          </a:p>
          <a:p>
            <a:endParaRPr lang="en-US" dirty="0"/>
          </a:p>
          <a:p>
            <a:r>
              <a:rPr lang="en-US" dirty="0"/>
              <a:t>O player: random agent, AI agent / environment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44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single interaction step: current state → action → reward → next state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A sequence of experiences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Ends at a </a:t>
            </a:r>
            <a:r>
              <a:rPr lang="en-SG" b="1" dirty="0"/>
              <a:t>terminal state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represents one complete trajectory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Total reward: r_0+ r_1 + … + </a:t>
            </a:r>
            <a:r>
              <a:rPr lang="en-US" dirty="0" err="1"/>
              <a:t>r_H</a:t>
            </a:r>
            <a:r>
              <a:rPr lang="en-US" dirty="0"/>
              <a:t>  (horizon)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19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s_t</a:t>
            </a:r>
            <a:r>
              <a:rPr lang="en-US" dirty="0"/>
              <a:t>, </a:t>
            </a:r>
            <a:r>
              <a:rPr lang="en-US" dirty="0" err="1"/>
              <a:t>a_t</a:t>
            </a:r>
            <a:r>
              <a:rPr lang="en-US" dirty="0"/>
              <a:t>, </a:t>
            </a:r>
            <a:r>
              <a:rPr lang="en-US" dirty="0" err="1"/>
              <a:t>r_t</a:t>
            </a:r>
            <a:r>
              <a:rPr lang="en-US" dirty="0"/>
              <a:t>, s_{t+1})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01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Reinforcement learning aims to learn a policy that maximizes total (long-term) reward.</a:t>
            </a:r>
            <a:br>
              <a:rPr lang="en-SG" dirty="0"/>
            </a:br>
            <a:r>
              <a:rPr lang="en-SG" dirty="0"/>
              <a:t>Q-learning is a model-free method that directly learns the optimal Q-function.</a:t>
            </a:r>
            <a:br>
              <a:rPr lang="en-SG" dirty="0"/>
            </a:br>
            <a:r>
              <a:rPr lang="en-SG" dirty="0"/>
              <a:t>From the Q-function, we can derive the optimal policy by selecting the action with the highest Q-value.</a:t>
            </a:r>
            <a:r>
              <a:rPr lang="en-SG" b="1" dirty="0"/>
              <a:t> </a:t>
            </a:r>
          </a:p>
          <a:p>
            <a:r>
              <a:rPr lang="en-US" b="1" dirty="0"/>
              <a:t>pi*</a:t>
            </a:r>
            <a:r>
              <a:rPr lang="el-GR" b="1" dirty="0"/>
              <a:t>(</a:t>
            </a:r>
            <a:r>
              <a:rPr lang="en-SG" b="1" dirty="0"/>
              <a:t>s)=</a:t>
            </a:r>
            <a:r>
              <a:rPr lang="en-SG" b="1" dirty="0" err="1"/>
              <a:t>argmax_a</a:t>
            </a:r>
            <a:r>
              <a:rPr lang="en-SG" b="1" dirty="0"/>
              <a:t>​ Q*(s,a)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8018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DBCDC-ACF0-73E6-0E58-5B040707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F27DE-2F93-0B51-C996-9708DA1BE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49138-91DA-9E90-17E4-3E16AE36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61CA6-9EBD-3049-848F-C550B2B14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4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03B5-D08E-4B10-3BE6-4FD755BE1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48315-DE9D-DE40-AA39-267DC4B2F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45EA6-C93F-9797-1066-5936E05175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9726"/>
            <a:ext cx="12192000" cy="903188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4A8F783-8B49-4D0F-6AB7-8D108986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4/4/26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066306B-0F77-F124-E5DF-E4045DAA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59B8FE2-700D-E16B-89E9-2C958256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9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BCB85-5409-BBC3-B74D-43E65850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254000"/>
            <a:ext cx="10800080" cy="807720"/>
          </a:xfr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42EED-D288-C681-88DC-97BF9EBF9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0800080" cy="5350670"/>
          </a:xfrm>
        </p:spPr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04BD-1088-0885-6786-ADBA2313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B24F0-A7E3-1CF9-4E41-1ED392F2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AFE24-FA26-96D1-D129-F268C119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54C070B-DB61-BFA6-1C1F-FF0D0DABE3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6000" y="1040555"/>
            <a:ext cx="11520000" cy="72000"/>
          </a:xfrm>
          <a:prstGeom prst="rect">
            <a:avLst/>
          </a:prstGeom>
          <a:solidFill>
            <a:srgbClr val="D5A10D">
              <a:alpha val="94863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59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39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81914-FFC8-295A-EABB-525956553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EC252-0FA5-55F5-703D-3F1398D0A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8F33-74F4-8EE9-7826-7B5263B2D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A2B3-752B-ADE7-680B-181CAFF25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72DF2-0939-223E-1C23-C3C6F5EFA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6E0D6-5032-BFB4-1206-F6BAF77DA7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252004" y="61717"/>
            <a:ext cx="1687992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800" dirty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420435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8.xml"/><Relationship Id="rId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0.xml"/><Relationship Id="rId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1.png"/><Relationship Id="rId4" Type="http://schemas.openxmlformats.org/officeDocument/2006/relationships/customXml" Target="../ink/ink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0.png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25.png"/><Relationship Id="rId3" Type="http://schemas.openxmlformats.org/officeDocument/2006/relationships/image" Target="../media/image191.png"/><Relationship Id="rId7" Type="http://schemas.openxmlformats.org/officeDocument/2006/relationships/image" Target="../media/image200.png"/><Relationship Id="rId12" Type="http://schemas.openxmlformats.org/officeDocument/2006/relationships/customXml" Target="../ink/ink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4.png"/><Relationship Id="rId5" Type="http://schemas.openxmlformats.org/officeDocument/2006/relationships/image" Target="../media/image180.png"/><Relationship Id="rId10" Type="http://schemas.openxmlformats.org/officeDocument/2006/relationships/image" Target="../media/image230.png"/><Relationship Id="rId4" Type="http://schemas.openxmlformats.org/officeDocument/2006/relationships/image" Target="../media/image201.png"/><Relationship Id="rId9" Type="http://schemas.openxmlformats.org/officeDocument/2006/relationships/image" Target="../media/image2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6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A2C9-A06B-0D70-FCD5-B75317E19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9584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Lecture 11</a:t>
            </a:r>
            <a:r>
              <a:rPr lang="en-US" dirty="0"/>
              <a:t>: Reinforcement Learning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89F0B-4D3D-5574-CA59-117E4F61D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01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CS420: Introduction to AI</a:t>
            </a:r>
          </a:p>
          <a:p>
            <a:r>
              <a:rPr lang="en-US" dirty="0"/>
              <a:t>Zhize LI</a:t>
            </a:r>
          </a:p>
        </p:txBody>
      </p:sp>
    </p:spTree>
    <p:extLst>
      <p:ext uri="{BB962C8B-B14F-4D97-AF65-F5344CB8AC3E}">
        <p14:creationId xmlns:p14="http://schemas.microsoft.com/office/powerpoint/2010/main" val="50056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6DDD-021E-F4A9-D9A2-F69B060D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8D92-CA22-D8C2-CE55-AAB70A62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133C8-796F-83FD-5BEC-8B48873E87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18" y="1253329"/>
                <a:ext cx="7007399" cy="39632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MDP Tuple: </a:t>
                </a:r>
                <a14:m>
                  <m:oMath xmlns:m="http://schemas.openxmlformats.org/officeDocument/2006/math">
                    <m:r>
                      <a:rPr lang="en-SG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SG" b="1" dirty="0"/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Set of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Set of actions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Transition probability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SG" dirty="0"/>
                  <a:t>probability of transitioning to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SG" dirty="0"/>
                  <a:t> from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dirty="0"/>
                  <a:t> on taking action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SG" dirty="0"/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SG" dirty="0"/>
                  <a:t>Reward function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′): </m:t>
                    </m:r>
                  </m:oMath>
                </a14:m>
                <a:r>
                  <a:rPr lang="en-SG" dirty="0"/>
                  <a:t>reward of taking action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dirty="0"/>
                  <a:t> in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dirty="0"/>
                  <a:t> and reaching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SG" dirty="0"/>
              </a:p>
              <a:p>
                <a:pPr lvl="2"/>
                <a:r>
                  <a:rPr lang="en-SG" dirty="0"/>
                  <a:t>Rewards may only depend on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SG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133C8-796F-83FD-5BEC-8B48873E87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18" y="1253329"/>
                <a:ext cx="7007399" cy="3963248"/>
              </a:xfrm>
              <a:blipFill>
                <a:blip r:embed="rId3"/>
                <a:stretch>
                  <a:fillRect l="-1989" t="-2556" r="-1266" b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19BE94C-ACF9-9A06-E979-DDB9370A7280}"/>
              </a:ext>
            </a:extLst>
          </p:cNvPr>
          <p:cNvGrpSpPr/>
          <p:nvPr/>
        </p:nvGrpSpPr>
        <p:grpSpPr>
          <a:xfrm>
            <a:off x="7561118" y="1288809"/>
            <a:ext cx="3792682" cy="2412767"/>
            <a:chOff x="5039587" y="1751507"/>
            <a:chExt cx="4104413" cy="28527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696CA6-6E08-B814-FBC9-9CDE3DDE7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1318" y="1751507"/>
              <a:ext cx="3792682" cy="2483428"/>
            </a:xfrm>
            <a:prstGeom prst="rect">
              <a:avLst/>
            </a:prstGeom>
            <a:gradFill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F18953-759A-49C0-A88A-087809F555A7}"/>
                </a:ext>
              </a:extLst>
            </p:cNvPr>
            <p:cNvSpPr txBox="1"/>
            <p:nvPr/>
          </p:nvSpPr>
          <p:spPr>
            <a:xfrm>
              <a:off x="5694217" y="4206604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02813C-7C16-FD23-D0EA-E14EBBF511EB}"/>
                </a:ext>
              </a:extLst>
            </p:cNvPr>
            <p:cNvSpPr txBox="1"/>
            <p:nvPr/>
          </p:nvSpPr>
          <p:spPr>
            <a:xfrm>
              <a:off x="6608616" y="421575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0507C5-0448-96F2-657E-033268820303}"/>
                </a:ext>
              </a:extLst>
            </p:cNvPr>
            <p:cNvSpPr txBox="1"/>
            <p:nvPr/>
          </p:nvSpPr>
          <p:spPr>
            <a:xfrm>
              <a:off x="7523015" y="423493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8D688D-837A-3DBF-A820-D774293841CE}"/>
                </a:ext>
              </a:extLst>
            </p:cNvPr>
            <p:cNvSpPr txBox="1"/>
            <p:nvPr/>
          </p:nvSpPr>
          <p:spPr>
            <a:xfrm>
              <a:off x="8456613" y="423369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45223A-723B-EE12-F8E1-940F4F53E515}"/>
                </a:ext>
              </a:extLst>
            </p:cNvPr>
            <p:cNvSpPr txBox="1"/>
            <p:nvPr/>
          </p:nvSpPr>
          <p:spPr>
            <a:xfrm>
              <a:off x="5039589" y="3610859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123284-FF10-C5F7-9888-699116BE5F1B}"/>
                </a:ext>
              </a:extLst>
            </p:cNvPr>
            <p:cNvSpPr txBox="1"/>
            <p:nvPr/>
          </p:nvSpPr>
          <p:spPr>
            <a:xfrm>
              <a:off x="5039587" y="280855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D829A5-EB8F-A7DA-D21E-114F13CE5AA6}"/>
                </a:ext>
              </a:extLst>
            </p:cNvPr>
            <p:cNvSpPr txBox="1"/>
            <p:nvPr/>
          </p:nvSpPr>
          <p:spPr>
            <a:xfrm>
              <a:off x="5039587" y="2000356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EADC12-CE1C-CC9B-E7A1-C17A8EB3A663}"/>
                  </a:ext>
                </a:extLst>
              </p:cNvPr>
              <p:cNvSpPr txBox="1"/>
              <p:nvPr/>
            </p:nvSpPr>
            <p:spPr>
              <a:xfrm>
                <a:off x="7580713" y="3854514"/>
                <a:ext cx="4647513" cy="1783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(1,1), (1,2), 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North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South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West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East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((2,1)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0.8, 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((1,2)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 = 0.1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,4)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,4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∗,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= −0.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EADC12-CE1C-CC9B-E7A1-C17A8EB3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713" y="3854514"/>
                <a:ext cx="4647513" cy="1783630"/>
              </a:xfrm>
              <a:prstGeom prst="rect">
                <a:avLst/>
              </a:prstGeom>
              <a:blipFill>
                <a:blip r:embed="rId5"/>
                <a:stretch>
                  <a:fillRect l="-1093" t="-1408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8571BB3-D84C-5667-8972-31A5626092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719" y="5398952"/>
                <a:ext cx="7410672" cy="13048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600" dirty="0"/>
                  <a:t>Discount factor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sz="2600" dirty="0"/>
              </a:p>
              <a:p>
                <a:pPr lvl="1"/>
                <a:r>
                  <a:rPr lang="en-US" sz="2200" dirty="0"/>
                  <a:t>Discounting: future rewards decays over time (inflation)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′)+</m:t>
                    </m:r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2200" dirty="0"/>
                  <a:t>  [immediate + future]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8571BB3-D84C-5667-8972-31A562609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19" y="5398952"/>
                <a:ext cx="7410672" cy="1304890"/>
              </a:xfrm>
              <a:prstGeom prst="rect">
                <a:avLst/>
              </a:prstGeom>
              <a:blipFill>
                <a:blip r:embed="rId6"/>
                <a:stretch>
                  <a:fillRect l="-1199" t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15486A-E712-4053-7545-C2027DA13234}"/>
                  </a:ext>
                </a:extLst>
              </p14:cNvPr>
              <p14:cNvContentPartPr/>
              <p14:nvPr/>
            </p14:nvContentPartPr>
            <p14:xfrm>
              <a:off x="4828680" y="2646000"/>
              <a:ext cx="3141000" cy="1209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15486A-E712-4053-7545-C2027DA132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12480" y="2629800"/>
                <a:ext cx="3173400" cy="124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027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7334-50E1-ADA7-C751-A284EDFD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FB5D-8ED9-E34D-2D23-1A67A2DD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Finding Optimal Policy: Value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DF901-92D6-304D-E927-980A54456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0800080" cy="4832677"/>
              </a:xfrm>
            </p:spPr>
            <p:txBody>
              <a:bodyPr/>
              <a:lstStyle/>
              <a:p>
                <a:r>
                  <a:rPr lang="en-US" dirty="0"/>
                  <a:t>Value Iteration (iteratively computes the value function)</a:t>
                </a:r>
              </a:p>
              <a:p>
                <a:pPr lvl="1"/>
                <a:r>
                  <a:rPr lang="en-US" dirty="0"/>
                  <a:t>Initialize: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for all states s</a:t>
                </a:r>
              </a:p>
              <a:p>
                <a:pPr lvl="1"/>
                <a:r>
                  <a:rPr lang="en-US" dirty="0"/>
                  <a:t>Update (for each iteration):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 ]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 until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sufficiently close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Optimal policy (after convergence): </a:t>
                </a: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    (best action at state s)</a:t>
                </a:r>
              </a:p>
              <a:p>
                <a:pPr lvl="1"/>
                <a:r>
                  <a:rPr lang="en-US" dirty="0"/>
                  <a:t>The 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stationary in the infinite-horizon setting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DF901-92D6-304D-E927-980A54456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0800080" cy="4832677"/>
              </a:xfrm>
              <a:blipFill>
                <a:blip r:embed="rId3"/>
                <a:stretch>
                  <a:fillRect l="-1174" t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5D4FA4-11AF-ACCC-4629-293D9E632028}"/>
                  </a:ext>
                </a:extLst>
              </p14:cNvPr>
              <p14:cNvContentPartPr/>
              <p14:nvPr/>
            </p14:nvContentPartPr>
            <p14:xfrm>
              <a:off x="1764720" y="1971720"/>
              <a:ext cx="10110240" cy="1478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5D4FA4-11AF-ACCC-4629-293D9E6320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8520" y="1955520"/>
                <a:ext cx="10142640" cy="151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11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CF0CC-01AC-A44E-31CF-5E1F2634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87B36-639C-CF8B-4C42-028D5A4D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B5487-8844-E017-7F30-A891DAC69C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455400" cy="5350670"/>
              </a:xfrm>
            </p:spPr>
            <p:txBody>
              <a:bodyPr/>
              <a:lstStyle/>
              <a:p>
                <a:r>
                  <a:rPr lang="en-GB" sz="2400" dirty="0"/>
                  <a:t>Consider the MDP defined by the transition probability and reward function in the tables below with discount factor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= 1 (no discounting, for simplicity).</a:t>
                </a:r>
              </a:p>
              <a:p>
                <a:r>
                  <a:rPr lang="en-GB" sz="2400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)=0 </m:t>
                    </m:r>
                  </m:oMath>
                </a14:m>
                <a:r>
                  <a:rPr lang="en-GB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= 0, use VI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GB" sz="2400" dirty="0"/>
              </a:p>
              <a:p>
                <a:r>
                  <a:rPr lang="en-GB" sz="2400" dirty="0"/>
                  <a:t>From these values indicate the best actions: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400" dirty="0"/>
                  <a:t>.     (</a:t>
                </a:r>
                <a:r>
                  <a:rPr lang="en-GB" sz="2400" dirty="0"/>
                  <a:t>current policy: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B5487-8844-E017-7F30-A891DAC69C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455400" cy="5350670"/>
              </a:xfrm>
              <a:blipFill>
                <a:blip r:embed="rId3"/>
                <a:stretch>
                  <a:fillRect l="-775" t="-1659" r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E86ED-8028-2C28-016A-FAFD35ECE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677073"/>
              </p:ext>
            </p:extLst>
          </p:nvPr>
        </p:nvGraphicFramePr>
        <p:xfrm>
          <a:off x="1609458" y="3943564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880">
                  <a:extLst>
                    <a:ext uri="{9D8B030D-6E8A-4147-A177-3AD203B41FA5}">
                      <a16:colId xmlns:a16="http://schemas.microsoft.com/office/drawing/2014/main" val="2124935439"/>
                    </a:ext>
                  </a:extLst>
                </a:gridCol>
                <a:gridCol w="570906">
                  <a:extLst>
                    <a:ext uri="{9D8B030D-6E8A-4147-A177-3AD203B41FA5}">
                      <a16:colId xmlns:a16="http://schemas.microsoft.com/office/drawing/2014/main" val="3567746389"/>
                    </a:ext>
                  </a:extLst>
                </a:gridCol>
                <a:gridCol w="647007">
                  <a:extLst>
                    <a:ext uri="{9D8B030D-6E8A-4147-A177-3AD203B41FA5}">
                      <a16:colId xmlns:a16="http://schemas.microsoft.com/office/drawing/2014/main" val="2185035076"/>
                    </a:ext>
                  </a:extLst>
                </a:gridCol>
                <a:gridCol w="1081105">
                  <a:extLst>
                    <a:ext uri="{9D8B030D-6E8A-4147-A177-3AD203B41FA5}">
                      <a16:colId xmlns:a16="http://schemas.microsoft.com/office/drawing/2014/main" val="3448554953"/>
                    </a:ext>
                  </a:extLst>
                </a:gridCol>
                <a:gridCol w="1128695">
                  <a:extLst>
                    <a:ext uri="{9D8B030D-6E8A-4147-A177-3AD203B41FA5}">
                      <a16:colId xmlns:a16="http://schemas.microsoft.com/office/drawing/2014/main" val="752825974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a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s’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P(</a:t>
                      </a:r>
                      <a:r>
                        <a:rPr lang="en-GB" sz="1800" b="1" dirty="0" err="1">
                          <a:effectLst/>
                        </a:rPr>
                        <a:t>s’|s,a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R(</a:t>
                      </a:r>
                      <a:r>
                        <a:rPr lang="en-GB" sz="1800" b="1" dirty="0" err="1">
                          <a:effectLst/>
                        </a:rPr>
                        <a:t>s,a,s</a:t>
                      </a:r>
                      <a:r>
                        <a:rPr lang="en-GB" sz="1800" b="1" dirty="0">
                          <a:effectLst/>
                        </a:rPr>
                        <a:t>’)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487738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1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75811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5803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2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094008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311244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3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72507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8439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556E97-B70E-EF24-A1B4-9F5600722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280973"/>
              </p:ext>
            </p:extLst>
          </p:nvPr>
        </p:nvGraphicFramePr>
        <p:xfrm>
          <a:off x="6281419" y="3943564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416">
                  <a:extLst>
                    <a:ext uri="{9D8B030D-6E8A-4147-A177-3AD203B41FA5}">
                      <a16:colId xmlns:a16="http://schemas.microsoft.com/office/drawing/2014/main" val="98659586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085858530"/>
                    </a:ext>
                  </a:extLst>
                </a:gridCol>
                <a:gridCol w="651164">
                  <a:extLst>
                    <a:ext uri="{9D8B030D-6E8A-4147-A177-3AD203B41FA5}">
                      <a16:colId xmlns:a16="http://schemas.microsoft.com/office/drawing/2014/main" val="3890647722"/>
                    </a:ext>
                  </a:extLst>
                </a:gridCol>
                <a:gridCol w="1084966">
                  <a:extLst>
                    <a:ext uri="{9D8B030D-6E8A-4147-A177-3AD203B41FA5}">
                      <a16:colId xmlns:a16="http://schemas.microsoft.com/office/drawing/2014/main" val="3711038322"/>
                    </a:ext>
                  </a:extLst>
                </a:gridCol>
                <a:gridCol w="1137865">
                  <a:extLst>
                    <a:ext uri="{9D8B030D-6E8A-4147-A177-3AD203B41FA5}">
                      <a16:colId xmlns:a16="http://schemas.microsoft.com/office/drawing/2014/main" val="1810684555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s’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P(</a:t>
                      </a:r>
                      <a:r>
                        <a:rPr lang="en-GB" sz="1800" dirty="0" err="1">
                          <a:effectLst/>
                        </a:rPr>
                        <a:t>s’|s,a</a:t>
                      </a:r>
                      <a:r>
                        <a:rPr lang="en-GB" sz="1800" dirty="0">
                          <a:effectLst/>
                        </a:rPr>
                        <a:t>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R(</a:t>
                      </a:r>
                      <a:r>
                        <a:rPr lang="en-GB" sz="1800" dirty="0" err="1">
                          <a:effectLst/>
                        </a:rPr>
                        <a:t>s,a,s</a:t>
                      </a:r>
                      <a:r>
                        <a:rPr lang="en-GB" sz="1800" dirty="0">
                          <a:effectLst/>
                        </a:rPr>
                        <a:t>’)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664680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1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05070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22907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2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123450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890882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r>
                        <a:rPr lang="en-GB" sz="1800" baseline="-25000">
                          <a:effectLst/>
                        </a:rPr>
                        <a:t>3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609193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4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2165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4789EA-C01A-E680-962C-36173E765911}"/>
                  </a:ext>
                </a:extLst>
              </p14:cNvPr>
              <p14:cNvContentPartPr/>
              <p14:nvPr/>
            </p14:nvContentPartPr>
            <p14:xfrm>
              <a:off x="1630800" y="156240"/>
              <a:ext cx="8364600" cy="5322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4789EA-C01A-E680-962C-36173E7659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4600" y="140040"/>
                <a:ext cx="8397000" cy="535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600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3BA9-C03A-1250-D452-5258E403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56870C-A08C-802C-09C4-4C5BC308C670}"/>
              </a:ext>
            </a:extLst>
          </p:cNvPr>
          <p:cNvGraphicFramePr>
            <a:graphicFrameLocks noGrp="1"/>
          </p:cNvGraphicFramePr>
          <p:nvPr/>
        </p:nvGraphicFramePr>
        <p:xfrm>
          <a:off x="3610537" y="224764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880">
                  <a:extLst>
                    <a:ext uri="{9D8B030D-6E8A-4147-A177-3AD203B41FA5}">
                      <a16:colId xmlns:a16="http://schemas.microsoft.com/office/drawing/2014/main" val="2124935439"/>
                    </a:ext>
                  </a:extLst>
                </a:gridCol>
                <a:gridCol w="570906">
                  <a:extLst>
                    <a:ext uri="{9D8B030D-6E8A-4147-A177-3AD203B41FA5}">
                      <a16:colId xmlns:a16="http://schemas.microsoft.com/office/drawing/2014/main" val="3567746389"/>
                    </a:ext>
                  </a:extLst>
                </a:gridCol>
                <a:gridCol w="647007">
                  <a:extLst>
                    <a:ext uri="{9D8B030D-6E8A-4147-A177-3AD203B41FA5}">
                      <a16:colId xmlns:a16="http://schemas.microsoft.com/office/drawing/2014/main" val="2185035076"/>
                    </a:ext>
                  </a:extLst>
                </a:gridCol>
                <a:gridCol w="1081105">
                  <a:extLst>
                    <a:ext uri="{9D8B030D-6E8A-4147-A177-3AD203B41FA5}">
                      <a16:colId xmlns:a16="http://schemas.microsoft.com/office/drawing/2014/main" val="3448554953"/>
                    </a:ext>
                  </a:extLst>
                </a:gridCol>
                <a:gridCol w="1128695">
                  <a:extLst>
                    <a:ext uri="{9D8B030D-6E8A-4147-A177-3AD203B41FA5}">
                      <a16:colId xmlns:a16="http://schemas.microsoft.com/office/drawing/2014/main" val="752825974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a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s’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P(</a:t>
                      </a:r>
                      <a:r>
                        <a:rPr lang="en-GB" sz="1800" b="1" dirty="0" err="1">
                          <a:effectLst/>
                        </a:rPr>
                        <a:t>s’|s,a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R(</a:t>
                      </a:r>
                      <a:r>
                        <a:rPr lang="en-GB" sz="1800" b="1" dirty="0" err="1">
                          <a:effectLst/>
                        </a:rPr>
                        <a:t>s,a,s</a:t>
                      </a:r>
                      <a:r>
                        <a:rPr lang="en-GB" sz="1800" b="1" dirty="0">
                          <a:effectLst/>
                        </a:rPr>
                        <a:t>’)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487738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1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75811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5803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2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094008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311244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3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72507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8439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28D4E6-82DC-6ECF-3875-7795441D3209}"/>
              </a:ext>
            </a:extLst>
          </p:cNvPr>
          <p:cNvGraphicFramePr>
            <a:graphicFrameLocks noGrp="1"/>
          </p:cNvGraphicFramePr>
          <p:nvPr/>
        </p:nvGraphicFramePr>
        <p:xfrm>
          <a:off x="7964445" y="205147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416">
                  <a:extLst>
                    <a:ext uri="{9D8B030D-6E8A-4147-A177-3AD203B41FA5}">
                      <a16:colId xmlns:a16="http://schemas.microsoft.com/office/drawing/2014/main" val="98659586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085858530"/>
                    </a:ext>
                  </a:extLst>
                </a:gridCol>
                <a:gridCol w="651164">
                  <a:extLst>
                    <a:ext uri="{9D8B030D-6E8A-4147-A177-3AD203B41FA5}">
                      <a16:colId xmlns:a16="http://schemas.microsoft.com/office/drawing/2014/main" val="3890647722"/>
                    </a:ext>
                  </a:extLst>
                </a:gridCol>
                <a:gridCol w="1084966">
                  <a:extLst>
                    <a:ext uri="{9D8B030D-6E8A-4147-A177-3AD203B41FA5}">
                      <a16:colId xmlns:a16="http://schemas.microsoft.com/office/drawing/2014/main" val="3711038322"/>
                    </a:ext>
                  </a:extLst>
                </a:gridCol>
                <a:gridCol w="1137865">
                  <a:extLst>
                    <a:ext uri="{9D8B030D-6E8A-4147-A177-3AD203B41FA5}">
                      <a16:colId xmlns:a16="http://schemas.microsoft.com/office/drawing/2014/main" val="1810684555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s’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P(</a:t>
                      </a:r>
                      <a:r>
                        <a:rPr lang="en-GB" sz="1800" dirty="0" err="1">
                          <a:effectLst/>
                        </a:rPr>
                        <a:t>s’|s,a</a:t>
                      </a:r>
                      <a:r>
                        <a:rPr lang="en-GB" sz="1800" dirty="0">
                          <a:effectLst/>
                        </a:rPr>
                        <a:t>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R(</a:t>
                      </a:r>
                      <a:r>
                        <a:rPr lang="en-GB" sz="1800" dirty="0" err="1">
                          <a:effectLst/>
                        </a:rPr>
                        <a:t>s,a,s</a:t>
                      </a:r>
                      <a:r>
                        <a:rPr lang="en-GB" sz="1800" dirty="0">
                          <a:effectLst/>
                        </a:rPr>
                        <a:t>’)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664680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1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05070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22907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2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123450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890882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r>
                        <a:rPr lang="en-GB" sz="1800" baseline="-25000">
                          <a:effectLst/>
                        </a:rPr>
                        <a:t>3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609193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4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2165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C0FE08-8548-4F33-D31B-4692B50B5870}"/>
                  </a:ext>
                </a:extLst>
              </p:cNvPr>
              <p:cNvSpPr txBox="1"/>
              <p:nvPr/>
            </p:nvSpPr>
            <p:spPr>
              <a:xfrm>
                <a:off x="6096000" y="2321490"/>
                <a:ext cx="6100996" cy="971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dirty="0"/>
                            <m:t> [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′)+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′) 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C0FE08-8548-4F33-D31B-4692B50B5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21490"/>
                <a:ext cx="6100996" cy="971741"/>
              </a:xfrm>
              <a:prstGeom prst="rect">
                <a:avLst/>
              </a:prstGeom>
              <a:blipFill>
                <a:blip r:embed="rId3"/>
                <a:stretch>
                  <a:fillRect t="-100000" b="-10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C96CCA-22D4-D9D1-03AD-B86AA4363F7B}"/>
                  </a:ext>
                </a:extLst>
              </p14:cNvPr>
              <p14:cNvContentPartPr/>
              <p14:nvPr/>
            </p14:nvContentPartPr>
            <p14:xfrm>
              <a:off x="235080" y="216000"/>
              <a:ext cx="11887560" cy="6428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C96CCA-22D4-D9D1-03AD-B86AA4363F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8880" y="199800"/>
                <a:ext cx="11919960" cy="646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9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F838-B150-46ED-2583-4A342383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FC1BBF-20E8-CF7A-5FC8-704F8A0D0E85}"/>
              </a:ext>
            </a:extLst>
          </p:cNvPr>
          <p:cNvGraphicFramePr>
            <a:graphicFrameLocks noGrp="1"/>
          </p:cNvGraphicFramePr>
          <p:nvPr/>
        </p:nvGraphicFramePr>
        <p:xfrm>
          <a:off x="3610537" y="224764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880">
                  <a:extLst>
                    <a:ext uri="{9D8B030D-6E8A-4147-A177-3AD203B41FA5}">
                      <a16:colId xmlns:a16="http://schemas.microsoft.com/office/drawing/2014/main" val="2124935439"/>
                    </a:ext>
                  </a:extLst>
                </a:gridCol>
                <a:gridCol w="570906">
                  <a:extLst>
                    <a:ext uri="{9D8B030D-6E8A-4147-A177-3AD203B41FA5}">
                      <a16:colId xmlns:a16="http://schemas.microsoft.com/office/drawing/2014/main" val="3567746389"/>
                    </a:ext>
                  </a:extLst>
                </a:gridCol>
                <a:gridCol w="647007">
                  <a:extLst>
                    <a:ext uri="{9D8B030D-6E8A-4147-A177-3AD203B41FA5}">
                      <a16:colId xmlns:a16="http://schemas.microsoft.com/office/drawing/2014/main" val="2185035076"/>
                    </a:ext>
                  </a:extLst>
                </a:gridCol>
                <a:gridCol w="1081105">
                  <a:extLst>
                    <a:ext uri="{9D8B030D-6E8A-4147-A177-3AD203B41FA5}">
                      <a16:colId xmlns:a16="http://schemas.microsoft.com/office/drawing/2014/main" val="3448554953"/>
                    </a:ext>
                  </a:extLst>
                </a:gridCol>
                <a:gridCol w="1128695">
                  <a:extLst>
                    <a:ext uri="{9D8B030D-6E8A-4147-A177-3AD203B41FA5}">
                      <a16:colId xmlns:a16="http://schemas.microsoft.com/office/drawing/2014/main" val="752825974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a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s’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P(</a:t>
                      </a:r>
                      <a:r>
                        <a:rPr lang="en-GB" sz="1800" b="1" dirty="0" err="1">
                          <a:effectLst/>
                        </a:rPr>
                        <a:t>s’|s,a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R(</a:t>
                      </a:r>
                      <a:r>
                        <a:rPr lang="en-GB" sz="1800" b="1" dirty="0" err="1">
                          <a:effectLst/>
                        </a:rPr>
                        <a:t>s,a,s</a:t>
                      </a:r>
                      <a:r>
                        <a:rPr lang="en-GB" sz="1800" b="1" dirty="0">
                          <a:effectLst/>
                        </a:rPr>
                        <a:t>’)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487738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1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75811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5803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2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094008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311244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3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72507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8439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C34030-F385-ECAC-E357-12364DD757A0}"/>
              </a:ext>
            </a:extLst>
          </p:cNvPr>
          <p:cNvGraphicFramePr>
            <a:graphicFrameLocks noGrp="1"/>
          </p:cNvGraphicFramePr>
          <p:nvPr/>
        </p:nvGraphicFramePr>
        <p:xfrm>
          <a:off x="7964445" y="205147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416">
                  <a:extLst>
                    <a:ext uri="{9D8B030D-6E8A-4147-A177-3AD203B41FA5}">
                      <a16:colId xmlns:a16="http://schemas.microsoft.com/office/drawing/2014/main" val="98659586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085858530"/>
                    </a:ext>
                  </a:extLst>
                </a:gridCol>
                <a:gridCol w="651164">
                  <a:extLst>
                    <a:ext uri="{9D8B030D-6E8A-4147-A177-3AD203B41FA5}">
                      <a16:colId xmlns:a16="http://schemas.microsoft.com/office/drawing/2014/main" val="3890647722"/>
                    </a:ext>
                  </a:extLst>
                </a:gridCol>
                <a:gridCol w="1084966">
                  <a:extLst>
                    <a:ext uri="{9D8B030D-6E8A-4147-A177-3AD203B41FA5}">
                      <a16:colId xmlns:a16="http://schemas.microsoft.com/office/drawing/2014/main" val="3711038322"/>
                    </a:ext>
                  </a:extLst>
                </a:gridCol>
                <a:gridCol w="1137865">
                  <a:extLst>
                    <a:ext uri="{9D8B030D-6E8A-4147-A177-3AD203B41FA5}">
                      <a16:colId xmlns:a16="http://schemas.microsoft.com/office/drawing/2014/main" val="1810684555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s’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P(</a:t>
                      </a:r>
                      <a:r>
                        <a:rPr lang="en-GB" sz="1800" dirty="0" err="1">
                          <a:effectLst/>
                        </a:rPr>
                        <a:t>s’|s,a</a:t>
                      </a:r>
                      <a:r>
                        <a:rPr lang="en-GB" sz="1800" dirty="0">
                          <a:effectLst/>
                        </a:rPr>
                        <a:t>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R(</a:t>
                      </a:r>
                      <a:r>
                        <a:rPr lang="en-GB" sz="1800" dirty="0" err="1">
                          <a:effectLst/>
                        </a:rPr>
                        <a:t>s,a,s</a:t>
                      </a:r>
                      <a:r>
                        <a:rPr lang="en-GB" sz="1800" dirty="0">
                          <a:effectLst/>
                        </a:rPr>
                        <a:t>’)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664680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1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05070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22907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r>
                        <a:rPr lang="en-GB" sz="1800" baseline="-25000" dirty="0">
                          <a:effectLst/>
                        </a:rPr>
                        <a:t>2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123450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890882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r>
                        <a:rPr lang="en-GB" sz="1800" baseline="-25000">
                          <a:effectLst/>
                        </a:rPr>
                        <a:t>3</a:t>
                      </a:r>
                      <a:endParaRPr lang="en-SG" sz="18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609193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4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21654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3632277-B0BC-4EDF-8D20-8033B4058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524" y="2457760"/>
            <a:ext cx="5581514" cy="1761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1D74C7-B102-5A75-04D4-A29E65357BFC}"/>
                  </a:ext>
                </a:extLst>
              </p14:cNvPr>
              <p14:cNvContentPartPr/>
              <p14:nvPr/>
            </p14:nvContentPartPr>
            <p14:xfrm>
              <a:off x="406440" y="131400"/>
              <a:ext cx="11773440" cy="639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1D74C7-B102-5A75-04D4-A29E65357B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840" y="115200"/>
                <a:ext cx="11811240" cy="643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546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8F28-3EE7-0E9A-D4CB-A9F071D9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(RL)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3DE7E-49A3-81E9-E137-31BA3C37B7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19" y="1253330"/>
                <a:ext cx="11423421" cy="535067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How do humans and animals typically learn? </a:t>
                </a:r>
              </a:p>
              <a:p>
                <a:pPr lvl="1"/>
                <a:r>
                  <a:rPr lang="en-US" dirty="0"/>
                  <a:t>Through interaction with the environment and </a:t>
                </a:r>
                <a:r>
                  <a:rPr lang="en-US" b="1" dirty="0"/>
                  <a:t>reinforcement</a:t>
                </a:r>
                <a:r>
                  <a:rPr lang="en-US" dirty="0"/>
                  <a:t> (rewards or penalties)</a:t>
                </a:r>
              </a:p>
              <a:p>
                <a:r>
                  <a:rPr lang="en-US" dirty="0"/>
                  <a:t>A formal framework for this learning process is </a:t>
                </a:r>
                <a:r>
                  <a:rPr lang="en-US" b="1" dirty="0"/>
                  <a:t>Reinforcement Learning (RL)</a:t>
                </a:r>
              </a:p>
              <a:p>
                <a:pPr lvl="1"/>
                <a:r>
                  <a:rPr lang="en-US" dirty="0"/>
                  <a:t>Modeled as an MDP where P (transitions) and R (rewards) are unknown</a:t>
                </a:r>
              </a:p>
              <a:p>
                <a:r>
                  <a:rPr lang="en-US" dirty="0"/>
                  <a:t>Applications of RL span many domains:</a:t>
                </a:r>
              </a:p>
              <a:p>
                <a:pPr lvl="1"/>
                <a:r>
                  <a:rPr lang="en-US" dirty="0"/>
                  <a:t>Game-playing AI (Go, Chess, Atari, Backgammon, Dota, etc.)</a:t>
                </a:r>
              </a:p>
              <a:p>
                <a:pPr lvl="1"/>
                <a:r>
                  <a:rPr lang="en-US" dirty="0"/>
                  <a:t>Autonomous driving, robotics, dialogue systems, healthcare, etc.</a:t>
                </a:r>
              </a:p>
              <a:p>
                <a:r>
                  <a:rPr lang="en-US" dirty="0"/>
                  <a:t>We will start with a simple RL setting: </a:t>
                </a:r>
                <a:r>
                  <a:rPr lang="en-SG" b="1" dirty="0"/>
                  <a:t>Multi-Armed </a:t>
                </a:r>
                <a:r>
                  <a:rPr lang="en-US" b="1" dirty="0"/>
                  <a:t>Bandit Problem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single </a:t>
                </a:r>
                <a:r>
                  <a:rPr lang="en-US" dirty="0"/>
                  <a:t>state</a:t>
                </a:r>
                <a:r>
                  <a:rPr lang="en-US" b="1" dirty="0"/>
                  <a:t>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possible actions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3DE7E-49A3-81E9-E137-31BA3C37B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19" y="1253330"/>
                <a:ext cx="11423421" cy="5350670"/>
              </a:xfrm>
              <a:blipFill>
                <a:blip r:embed="rId3"/>
                <a:stretch>
                  <a:fillRect l="-1110" t="-3081" r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4C0418F-A913-5BB5-91D6-7B2A30120A85}"/>
                  </a:ext>
                </a:extLst>
              </p14:cNvPr>
              <p14:cNvContentPartPr/>
              <p14:nvPr/>
            </p14:nvContentPartPr>
            <p14:xfrm>
              <a:off x="1583280" y="276840"/>
              <a:ext cx="9320040" cy="596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4C0418F-A913-5BB5-91D6-7B2A30120A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7080" y="260640"/>
                <a:ext cx="9352440" cy="59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583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F291-D5E7-31DC-16C2-F5E9A289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Multi-Armed Bandit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339C0-352E-61A2-A8A0-BF12B52D65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284494" cy="535067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You enter a casino with k slot machines</a:t>
                </a:r>
              </a:p>
              <a:p>
                <a:pPr lvl="1"/>
                <a:r>
                  <a:rPr lang="en-US" dirty="0"/>
                  <a:t>Each slot machine is called a Bandit</a:t>
                </a:r>
              </a:p>
              <a:p>
                <a:pPr lvl="1"/>
                <a:r>
                  <a:rPr lang="en-US" dirty="0"/>
                  <a:t>Each bandit has an unknown (hidden) probability of reward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reward obtained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pull of slot machine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Rewards are </a:t>
                </a:r>
                <a:r>
                  <a:rPr lang="en-US" b="1" dirty="0"/>
                  <a:t>independent</a:t>
                </a:r>
                <a:r>
                  <a:rPr lang="en-US" dirty="0"/>
                  <a:t> across pulls and are determined by the bandit’s </a:t>
                </a:r>
                <a:r>
                  <a:rPr lang="en-US" b="1" dirty="0"/>
                  <a:t>hidden</a:t>
                </a:r>
                <a:r>
                  <a:rPr lang="en-US" dirty="0"/>
                  <a:t> </a:t>
                </a:r>
                <a:r>
                  <a:rPr lang="en-US" b="1" dirty="0"/>
                  <a:t>probability</a:t>
                </a:r>
              </a:p>
              <a:p>
                <a:r>
                  <a:rPr lang="en-US" dirty="0"/>
                  <a:t>If you are given 1000 opportunities to pull these slot machines, how should you learn?</a:t>
                </a:r>
              </a:p>
              <a:p>
                <a:pPr lvl="1"/>
                <a:r>
                  <a:rPr lang="en-US" dirty="0"/>
                  <a:t>Assume your goal is to maximize total reward (money earned)</a:t>
                </a:r>
              </a:p>
              <a:p>
                <a:pPr lvl="2"/>
                <a:endParaRPr lang="en-US" dirty="0"/>
              </a:p>
              <a:p>
                <a:r>
                  <a:rPr lang="en-US" sz="3200" b="1" dirty="0"/>
                  <a:t>Key challenge</a:t>
                </a:r>
                <a:r>
                  <a:rPr lang="en-US" sz="3200" dirty="0"/>
                  <a:t>: exploration vs. exploitation</a:t>
                </a:r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339C0-352E-61A2-A8A0-BF12B52D65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284494" cy="5350670"/>
              </a:xfrm>
              <a:blipFill>
                <a:blip r:embed="rId3"/>
                <a:stretch>
                  <a:fillRect l="-1236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18DD88-095F-0C8F-AB48-CBACB3B45482}"/>
                  </a:ext>
                </a:extLst>
              </p14:cNvPr>
              <p14:cNvContentPartPr/>
              <p14:nvPr/>
            </p14:nvContentPartPr>
            <p14:xfrm>
              <a:off x="4771440" y="1178640"/>
              <a:ext cx="2760840" cy="3537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18DD88-095F-0C8F-AB48-CBACB3B454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55240" y="1162440"/>
                <a:ext cx="2793240" cy="357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004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CADB-F112-B20B-104E-DB519E91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Multi-Armed Bandit</a:t>
            </a:r>
          </a:p>
        </p:txBody>
      </p:sp>
      <p:pic>
        <p:nvPicPr>
          <p:cNvPr id="1026" name="Picture 2" descr="k-armed bandit">
            <a:extLst>
              <a:ext uri="{FF2B5EF4-FFF2-40B4-BE49-F238E27FC236}">
                <a16:creationId xmlns:a16="http://schemas.microsoft.com/office/drawing/2014/main" id="{D1CE9F42-F2F4-5886-558B-1A178C92F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498" y="1531556"/>
            <a:ext cx="9767004" cy="379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4C813C-9F10-04C3-B0FD-E8680DBB1D59}"/>
              </a:ext>
            </a:extLst>
          </p:cNvPr>
          <p:cNvSpPr txBox="1"/>
          <p:nvPr/>
        </p:nvSpPr>
        <p:spPr>
          <a:xfrm>
            <a:off x="1212498" y="5634697"/>
            <a:ext cx="91956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Source: https://towardsdatascience.com/reinforcement-learning-multi-arm-bandit-implementation/</a:t>
            </a:r>
          </a:p>
        </p:txBody>
      </p:sp>
    </p:spTree>
    <p:extLst>
      <p:ext uri="{BB962C8B-B14F-4D97-AF65-F5344CB8AC3E}">
        <p14:creationId xmlns:p14="http://schemas.microsoft.com/office/powerpoint/2010/main" val="3179772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447D-3D20-076E-E10A-F351D6EA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Bandit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0299C-B06E-8E38-EF1A-09626144FB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348470" cy="535067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Greedy:</a:t>
                </a:r>
                <a:r>
                  <a:rPr lang="en-US" dirty="0"/>
                  <a:t> always choose the action with highest observed rewards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300" b="0" i="0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300" dirty="0"/>
                  <a:t>#pulls action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 dirty="0"/>
                  <a:t> is taken till time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3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exploration</a:t>
                </a:r>
              </a:p>
              <a:p>
                <a:r>
                  <a:rPr lang="en-US" b="1" dirty="0"/>
                  <a:t>𝛜-greedy:</a:t>
                </a:r>
                <a:r>
                  <a:rPr lang="en-US" dirty="0"/>
                  <a:t> with probability 1- 𝛜, choose the best action; with probability 𝛜, choose a random action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d>
                      <m:dPr>
                        <m:begChr m:val="{"/>
                        <m:endChr m:val="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𝛜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+ 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𝛜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𝛜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≠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Softmax (Boltzmann exploration):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: temperature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0299C-B06E-8E38-EF1A-09626144F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348470" cy="5350670"/>
              </a:xfrm>
              <a:blipFill>
                <a:blip r:embed="rId3"/>
                <a:stretch>
                  <a:fillRect l="-7718" t="-11848" b="-59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395F195-809E-901D-FD24-712FE552B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220" y="3382480"/>
            <a:ext cx="4890960" cy="29283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52C1E7-99C2-E0E5-C3B2-74D96EC0B7F5}"/>
                  </a:ext>
                </a:extLst>
              </p14:cNvPr>
              <p14:cNvContentPartPr/>
              <p14:nvPr/>
            </p14:nvContentPartPr>
            <p14:xfrm>
              <a:off x="3920760" y="2431440"/>
              <a:ext cx="8169840" cy="4426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52C1E7-99C2-E0E5-C3B2-74D96EC0B7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04560" y="2415240"/>
                <a:ext cx="8202240" cy="445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359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C6B4-5A73-0F66-BD9D-0778801B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Bandit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64BB0-28EE-49A8-6198-D97AF27D5B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468392" cy="5350670"/>
              </a:xfrm>
            </p:spPr>
            <p:txBody>
              <a:bodyPr/>
              <a:lstStyle/>
              <a:p>
                <a:r>
                  <a:rPr lang="en-US" b="1" dirty="0"/>
                  <a:t>Upper Confidence Bound (UCB): </a:t>
                </a:r>
              </a:p>
              <a:p>
                <a:pPr lvl="1"/>
                <a:r>
                  <a:rPr lang="en-US" dirty="0"/>
                  <a:t>Balancing exploration and exploitation via </a:t>
                </a:r>
                <a:r>
                  <a:rPr lang="en-US" b="1" dirty="0"/>
                  <a:t>uncertainty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rad>
                          </m:e>
                        </m:func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 ]  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Strong theoretical guarantees (optimal regret rate)</a:t>
                </a:r>
              </a:p>
              <a:p>
                <a:r>
                  <a:rPr lang="en-US" sz="2800" dirty="0"/>
                  <a:t>UCB and its variants are standard methods for multi-armed bandits</a:t>
                </a:r>
              </a:p>
              <a:p>
                <a:endParaRPr lang="en-US" b="1" dirty="0"/>
              </a:p>
              <a:p>
                <a:r>
                  <a:rPr lang="en-US" sz="2800" b="1" dirty="0"/>
                  <a:t>Greedy: </a:t>
                </a:r>
                <a:r>
                  <a:rPr lang="en-US" sz="2800" dirty="0"/>
                  <a:t>Exploitation only (current estimates), no exploration</a:t>
                </a:r>
              </a:p>
              <a:p>
                <a:r>
                  <a:rPr lang="en-US" sz="2800" b="1" dirty="0"/>
                  <a:t>𝛜-greedy: </a:t>
                </a:r>
                <a:r>
                  <a:rPr lang="en-US" sz="2800" dirty="0"/>
                  <a:t>Mostly exploit, occasionally explore (with probability 𝛜) </a:t>
                </a:r>
              </a:p>
              <a:p>
                <a:r>
                  <a:rPr lang="en-US" sz="2800" b="1" dirty="0"/>
                  <a:t>Softmax (Boltzmann exploration): </a:t>
                </a:r>
                <a:r>
                  <a:rPr lang="en-US" sz="2800" dirty="0"/>
                  <a:t>Prefer better actions smoothly</a:t>
                </a:r>
              </a:p>
              <a:p>
                <a:r>
                  <a:rPr lang="en-US" sz="2800" b="1" dirty="0"/>
                  <a:t>UCB: </a:t>
                </a:r>
                <a:r>
                  <a:rPr lang="en-SG" sz="2800" dirty="0"/>
                  <a:t>Optimism under uncertainty, explore actions with fewer samples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64BB0-28EE-49A8-6198-D97AF27D5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468392" cy="5350670"/>
              </a:xfrm>
              <a:blipFill>
                <a:blip r:embed="rId3"/>
                <a:stretch>
                  <a:fillRect l="-1106" t="-1896" r="-996" b="-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010CB9-59F2-7D5A-61F0-D587B6D1A6E5}"/>
                  </a:ext>
                </a:extLst>
              </p14:cNvPr>
              <p14:cNvContentPartPr/>
              <p14:nvPr/>
            </p14:nvContentPartPr>
            <p14:xfrm>
              <a:off x="2057400" y="281160"/>
              <a:ext cx="10033200" cy="6224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010CB9-59F2-7D5A-61F0-D587B6D1A6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1200" y="264960"/>
                <a:ext cx="10065600" cy="62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58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3B4C-DA2F-BEA2-3A06-F361EDB4C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CED50-CD15-D56B-E726-C47092EB1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Four arms: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2;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#pulls for each arm till t: </a:t>
                </a:r>
                <a:r>
                  <a:rPr lang="en-US" dirty="0" err="1"/>
                  <a:t>n</a:t>
                </a:r>
                <a:r>
                  <a:rPr lang="en-US" baseline="-25000" dirty="0" err="1"/>
                  <a:t>t</a:t>
                </a:r>
                <a:r>
                  <a:rPr lang="en-US" dirty="0"/>
                  <a:t>(1) = 3, </a:t>
                </a:r>
                <a:r>
                  <a:rPr lang="en-US" dirty="0" err="1"/>
                  <a:t>n</a:t>
                </a:r>
                <a:r>
                  <a:rPr lang="en-US" baseline="-25000" dirty="0" err="1"/>
                  <a:t>t</a:t>
                </a:r>
                <a:r>
                  <a:rPr lang="en-US" dirty="0"/>
                  <a:t>(2) = 1, </a:t>
                </a:r>
                <a:r>
                  <a:rPr lang="en-US" dirty="0" err="1"/>
                  <a:t>n</a:t>
                </a:r>
                <a:r>
                  <a:rPr lang="en-US" baseline="-25000" dirty="0" err="1"/>
                  <a:t>t</a:t>
                </a:r>
                <a:r>
                  <a:rPr lang="en-US" dirty="0"/>
                  <a:t>(3) = 3, </a:t>
                </a:r>
                <a:r>
                  <a:rPr lang="en-US" dirty="0" err="1"/>
                  <a:t>n</a:t>
                </a:r>
                <a:r>
                  <a:rPr lang="en-US" baseline="-25000" dirty="0" err="1"/>
                  <a:t>t</a:t>
                </a:r>
                <a:r>
                  <a:rPr lang="en-US" dirty="0"/>
                  <a:t>(4) = 5</a:t>
                </a:r>
              </a:p>
              <a:p>
                <a:r>
                  <a:rPr lang="en-US" dirty="0"/>
                  <a:t>Compute probabilities of taking each action/arm in time 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CED50-CD15-D56B-E726-C47092EB1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 r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723FA71-350A-A9BE-472D-D0CB1C6E90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0201742"/>
                  </p:ext>
                </p:extLst>
              </p:nvPr>
            </p:nvGraphicFramePr>
            <p:xfrm>
              <a:off x="2005413" y="3102426"/>
              <a:ext cx="8466319" cy="30718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17356">
                      <a:extLst>
                        <a:ext uri="{9D8B030D-6E8A-4147-A177-3AD203B41FA5}">
                          <a16:colId xmlns:a16="http://schemas.microsoft.com/office/drawing/2014/main" val="1320675611"/>
                        </a:ext>
                      </a:extLst>
                    </a:gridCol>
                    <a:gridCol w="1610081">
                      <a:extLst>
                        <a:ext uri="{9D8B030D-6E8A-4147-A177-3AD203B41FA5}">
                          <a16:colId xmlns:a16="http://schemas.microsoft.com/office/drawing/2014/main" val="1252074816"/>
                        </a:ext>
                      </a:extLst>
                    </a:gridCol>
                    <a:gridCol w="1687809">
                      <a:extLst>
                        <a:ext uri="{9D8B030D-6E8A-4147-A177-3AD203B41FA5}">
                          <a16:colId xmlns:a16="http://schemas.microsoft.com/office/drawing/2014/main" val="1504261388"/>
                        </a:ext>
                      </a:extLst>
                    </a:gridCol>
                    <a:gridCol w="1700692">
                      <a:extLst>
                        <a:ext uri="{9D8B030D-6E8A-4147-A177-3AD203B41FA5}">
                          <a16:colId xmlns:a16="http://schemas.microsoft.com/office/drawing/2014/main" val="3708139431"/>
                        </a:ext>
                      </a:extLst>
                    </a:gridCol>
                    <a:gridCol w="1650381">
                      <a:extLst>
                        <a:ext uri="{9D8B030D-6E8A-4147-A177-3AD203B41FA5}">
                          <a16:colId xmlns:a16="http://schemas.microsoft.com/office/drawing/2014/main" val="944598083"/>
                        </a:ext>
                      </a:extLst>
                    </a:gridCol>
                  </a:tblGrid>
                  <a:tr h="614374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8248748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Greedy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9669640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0.1-greedy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1320747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Softmax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dirty="0"/>
                            <a:t>=1)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0662270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UCB (c=2)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1403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723FA71-350A-A9BE-472D-D0CB1C6E90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0201742"/>
                  </p:ext>
                </p:extLst>
              </p:nvPr>
            </p:nvGraphicFramePr>
            <p:xfrm>
              <a:off x="2005413" y="3102426"/>
              <a:ext cx="8466319" cy="30718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17356">
                      <a:extLst>
                        <a:ext uri="{9D8B030D-6E8A-4147-A177-3AD203B41FA5}">
                          <a16:colId xmlns:a16="http://schemas.microsoft.com/office/drawing/2014/main" val="1320675611"/>
                        </a:ext>
                      </a:extLst>
                    </a:gridCol>
                    <a:gridCol w="1610081">
                      <a:extLst>
                        <a:ext uri="{9D8B030D-6E8A-4147-A177-3AD203B41FA5}">
                          <a16:colId xmlns:a16="http://schemas.microsoft.com/office/drawing/2014/main" val="1252074816"/>
                        </a:ext>
                      </a:extLst>
                    </a:gridCol>
                    <a:gridCol w="1687809">
                      <a:extLst>
                        <a:ext uri="{9D8B030D-6E8A-4147-A177-3AD203B41FA5}">
                          <a16:colId xmlns:a16="http://schemas.microsoft.com/office/drawing/2014/main" val="1504261388"/>
                        </a:ext>
                      </a:extLst>
                    </a:gridCol>
                    <a:gridCol w="1700692">
                      <a:extLst>
                        <a:ext uri="{9D8B030D-6E8A-4147-A177-3AD203B41FA5}">
                          <a16:colId xmlns:a16="http://schemas.microsoft.com/office/drawing/2014/main" val="3708139431"/>
                        </a:ext>
                      </a:extLst>
                    </a:gridCol>
                    <a:gridCol w="1650381">
                      <a:extLst>
                        <a:ext uri="{9D8B030D-6E8A-4147-A177-3AD203B41FA5}">
                          <a16:colId xmlns:a16="http://schemas.microsoft.com/office/drawing/2014/main" val="944598083"/>
                        </a:ext>
                      </a:extLst>
                    </a:gridCol>
                  </a:tblGrid>
                  <a:tr h="614374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Arm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8248748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Greedy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9669640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0.1-greedy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1320747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99" t="-310417" r="-367832" b="-1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0662270"/>
                      </a:ext>
                    </a:extLst>
                  </a:tr>
                  <a:tr h="61437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UCB (c=2)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1403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85DEF5-026C-7178-713D-60AE5C0DF1CB}"/>
                  </a:ext>
                </a:extLst>
              </p14:cNvPr>
              <p14:cNvContentPartPr/>
              <p14:nvPr/>
            </p14:nvContentPartPr>
            <p14:xfrm>
              <a:off x="773640" y="885600"/>
              <a:ext cx="11405880" cy="597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85DEF5-026C-7178-713D-60AE5C0DF1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7440" y="869400"/>
                <a:ext cx="11438280" cy="600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745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C726-38AF-D137-26EF-2CC28926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0B10-700C-00D7-AD71-7E4BF165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19" y="1253330"/>
            <a:ext cx="11453402" cy="5350670"/>
          </a:xfrm>
        </p:spPr>
        <p:txBody>
          <a:bodyPr/>
          <a:lstStyle/>
          <a:p>
            <a:r>
              <a:rPr lang="en-US" dirty="0"/>
              <a:t>How should an agent act when it does not know how the world works?</a:t>
            </a:r>
          </a:p>
          <a:p>
            <a:pPr lvl="1"/>
            <a:r>
              <a:rPr lang="en-US" b="1" dirty="0"/>
              <a:t>Option 1: Model-Based RL</a:t>
            </a:r>
          </a:p>
          <a:p>
            <a:pPr lvl="2"/>
            <a:r>
              <a:rPr lang="en-US" dirty="0"/>
              <a:t>Learn a model of the environment, then solve it using planning techniques</a:t>
            </a:r>
          </a:p>
          <a:p>
            <a:pPr lvl="2"/>
            <a:r>
              <a:rPr lang="en-US" dirty="0"/>
              <a:t>Estimate P (transition) and R (reward) from data</a:t>
            </a:r>
          </a:p>
          <a:p>
            <a:pPr lvl="2"/>
            <a:r>
              <a:rPr lang="en-US" dirty="0"/>
              <a:t>Solve the resulting MDP to obtain an optimal policy</a:t>
            </a:r>
          </a:p>
          <a:p>
            <a:pPr lvl="2"/>
            <a:r>
              <a:rPr lang="en-US" dirty="0"/>
              <a:t>When to update/re-estimate the model?</a:t>
            </a:r>
          </a:p>
          <a:p>
            <a:pPr lvl="3"/>
            <a:r>
              <a:rPr lang="en-US" sz="2200" dirty="0"/>
              <a:t>Re-estimate as more data is collected, or at</a:t>
            </a:r>
            <a:r>
              <a:rPr lang="en-SG" sz="2400" dirty="0"/>
              <a:t> a computationally affordable frequency</a:t>
            </a:r>
            <a:endParaRPr lang="en-US" sz="2200" dirty="0"/>
          </a:p>
          <a:p>
            <a:pPr lvl="1"/>
            <a:r>
              <a:rPr lang="en-US" b="1" dirty="0"/>
              <a:t>Option 2: Model-Free RL</a:t>
            </a:r>
          </a:p>
          <a:p>
            <a:pPr lvl="2"/>
            <a:r>
              <a:rPr lang="en-US" dirty="0"/>
              <a:t>Learn the optimal policy or value function </a:t>
            </a:r>
            <a:r>
              <a:rPr lang="en-US" b="1" dirty="0"/>
              <a:t>without explicitly modeling P or R</a:t>
            </a:r>
          </a:p>
          <a:p>
            <a:pPr lvl="2"/>
            <a:r>
              <a:rPr lang="en-US" dirty="0"/>
              <a:t>Learn directly from </a:t>
            </a:r>
            <a:r>
              <a:rPr lang="en-US" b="1" dirty="0"/>
              <a:t>experience (data collected through interaction with the environment)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025193-6534-DD40-A07F-8011251156E3}"/>
                  </a:ext>
                </a:extLst>
              </p14:cNvPr>
              <p14:cNvContentPartPr/>
              <p14:nvPr/>
            </p14:nvContentPartPr>
            <p14:xfrm>
              <a:off x="339480" y="62640"/>
              <a:ext cx="11706840" cy="6456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025193-6534-DD40-A07F-8011251156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280" y="46440"/>
                <a:ext cx="11744640" cy="64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4160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8BFA-B897-3DB5-BE54-6097DDAD3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Agent-Environment Interaction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1EB35D-F9B3-6CD4-C172-F5628273E46F}"/>
              </a:ext>
            </a:extLst>
          </p:cNvPr>
          <p:cNvSpPr/>
          <p:nvPr/>
        </p:nvSpPr>
        <p:spPr>
          <a:xfrm>
            <a:off x="4061023" y="4638770"/>
            <a:ext cx="4082953" cy="119817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Agent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9333E3F-D82C-F7EE-B339-89F0C045454E}"/>
              </a:ext>
            </a:extLst>
          </p:cNvPr>
          <p:cNvSpPr/>
          <p:nvPr/>
        </p:nvSpPr>
        <p:spPr>
          <a:xfrm>
            <a:off x="4061023" y="1947041"/>
            <a:ext cx="4288221" cy="148195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Environment</a:t>
            </a:r>
          </a:p>
        </p:txBody>
      </p:sp>
      <p:sp>
        <p:nvSpPr>
          <p:cNvPr id="6" name="Curved Right Arrow 5">
            <a:extLst>
              <a:ext uri="{FF2B5EF4-FFF2-40B4-BE49-F238E27FC236}">
                <a16:creationId xmlns:a16="http://schemas.microsoft.com/office/drawing/2014/main" id="{7CC003AD-CC80-EE05-2307-C4BA178195E2}"/>
              </a:ext>
            </a:extLst>
          </p:cNvPr>
          <p:cNvSpPr/>
          <p:nvPr/>
        </p:nvSpPr>
        <p:spPr>
          <a:xfrm>
            <a:off x="2721750" y="2593428"/>
            <a:ext cx="1339273" cy="2979683"/>
          </a:xfrm>
          <a:prstGeom prst="curvedRightArrow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C9DE1FC1-CF69-3CD2-94A3-D26EE387CEF3}"/>
              </a:ext>
            </a:extLst>
          </p:cNvPr>
          <p:cNvSpPr/>
          <p:nvPr/>
        </p:nvSpPr>
        <p:spPr>
          <a:xfrm rot="11032313" flipH="1">
            <a:off x="8245078" y="2383003"/>
            <a:ext cx="1341547" cy="3039839"/>
          </a:xfrm>
          <a:prstGeom prst="curvedLeftArrow">
            <a:avLst>
              <a:gd name="adj1" fmla="val 25000"/>
              <a:gd name="adj2" fmla="val 60219"/>
              <a:gd name="adj3" fmla="val 25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27710-88EE-82DE-E1C1-959619EB99DD}"/>
              </a:ext>
            </a:extLst>
          </p:cNvPr>
          <p:cNvSpPr txBox="1"/>
          <p:nvPr/>
        </p:nvSpPr>
        <p:spPr>
          <a:xfrm>
            <a:off x="1883960" y="3316463"/>
            <a:ext cx="2383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State: s</a:t>
            </a:r>
          </a:p>
          <a:p>
            <a:r>
              <a:rPr lang="en-US" sz="3600" dirty="0"/>
              <a:t>Reward: 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A390E0-C1D3-AC28-51C6-027E25353B7C}"/>
              </a:ext>
            </a:extLst>
          </p:cNvPr>
          <p:cNvSpPr txBox="1"/>
          <p:nvPr/>
        </p:nvSpPr>
        <p:spPr>
          <a:xfrm>
            <a:off x="8143975" y="3710719"/>
            <a:ext cx="238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Actions: 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4C5668-003D-7D04-3A35-F61597E1FD46}"/>
                  </a:ext>
                </a:extLst>
              </p14:cNvPr>
              <p14:cNvContentPartPr/>
              <p14:nvPr/>
            </p14:nvContentPartPr>
            <p14:xfrm>
              <a:off x="5037840" y="5565960"/>
              <a:ext cx="4695840" cy="122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4C5668-003D-7D04-3A35-F61597E1FD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1640" y="5549760"/>
                <a:ext cx="4728240" cy="125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5790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0A30-94D5-8F46-E365-5D21091D3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51BED-54C9-0C2B-969C-B26710A20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214210" cy="5350670"/>
              </a:xfrm>
            </p:spPr>
            <p:txBody>
              <a:bodyPr/>
              <a:lstStyle/>
              <a:p>
                <a:r>
                  <a:rPr lang="en-US" dirty="0"/>
                  <a:t>The environment is described by a set of </a:t>
                </a:r>
                <a:r>
                  <a:rPr lang="en-US" b="1" dirty="0"/>
                  <a:t>states</a:t>
                </a:r>
                <a:r>
                  <a:rPr lang="en-US" dirty="0"/>
                  <a:t> and </a:t>
                </a:r>
                <a:r>
                  <a:rPr lang="en-US" b="1" dirty="0"/>
                  <a:t>actions</a:t>
                </a:r>
              </a:p>
              <a:p>
                <a:r>
                  <a:rPr lang="en-US" dirty="0"/>
                  <a:t>At each time step t, the agent is in state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baseline="-25000" dirty="0"/>
              </a:p>
              <a:p>
                <a:pPr lvl="1"/>
                <a:r>
                  <a:rPr lang="en-US" dirty="0"/>
                  <a:t>Takes an action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Receives some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baseline="-25000" dirty="0"/>
              </a:p>
              <a:p>
                <a:pPr lvl="1"/>
                <a:r>
                  <a:rPr lang="en-US" dirty="0"/>
                  <a:t>Moves to a 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baseline="-25000" dirty="0"/>
              </a:p>
              <a:p>
                <a:r>
                  <a:rPr lang="en-US" dirty="0"/>
                  <a:t>An</a:t>
                </a:r>
                <a:r>
                  <a:rPr lang="en-US" b="1" dirty="0"/>
                  <a:t> experience</a:t>
                </a:r>
                <a:r>
                  <a:rPr lang="en-US" dirty="0"/>
                  <a:t> is defined as: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). </a:t>
                </a:r>
              </a:p>
              <a:p>
                <a:r>
                  <a:rPr lang="en-US" dirty="0"/>
                  <a:t>An </a:t>
                </a:r>
                <a:r>
                  <a:rPr lang="en-US" b="1" dirty="0"/>
                  <a:t>episode</a:t>
                </a:r>
                <a:r>
                  <a:rPr lang="en-US" dirty="0"/>
                  <a:t> is a sequence of experiences from a start state to some terminal state (e.g., end of a game)</a:t>
                </a:r>
              </a:p>
              <a:p>
                <a:endParaRPr lang="en-US" dirty="0"/>
              </a:p>
              <a:p>
                <a:r>
                  <a:rPr lang="en-US" b="1" dirty="0"/>
                  <a:t>Model-free RL </a:t>
                </a:r>
                <a:r>
                  <a:rPr lang="en-US" dirty="0"/>
                  <a:t>methods learn directly from these experiences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51BED-54C9-0C2B-969C-B26710A20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214210" cy="5350670"/>
              </a:xfrm>
              <a:blipFill>
                <a:blip r:embed="rId3"/>
                <a:stretch>
                  <a:fillRect l="-1131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6326B0-B300-0037-5EBD-A71A232AA9F2}"/>
                  </a:ext>
                </a:extLst>
              </p14:cNvPr>
              <p14:cNvContentPartPr/>
              <p14:nvPr/>
            </p14:nvContentPartPr>
            <p14:xfrm>
              <a:off x="8105400" y="533160"/>
              <a:ext cx="1223640" cy="53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6326B0-B300-0037-5EBD-A71A232AA9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89200" y="516960"/>
                <a:ext cx="1256040" cy="5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46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79E5-1D12-A36D-BC78-BF431931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Tic Tac Toe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0740-8D7D-095D-C079-6FDE64758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3876878" cy="5350670"/>
          </a:xfrm>
        </p:spPr>
        <p:txBody>
          <a:bodyPr>
            <a:normAutofit/>
          </a:bodyPr>
          <a:lstStyle/>
          <a:p>
            <a:r>
              <a:rPr lang="en-US" sz="2800" dirty="0"/>
              <a:t>Reward: win/lose/tie the game (+1/-1/0)</a:t>
            </a:r>
          </a:p>
          <a:p>
            <a:r>
              <a:rPr lang="en-US" sz="2800" dirty="0"/>
              <a:t>State: positions of X’s and O’s on the board</a:t>
            </a:r>
          </a:p>
          <a:p>
            <a:r>
              <a:rPr lang="en-US" sz="2800" dirty="0"/>
              <a:t>Action: next X to be placed on board</a:t>
            </a:r>
          </a:p>
          <a:p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27E266-D47F-80EE-96AC-D05B27C1F6D7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1371600"/>
          <a:ext cx="2483067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27689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A47682-3E49-BF8F-05A1-20F31E3959AF}"/>
                  </a:ext>
                </a:extLst>
              </p:cNvPr>
              <p:cNvSpPr txBox="1"/>
              <p:nvPr/>
            </p:nvSpPr>
            <p:spPr>
              <a:xfrm>
                <a:off x="8399716" y="1483340"/>
                <a:ext cx="2649284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Current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5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A47682-3E49-BF8F-05A1-20F31E395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716" y="1483340"/>
                <a:ext cx="2649284" cy="477054"/>
              </a:xfrm>
              <a:prstGeom prst="rect">
                <a:avLst/>
              </a:prstGeom>
              <a:blipFill>
                <a:blip r:embed="rId3"/>
                <a:stretch>
                  <a:fillRect l="-3810" t="-10256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8D69FF-E4E0-3F0F-2B7D-ACDB58AF3D12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3103679"/>
          <a:ext cx="2483067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27689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4DCB1-9106-C45D-610C-90BE54B96801}"/>
                  </a:ext>
                </a:extLst>
              </p:cNvPr>
              <p:cNvSpPr txBox="1"/>
              <p:nvPr/>
            </p:nvSpPr>
            <p:spPr>
              <a:xfrm>
                <a:off x="8399716" y="3426149"/>
                <a:ext cx="2801684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Current Action,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5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4DCB1-9106-C45D-610C-90BE54B9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716" y="3426149"/>
                <a:ext cx="2801684" cy="477054"/>
              </a:xfrm>
              <a:prstGeom prst="rect">
                <a:avLst/>
              </a:prstGeom>
              <a:blipFill>
                <a:blip r:embed="rId4"/>
                <a:stretch>
                  <a:fillRect l="-3604" t="-10256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6E8D45-A227-8638-7482-6EF16974B360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961586" y="3664676"/>
            <a:ext cx="438130" cy="143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38BFD7-DDED-983A-72D5-9BE1FE0F6220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4748544"/>
          <a:ext cx="2483067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27689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294BB6-E316-0B58-F2BE-78E7089107DF}"/>
                  </a:ext>
                </a:extLst>
              </p:cNvPr>
              <p:cNvSpPr txBox="1"/>
              <p:nvPr/>
            </p:nvSpPr>
            <p:spPr>
              <a:xfrm>
                <a:off x="8399716" y="4891904"/>
                <a:ext cx="3030284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Reward (0) </a:t>
                </a:r>
                <a:r>
                  <a:rPr lang="en-US" sz="2500" dirty="0">
                    <a:sym typeface="Wingdings" panose="05000000000000000000" pitchFamily="2" charset="2"/>
                  </a:rPr>
                  <a:t> 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5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294BB6-E316-0B58-F2BE-78E708910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716" y="4891904"/>
                <a:ext cx="3030284" cy="477054"/>
              </a:xfrm>
              <a:prstGeom prst="rect">
                <a:avLst/>
              </a:prstGeom>
              <a:blipFill>
                <a:blip r:embed="rId5"/>
                <a:stretch>
                  <a:fillRect l="-3333" t="-7692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45E501-5230-74B0-ACB9-DEFC7F207C59}"/>
                  </a:ext>
                </a:extLst>
              </p:cNvPr>
              <p:cNvSpPr txBox="1"/>
              <p:nvPr/>
            </p:nvSpPr>
            <p:spPr>
              <a:xfrm>
                <a:off x="2732272" y="4977893"/>
                <a:ext cx="3030284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5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5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45E501-5230-74B0-ACB9-DEFC7F207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272" y="4977893"/>
                <a:ext cx="3030284" cy="477054"/>
              </a:xfrm>
              <a:prstGeom prst="rect">
                <a:avLst/>
              </a:prstGeom>
              <a:blipFill>
                <a:blip r:embed="rId6"/>
                <a:stretch>
                  <a:fillRect l="-3766" t="-131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1E673F-AC12-4E5B-7DD4-297B001F712C}"/>
                  </a:ext>
                </a:extLst>
              </p14:cNvPr>
              <p14:cNvContentPartPr/>
              <p14:nvPr/>
            </p14:nvContentPartPr>
            <p14:xfrm>
              <a:off x="704880" y="124560"/>
              <a:ext cx="11157120" cy="6680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1E673F-AC12-4E5B-7DD4-297B001F71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8680" y="108360"/>
                <a:ext cx="11189520" cy="67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156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2D43-2499-3ED9-DE34-2BE7DE1D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 &amp; Episode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9F5650-0F61-C2F4-362F-AB35C8E8519D}"/>
              </a:ext>
            </a:extLst>
          </p:cNvPr>
          <p:cNvGraphicFramePr>
            <a:graphicFrameLocks noGrp="1"/>
          </p:cNvGraphicFramePr>
          <p:nvPr/>
        </p:nvGraphicFramePr>
        <p:xfrm>
          <a:off x="5374803" y="4281293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6D97E-3985-995D-9E0A-54C1C0BC0CF4}"/>
              </a:ext>
            </a:extLst>
          </p:cNvPr>
          <p:cNvGraphicFramePr>
            <a:graphicFrameLocks noGrp="1"/>
          </p:cNvGraphicFramePr>
          <p:nvPr/>
        </p:nvGraphicFramePr>
        <p:xfrm>
          <a:off x="8534400" y="4281293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80DEFC48-CA73-DE7B-3C24-76A51F0C3AC4}"/>
              </a:ext>
            </a:extLst>
          </p:cNvPr>
          <p:cNvSpPr/>
          <p:nvPr/>
        </p:nvSpPr>
        <p:spPr>
          <a:xfrm>
            <a:off x="7399874" y="4863380"/>
            <a:ext cx="1005893" cy="2127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EC1F83-1849-7AE5-BA00-AEA8897F3E3F}"/>
                  </a:ext>
                </a:extLst>
              </p:cNvPr>
              <p:cNvSpPr txBox="1"/>
              <p:nvPr/>
            </p:nvSpPr>
            <p:spPr>
              <a:xfrm>
                <a:off x="5675398" y="5668666"/>
                <a:ext cx="14956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EC1F83-1849-7AE5-BA00-AEA8897F3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398" y="5668666"/>
                <a:ext cx="1495604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CB9068-2D43-5C31-C5F2-9E91638A5E44}"/>
                  </a:ext>
                </a:extLst>
              </p:cNvPr>
              <p:cNvSpPr txBox="1"/>
              <p:nvPr/>
            </p:nvSpPr>
            <p:spPr>
              <a:xfrm>
                <a:off x="8737556" y="5630597"/>
                <a:ext cx="16556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(</a:t>
                </a:r>
                <a:r>
                  <a:rPr lang="en-US" sz="2400" b="1" dirty="0"/>
                  <a:t>terminal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CB9068-2D43-5C31-C5F2-9E91638A5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556" y="5630597"/>
                <a:ext cx="1655623" cy="830997"/>
              </a:xfrm>
              <a:prstGeom prst="rect">
                <a:avLst/>
              </a:prstGeom>
              <a:blipFill>
                <a:blip r:embed="rId4"/>
                <a:stretch>
                  <a:fillRect l="-5303" r="-75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012436-D2CD-D481-D417-9B70E1233460}"/>
                  </a:ext>
                </a:extLst>
              </p:cNvPr>
              <p:cNvSpPr txBox="1"/>
              <p:nvPr/>
            </p:nvSpPr>
            <p:spPr>
              <a:xfrm>
                <a:off x="7300226" y="5104981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(3,1)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012436-D2CD-D481-D417-9B70E1233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26" y="5104981"/>
                <a:ext cx="1336778" cy="351956"/>
              </a:xfrm>
              <a:prstGeom prst="rect">
                <a:avLst/>
              </a:prstGeom>
              <a:blipFill>
                <a:blip r:embed="rId5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356A0F-CC93-63E5-4689-31A288CB4617}"/>
                  </a:ext>
                </a:extLst>
              </p:cNvPr>
              <p:cNvSpPr txBox="1"/>
              <p:nvPr/>
            </p:nvSpPr>
            <p:spPr>
              <a:xfrm>
                <a:off x="7412228" y="4508471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+1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356A0F-CC93-63E5-4689-31A288CB4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228" y="4508471"/>
                <a:ext cx="1336778" cy="351956"/>
              </a:xfrm>
              <a:prstGeom prst="rect">
                <a:avLst/>
              </a:prstGeom>
              <a:blipFill>
                <a:blip r:embed="rId6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FA1B71A-5335-C987-BF3F-6116DA6357D6}"/>
              </a:ext>
            </a:extLst>
          </p:cNvPr>
          <p:cNvGraphicFramePr>
            <a:graphicFrameLocks noGrp="1"/>
          </p:cNvGraphicFramePr>
          <p:nvPr/>
        </p:nvGraphicFramePr>
        <p:xfrm>
          <a:off x="1279934" y="4269719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12" name="Right Arrow 11">
            <a:extLst>
              <a:ext uri="{FF2B5EF4-FFF2-40B4-BE49-F238E27FC236}">
                <a16:creationId xmlns:a16="http://schemas.microsoft.com/office/drawing/2014/main" id="{01A2C264-F2E4-769D-81B7-C78DF83B044D}"/>
              </a:ext>
            </a:extLst>
          </p:cNvPr>
          <p:cNvSpPr/>
          <p:nvPr/>
        </p:nvSpPr>
        <p:spPr>
          <a:xfrm>
            <a:off x="3386659" y="4909547"/>
            <a:ext cx="1005893" cy="2127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583B39-3BD6-6887-4B9E-FDF9492D1DC7}"/>
                  </a:ext>
                </a:extLst>
              </p:cNvPr>
              <p:cNvSpPr txBox="1"/>
              <p:nvPr/>
            </p:nvSpPr>
            <p:spPr>
              <a:xfrm>
                <a:off x="3425117" y="5104981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(1,2)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583B39-3BD6-6887-4B9E-FDF9492D1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117" y="5104981"/>
                <a:ext cx="1336778" cy="351956"/>
              </a:xfrm>
              <a:prstGeom prst="rect">
                <a:avLst/>
              </a:prstGeom>
              <a:blipFill>
                <a:blip r:embed="rId7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D788792-31A3-F5AD-54C8-A90DF39EF15D}"/>
              </a:ext>
            </a:extLst>
          </p:cNvPr>
          <p:cNvSpPr txBox="1"/>
          <p:nvPr/>
        </p:nvSpPr>
        <p:spPr>
          <a:xfrm>
            <a:off x="4452789" y="4785092"/>
            <a:ext cx="75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431192E0-35AA-4C4E-A821-D733F001DD5B}"/>
              </a:ext>
            </a:extLst>
          </p:cNvPr>
          <p:cNvSpPr/>
          <p:nvPr/>
        </p:nvSpPr>
        <p:spPr>
          <a:xfrm>
            <a:off x="4876800" y="4893325"/>
            <a:ext cx="447615" cy="21165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8DDF6-728D-A4F7-9B5D-5BFDDF08C46A}"/>
              </a:ext>
            </a:extLst>
          </p:cNvPr>
          <p:cNvSpPr txBox="1"/>
          <p:nvPr/>
        </p:nvSpPr>
        <p:spPr>
          <a:xfrm>
            <a:off x="-159751" y="3673142"/>
            <a:ext cx="2879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Episode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D933CA-3A5D-4714-3B5C-47F931DE6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16194"/>
              </p:ext>
            </p:extLst>
          </p:nvPr>
        </p:nvGraphicFramePr>
        <p:xfrm>
          <a:off x="3528624" y="1905555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18" name="Right Arrow 17">
            <a:extLst>
              <a:ext uri="{FF2B5EF4-FFF2-40B4-BE49-F238E27FC236}">
                <a16:creationId xmlns:a16="http://schemas.microsoft.com/office/drawing/2014/main" id="{78C8E213-516A-A500-F4C3-28AC28770DCC}"/>
              </a:ext>
            </a:extLst>
          </p:cNvPr>
          <p:cNvSpPr/>
          <p:nvPr/>
        </p:nvSpPr>
        <p:spPr>
          <a:xfrm>
            <a:off x="5633264" y="2507185"/>
            <a:ext cx="1005893" cy="2127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B52251-5D22-71F0-C60E-C4E9810A92E8}"/>
                  </a:ext>
                </a:extLst>
              </p:cNvPr>
              <p:cNvSpPr txBox="1"/>
              <p:nvPr/>
            </p:nvSpPr>
            <p:spPr>
              <a:xfrm>
                <a:off x="5633265" y="2726586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(3,3)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B52251-5D22-71F0-C60E-C4E9810A9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265" y="2726586"/>
                <a:ext cx="1336778" cy="351956"/>
              </a:xfrm>
              <a:prstGeom prst="rect">
                <a:avLst/>
              </a:prstGeom>
              <a:blipFill>
                <a:blip r:embed="rId8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8F8BC2-8842-3D83-6795-30BBEAAE0120}"/>
                  </a:ext>
                </a:extLst>
              </p:cNvPr>
              <p:cNvSpPr txBox="1"/>
              <p:nvPr/>
            </p:nvSpPr>
            <p:spPr>
              <a:xfrm>
                <a:off x="3487864" y="4526706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0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8F8BC2-8842-3D83-6795-30BBEAAE0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64" y="4526706"/>
                <a:ext cx="1336778" cy="351956"/>
              </a:xfrm>
              <a:prstGeom prst="rect">
                <a:avLst/>
              </a:prstGeom>
              <a:blipFill>
                <a:blip r:embed="rId9"/>
                <a:stretch>
                  <a:fillRect t="-714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E443E6-54C3-32BF-E21E-405C93A70C45}"/>
                  </a:ext>
                </a:extLst>
              </p:cNvPr>
              <p:cNvSpPr txBox="1"/>
              <p:nvPr/>
            </p:nvSpPr>
            <p:spPr>
              <a:xfrm>
                <a:off x="5680645" y="2143573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E443E6-54C3-32BF-E21E-405C93A70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645" y="2143573"/>
                <a:ext cx="1336778" cy="351956"/>
              </a:xfrm>
              <a:prstGeom prst="rect">
                <a:avLst/>
              </a:prstGeom>
              <a:blipFill>
                <a:blip r:embed="rId10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0767BB3-D0D4-E9E3-8839-E729D145B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418971"/>
              </p:ext>
            </p:extLst>
          </p:nvPr>
        </p:nvGraphicFramePr>
        <p:xfrm>
          <a:off x="6795995" y="1896252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757557A-6F7D-BF9F-A9A3-CE9306062645}"/>
              </a:ext>
            </a:extLst>
          </p:cNvPr>
          <p:cNvSpPr txBox="1"/>
          <p:nvPr/>
        </p:nvSpPr>
        <p:spPr>
          <a:xfrm>
            <a:off x="360981" y="1354387"/>
            <a:ext cx="352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Experience (s, a, r, s’)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DFD0BE-F2C0-1EB4-39B0-D87BA83230F6}"/>
                  </a:ext>
                </a:extLst>
              </p:cNvPr>
              <p:cNvSpPr txBox="1"/>
              <p:nvPr/>
            </p:nvSpPr>
            <p:spPr>
              <a:xfrm>
                <a:off x="1518631" y="5644390"/>
                <a:ext cx="14956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DFD0BE-F2C0-1EB4-39B0-D87BA8323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631" y="5644390"/>
                <a:ext cx="1495604" cy="461665"/>
              </a:xfrm>
              <a:prstGeom prst="rect">
                <a:avLst/>
              </a:prstGeom>
              <a:blipFill>
                <a:blip r:embed="rId1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1B6220F-93DD-38F8-41F9-A43A76180DBD}"/>
                  </a:ext>
                </a:extLst>
              </p14:cNvPr>
              <p14:cNvContentPartPr/>
              <p14:nvPr/>
            </p14:nvContentPartPr>
            <p14:xfrm>
              <a:off x="2273400" y="1512720"/>
              <a:ext cx="9334800" cy="5345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1B6220F-93DD-38F8-41F9-A43A76180D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57200" y="1496520"/>
                <a:ext cx="9367200" cy="53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896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CCDB-21BF-BC81-68AE-CC829013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A9672-7B6B-8A88-23AE-915910F5BC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n-lt"/>
                  </a:rPr>
                  <a:t>Write down the </a:t>
                </a:r>
                <a:r>
                  <a:rPr lang="en-US" b="1" dirty="0">
                    <a:latin typeface="+mn-lt"/>
                  </a:rPr>
                  <a:t>experience tuple </a:t>
                </a:r>
                <a:r>
                  <a:rPr lang="en-US" dirty="0">
                    <a:latin typeface="+mn-lt"/>
                  </a:rPr>
                  <a:t>associated with tic-tac-toe starting at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you place </a:t>
                </a:r>
                <a:r>
                  <a:rPr lang="en-US" b="1" dirty="0">
                    <a:latin typeface="+mn-lt"/>
                  </a:rPr>
                  <a:t>X</a:t>
                </a:r>
                <a:r>
                  <a:rPr lang="en-US" dirty="0">
                    <a:latin typeface="+mn-lt"/>
                  </a:rPr>
                  <a:t> on (1,3) and your opponent (or the environment) place </a:t>
                </a:r>
                <a:r>
                  <a:rPr lang="en-US" b="1" dirty="0">
                    <a:latin typeface="+mn-lt"/>
                  </a:rPr>
                  <a:t>0</a:t>
                </a:r>
                <a:r>
                  <a:rPr lang="en-US" dirty="0">
                    <a:latin typeface="+mn-lt"/>
                  </a:rPr>
                  <a:t> on (2,3)</a:t>
                </a:r>
                <a:endParaRPr lang="en-US" b="1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A9672-7B6B-8A88-23AE-915910F5BC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800706-F7A1-891F-350A-2113DB00B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346169"/>
              </p:ext>
            </p:extLst>
          </p:nvPr>
        </p:nvGraphicFramePr>
        <p:xfrm>
          <a:off x="1414072" y="3021767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23FCD-7937-5B0D-E529-E577E31FC0D5}"/>
                  </a:ext>
                </a:extLst>
              </p:cNvPr>
              <p:cNvSpPr txBox="1"/>
              <p:nvPr/>
            </p:nvSpPr>
            <p:spPr>
              <a:xfrm>
                <a:off x="1652769" y="4391806"/>
                <a:ext cx="14956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23FCD-7937-5B0D-E529-E577E31FC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69" y="4391806"/>
                <a:ext cx="1495604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B13CD1-628D-14BE-8D7C-AD077E507973}"/>
                  </a:ext>
                </a:extLst>
              </p14:cNvPr>
              <p14:cNvContentPartPr/>
              <p14:nvPr/>
            </p14:nvContentPartPr>
            <p14:xfrm>
              <a:off x="1073160" y="2142000"/>
              <a:ext cx="7080480" cy="2996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B13CD1-628D-14BE-8D7C-AD077E5079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6960" y="2125800"/>
                <a:ext cx="7112880" cy="30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6643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4052-D082-27ED-192D-7947D521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Methods (next session)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B66D-885D-FECB-859D-7EBAFA413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1214210" cy="5350670"/>
          </a:xfrm>
        </p:spPr>
        <p:txBody>
          <a:bodyPr/>
          <a:lstStyle/>
          <a:p>
            <a:r>
              <a:rPr lang="en-US" dirty="0"/>
              <a:t>Q-Learning</a:t>
            </a:r>
          </a:p>
          <a:p>
            <a:pPr lvl="1"/>
            <a:r>
              <a:rPr lang="en-US" dirty="0"/>
              <a:t>A model-free RL algorithm that learns the optimal Q-function Q*(s,a)</a:t>
            </a:r>
          </a:p>
          <a:p>
            <a:r>
              <a:rPr lang="en-US" dirty="0"/>
              <a:t>Approximate Q-Learning</a:t>
            </a:r>
          </a:p>
          <a:p>
            <a:pPr lvl="1"/>
            <a:r>
              <a:rPr lang="en-US" dirty="0"/>
              <a:t>Extends Q-learning to </a:t>
            </a:r>
            <a:r>
              <a:rPr lang="en-US" b="1" dirty="0"/>
              <a:t>large or continuous state spaces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function approximation </a:t>
            </a:r>
            <a:r>
              <a:rPr lang="en-US" dirty="0"/>
              <a:t>(e.g., neural networks)</a:t>
            </a:r>
          </a:p>
          <a:p>
            <a:pPr lvl="1"/>
            <a:r>
              <a:rPr lang="en-US" dirty="0"/>
              <a:t>Forms the foundation of modern methods such as Deep Q-Networks (DQN), Q-learning with deep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018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2B96-1122-5D95-FAFD-63FCC44B7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C727-5051-782E-2ADF-55936670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BEAF-0D20-AF42-CE23-F0F7BAA6A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1270418" cy="5350670"/>
          </a:xfrm>
        </p:spPr>
        <p:txBody>
          <a:bodyPr/>
          <a:lstStyle/>
          <a:p>
            <a:r>
              <a:rPr lang="en-US" b="1" dirty="0"/>
              <a:t>No homework </a:t>
            </a:r>
            <a:r>
              <a:rPr lang="en-US" dirty="0"/>
              <a:t>this week</a:t>
            </a:r>
          </a:p>
          <a:p>
            <a:endParaRPr lang="en-US" b="1" dirty="0"/>
          </a:p>
          <a:p>
            <a:r>
              <a:rPr lang="en-US" b="1" dirty="0"/>
              <a:t>Assignment 1 </a:t>
            </a:r>
            <a:r>
              <a:rPr lang="en-US" dirty="0"/>
              <a:t>is currently under review; grades will be released once finalized</a:t>
            </a:r>
          </a:p>
          <a:p>
            <a:r>
              <a:rPr lang="en-US" dirty="0"/>
              <a:t>Regarding the </a:t>
            </a:r>
            <a:r>
              <a:rPr lang="en-US" b="1" dirty="0"/>
              <a:t>final exam</a:t>
            </a:r>
            <a:r>
              <a:rPr lang="en-US" dirty="0"/>
              <a:t>, I will try to prepare a sample exam for you (expected release in Week 12/13)</a:t>
            </a:r>
          </a:p>
        </p:txBody>
      </p:sp>
    </p:spTree>
    <p:extLst>
      <p:ext uri="{BB962C8B-B14F-4D97-AF65-F5344CB8AC3E}">
        <p14:creationId xmlns:p14="http://schemas.microsoft.com/office/powerpoint/2010/main" val="1525780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23313</TotalTime>
  <Words>3095</Words>
  <Application>Microsoft Macintosh PowerPoint</Application>
  <PresentationFormat>Widescreen</PresentationFormat>
  <Paragraphs>575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Helvetica</vt:lpstr>
      <vt:lpstr>Wingdings</vt:lpstr>
      <vt:lpstr>Office Theme</vt:lpstr>
      <vt:lpstr>Lecture 11: Reinforcement Learning </vt:lpstr>
      <vt:lpstr>Recap: Markov Decision Process (MDP)</vt:lpstr>
      <vt:lpstr>Recap: Finding Optimal Policy: Value Iteration</vt:lpstr>
      <vt:lpstr>Recap: Exercise</vt:lpstr>
      <vt:lpstr>PowerPoint Presentation</vt:lpstr>
      <vt:lpstr>PowerPoint Presentation</vt:lpstr>
      <vt:lpstr>Reinforcement Learning (RL)</vt:lpstr>
      <vt:lpstr>Multi-Armed Bandit</vt:lpstr>
      <vt:lpstr>Multi-Armed Bandit</vt:lpstr>
      <vt:lpstr>Bandit Strategies</vt:lpstr>
      <vt:lpstr>Bandit Strategies</vt:lpstr>
      <vt:lpstr>Exercise</vt:lpstr>
      <vt:lpstr>Reinforcement Learning</vt:lpstr>
      <vt:lpstr>Agent-Environment Interaction</vt:lpstr>
      <vt:lpstr>RL Formulation</vt:lpstr>
      <vt:lpstr>Example: Tic Tac Toe</vt:lpstr>
      <vt:lpstr>Experience &amp; Episode</vt:lpstr>
      <vt:lpstr>Exercise</vt:lpstr>
      <vt:lpstr>RL Methods (next session)</vt:lpstr>
      <vt:lpstr>Reminder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Zhize Li</dc:creator>
  <cp:lastModifiedBy>Zhize Li</cp:lastModifiedBy>
  <cp:revision>2</cp:revision>
  <dcterms:created xsi:type="dcterms:W3CDTF">2026-01-13T08:05:03Z</dcterms:created>
  <dcterms:modified xsi:type="dcterms:W3CDTF">2026-04-03T21:32:06Z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SMU Classification: Restricted</vt:lpwstr>
  </property>
</Properties>
</file>