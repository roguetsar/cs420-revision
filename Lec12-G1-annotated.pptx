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ink/ink10.xml" ContentType="application/inkml+xml"/>
  <Override PartName="/ppt/notesSlides/notesSlide11.xml" ContentType="application/vnd.openxmlformats-officedocument.presentationml.notesSlide+xml"/>
  <Override PartName="/ppt/ink/ink11.xml" ContentType="application/inkml+xml"/>
  <Override PartName="/ppt/notesSlides/notesSlide12.xml" ContentType="application/vnd.openxmlformats-officedocument.presentationml.notesSlide+xml"/>
  <Override PartName="/ppt/ink/ink12.xml" ContentType="application/inkml+xml"/>
  <Override PartName="/ppt/notesSlides/notesSlide13.xml" ContentType="application/vnd.openxmlformats-officedocument.presentationml.notesSlide+xml"/>
  <Override PartName="/ppt/ink/ink13.xml" ContentType="application/inkml+xml"/>
  <Override PartName="/ppt/notesSlides/notesSlide14.xml" ContentType="application/vnd.openxmlformats-officedocument.presentationml.notesSlide+xml"/>
  <Override PartName="/ppt/ink/ink14.xml" ContentType="application/inkml+xml"/>
  <Override PartName="/ppt/notesSlides/notesSlide15.xml" ContentType="application/vnd.openxmlformats-officedocument.presentationml.notesSlide+xml"/>
  <Override PartName="/ppt/ink/ink15.xml" ContentType="application/inkml+xml"/>
  <Override PartName="/ppt/notesSlides/notesSlide16.xml" ContentType="application/vnd.openxmlformats-officedocument.presentationml.notesSlide+xml"/>
  <Override PartName="/ppt/ink/ink16.xml" ContentType="application/inkml+xml"/>
  <Override PartName="/ppt/notesSlides/notesSlide17.xml" ContentType="application/vnd.openxmlformats-officedocument.presentationml.notesSlide+xml"/>
  <Override PartName="/ppt/ink/ink17.xml" ContentType="application/inkml+xml"/>
  <Override PartName="/ppt/notesSlides/notesSlide18.xml" ContentType="application/vnd.openxmlformats-officedocument.presentationml.notesSlide+xml"/>
  <Override PartName="/ppt/ink/ink18.xml" ContentType="application/inkml+xml"/>
  <Override PartName="/ppt/notesSlides/notesSlide19.xml" ContentType="application/vnd.openxmlformats-officedocument.presentationml.notesSlide+xml"/>
  <Override PartName="/ppt/ink/ink19.xml" ContentType="application/inkml+xml"/>
  <Override PartName="/ppt/notesSlides/notesSlide20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1.xml" ContentType="application/vnd.openxmlformats-officedocument.presentationml.notesSlide+xml"/>
  <Override PartName="/ppt/ink/ink23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55" r:id="rId3"/>
    <p:sldId id="2656" r:id="rId4"/>
    <p:sldId id="2657" r:id="rId5"/>
    <p:sldId id="2658" r:id="rId6"/>
    <p:sldId id="2659" r:id="rId7"/>
    <p:sldId id="275" r:id="rId8"/>
    <p:sldId id="2661" r:id="rId9"/>
    <p:sldId id="278" r:id="rId10"/>
    <p:sldId id="279" r:id="rId11"/>
    <p:sldId id="2662" r:id="rId12"/>
    <p:sldId id="2663" r:id="rId13"/>
    <p:sldId id="2664" r:id="rId14"/>
    <p:sldId id="283" r:id="rId15"/>
    <p:sldId id="284" r:id="rId16"/>
    <p:sldId id="285" r:id="rId17"/>
    <p:sldId id="286" r:id="rId18"/>
    <p:sldId id="287" r:id="rId19"/>
    <p:sldId id="2665" r:id="rId20"/>
    <p:sldId id="2666" r:id="rId21"/>
    <p:sldId id="2667" r:id="rId22"/>
    <p:sldId id="2668" r:id="rId23"/>
    <p:sldId id="2660" r:id="rId24"/>
    <p:sldId id="26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5CCCD"/>
    <a:srgbClr val="FFDBDE"/>
    <a:srgbClr val="D5A1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7F7AE-F0C1-EC44-A6EE-C2D2123F9A13}" v="122" dt="2026-04-03T22:42:40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20"/>
    <p:restoredTop sz="75662"/>
  </p:normalViewPr>
  <p:slideViewPr>
    <p:cSldViewPr snapToGrid="0">
      <p:cViewPr varScale="1">
        <p:scale>
          <a:sx n="116" d="100"/>
          <a:sy n="116" d="100"/>
        </p:scale>
        <p:origin x="216" y="824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33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ze LI" userId="dcf8469b-f633-4120-85bb-8d33589baf96" providerId="ADAL" clId="{194D58AA-B549-5E18-AF40-6DE772E7051C}"/>
    <pc:docChg chg="undo custSel addSld delSld modSld sldOrd">
      <pc:chgData name="Zhize LI" userId="dcf8469b-f633-4120-85bb-8d33589baf96" providerId="ADAL" clId="{194D58AA-B549-5E18-AF40-6DE772E7051C}" dt="2026-04-03T22:42:40.719" v="15731"/>
      <pc:docMkLst>
        <pc:docMk/>
      </pc:docMkLst>
      <pc:sldChg chg="modSp mod">
        <pc:chgData name="Zhize LI" userId="dcf8469b-f633-4120-85bb-8d33589baf96" providerId="ADAL" clId="{194D58AA-B549-5E18-AF40-6DE772E7051C}" dt="2026-03-31T17:39:47.674" v="9803" actId="20577"/>
        <pc:sldMkLst>
          <pc:docMk/>
          <pc:sldMk cId="500568030" sldId="256"/>
        </pc:sldMkLst>
        <pc:spChg chg="mod">
          <ac:chgData name="Zhize LI" userId="dcf8469b-f633-4120-85bb-8d33589baf96" providerId="ADAL" clId="{194D58AA-B549-5E18-AF40-6DE772E7051C}" dt="2026-03-31T17:39:47.674" v="9803" actId="20577"/>
          <ac:spMkLst>
            <pc:docMk/>
            <pc:sldMk cId="500568030" sldId="256"/>
            <ac:spMk id="2" creationId="{AC1BA2C9-A06B-0D70-FCD5-B75317E195CA}"/>
          </ac:spMkLst>
        </pc:spChg>
      </pc:sldChg>
      <pc:sldChg chg="addSp modSp add mod modAnim modNotes modNotesTx">
        <pc:chgData name="Zhize LI" userId="dcf8469b-f633-4120-85bb-8d33589baf96" providerId="ADAL" clId="{194D58AA-B549-5E18-AF40-6DE772E7051C}" dt="2026-04-03T21:59:35.278" v="15490" actId="20577"/>
        <pc:sldMkLst>
          <pc:docMk/>
          <pc:sldMk cId="2679990796" sldId="275"/>
        </pc:sldMkLst>
        <pc:spChg chg="mod">
          <ac:chgData name="Zhize LI" userId="dcf8469b-f633-4120-85bb-8d33589baf96" providerId="ADAL" clId="{194D58AA-B549-5E18-AF40-6DE772E7051C}" dt="2026-03-31T21:30:56.562" v="12242" actId="20577"/>
          <ac:spMkLst>
            <pc:docMk/>
            <pc:sldMk cId="2679990796" sldId="275"/>
            <ac:spMk id="3" creationId="{04BA8A1E-37DB-B1EA-A572-4D440FA16D26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2679990796" sldId="275"/>
            <ac:inkMk id="4" creationId="{376CDF0C-71BC-69A8-B1A3-68CF76144436}"/>
          </ac:inkMkLst>
        </pc:inkChg>
        <pc:inkChg chg="add">
          <ac:chgData name="Zhize LI" userId="dcf8469b-f633-4120-85bb-8d33589baf96" providerId="ADAL" clId="{194D58AA-B549-5E18-AF40-6DE772E7051C}" dt="2026-04-01T07:17:24.850" v="15440"/>
          <ac:inkMkLst>
            <pc:docMk/>
            <pc:sldMk cId="2679990796" sldId="275"/>
            <ac:inkMk id="5" creationId="{133B0016-A98C-80E3-F7B2-B8DEC5D6B415}"/>
          </ac:inkMkLst>
        </pc:inkChg>
      </pc:sldChg>
      <pc:sldChg chg="addSp delSp modSp add mod modNotesTx">
        <pc:chgData name="Zhize LI" userId="dcf8469b-f633-4120-85bb-8d33589baf96" providerId="ADAL" clId="{194D58AA-B549-5E18-AF40-6DE772E7051C}" dt="2026-04-01T05:33:03.775" v="15398"/>
        <pc:sldMkLst>
          <pc:docMk/>
          <pc:sldMk cId="3887831588" sldId="278"/>
        </pc:sldMkLst>
        <pc:spChg chg="mod">
          <ac:chgData name="Zhize LI" userId="dcf8469b-f633-4120-85bb-8d33589baf96" providerId="ADAL" clId="{194D58AA-B549-5E18-AF40-6DE772E7051C}" dt="2026-03-31T20:28:15.880" v="11512" actId="20577"/>
          <ac:spMkLst>
            <pc:docMk/>
            <pc:sldMk cId="3887831588" sldId="278"/>
            <ac:spMk id="2" creationId="{82AEF30E-0420-03B2-826D-8C0276E44754}"/>
          </ac:spMkLst>
        </pc:spChg>
        <pc:spChg chg="mod">
          <ac:chgData name="Zhize LI" userId="dcf8469b-f633-4120-85bb-8d33589baf96" providerId="ADAL" clId="{194D58AA-B549-5E18-AF40-6DE772E7051C}" dt="2026-03-31T20:29:22.742" v="11522" actId="20577"/>
          <ac:spMkLst>
            <pc:docMk/>
            <pc:sldMk cId="3887831588" sldId="278"/>
            <ac:spMk id="5" creationId="{DFFE0896-909A-C5D8-1EDE-5136D86A716B}"/>
          </ac:spMkLst>
        </pc:spChg>
        <pc:spChg chg="mod">
          <ac:chgData name="Zhize LI" userId="dcf8469b-f633-4120-85bb-8d33589baf96" providerId="ADAL" clId="{194D58AA-B549-5E18-AF40-6DE772E7051C}" dt="2026-03-31T21:16:39.842" v="12152" actId="20577"/>
          <ac:spMkLst>
            <pc:docMk/>
            <pc:sldMk cId="3887831588" sldId="278"/>
            <ac:spMk id="6" creationId="{131010EE-8A51-9EE0-21F5-F5159E52A140}"/>
          </ac:spMkLst>
        </pc:spChg>
        <pc:picChg chg="add mod">
          <ac:chgData name="Zhize LI" userId="dcf8469b-f633-4120-85bb-8d33589baf96" providerId="ADAL" clId="{194D58AA-B549-5E18-AF40-6DE772E7051C}" dt="2026-03-31T20:29:12.216" v="11518" actId="1076"/>
          <ac:picMkLst>
            <pc:docMk/>
            <pc:sldMk cId="3887831588" sldId="278"/>
            <ac:picMk id="3" creationId="{BABD8B0E-EE87-3320-3BA6-0B0D8DFE6615}"/>
          </ac:picMkLst>
        </pc:pic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3887831588" sldId="278"/>
            <ac:inkMk id="4" creationId="{D27DA7BE-59BC-5926-7D45-FA29397FA09D}"/>
          </ac:inkMkLst>
        </pc:inkChg>
      </pc:sldChg>
      <pc:sldChg chg="addSp delSp modSp add mod modNotesTx">
        <pc:chgData name="Zhize LI" userId="dcf8469b-f633-4120-85bb-8d33589baf96" providerId="ADAL" clId="{194D58AA-B549-5E18-AF40-6DE772E7051C}" dt="2026-04-03T22:02:31.897" v="15499" actId="20577"/>
        <pc:sldMkLst>
          <pc:docMk/>
          <pc:sldMk cId="3391718278" sldId="279"/>
        </pc:sldMkLst>
        <pc:spChg chg="mod">
          <ac:chgData name="Zhize LI" userId="dcf8469b-f633-4120-85bb-8d33589baf96" providerId="ADAL" clId="{194D58AA-B549-5E18-AF40-6DE772E7051C}" dt="2026-03-31T20:34:37.267" v="11526" actId="20577"/>
          <ac:spMkLst>
            <pc:docMk/>
            <pc:sldMk cId="3391718278" sldId="279"/>
            <ac:spMk id="2" creationId="{1DB2F2EE-2844-E1A0-93E0-8DDCDAC27AB0}"/>
          </ac:spMkLst>
        </pc:spChg>
        <pc:spChg chg="mod">
          <ac:chgData name="Zhize LI" userId="dcf8469b-f633-4120-85bb-8d33589baf96" providerId="ADAL" clId="{194D58AA-B549-5E18-AF40-6DE772E7051C}" dt="2026-03-31T21:24:14.976" v="12210" actId="207"/>
          <ac:spMkLst>
            <pc:docMk/>
            <pc:sldMk cId="3391718278" sldId="279"/>
            <ac:spMk id="3" creationId="{9953B4F7-B0AC-08C3-6B54-8FC29A3E1F9E}"/>
          </ac:spMkLst>
        </pc:spChg>
        <pc:picChg chg="add mod">
          <ac:chgData name="Zhize LI" userId="dcf8469b-f633-4120-85bb-8d33589baf96" providerId="ADAL" clId="{194D58AA-B549-5E18-AF40-6DE772E7051C}" dt="2026-03-31T21:19:56.138" v="12158" actId="1035"/>
          <ac:picMkLst>
            <pc:docMk/>
            <pc:sldMk cId="3391718278" sldId="279"/>
            <ac:picMk id="5" creationId="{D6DBA2BD-8A1B-E826-D58B-9B2C7B5D05AD}"/>
          </ac:picMkLst>
        </pc:pic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3391718278" sldId="279"/>
            <ac:inkMk id="4" creationId="{7A55DDDB-B6BD-B1F8-DDF4-DA82787E40DE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4-03T22:08:04.611" v="15533" actId="20577"/>
        <pc:sldMkLst>
          <pc:docMk/>
          <pc:sldMk cId="485314749" sldId="283"/>
        </pc:sldMkLst>
        <pc:spChg chg="mod">
          <ac:chgData name="Zhize LI" userId="dcf8469b-f633-4120-85bb-8d33589baf96" providerId="ADAL" clId="{194D58AA-B549-5E18-AF40-6DE772E7051C}" dt="2026-03-31T22:18:50.103" v="12727" actId="20577"/>
          <ac:spMkLst>
            <pc:docMk/>
            <pc:sldMk cId="485314749" sldId="283"/>
            <ac:spMk id="3" creationId="{72A8B755-A391-D16F-42BF-DCC69ACDEC6C}"/>
          </ac:spMkLst>
        </pc:spChg>
        <pc:picChg chg="mod">
          <ac:chgData name="Zhize LI" userId="dcf8469b-f633-4120-85bb-8d33589baf96" providerId="ADAL" clId="{194D58AA-B549-5E18-AF40-6DE772E7051C}" dt="2026-03-31T22:11:13.999" v="12543" actId="1076"/>
          <ac:picMkLst>
            <pc:docMk/>
            <pc:sldMk cId="485314749" sldId="283"/>
            <ac:picMk id="4" creationId="{76918B31-BB73-AE3C-0AEF-FDAB688F5ED8}"/>
          </ac:picMkLst>
        </pc:pic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485314749" sldId="283"/>
            <ac:inkMk id="5" creationId="{BFA2AB94-A788-E079-6A8E-AF4E5E568806}"/>
          </ac:inkMkLst>
        </pc:inkChg>
      </pc:sldChg>
      <pc:sldChg chg="addSp modSp add mod modAnim modNotesTx">
        <pc:chgData name="Zhize LI" userId="dcf8469b-f633-4120-85bb-8d33589baf96" providerId="ADAL" clId="{194D58AA-B549-5E18-AF40-6DE772E7051C}" dt="2026-04-01T07:17:24.850" v="15440"/>
        <pc:sldMkLst>
          <pc:docMk/>
          <pc:sldMk cId="438167930" sldId="284"/>
        </pc:sldMkLst>
        <pc:spChg chg="mod">
          <ac:chgData name="Zhize LI" userId="dcf8469b-f633-4120-85bb-8d33589baf96" providerId="ADAL" clId="{194D58AA-B549-5E18-AF40-6DE772E7051C}" dt="2026-03-31T22:32:32.077" v="13006" actId="20577"/>
          <ac:spMkLst>
            <pc:docMk/>
            <pc:sldMk cId="438167930" sldId="284"/>
            <ac:spMk id="3" creationId="{09A248D8-DCF7-07B9-96FC-BA066BD31AC5}"/>
          </ac:spMkLst>
        </pc:spChg>
        <pc:picChg chg="mod">
          <ac:chgData name="Zhize LI" userId="dcf8469b-f633-4120-85bb-8d33589baf96" providerId="ADAL" clId="{194D58AA-B549-5E18-AF40-6DE772E7051C}" dt="2026-03-31T22:26:57.974" v="12972" actId="1036"/>
          <ac:picMkLst>
            <pc:docMk/>
            <pc:sldMk cId="438167930" sldId="284"/>
            <ac:picMk id="4" creationId="{49FE364F-78A1-588E-D656-6AB27E6E9128}"/>
          </ac:picMkLst>
        </pc:picChg>
        <pc:inkChg chg="add">
          <ac:chgData name="Zhize LI" userId="dcf8469b-f633-4120-85bb-8d33589baf96" providerId="ADAL" clId="{194D58AA-B549-5E18-AF40-6DE772E7051C}" dt="2026-04-01T07:17:24.850" v="15440"/>
          <ac:inkMkLst>
            <pc:docMk/>
            <pc:sldMk cId="438167930" sldId="284"/>
            <ac:inkMk id="5" creationId="{59261D27-8F0E-2DFC-B35A-EF5ECAA63082}"/>
          </ac:inkMkLst>
        </pc:inkChg>
      </pc:sldChg>
      <pc:sldChg chg="addSp modSp add mod modAnim modNotesTx">
        <pc:chgData name="Zhize LI" userId="dcf8469b-f633-4120-85bb-8d33589baf96" providerId="ADAL" clId="{194D58AA-B549-5E18-AF40-6DE772E7051C}" dt="2026-04-03T22:11:38.557" v="15558" actId="20577"/>
        <pc:sldMkLst>
          <pc:docMk/>
          <pc:sldMk cId="3663708820" sldId="285"/>
        </pc:sldMkLst>
        <pc:spChg chg="mod">
          <ac:chgData name="Zhize LI" userId="dcf8469b-f633-4120-85bb-8d33589baf96" providerId="ADAL" clId="{194D58AA-B549-5E18-AF40-6DE772E7051C}" dt="2026-03-31T22:28:39.717" v="12980" actId="20577"/>
          <ac:spMkLst>
            <pc:docMk/>
            <pc:sldMk cId="3663708820" sldId="285"/>
            <ac:spMk id="2" creationId="{60249FCC-5A91-C265-02CC-A3F64A626F81}"/>
          </ac:spMkLst>
        </pc:spChg>
        <pc:spChg chg="mod">
          <ac:chgData name="Zhize LI" userId="dcf8469b-f633-4120-85bb-8d33589baf96" providerId="ADAL" clId="{194D58AA-B549-5E18-AF40-6DE772E7051C}" dt="2026-04-01T01:45:58.633" v="15291" actId="27636"/>
          <ac:spMkLst>
            <pc:docMk/>
            <pc:sldMk cId="3663708820" sldId="285"/>
            <ac:spMk id="3" creationId="{333AA7D4-4C66-2E25-85DA-25714C35B83D}"/>
          </ac:spMkLst>
        </pc:spChg>
        <pc:picChg chg="add mod">
          <ac:chgData name="Zhize LI" userId="dcf8469b-f633-4120-85bb-8d33589baf96" providerId="ADAL" clId="{194D58AA-B549-5E18-AF40-6DE772E7051C}" dt="2026-03-31T22:55:03.783" v="13251" actId="1036"/>
          <ac:picMkLst>
            <pc:docMk/>
            <pc:sldMk cId="3663708820" sldId="285"/>
            <ac:picMk id="4" creationId="{C904D389-4CB2-C749-B7FD-E06F089CE59B}"/>
          </ac:picMkLst>
        </pc:picChg>
        <pc:inkChg chg="add">
          <ac:chgData name="Zhize LI" userId="dcf8469b-f633-4120-85bb-8d33589baf96" providerId="ADAL" clId="{194D58AA-B549-5E18-AF40-6DE772E7051C}" dt="2026-04-01T07:17:24.850" v="15440"/>
          <ac:inkMkLst>
            <pc:docMk/>
            <pc:sldMk cId="3663708820" sldId="285"/>
            <ac:inkMk id="5" creationId="{4337815F-A179-C4EA-4C01-402F4DA12969}"/>
          </ac:inkMkLst>
        </pc:inkChg>
      </pc:sldChg>
      <pc:sldChg chg="addSp delSp modSp add mod modNotesTx">
        <pc:chgData name="Zhize LI" userId="dcf8469b-f633-4120-85bb-8d33589baf96" providerId="ADAL" clId="{194D58AA-B549-5E18-AF40-6DE772E7051C}" dt="2026-04-03T22:15:11.308" v="15595" actId="20577"/>
        <pc:sldMkLst>
          <pc:docMk/>
          <pc:sldMk cId="146852529" sldId="286"/>
        </pc:sldMkLst>
        <pc:spChg chg="mod">
          <ac:chgData name="Zhize LI" userId="dcf8469b-f633-4120-85bb-8d33589baf96" providerId="ADAL" clId="{194D58AA-B549-5E18-AF40-6DE772E7051C}" dt="2026-03-31T22:43:41.544" v="13103" actId="20577"/>
          <ac:spMkLst>
            <pc:docMk/>
            <pc:sldMk cId="146852529" sldId="286"/>
            <ac:spMk id="2" creationId="{F978ACC0-A38C-BD2A-E4DF-BE5E13D878EF}"/>
          </ac:spMkLst>
        </pc:spChg>
        <pc:spChg chg="mod">
          <ac:chgData name="Zhize LI" userId="dcf8469b-f633-4120-85bb-8d33589baf96" providerId="ADAL" clId="{194D58AA-B549-5E18-AF40-6DE772E7051C}" dt="2026-03-31T23:07:37.950" v="13469" actId="20577"/>
          <ac:spMkLst>
            <pc:docMk/>
            <pc:sldMk cId="146852529" sldId="286"/>
            <ac:spMk id="3" creationId="{3B5D7EDD-D29B-D12E-662B-3DA3FFDFC4ED}"/>
          </ac:spMkLst>
        </pc:spChg>
        <pc:picChg chg="add mod">
          <ac:chgData name="Zhize LI" userId="dcf8469b-f633-4120-85bb-8d33589baf96" providerId="ADAL" clId="{194D58AA-B549-5E18-AF40-6DE772E7051C}" dt="2026-03-31T23:07:53.560" v="13470" actId="1035"/>
          <ac:picMkLst>
            <pc:docMk/>
            <pc:sldMk cId="146852529" sldId="286"/>
            <ac:picMk id="6" creationId="{78FC1671-4098-230C-14A3-18EBE8C6642C}"/>
          </ac:picMkLst>
        </pc:picChg>
        <pc:picChg chg="add mod">
          <ac:chgData name="Zhize LI" userId="dcf8469b-f633-4120-85bb-8d33589baf96" providerId="ADAL" clId="{194D58AA-B549-5E18-AF40-6DE772E7051C}" dt="2026-03-31T22:46:13.437" v="13171" actId="1036"/>
          <ac:picMkLst>
            <pc:docMk/>
            <pc:sldMk cId="146852529" sldId="286"/>
            <ac:picMk id="7" creationId="{37C104F5-C08F-BBB0-F3FC-B5FED5B2B5EF}"/>
          </ac:picMkLst>
        </pc:picChg>
        <pc:picChg chg="add mod">
          <ac:chgData name="Zhize LI" userId="dcf8469b-f633-4120-85bb-8d33589baf96" providerId="ADAL" clId="{194D58AA-B549-5E18-AF40-6DE772E7051C}" dt="2026-03-31T22:46:11.809" v="13170" actId="1036"/>
          <ac:picMkLst>
            <pc:docMk/>
            <pc:sldMk cId="146852529" sldId="286"/>
            <ac:picMk id="8" creationId="{9909ADD8-D5B1-C40E-70B4-79197C6861BB}"/>
          </ac:picMkLst>
        </pc:picChg>
        <pc:inkChg chg="add">
          <ac:chgData name="Zhize LI" userId="dcf8469b-f633-4120-85bb-8d33589baf96" providerId="ADAL" clId="{194D58AA-B549-5E18-AF40-6DE772E7051C}" dt="2026-04-01T07:17:24.850" v="15440"/>
          <ac:inkMkLst>
            <pc:docMk/>
            <pc:sldMk cId="146852529" sldId="286"/>
            <ac:inkMk id="4" creationId="{DB3A78C6-2DF6-E77A-149E-EC7386AB4115}"/>
          </ac:inkMkLst>
        </pc:inkChg>
      </pc:sldChg>
      <pc:sldChg chg="addSp delSp modSp add mod modAnim modNotesTx">
        <pc:chgData name="Zhize LI" userId="dcf8469b-f633-4120-85bb-8d33589baf96" providerId="ADAL" clId="{194D58AA-B549-5E18-AF40-6DE772E7051C}" dt="2026-04-03T22:22:40.255" v="15600" actId="20577"/>
        <pc:sldMkLst>
          <pc:docMk/>
          <pc:sldMk cId="2958955064" sldId="287"/>
        </pc:sldMkLst>
        <pc:spChg chg="mod">
          <ac:chgData name="Zhize LI" userId="dcf8469b-f633-4120-85bb-8d33589baf96" providerId="ADAL" clId="{194D58AA-B549-5E18-AF40-6DE772E7051C}" dt="2026-03-31T23:17:40.691" v="13607" actId="20577"/>
          <ac:spMkLst>
            <pc:docMk/>
            <pc:sldMk cId="2958955064" sldId="287"/>
            <ac:spMk id="3" creationId="{7BC6D721-1110-ACBA-EC44-99AE541D0D85}"/>
          </ac:spMkLst>
        </pc:spChg>
        <pc:spChg chg="add mod">
          <ac:chgData name="Zhize LI" userId="dcf8469b-f633-4120-85bb-8d33589baf96" providerId="ADAL" clId="{194D58AA-B549-5E18-AF40-6DE772E7051C}" dt="2026-03-31T23:12:18.318" v="13504" actId="1076"/>
          <ac:spMkLst>
            <pc:docMk/>
            <pc:sldMk cId="2958955064" sldId="287"/>
            <ac:spMk id="8" creationId="{D0D0F0E1-7D72-8108-F43D-8C84789F79B4}"/>
          </ac:spMkLst>
        </pc:spChg>
        <pc:spChg chg="add mod">
          <ac:chgData name="Zhize LI" userId="dcf8469b-f633-4120-85bb-8d33589baf96" providerId="ADAL" clId="{194D58AA-B549-5E18-AF40-6DE772E7051C}" dt="2026-03-31T23:12:18.318" v="13504" actId="1076"/>
          <ac:spMkLst>
            <pc:docMk/>
            <pc:sldMk cId="2958955064" sldId="287"/>
            <ac:spMk id="9" creationId="{276B8E05-0927-8D68-A1AF-A4BB6BA217D6}"/>
          </ac:spMkLst>
        </pc:spChg>
        <pc:picChg chg="add mod">
          <ac:chgData name="Zhize LI" userId="dcf8469b-f633-4120-85bb-8d33589baf96" providerId="ADAL" clId="{194D58AA-B549-5E18-AF40-6DE772E7051C}" dt="2026-03-31T23:12:18.318" v="13504" actId="1076"/>
          <ac:picMkLst>
            <pc:docMk/>
            <pc:sldMk cId="2958955064" sldId="287"/>
            <ac:picMk id="7" creationId="{74755E4F-9572-EFA5-0FB6-686C5A39B9D8}"/>
          </ac:picMkLst>
        </pc:picChg>
        <pc:picChg chg="add mod">
          <ac:chgData name="Zhize LI" userId="dcf8469b-f633-4120-85bb-8d33589baf96" providerId="ADAL" clId="{194D58AA-B549-5E18-AF40-6DE772E7051C}" dt="2026-03-31T23:18:23.394" v="13618" actId="1036"/>
          <ac:picMkLst>
            <pc:docMk/>
            <pc:sldMk cId="2958955064" sldId="287"/>
            <ac:picMk id="10" creationId="{E2B2811B-6292-9412-D1F0-7D5A469A50E6}"/>
          </ac:picMkLst>
        </pc:picChg>
        <pc:picChg chg="add mod">
          <ac:chgData name="Zhize LI" userId="dcf8469b-f633-4120-85bb-8d33589baf96" providerId="ADAL" clId="{194D58AA-B549-5E18-AF40-6DE772E7051C}" dt="2026-03-31T23:18:36.235" v="13621" actId="14100"/>
          <ac:picMkLst>
            <pc:docMk/>
            <pc:sldMk cId="2958955064" sldId="287"/>
            <ac:picMk id="11" creationId="{F7C16865-CA88-6A6C-94D3-A27E39E8D5A2}"/>
          </ac:picMkLst>
        </pc:picChg>
        <pc:inkChg chg="add">
          <ac:chgData name="Zhize LI" userId="dcf8469b-f633-4120-85bb-8d33589baf96" providerId="ADAL" clId="{194D58AA-B549-5E18-AF40-6DE772E7051C}" dt="2026-04-01T07:17:24.850" v="15440"/>
          <ac:inkMkLst>
            <pc:docMk/>
            <pc:sldMk cId="2958955064" sldId="287"/>
            <ac:inkMk id="4" creationId="{D4FF9B00-1BC9-EEDD-770D-F6AF7353CC0B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4-01T05:33:03.775" v="15398"/>
        <pc:sldMkLst>
          <pc:docMk/>
          <pc:sldMk cId="348654233" sldId="2655"/>
        </pc:sldMkLst>
        <pc:spChg chg="mod">
          <ac:chgData name="Zhize LI" userId="dcf8469b-f633-4120-85bb-8d33589baf96" providerId="ADAL" clId="{194D58AA-B549-5E18-AF40-6DE772E7051C}" dt="2026-03-31T17:47:43.017" v="9811" actId="20577"/>
          <ac:spMkLst>
            <pc:docMk/>
            <pc:sldMk cId="348654233" sldId="2655"/>
            <ac:spMk id="2" creationId="{547488A9-6041-E8A1-9AC2-B2358D2592B6}"/>
          </ac:spMkLst>
        </pc:spChg>
        <pc:spChg chg="mod">
          <ac:chgData name="Zhize LI" userId="dcf8469b-f633-4120-85bb-8d33589baf96" providerId="ADAL" clId="{194D58AA-B549-5E18-AF40-6DE772E7051C}" dt="2026-03-31T18:35:49.415" v="10554" actId="113"/>
          <ac:spMkLst>
            <pc:docMk/>
            <pc:sldMk cId="348654233" sldId="2655"/>
            <ac:spMk id="3" creationId="{4FBAAD0A-884F-E8C8-39CC-04E08605CCB9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348654233" sldId="2655"/>
            <ac:inkMk id="4" creationId="{58D75B6B-839F-F491-1A5A-34219A829280}"/>
          </ac:inkMkLst>
        </pc:inkChg>
      </pc:sldChg>
      <pc:sldChg chg="addSp delSp modSp add mod modNotesTx">
        <pc:chgData name="Zhize LI" userId="dcf8469b-f633-4120-85bb-8d33589baf96" providerId="ADAL" clId="{194D58AA-B549-5E18-AF40-6DE772E7051C}" dt="2026-04-03T21:11:12.256" v="15442" actId="20577"/>
        <pc:sldMkLst>
          <pc:docMk/>
          <pc:sldMk cId="2088985787" sldId="2656"/>
        </pc:sldMkLst>
        <pc:spChg chg="mod">
          <ac:chgData name="Zhize LI" userId="dcf8469b-f633-4120-85bb-8d33589baf96" providerId="ADAL" clId="{194D58AA-B549-5E18-AF40-6DE772E7051C}" dt="2026-03-31T18:25:02.771" v="10441" actId="20577"/>
          <ac:spMkLst>
            <pc:docMk/>
            <pc:sldMk cId="2088985787" sldId="2656"/>
            <ac:spMk id="2" creationId="{A850D45F-E7BC-70BB-D8B3-E4C70245F280}"/>
          </ac:spMkLst>
        </pc:spChg>
        <pc:spChg chg="mod">
          <ac:chgData name="Zhize LI" userId="dcf8469b-f633-4120-85bb-8d33589baf96" providerId="ADAL" clId="{194D58AA-B549-5E18-AF40-6DE772E7051C}" dt="2026-03-31T18:17:05.675" v="10231" actId="1076"/>
          <ac:spMkLst>
            <pc:docMk/>
            <pc:sldMk cId="2088985787" sldId="2656"/>
            <ac:spMk id="4" creationId="{02F8F49B-A554-DA4F-C089-93CD5157B647}"/>
          </ac:spMkLst>
        </pc:spChg>
        <pc:spChg chg="mod">
          <ac:chgData name="Zhize LI" userId="dcf8469b-f633-4120-85bb-8d33589baf96" providerId="ADAL" clId="{194D58AA-B549-5E18-AF40-6DE772E7051C}" dt="2026-03-31T18:17:05.675" v="10231" actId="1076"/>
          <ac:spMkLst>
            <pc:docMk/>
            <pc:sldMk cId="2088985787" sldId="2656"/>
            <ac:spMk id="5" creationId="{6CE60846-36D6-CA4D-78CD-FDD6A0979645}"/>
          </ac:spMkLst>
        </pc:spChg>
        <pc:spChg chg="mod">
          <ac:chgData name="Zhize LI" userId="dcf8469b-f633-4120-85bb-8d33589baf96" providerId="ADAL" clId="{194D58AA-B549-5E18-AF40-6DE772E7051C}" dt="2026-03-31T18:17:05.675" v="10231" actId="1076"/>
          <ac:spMkLst>
            <pc:docMk/>
            <pc:sldMk cId="2088985787" sldId="2656"/>
            <ac:spMk id="6" creationId="{8F63939E-83FD-BDB7-233F-5D65D8C8D419}"/>
          </ac:spMkLst>
        </pc:spChg>
        <pc:spChg chg="mod">
          <ac:chgData name="Zhize LI" userId="dcf8469b-f633-4120-85bb-8d33589baf96" providerId="ADAL" clId="{194D58AA-B549-5E18-AF40-6DE772E7051C}" dt="2026-03-31T18:17:05.675" v="10231" actId="1076"/>
          <ac:spMkLst>
            <pc:docMk/>
            <pc:sldMk cId="2088985787" sldId="2656"/>
            <ac:spMk id="7" creationId="{003B6A24-31D0-E7E5-4020-0399D3FCCECD}"/>
          </ac:spMkLst>
        </pc:spChg>
        <pc:spChg chg="mod">
          <ac:chgData name="Zhize LI" userId="dcf8469b-f633-4120-85bb-8d33589baf96" providerId="ADAL" clId="{194D58AA-B549-5E18-AF40-6DE772E7051C}" dt="2026-03-31T18:17:05.675" v="10231" actId="1076"/>
          <ac:spMkLst>
            <pc:docMk/>
            <pc:sldMk cId="2088985787" sldId="2656"/>
            <ac:spMk id="8" creationId="{65EF16D8-D6A3-7EB1-77DA-B81E02CDB188}"/>
          </ac:spMkLst>
        </pc:spChg>
        <pc:spChg chg="mod">
          <ac:chgData name="Zhize LI" userId="dcf8469b-f633-4120-85bb-8d33589baf96" providerId="ADAL" clId="{194D58AA-B549-5E18-AF40-6DE772E7051C}" dt="2026-03-31T18:17:05.675" v="10231" actId="1076"/>
          <ac:spMkLst>
            <pc:docMk/>
            <pc:sldMk cId="2088985787" sldId="2656"/>
            <ac:spMk id="9" creationId="{8ACE428C-45AF-C55A-5518-0FB8F43860A5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2088985787" sldId="2656"/>
            <ac:inkMk id="3" creationId="{91688049-5529-1302-8D05-0F1FD084855E}"/>
          </ac:inkMkLst>
        </pc:inkChg>
      </pc:sldChg>
      <pc:sldChg chg="addSp modSp add mod modAnim modNotesTx">
        <pc:chgData name="Zhize LI" userId="dcf8469b-f633-4120-85bb-8d33589baf96" providerId="ADAL" clId="{194D58AA-B549-5E18-AF40-6DE772E7051C}" dt="2026-04-03T21:20:13.095" v="15463" actId="20577"/>
        <pc:sldMkLst>
          <pc:docMk/>
          <pc:sldMk cId="1645315551" sldId="2657"/>
        </pc:sldMkLst>
        <pc:spChg chg="mod">
          <ac:chgData name="Zhize LI" userId="dcf8469b-f633-4120-85bb-8d33589baf96" providerId="ADAL" clId="{194D58AA-B549-5E18-AF40-6DE772E7051C}" dt="2026-03-31T18:25:07.239" v="10448" actId="20577"/>
          <ac:spMkLst>
            <pc:docMk/>
            <pc:sldMk cId="1645315551" sldId="2657"/>
            <ac:spMk id="2" creationId="{AF3B144C-343B-FD06-6A5D-BA1B89D7AE93}"/>
          </ac:spMkLst>
        </pc:spChg>
        <pc:spChg chg="mod">
          <ac:chgData name="Zhize LI" userId="dcf8469b-f633-4120-85bb-8d33589baf96" providerId="ADAL" clId="{194D58AA-B549-5E18-AF40-6DE772E7051C}" dt="2026-03-31T18:46:42.828" v="10804" actId="20577"/>
          <ac:spMkLst>
            <pc:docMk/>
            <pc:sldMk cId="1645315551" sldId="2657"/>
            <ac:spMk id="3" creationId="{860A3672-2C2E-B18D-ECF4-EA7D83AD7760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1645315551" sldId="2657"/>
            <ac:inkMk id="4" creationId="{FC867119-903C-9DA5-4F55-6514A6B78C7A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4-01T05:33:03.775" v="15398"/>
        <pc:sldMkLst>
          <pc:docMk/>
          <pc:sldMk cId="223090304" sldId="2658"/>
        </pc:sldMkLst>
        <pc:spChg chg="mod">
          <ac:chgData name="Zhize LI" userId="dcf8469b-f633-4120-85bb-8d33589baf96" providerId="ADAL" clId="{194D58AA-B549-5E18-AF40-6DE772E7051C}" dt="2026-03-31T18:27:02.043" v="10473" actId="20577"/>
          <ac:spMkLst>
            <pc:docMk/>
            <pc:sldMk cId="223090304" sldId="2658"/>
            <ac:spMk id="2" creationId="{B146E278-245C-B03D-CCC6-59B66A57C71A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223090304" sldId="2658"/>
            <ac:inkMk id="24" creationId="{5C446324-7B67-A051-D0D4-774204FE5A91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4-03T21:27:33.652" v="15466" actId="20577"/>
        <pc:sldMkLst>
          <pc:docMk/>
          <pc:sldMk cId="4047872266" sldId="2659"/>
        </pc:sldMkLst>
        <pc:spChg chg="mod">
          <ac:chgData name="Zhize LI" userId="dcf8469b-f633-4120-85bb-8d33589baf96" providerId="ADAL" clId="{194D58AA-B549-5E18-AF40-6DE772E7051C}" dt="2026-03-31T18:47:45.867" v="10808" actId="20577"/>
          <ac:spMkLst>
            <pc:docMk/>
            <pc:sldMk cId="4047872266" sldId="2659"/>
            <ac:spMk id="2" creationId="{B1F00B12-E4B5-C275-5875-D5ED5EE04758}"/>
          </ac:spMkLst>
        </pc:spChg>
        <pc:spChg chg="mod">
          <ac:chgData name="Zhize LI" userId="dcf8469b-f633-4120-85bb-8d33589baf96" providerId="ADAL" clId="{194D58AA-B549-5E18-AF40-6DE772E7051C}" dt="2026-03-31T21:09:36.564" v="12078" actId="113"/>
          <ac:spMkLst>
            <pc:docMk/>
            <pc:sldMk cId="4047872266" sldId="2659"/>
            <ac:spMk id="3" creationId="{E70FD81B-AA82-32C8-8F28-78DC71E7CB17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4047872266" sldId="2659"/>
            <ac:inkMk id="4" creationId="{DE03C8AB-EB92-DD68-2D07-B1F325CAC944}"/>
          </ac:inkMkLst>
        </pc:inkChg>
      </pc:sldChg>
      <pc:sldChg chg="modSp add mod modNotesTx">
        <pc:chgData name="Zhize LI" userId="dcf8469b-f633-4120-85bb-8d33589baf96" providerId="ADAL" clId="{194D58AA-B549-5E18-AF40-6DE772E7051C}" dt="2026-04-03T22:30:45.678" v="15641" actId="20577"/>
        <pc:sldMkLst>
          <pc:docMk/>
          <pc:sldMk cId="4089349771" sldId="2660"/>
        </pc:sldMkLst>
        <pc:spChg chg="mod">
          <ac:chgData name="Zhize LI" userId="dcf8469b-f633-4120-85bb-8d33589baf96" providerId="ADAL" clId="{194D58AA-B549-5E18-AF40-6DE772E7051C}" dt="2026-03-31T18:52:28.094" v="10816" actId="20577"/>
          <ac:spMkLst>
            <pc:docMk/>
            <pc:sldMk cId="4089349771" sldId="2660"/>
            <ac:spMk id="2" creationId="{BB144A70-3A56-E414-8A1E-B53EEF4D251C}"/>
          </ac:spMkLst>
        </pc:spChg>
        <pc:spChg chg="mod">
          <ac:chgData name="Zhize LI" userId="dcf8469b-f633-4120-85bb-8d33589baf96" providerId="ADAL" clId="{194D58AA-B549-5E18-AF40-6DE772E7051C}" dt="2026-04-01T02:05:06.339" v="15382" actId="20577"/>
          <ac:spMkLst>
            <pc:docMk/>
            <pc:sldMk cId="4089349771" sldId="2660"/>
            <ac:spMk id="3" creationId="{803C1D9E-3188-723E-B0E4-6E57CE132753}"/>
          </ac:spMkLst>
        </pc:spChg>
      </pc:sldChg>
      <pc:sldChg chg="addSp modSp new mod modNotesTx">
        <pc:chgData name="Zhize LI" userId="dcf8469b-f633-4120-85bb-8d33589baf96" providerId="ADAL" clId="{194D58AA-B549-5E18-AF40-6DE772E7051C}" dt="2026-04-03T22:00:41.262" v="15498" actId="20577"/>
        <pc:sldMkLst>
          <pc:docMk/>
          <pc:sldMk cId="3974408343" sldId="2661"/>
        </pc:sldMkLst>
        <pc:spChg chg="mod">
          <ac:chgData name="Zhize LI" userId="dcf8469b-f633-4120-85bb-8d33589baf96" providerId="ADAL" clId="{194D58AA-B549-5E18-AF40-6DE772E7051C}" dt="2026-03-31T20:19:20.245" v="11449" actId="20577"/>
          <ac:spMkLst>
            <pc:docMk/>
            <pc:sldMk cId="3974408343" sldId="2661"/>
            <ac:spMk id="2" creationId="{F5498EDD-4537-14C6-5865-0E2DA5CEFF57}"/>
          </ac:spMkLst>
        </pc:spChg>
        <pc:spChg chg="mod">
          <ac:chgData name="Zhize LI" userId="dcf8469b-f633-4120-85bb-8d33589baf96" providerId="ADAL" clId="{194D58AA-B549-5E18-AF40-6DE772E7051C}" dt="2026-03-31T21:31:15.371" v="12245" actId="20577"/>
          <ac:spMkLst>
            <pc:docMk/>
            <pc:sldMk cId="3974408343" sldId="2661"/>
            <ac:spMk id="3" creationId="{0E8219CC-9705-1C09-069A-E9477E16AA7F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3974408343" sldId="2661"/>
            <ac:inkMk id="4" creationId="{A3A7D6D2-7C68-344D-9F41-412269A6AC3F}"/>
          </ac:inkMkLst>
        </pc:inkChg>
      </pc:sldChg>
      <pc:sldChg chg="addSp delSp modSp new mod modAnim modNotesTx">
        <pc:chgData name="Zhize LI" userId="dcf8469b-f633-4120-85bb-8d33589baf96" providerId="ADAL" clId="{194D58AA-B549-5E18-AF40-6DE772E7051C}" dt="2026-04-01T05:33:03.775" v="15398"/>
        <pc:sldMkLst>
          <pc:docMk/>
          <pc:sldMk cId="3721834877" sldId="2662"/>
        </pc:sldMkLst>
        <pc:spChg chg="mod">
          <ac:chgData name="Zhize LI" userId="dcf8469b-f633-4120-85bb-8d33589baf96" providerId="ADAL" clId="{194D58AA-B549-5E18-AF40-6DE772E7051C}" dt="2026-03-31T20:50:44.830" v="11838" actId="20577"/>
          <ac:spMkLst>
            <pc:docMk/>
            <pc:sldMk cId="3721834877" sldId="2662"/>
            <ac:spMk id="2" creationId="{D62022F4-D0CB-39E9-896E-84F32B27BB3A}"/>
          </ac:spMkLst>
        </pc:spChg>
        <pc:spChg chg="mod">
          <ac:chgData name="Zhize LI" userId="dcf8469b-f633-4120-85bb-8d33589baf96" providerId="ADAL" clId="{194D58AA-B549-5E18-AF40-6DE772E7051C}" dt="2026-03-31T22:14:02.889" v="12570" actId="20577"/>
          <ac:spMkLst>
            <pc:docMk/>
            <pc:sldMk cId="3721834877" sldId="2662"/>
            <ac:spMk id="3" creationId="{D07F78E7-9ABF-5021-A745-68C38849077E}"/>
          </ac:spMkLst>
        </pc:spChg>
        <pc:spChg chg="add mod">
          <ac:chgData name="Zhize LI" userId="dcf8469b-f633-4120-85bb-8d33589baf96" providerId="ADAL" clId="{194D58AA-B549-5E18-AF40-6DE772E7051C}" dt="2026-03-31T20:54:13.305" v="11881" actId="1036"/>
          <ac:spMkLst>
            <pc:docMk/>
            <pc:sldMk cId="3721834877" sldId="2662"/>
            <ac:spMk id="6" creationId="{C7DF2223-395C-1A2B-72C3-21A6EFFAD319}"/>
          </ac:spMkLst>
        </pc:spChg>
        <pc:spChg chg="add mod">
          <ac:chgData name="Zhize LI" userId="dcf8469b-f633-4120-85bb-8d33589baf96" providerId="ADAL" clId="{194D58AA-B549-5E18-AF40-6DE772E7051C}" dt="2026-03-31T20:54:13.305" v="11881" actId="1036"/>
          <ac:spMkLst>
            <pc:docMk/>
            <pc:sldMk cId="3721834877" sldId="2662"/>
            <ac:spMk id="7" creationId="{8B110CA7-43EF-F2BD-B12A-DDA7DD413870}"/>
          </ac:spMkLst>
        </pc:spChg>
        <pc:spChg chg="add mod">
          <ac:chgData name="Zhize LI" userId="dcf8469b-f633-4120-85bb-8d33589baf96" providerId="ADAL" clId="{194D58AA-B549-5E18-AF40-6DE772E7051C}" dt="2026-03-31T20:54:13.305" v="11881" actId="1036"/>
          <ac:spMkLst>
            <pc:docMk/>
            <pc:sldMk cId="3721834877" sldId="2662"/>
            <ac:spMk id="8" creationId="{0318DFE5-F3EA-F951-3F4B-D84E210CA9F0}"/>
          </ac:spMkLst>
        </pc:spChg>
        <pc:spChg chg="add mod">
          <ac:chgData name="Zhize LI" userId="dcf8469b-f633-4120-85bb-8d33589baf96" providerId="ADAL" clId="{194D58AA-B549-5E18-AF40-6DE772E7051C}" dt="2026-03-31T20:54:13.305" v="11881" actId="1036"/>
          <ac:spMkLst>
            <pc:docMk/>
            <pc:sldMk cId="3721834877" sldId="2662"/>
            <ac:spMk id="9" creationId="{CA3A205B-F6B7-7981-639C-BD8818CE2DCB}"/>
          </ac:spMkLst>
        </pc:spChg>
        <pc:spChg chg="add mod">
          <ac:chgData name="Zhize LI" userId="dcf8469b-f633-4120-85bb-8d33589baf96" providerId="ADAL" clId="{194D58AA-B549-5E18-AF40-6DE772E7051C}" dt="2026-03-31T20:54:13.305" v="11881" actId="1036"/>
          <ac:spMkLst>
            <pc:docMk/>
            <pc:sldMk cId="3721834877" sldId="2662"/>
            <ac:spMk id="10" creationId="{C8FA873C-48D1-8777-34C7-2569AAFF0579}"/>
          </ac:spMkLst>
        </pc:spChg>
        <pc:graphicFrameChg chg="add mod">
          <ac:chgData name="Zhize LI" userId="dcf8469b-f633-4120-85bb-8d33589baf96" providerId="ADAL" clId="{194D58AA-B549-5E18-AF40-6DE772E7051C}" dt="2026-03-31T20:54:13.305" v="11881" actId="1036"/>
          <ac:graphicFrameMkLst>
            <pc:docMk/>
            <pc:sldMk cId="3721834877" sldId="2662"/>
            <ac:graphicFrameMk id="4" creationId="{B75B5EF1-030B-A5EA-2FF4-44C1603B0B47}"/>
          </ac:graphicFrameMkLst>
        </pc:graphicFrameChg>
        <pc:graphicFrameChg chg="add mod">
          <ac:chgData name="Zhize LI" userId="dcf8469b-f633-4120-85bb-8d33589baf96" providerId="ADAL" clId="{194D58AA-B549-5E18-AF40-6DE772E7051C}" dt="2026-03-31T20:54:13.305" v="11881" actId="1036"/>
          <ac:graphicFrameMkLst>
            <pc:docMk/>
            <pc:sldMk cId="3721834877" sldId="2662"/>
            <ac:graphicFrameMk id="5" creationId="{068FF91A-5A7D-E0A2-E3E6-461916C8924F}"/>
          </ac:graphicFrameMkLst>
        </pc:graphicFrame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3721834877" sldId="2662"/>
            <ac:inkMk id="11" creationId="{F48C6D04-8257-A213-AA89-7155B478BDF4}"/>
          </ac:inkMkLst>
        </pc:inkChg>
      </pc:sldChg>
      <pc:sldChg chg="addSp modSp add mod modAnim modNotesTx">
        <pc:chgData name="Zhize LI" userId="dcf8469b-f633-4120-85bb-8d33589baf96" providerId="ADAL" clId="{194D58AA-B549-5E18-AF40-6DE772E7051C}" dt="2026-04-03T22:10:46.338" v="15556" actId="20577"/>
        <pc:sldMkLst>
          <pc:docMk/>
          <pc:sldMk cId="3542929426" sldId="2663"/>
        </pc:sldMkLst>
        <pc:spChg chg="add mod">
          <ac:chgData name="Zhize LI" userId="dcf8469b-f633-4120-85bb-8d33589baf96" providerId="ADAL" clId="{194D58AA-B549-5E18-AF40-6DE772E7051C}" dt="2026-03-31T21:31:27.608" v="12247" actId="20577"/>
          <ac:spMkLst>
            <pc:docMk/>
            <pc:sldMk cId="3542929426" sldId="2663"/>
            <ac:spMk id="12" creationId="{E79912ED-9D1C-6B42-D009-4C409B3F59AB}"/>
          </ac:spMkLst>
        </pc:spChg>
        <pc:spChg chg="add mod">
          <ac:chgData name="Zhize LI" userId="dcf8469b-f633-4120-85bb-8d33589baf96" providerId="ADAL" clId="{194D58AA-B549-5E18-AF40-6DE772E7051C}" dt="2026-03-31T22:14:44.128" v="12585" actId="20577"/>
          <ac:spMkLst>
            <pc:docMk/>
            <pc:sldMk cId="3542929426" sldId="2663"/>
            <ac:spMk id="13" creationId="{255FB641-C353-28A5-D74C-D9F0F99EF21E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3542929426" sldId="2663"/>
            <ac:inkMk id="11" creationId="{A4355275-CF91-AB40-B845-651DACC1876F}"/>
          </ac:inkMkLst>
        </pc:inkChg>
      </pc:sldChg>
      <pc:sldChg chg="addSp modSp new mod">
        <pc:chgData name="Zhize LI" userId="dcf8469b-f633-4120-85bb-8d33589baf96" providerId="ADAL" clId="{194D58AA-B549-5E18-AF40-6DE772E7051C}" dt="2026-04-01T05:33:03.775" v="15398"/>
        <pc:sldMkLst>
          <pc:docMk/>
          <pc:sldMk cId="341031852" sldId="2664"/>
        </pc:sldMkLst>
        <pc:spChg chg="mod">
          <ac:chgData name="Zhize LI" userId="dcf8469b-f633-4120-85bb-8d33589baf96" providerId="ADAL" clId="{194D58AA-B549-5E18-AF40-6DE772E7051C}" dt="2026-03-31T22:15:05.568" v="12600" actId="20577"/>
          <ac:spMkLst>
            <pc:docMk/>
            <pc:sldMk cId="341031852" sldId="2664"/>
            <ac:spMk id="2" creationId="{16A74ED5-E1E6-3972-D730-432846706A26}"/>
          </ac:spMkLst>
        </pc:spChg>
        <pc:spChg chg="mod">
          <ac:chgData name="Zhize LI" userId="dcf8469b-f633-4120-85bb-8d33589baf96" providerId="ADAL" clId="{194D58AA-B549-5E18-AF40-6DE772E7051C}" dt="2026-03-31T22:17:36.496" v="12674" actId="113"/>
          <ac:spMkLst>
            <pc:docMk/>
            <pc:sldMk cId="341031852" sldId="2664"/>
            <ac:spMk id="3" creationId="{2189227D-770E-9C33-0EC8-78EC1A09BCFA}"/>
          </ac:spMkLst>
        </pc:spChg>
        <pc:inkChg chg="add">
          <ac:chgData name="Zhize LI" userId="dcf8469b-f633-4120-85bb-8d33589baf96" providerId="ADAL" clId="{194D58AA-B549-5E18-AF40-6DE772E7051C}" dt="2026-04-01T05:33:03.775" v="15398"/>
          <ac:inkMkLst>
            <pc:docMk/>
            <pc:sldMk cId="341031852" sldId="2664"/>
            <ac:inkMk id="4" creationId="{BAAD0D4E-E026-AB03-1CCB-091F33C29F5E}"/>
          </ac:inkMkLst>
        </pc:inkChg>
      </pc:sldChg>
      <pc:sldChg chg="addSp delSp modSp new mod modNotesTx">
        <pc:chgData name="Zhize LI" userId="dcf8469b-f633-4120-85bb-8d33589baf96" providerId="ADAL" clId="{194D58AA-B549-5E18-AF40-6DE772E7051C}" dt="2026-04-03T22:24:38.890" v="15620" actId="20577"/>
        <pc:sldMkLst>
          <pc:docMk/>
          <pc:sldMk cId="3902402328" sldId="2665"/>
        </pc:sldMkLst>
        <pc:spChg chg="mod">
          <ac:chgData name="Zhize LI" userId="dcf8469b-f633-4120-85bb-8d33589baf96" providerId="ADAL" clId="{194D58AA-B549-5E18-AF40-6DE772E7051C}" dt="2026-03-31T23:25:21.007" v="13657" actId="20577"/>
          <ac:spMkLst>
            <pc:docMk/>
            <pc:sldMk cId="3902402328" sldId="2665"/>
            <ac:spMk id="2" creationId="{2C46E134-83AD-A91A-690B-AA93B2A4D1E5}"/>
          </ac:spMkLst>
        </pc:spChg>
        <pc:spChg chg="mod">
          <ac:chgData name="Zhize LI" userId="dcf8469b-f633-4120-85bb-8d33589baf96" providerId="ADAL" clId="{194D58AA-B549-5E18-AF40-6DE772E7051C}" dt="2026-03-31T23:57:54.855" v="14160" actId="20577"/>
          <ac:spMkLst>
            <pc:docMk/>
            <pc:sldMk cId="3902402328" sldId="2665"/>
            <ac:spMk id="3" creationId="{0F5665EA-D322-7524-8326-4F7AA2E949E2}"/>
          </ac:spMkLst>
        </pc:spChg>
        <pc:picChg chg="add mod">
          <ac:chgData name="Zhize LI" userId="dcf8469b-f633-4120-85bb-8d33589baf96" providerId="ADAL" clId="{194D58AA-B549-5E18-AF40-6DE772E7051C}" dt="2026-03-31T23:31:36.081" v="13677" actId="1076"/>
          <ac:picMkLst>
            <pc:docMk/>
            <pc:sldMk cId="3902402328" sldId="2665"/>
            <ac:picMk id="5" creationId="{6381C89D-2D12-9CF5-9FE2-FEC9F7177F39}"/>
          </ac:picMkLst>
        </pc:picChg>
        <pc:inkChg chg="add">
          <ac:chgData name="Zhize LI" userId="dcf8469b-f633-4120-85bb-8d33589baf96" providerId="ADAL" clId="{194D58AA-B549-5E18-AF40-6DE772E7051C}" dt="2026-04-01T07:17:24.850" v="15440"/>
          <ac:inkMkLst>
            <pc:docMk/>
            <pc:sldMk cId="3902402328" sldId="2665"/>
            <ac:inkMk id="4" creationId="{A117AC57-67B1-5F52-CA21-1F531FA88E04}"/>
          </ac:inkMkLst>
        </pc:inkChg>
      </pc:sldChg>
      <pc:sldChg chg="addSp modSp new mod modAnim modNotesTx">
        <pc:chgData name="Zhize LI" userId="dcf8469b-f633-4120-85bb-8d33589baf96" providerId="ADAL" clId="{194D58AA-B549-5E18-AF40-6DE772E7051C}" dt="2026-04-03T22:42:40.719" v="15731"/>
        <pc:sldMkLst>
          <pc:docMk/>
          <pc:sldMk cId="4015947371" sldId="2666"/>
        </pc:sldMkLst>
        <pc:spChg chg="add mod">
          <ac:chgData name="Zhize LI" userId="dcf8469b-f633-4120-85bb-8d33589baf96" providerId="ADAL" clId="{194D58AA-B549-5E18-AF40-6DE772E7051C}" dt="2026-04-01T00:01:12.775" v="14289" actId="1037"/>
          <ac:spMkLst>
            <pc:docMk/>
            <pc:sldMk cId="4015947371" sldId="2666"/>
            <ac:spMk id="4" creationId="{2FA72C78-875E-9ADF-D2BF-3DBF37A5481A}"/>
          </ac:spMkLst>
        </pc:spChg>
        <pc:spChg chg="add mod">
          <ac:chgData name="Zhize LI" userId="dcf8469b-f633-4120-85bb-8d33589baf96" providerId="ADAL" clId="{194D58AA-B549-5E18-AF40-6DE772E7051C}" dt="2026-04-01T00:01:12.775" v="14289" actId="1037"/>
          <ac:spMkLst>
            <pc:docMk/>
            <pc:sldMk cId="4015947371" sldId="2666"/>
            <ac:spMk id="5" creationId="{664315FB-F34C-F141-88CE-2F6FCCD91F11}"/>
          </ac:spMkLst>
        </pc:spChg>
        <pc:spChg chg="add mod">
          <ac:chgData name="Zhize LI" userId="dcf8469b-f633-4120-85bb-8d33589baf96" providerId="ADAL" clId="{194D58AA-B549-5E18-AF40-6DE772E7051C}" dt="2026-04-01T00:01:12.775" v="14289" actId="1037"/>
          <ac:spMkLst>
            <pc:docMk/>
            <pc:sldMk cId="4015947371" sldId="2666"/>
            <ac:spMk id="6" creationId="{90D9EFAA-A423-AF11-F4F2-145F9C6E2358}"/>
          </ac:spMkLst>
        </pc:spChg>
        <pc:spChg chg="add mod">
          <ac:chgData name="Zhize LI" userId="dcf8469b-f633-4120-85bb-8d33589baf96" providerId="ADAL" clId="{194D58AA-B549-5E18-AF40-6DE772E7051C}" dt="2026-04-01T00:29:00.050" v="14686" actId="14100"/>
          <ac:spMkLst>
            <pc:docMk/>
            <pc:sldMk cId="4015947371" sldId="2666"/>
            <ac:spMk id="8" creationId="{3CA8CD83-643F-B85C-40D4-C107C29FDB32}"/>
          </ac:spMkLst>
        </pc:spChg>
        <pc:picChg chg="add mod">
          <ac:chgData name="Zhize LI" userId="dcf8469b-f633-4120-85bb-8d33589baf96" providerId="ADAL" clId="{194D58AA-B549-5E18-AF40-6DE772E7051C}" dt="2026-03-31T23:59:45.009" v="14219" actId="1076"/>
          <ac:picMkLst>
            <pc:docMk/>
            <pc:sldMk cId="4015947371" sldId="2666"/>
            <ac:picMk id="2" creationId="{D58CBC96-89A0-2B5B-1C94-30772D2C0B73}"/>
          </ac:picMkLst>
        </pc:picChg>
        <pc:picChg chg="add mod">
          <ac:chgData name="Zhize LI" userId="dcf8469b-f633-4120-85bb-8d33589baf96" providerId="ADAL" clId="{194D58AA-B549-5E18-AF40-6DE772E7051C}" dt="2026-04-01T00:01:07.210" v="14285" actId="1036"/>
          <ac:picMkLst>
            <pc:docMk/>
            <pc:sldMk cId="4015947371" sldId="2666"/>
            <ac:picMk id="7" creationId="{A5856BFE-A71E-B52A-8B1C-B97F2AEEAC90}"/>
          </ac:picMkLst>
        </pc:picChg>
        <pc:inkChg chg="add mod">
          <ac:chgData name="Zhize LI" userId="dcf8469b-f633-4120-85bb-8d33589baf96" providerId="ADAL" clId="{194D58AA-B549-5E18-AF40-6DE772E7051C}" dt="2026-04-03T22:42:04.957" v="15730"/>
          <ac:inkMkLst>
            <pc:docMk/>
            <pc:sldMk cId="4015947371" sldId="2666"/>
            <ac:inkMk id="3" creationId="{6EEFAEDE-3CE0-61F8-28DE-28D216F678C9}"/>
          </ac:inkMkLst>
        </pc:inkChg>
        <pc:inkChg chg="add">
          <ac:chgData name="Zhize LI" userId="dcf8469b-f633-4120-85bb-8d33589baf96" providerId="ADAL" clId="{194D58AA-B549-5E18-AF40-6DE772E7051C}" dt="2026-04-03T22:40:27.125" v="15719"/>
          <ac:inkMkLst>
            <pc:docMk/>
            <pc:sldMk cId="4015947371" sldId="2666"/>
            <ac:inkMk id="9" creationId="{FBC7629C-0E8D-0689-1C81-01ACA3977A15}"/>
          </ac:inkMkLst>
        </pc:inkChg>
        <pc:inkChg chg="add">
          <ac:chgData name="Zhize LI" userId="dcf8469b-f633-4120-85bb-8d33589baf96" providerId="ADAL" clId="{194D58AA-B549-5E18-AF40-6DE772E7051C}" dt="2026-04-03T22:42:40.719" v="15731"/>
          <ac:inkMkLst>
            <pc:docMk/>
            <pc:sldMk cId="4015947371" sldId="2666"/>
            <ac:inkMk id="10" creationId="{04963BD5-CC19-92F9-96BA-58E3E5E8A29C}"/>
          </ac:inkMkLst>
        </pc:inkChg>
      </pc:sldChg>
      <pc:sldChg chg="addSp new modNotesTx">
        <pc:chgData name="Zhize LI" userId="dcf8469b-f633-4120-85bb-8d33589baf96" providerId="ADAL" clId="{194D58AA-B549-5E18-AF40-6DE772E7051C}" dt="2026-04-01T07:17:24.850" v="15440"/>
        <pc:sldMkLst>
          <pc:docMk/>
          <pc:sldMk cId="1979621386" sldId="2667"/>
        </pc:sldMkLst>
        <pc:inkChg chg="add">
          <ac:chgData name="Zhize LI" userId="dcf8469b-f633-4120-85bb-8d33589baf96" providerId="ADAL" clId="{194D58AA-B549-5E18-AF40-6DE772E7051C}" dt="2026-04-01T07:17:24.850" v="15440"/>
          <ac:inkMkLst>
            <pc:docMk/>
            <pc:sldMk cId="1979621386" sldId="2667"/>
            <ac:inkMk id="2" creationId="{C00B794A-55B6-7BCB-6BBB-27B6E9006FA3}"/>
          </ac:inkMkLst>
        </pc:inkChg>
      </pc:sldChg>
      <pc:sldChg chg="modSp new mod modAnim modNotesTx">
        <pc:chgData name="Zhize LI" userId="dcf8469b-f633-4120-85bb-8d33589baf96" providerId="ADAL" clId="{194D58AA-B549-5E18-AF40-6DE772E7051C}" dt="2026-04-01T01:46:36.719" v="15294"/>
        <pc:sldMkLst>
          <pc:docMk/>
          <pc:sldMk cId="861859324" sldId="2668"/>
        </pc:sldMkLst>
        <pc:spChg chg="mod">
          <ac:chgData name="Zhize LI" userId="dcf8469b-f633-4120-85bb-8d33589baf96" providerId="ADAL" clId="{194D58AA-B549-5E18-AF40-6DE772E7051C}" dt="2026-04-01T00:36:39.480" v="14740" actId="20577"/>
          <ac:spMkLst>
            <pc:docMk/>
            <pc:sldMk cId="861859324" sldId="2668"/>
            <ac:spMk id="2" creationId="{AAF9E237-C2D4-C3B0-DB0D-5CCB7E825D3D}"/>
          </ac:spMkLst>
        </pc:spChg>
        <pc:spChg chg="mod">
          <ac:chgData name="Zhize LI" userId="dcf8469b-f633-4120-85bb-8d33589baf96" providerId="ADAL" clId="{194D58AA-B549-5E18-AF40-6DE772E7051C}" dt="2026-04-01T01:46:33.358" v="15293" actId="20577"/>
          <ac:spMkLst>
            <pc:docMk/>
            <pc:sldMk cId="861859324" sldId="2668"/>
            <ac:spMk id="3" creationId="{51C64794-797A-BD09-D5AB-A968D6A94A4A}"/>
          </ac:spMkLst>
        </pc:spChg>
      </pc:sldChg>
      <pc:sldChg chg="addSp delSp modSp new mod">
        <pc:chgData name="Zhize LI" userId="dcf8469b-f633-4120-85bb-8d33589baf96" providerId="ADAL" clId="{194D58AA-B549-5E18-AF40-6DE772E7051C}" dt="2026-04-01T02:05:58.597" v="15397" actId="20577"/>
        <pc:sldMkLst>
          <pc:docMk/>
          <pc:sldMk cId="2665623708" sldId="2669"/>
        </pc:sldMkLst>
        <pc:spChg chg="mod">
          <ac:chgData name="Zhize LI" userId="dcf8469b-f633-4120-85bb-8d33589baf96" providerId="ADAL" clId="{194D58AA-B549-5E18-AF40-6DE772E7051C}" dt="2026-04-01T01:40:24.809" v="15143" actId="20577"/>
          <ac:spMkLst>
            <pc:docMk/>
            <pc:sldMk cId="2665623708" sldId="2669"/>
            <ac:spMk id="2" creationId="{1E629DD5-34B4-29AF-69BF-15A862F34D56}"/>
          </ac:spMkLst>
        </pc:spChg>
        <pc:spChg chg="mod">
          <ac:chgData name="Zhize LI" userId="dcf8469b-f633-4120-85bb-8d33589baf96" providerId="ADAL" clId="{194D58AA-B549-5E18-AF40-6DE772E7051C}" dt="2026-04-01T02:05:58.597" v="15397" actId="20577"/>
          <ac:spMkLst>
            <pc:docMk/>
            <pc:sldMk cId="2665623708" sldId="2669"/>
            <ac:spMk id="3" creationId="{79200492-0503-1D8A-195B-B8DDC53CBDD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03:15.54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23495 608 0,'-8'-31'0,"6"-1"2232,-6 1 1044,1 17-1901,-5 40 1,-2 21-1197,0-11 1,-4 4 0,0 3 0,-1 2-69,5-7 0,-1 2 0,0 1 0,-1 1 0,1-1 0,-2 1-37,0-1 1,-1 2 0,-1-1 0,0 0 0,1-2 0,2-2-615,-7 9 0,0-1 1,5-5-1,9-12-1790,15-9 1767,9-35 1,10-26 0,4-9 0,0 4 292,-3 9 0,2 0 0,2-1 1,-1 0-1,-1 0 449,0-3 1,0-3 0,-1 0 0,0 5 0,-2 9 1458,15-6 0,-11 22 0,-30 42 0,-8 16-546,3-6 0,-1 3 0,4 0-865,3-2 0,4 1 0,8-12-1217,24-14 1,10-14 539,-5-10 0,3-7 1,-1 0 329,-5-2 0,0 0 0,-5 13 659,2 22 1,-9 14-300,-15 7 0,-9 7 0,-1 2-1060,1-6 1,0 1 0,-1 0 0,0-2 468,-4 3 1,0-2 0,5-5-1,12-2 1,3-8 0,3-7-1</inkml:trace>
  <inkml:trace contextRef="#ctx0" brushRef="#br0" timeOffset="200">24518 669 7533,'-27'23'1092,"-1"0"0,8 11 0,5 7-273,8-7 0,3 5 0,1 1 0,1 0-997,1 2 1,1 0 0,1 1 0,-1-2-643,0-1 1,0 0 0,0-2 0,0-3 682,0 16 1,0-11 0,0-18 0,0-36 0</inkml:trace>
  <inkml:trace contextRef="#ctx0" brushRef="#br0" timeOffset="416">24500 657 7533,'26'-13'1092,"-1"0"0,6 3 0,1 7 546,8 13 0,0 9-1424,-11 1 1,-1 5 0,-4 5-1001,-1 10 1,-4 7-1,-6 2 628,-8-7 1,-4 3 0,-5 0 0,-4-1-180,-4-6 1,-3 0 0,-4-1 0,-1-1 0,-2-2 30,-3 0 0,-2 0 0,-2-3 1,-1-1-1,1-3 306,-1-1 0,-1-3 0,0-2 0,2-3 0,-4 1 0,2-3 0,5-5 0,0-6 0</inkml:trace>
  <inkml:trace contextRef="#ctx0" brushRef="#br0" timeOffset="633">25030 719 7533,'-8'15'1638,"6"16"0,2 10-546,-5 1 0,-1 5 0,1 3-1077,4-12 1,0 2 0,1 1-1,1 0 1,-2 0-556,-1 9 0,0 0 1,0-1-1,0-1 540,2-5 0,1-1 0,-1-2 0,-1-4 0,-2 11 0,-2-7 0,-4 5 0</inkml:trace>
  <inkml:trace contextRef="#ctx0" brushRef="#br0" timeOffset="850">25118 781 4895,'28'-33'1092,"1"1"0,-2 11 0,4 4 0,0 2 0,3 2 0,-3 10 155,9 22 1,-7 16-1248,-14 0 0,-7 6 0,-6 3-211,-7-5 1,-5 3-1,-6 1 1,-2-2 138,-2-5 0,-4 1 0,-3-2 0,-1 0 0,-1-3-670,-8 5 0,-2-3 0,-2-2 0,3-3 413,-1-1 0,1-3 0,1-4 1,-7 2-1,9-7 0,22-9 1</inkml:trace>
  <inkml:trace contextRef="#ctx0" brushRef="#br0" timeOffset="1300">26158 855 7533,'-43'-8'1638,"17"26"0,-1 10-546,-1-2 0,-2 5 0,2 2-1087,5 6 0,3 3 1,2 0 473,0-4 1,1-1 0,9-1 464,16 8 1,12-4-46,13-5 1,6-2-900,-9-3 0,1 1 0,-2-1 0,9 1 0,-3 1 0,-6 6 0,1 0 0</inkml:trace>
  <inkml:trace contextRef="#ctx0" brushRef="#br0" timeOffset="7317">26970 657 7533,'-28'5'3276,"11"2"-1638,-7 14 0,1 4-455,-3 1-524,0 5 1,-7 7 0,2 0-1753,7-6 1,2-2 0,1 2 1197,1 1 0,1 0 0,2 0 225,0-1 0,2 0 0,7-4 2248,16 11-1904,11-14 1,3-2-315,12 5-180,-6-16 0,7 0 0,0-2 448,11 2 1,0 1-509,-11-1 0,0 2 0,-3 3 509,8 11 1,-10 6-136,-15 3 1,-14 1-1035,-14-8 1,-10 0-1,0-3 405,-2 2 1,-3-4-959,-1-5 1,-3-2 0,1-5 1045,2-7 1,3-4 0,-11 4 0,14-13 0</inkml:trace>
  <inkml:trace contextRef="#ctx0" brushRef="#br0" timeOffset="7600">27376 1822 15898,'-5'28'1092,"0"-1"0,-6 4 0,-2 0-1059,4 4 0,-1-1 0,-7-7 0,-2-2 1,2-1-1,-1-1 0</inkml:trace>
  <inkml:trace contextRef="#ctx0" brushRef="#br0" timeOffset="8434">27975 694 7533,'8'-25'3276,"-6"11"-796,6 42-2120,-16-2-119,0 7 0,-4 9 1,-1 3 81,0-9 1,-3 2 0,0 1 0,-1 2 0,0 1-871,2-2 1,-1 2 0,0 0 0,0 2 0,1-1 0,-1 0 104,1 2 0,-1 1 0,0 0 0,1-1 0,0-2 0,2-2-378,-2 5 1,0-1 0,2-5 0,5-4 808,6 5 1,4-19 0,2-36 0,12-24 0</inkml:trace>
  <inkml:trace contextRef="#ctx0" brushRef="#br0" timeOffset="8600">27958 855 7533,'35'19'1638,"-19"20"0,-5 14-819,-3-12 0,-2 6 0,0 3 0,0 0-1475,-1-4 1,0 1-1,0 2 1,0-1 0,0-1-1,1-1 1,-1 0-1,1-1 1,-1-2 0,1-3 332,0 8 0,0-3 0,1-7 0,5-1 0,0-12 0,-2-19 0</inkml:trace>
  <inkml:trace contextRef="#ctx0" brushRef="#br0" timeOffset="8750">27781 1277 7533,'-19'5'3276,"11"2"-436,25 11-3605,20 3 1,9-1 764,-3-7 0,2-1 0,-12 0 0,1 1 0,-1-3 0,4-8 0,0 1 0</inkml:trace>
  <inkml:trace contextRef="#ctx0" brushRef="#br0" timeOffset="8967">28381 1723 10231,'10'43'1638,"-18"-19"0,-8 1-488,-9 4 1,-5-1-1151,-2-2 0,-2-1 0,-5-3 0,1-2 0,12-4 0,-1-1 0</inkml:trace>
  <inkml:trace contextRef="#ctx0" brushRef="#br0" timeOffset="10984">28822 682 7533,'0'-13'2788,"0"12"-1259,8 46-1109,-5-5 0,0 7 0,1 0-1498,-1-9 1,1-1-1,-2 5 1168,0-5 0,-2 5 0,1 3 0,-2 0 0,1 0 0,-2-1-108,0 2 0,-2 0 0,0-1 0,0 0 0,1-2-95,0 7 1,0-3 0,0 1-1,0 0-139,0-4 0,-1 4 0,0-2 1,1-5-1,1-10-1528,2 3 791,8-1 989,-6-59 0,5 2 0,2-2 0,-4-2 0,0 0 0</inkml:trace>
  <inkml:trace contextRef="#ctx0" brushRef="#br0" timeOffset="11217">28963 558 7533,'20'-19'3276,"27"17"-2306,-24 18 1,1 4-926,4-6 0,1 3-132,-5 9 1,0 6 0,-6 1 130,-4 12 1,-6 0-416,-1-4 0,-6 1 461,-9 1 0,-6 3 0,-8-5-300,-11-5 0,-7-5 0,2 0 240,12-1 0,3 0 0,-5-2-345,-3-4 0,-5-2 0,2-2 1,6-6 176,-5 0 0,7-7 0,3-3 1,5-4-1</inkml:trace>
  <inkml:trace contextRef="#ctx0" brushRef="#br0" timeOffset="11667">29422 1760 7982,'19'7'3276,"5"9"-2054,-38 9-1042,2 3-315,-13 3 0,-8 1-334,-3-2 1,-1-1 0,4-1 0,-1-2 0,1-3 0,0-1 0</inkml:trace>
  <inkml:trace contextRef="#ctx0" brushRef="#br0" timeOffset="12834">30039 620 7533,'-10'38'1638,"5"6"0,2 10-1176,3-13 1,0 3 0,0 4 0,0 1-1010,0-8 1,0 2 0,0 1 0,0 1 0,0-2 0,0-3-28,1 7 1,-1-4 0,0 0-1,-1 2 574,1-3 0,-1 2 0,0-1 0,-1-2 0,-1-7-119,-6 3 0,0-4 119,1 7 0,-4-6 928,-21-16-1498,21-39 0,4-18 1,1 1 29,-4 1 0,2-5 88,4 1 0,2-8 0,0-3 1,3-2-1,3 3 254,4 4 0,2 0 0,3 0 0,-1 1 0,-1 0 216,-3 4 0,-1 1 0,-1 1 0,2-1 0,3 0 0,4-6 0,3-2 0,2 1 0,1 4 0,1 10 387,15 2 0,0 7-90,-7-8 0,1 6 1323,3 16 0,-1 11-643,3 35-725,-6-11-360,-11 15 0,-10 8 361,-14-13 0,-6 1 0,-2 2-271,2-2 0,-2 3 0,-1 0 0,-1-2 150,-2 3 0,-1-1 0,-2-2 60,-4 1 0,-1-1 0,4-7 2218,1-2-2068,-5-2 540,34-3-361,8 4 1,3 1-450,-4-8 0,2 2 209,3 11 0,2 7 1,0-1-1020,-1-5 0,1-1 1,-2-1 494,5 10 0,1 0-868,0-5 1,3 0 0,-4-6 661,7 6 0,-7-11 0,1-2 0,9 8 0</inkml:trace>
  <inkml:trace contextRef="#ctx0" brushRef="#br0" timeOffset="13200">30798 942 7533,'37'17'1638,"0"0"0,0 1-1351,-6 0 0,4 3 0,-5 2-287,-8 6 0,-3 0 90,9-5 0,-3 2-225,-6 10 0,-12 1-135,-23-8 1,-7-2-496,7-2 1,-4 0 399,-16 3 1,-9 0 0,3-4 0,6-8 0,-1-2 0,1 2 0,-1-1 0,1 1 0</inkml:trace>
  <inkml:trace contextRef="#ctx0" brushRef="#br0" timeOffset="25950">28787 2132 7533,'-26'0'180,"-9"5"1349,6 2-90,-13 11-180,23-4 0,9 4-989,20-11 270,27-15 0,16-6-1333,-10 6 0,7 1 0,1 0 0,-3 0 793,-9-1 0,-2-1 0,2 0 0,3 2 104,2 1 1,5 1 0,3 1 0,-1 1 0,-4 0 0,-6 2-152,-3 0 0,-5 1 0,4 1 65,5-1 0,6 0 0,3 0 0,-3 0 0,-8 0-63,5-2 0,-2-2 45,-6 1 0,6-1 0,1-1 0,-1 0 0,-8-1-45,5-4 0,-1-2 112,3-1 1,7-2-1,1 0 1,-3 0 125,-2 1 1,-2 0 0,0 1 135,4-3 1,-1-1 0,-2 5-105,6 4 0,-14 10-225,-28 18 672,-28-5 0,-13-2-1572,-9 0 1,-6-3 269,7-3 1,-4-3-1,0 2 335,7-1 0,-1 1 1,-1 0-1,-2 2 25,1 0 0,-2 2 0,-1 1 1,2-1-1,2 0-115,-7 3 0,3-2 0,-4 1 421,6-2 0,-3 0 0,-2 0 0,0-1 0,3-2-14,-1-3 1,3-3-1,-1 0 1,-2 1 170,3 0 1,-2 1-1,0-1 1,-1 0-1,1 0 328,1-2 1,-1 0 0,1 0 0,2 0 0,2 0-43,-9 1 1,3 1 0,5 0-165,-5 1 0,19 1 553,42 3-598,26-6 0,14-2-23,-14 1 0,4 0 1,2 0-1,2-2-165,-10 0 0,2-2 0,0 0 0,2-1 0,0 0 0,1-2-5,0 0 0,0-2 0,2 0 0,0 0 0,1-2 0,-1 1 0,-1-1-90,0 0 0,0-1 0,0 0 1,0-1-1,-1 0 0,0 0 1,-1 0 41,5-2 1,0-2 0,0 0 0,-2 0 0,-1 2 0,-2 1-239,6-2 0,-1 2 1,-4 2-1,-5 4-1430,8 4 1,-17 10 1448,-33 21 0,-30 5 0,7-20 0,-1 0 0</inkml:trace>
  <inkml:trace contextRef="#ctx0" brushRef="#br0" timeOffset="26750">28963 2442 7533,'-25'-13'3238,"5"39"-2699,12 4 1,2 8 0,2 2-820,2-3 1,2 3-1,1 0 1,0 1 256,2 3 1,2 1-1,0-1 1,0-3 22,-1 0 0,1-3 0,6-7-270,12-5 0,3-13 639,-3-31-954,6-12 1,-1-5 449,-16 10 0,-3-2-958,6-15 1,0-6 0,-3 5 876,-6 15 0,-1 0 36,4-8 0,0-5 1,-3 9 1168,-4 7 720,6 42-629,-8 12-316,-1 17 1,2 6-855,6-16 0,1-1-1549,1 13 1,2-2 1450,6-12 0,1-3 1,-4-6-1,0-4 1,11-3-1</inkml:trace>
  <inkml:trace contextRef="#ctx0" brushRef="#br0" timeOffset="27034">29457 2665 7533,'-37'5'3276,"3"24"-1856,34-5 0,6 3-1825,2 3 1,4 0-406,5 0 1,3-11-271,15-34 990,-16-11 0,-4-7 495,-5-2 0,-1 1 224,4 3 1,0 14-270,4 52-1170,-8-2 1,0 2 809,7 1 0,1 0 0,-7-8 0,2-4 0,21-6 0</inkml:trace>
  <inkml:trace contextRef="#ctx0" brushRef="#br0" timeOffset="27533">29916 2194 7533,'-24'36'819,"1"0"0,8 2 0,4 5 0,3 2-199,4-2 0,2 3 0,1 1 0,0 1-911,1-6 1,0 2-1,0 0 1,0-1-1,0 0 223,0 5 1,0 0 0,0-2 0,0-5-518,-1 19 0,2-27-76,6-50 0,2-18 121,-1-6 0,1-7 1,1-2 179,2 7 0,1-2 0,1 0 1,0 3 341,4-5 0,1 2 0,-1 8 108,1 5 0,0 17 1169,4 45-675,-34 0 1,-9 5 224,5-5 1,0 3 0,-2-2 494,-12 8 0,1-1-550,5-6 0,11-4-1384,29-3-688,11-17 0,7-5 1318,2-4 0,0-3 0,-4 1 0,-3-1 0,11-9 0</inkml:trace>
  <inkml:trace contextRef="#ctx0" brushRef="#br0" timeOffset="27833">30163 2665 7533,'-18'17'3276,"0"20"-1638,16-7 0,2 3-1676,-1 6 0,4-2-1177,8-9 1,4-4 1034,4 0-1798,7-66 1438,-13 8 0,-1-3 945,2-4 0,0 3 944,5-6 0,-3 63-1034,-15 6 0,-2 4-1125,3 6 1,4-1 809,11 10 0,-5-21 0,4-17 0</inkml:trace>
  <inkml:trace contextRef="#ctx0" brushRef="#br0" timeOffset="28067">30480 2677 8792,'-13'31'819,"0"1"0,0-1 0,-9 13 0,12-7-388,26-14 0,8-11-1601,0-22 1,1-11 449,2-10 1,-5-7 674,-8-8 0,-13 4 2653,-38 9-1709,9 43 1,1 12-2539,6 2 1,5 3 1555,4 2 1,8-3 0,22-4 0,9-22 0</inkml:trace>
  <inkml:trace contextRef="#ctx0" brushRef="#br0" timeOffset="28450">30656 2689 7533,'-25'25'2428,"5"-5"-989,11 9-359,10 8-945,10-9 0,4 0-495,12 14-1439,9-24 944,-22-35 1,-1-9 224,0 1 1,0 0 988,4-19 2430,1 68-1395,-9 4 0,0 4-1034,5 3 0,5-4-540,18 0-405,-14-46 1,-1-13-676,1-9 1,-3-5-180,-5-1 0,-2 2 1439,-4 12 0,-1 3 0,8-1 0,-6 20 0</inkml:trace>
  <inkml:trace contextRef="#ctx0" brushRef="#br0" timeOffset="28750">31203 2628 7533,'-21'30'1092,"-1"0"0,6 4 0,3 1 546,-2 0 0,4 0-1361,8-3 0,6-7-2526,15-11 1169,-4-30 1,-1-11 854,1 0 0,0-2 585,2-9 0,1 14 2878,10 38-2788,1 9 539,-18 21 1,-2 9-1080,2-13 0,3-1 90,4 2 0,1-4 0,-3-12 0,2-7 0,24-15 0</inkml:trace>
  <inkml:trace contextRef="#ctx0" brushRef="#br0" timeOffset="77984">8184 6929 7533,'-37'-7'629,"4"1"-179,7 12-270,15 6 360,-5-4 629,24 3-809,2-16 809,31-2-899,-7 1 0,2 0-180,-6 2 0,1 1 30,2 0 0,4 1 0,-1 1-964,-1 1 0,1 0 1,-1 0 843,13-2 0,2-1 0,-3-1 0,4 0 0,0-1-692,-3-1 0,-1-1 1,-1 1 751,-7 1 0,-1 0 0,2 1 7,2 1 1,2 1-1,0 1 1,-1 2-491,6 3 0,-1 3 1,-2 0 451,-9-3 1,-2 1 0,3 1-53,2 1 0,3 1 0,1 0 0,-3-2-97,6-3 0,-2-1 0,-2 1 150,-5 1 0,-3 0 0,4-1 60,3-2 0,4-1 0,0-1 0,-3 1 60,-4 0 0,-3 0 0,0 0-150,-1 1 0,0 1 0,1 0 269,12 1 1,2-1 0,-3 0-189,-12 1 1,-1-1 0,-1 0 7,1 1 1,0-1 0,2-1-180,11-1 0,3-2 1,0-2 309,-5-1 0,-1-1 1,2-1-199,-4 2 1,0-2-1,2 1 1,1-2 48,-6 0 1,1 0 0,1-1 0,-1 0 0,0 0 130,5-2 1,-1 0-1,0-1 1,1 2-46,2 2 0,2 0 1,-1 1-1,0 3-45,-3 1 1,0 2 0,-1 2-1,0 2-157,1 3 0,0 2 0,-1 2 0,-1-1-45,-5 0 0,0-1 0,-1 1 1,1-1 223,3 1 1,1-1 0,0-1 0,-5-2 45,9 0 0,-2-4-30,0-4 0,4-2 0,-2 2-120,-7 2 0,0 0 0,-2 0 0,-4-3 0,0-1 0,1 3-8,3 3 1,2 3-1,1 1 1,-1 1-226,6 4 1,-1 1 0,0 0 292,2-1 0,0 0 0,3-1-23,-1-3 1,3 0-1,0-2 1,-7-2-68,7-1 0,-2-5 314,-7-2 1,5-4 0,0 0 0,-4 2-45,-6 2 0,-3 1 0,3-1-203,4-1 1,4-1-1,0 0 1,-4 2-218,-5 3 0,-3 0 0,2 2 0,13 2 0,3 2 0,-3-1 30,-13-1 0,-2 1 0,3-2 75,5-2 0,4 0 0,0-1 0,-4-1 105,-6 0 0,-4-1 0,3-3 165,4-3 0,4-2 0,-1-2 0,-1 2 194,1 1 1,-2 1 0,0 0-300,-1-1 0,0 0 0,2 4 82,3 5 0,3 2 1,1 4-1,-5 4 367,1 6 1,-4 5 0,3 0-525,-2-3 0,3 0 0,0 0 0,-1 0-338,1 3 1,0 0 0,-2-1 0,-3-2-128,-5-3 0,-2-1 1,1-2 29,6 0 0,2-2 0,-4-7-1249,-2-12 1,-4-3 1224,-4 7 1,-3-2 0,4-12 0,-7-3 0,-10-7 0</inkml:trace>
  <inkml:trace contextRef="#ctx0" brushRef="#br0" timeOffset="79984">17692 6408 7533,'13'-29'1092,"-1"0"0,8-2 0,3 3 546,2 5 0,5 2-554,5 0 0,6-1 0,1-1-1425,-7 3 1,2 0 0,-1-1 0,1 1 205,-2 0 0,0 1 0,0-1 1,1 0-339,5-3 1,2-2 0,-3 0 0,-5 3-518,-3-2 1,-3 0-599,11-9 0,-8 2 1588,-20 9 0,3-7 0,-15 17 0</inkml:trace>
  <inkml:trace contextRef="#ctx0" brushRef="#br0" timeOffset="80251">18433 5652 9242,'-20'-5'2698,"12"3"-1528,26-9-451,17 10-449,1-1 0,5 4-210,-9 3 0,2 3 0,0 2 119,-1 2 1,-1 2 0,-3 4 360,9 16 0,-16 7-660,-25-7 0,-14 4 0,-4 0-700,-2-4 1,-4 2 0,-3-1 0,0-3 521,4-3 0,-1-2 0,0-1 0,0 0 0,-3 1 0,-1 1 0,2-2 0,3-2 1,0 0-1,-1 1 0</inkml:trace>
  <inkml:trace contextRef="#ctx0" brushRef="#br0" timeOffset="80933">19403 5640 7533,'0'-21'3276,"-16"43"-2184,1 7 0,-2 10 0,-2 2-1434,0 0 0,-1 4 0,-2 1 0,1 1 270,1-6 0,0 2 0,-1 1 0,1-2 0,1-1-748,-4 4 1,-2 2 0,6-7 0,13-14-2458,20-15 2713,3-38 0,3-21 316,2 11 1,4-5 0,2-2 0,-2-1 196,-5 9 1,0-3 0,-1 1 0,1 2-1,0 2 561,8-7 0,-1 3 0,1 7 1128,10 0 0,-7 19 0,-20 38 0,-8 16-546,-5-3 0,-2 3 0,3-1-610,5 16 1,13-17-2057,22-37 0,8-20 1056,-18-1 1,1-8 0,-1-2 0,1 0 494,3-2 1,1 0 0,-1 0-1,-4 3 967,11-17 1,-9 21 269,-16 47 1,-9 16-2085,-10-4 1,-7 5-1,4 0 922,7 2 1,4 1 0,0-4-1,-4 3 1,6-6 0,19-17-1,-1 0 1</inkml:trace>
  <inkml:trace contextRef="#ctx0" brushRef="#br0" timeOffset="81117">20408 5503 7533,'-9'37'819,"1"1"0,-1-5 0,0 3 0,1 4 0,2 0 0,2 4 0,0 2 0,-2-2-34,0-1 1,-1 0 0,0-2 0,2-1-1879,1 3 1,1-2 0,0-5 884,-3-3 0,4-14 0,10-27 0,2-24 0</inkml:trace>
  <inkml:trace contextRef="#ctx0" brushRef="#br0" timeOffset="81334">20426 5528 7533,'43'10'1638,"-20"3"0,-1 5 0,6 16 0,-3 7-854,-10-8 0,-2 3 1,-4 1-1443,-3 3 1,-5 3-1,-6-1 455,-4-6 1,-5 1 0,-3-1 0,-4-3-338,-4-1 0,-5-3 1,-2-1-1,2-1-540,-6 5 1,1-2 0,0-6 1079,-11 0 0,8-12 0,22-13 0,26-18 0</inkml:trace>
  <inkml:trace contextRef="#ctx0" brushRef="#br0" timeOffset="81567">21061 5565 10951,'3'29'819,"0"0"0,-4 6 0,-1 3 0,1 5-164,3-7 0,1 3 1,2 2-1,-2 1 0,-1 0-619,-1 4 0,-2 1 0,-1 1 0,-1 0 0,1-1-450,-1-2 0,0 0 0,-1-1 1,0-2-1,0-3-679,-1 7 1,-1-3 0,-3-8 436,-3-6 1,-1-14-1,3-34 1,2-13 0</inkml:trace>
  <inkml:trace contextRef="#ctx0" brushRef="#br0" timeOffset="81767">21184 5503 0,'40'-25'1638,"-14"14"0,4 3-546,3 8 0,4 6 0,-1 3 0,-1 4 0,-1 4 0,-3 4 0,-1 8 0,-5 5 0,-7 4-813,-11 4 1,-9 3 0,-9-1-859,-10-7 1,-10 0 0,-4-2 0,0-1 578,1-3 0,-2-1 0,-2-2 0,-1-1 0,-3-1 0,-3-1 0,0-2 0,3-1 0,2-2 0,0 0 0,0 0 0</inkml:trace>
  <inkml:trace contextRef="#ctx0" brushRef="#br0" timeOffset="86967">8008 8304 7533,'-10'-11'-1260,"2"-13"1260,14-5 0,4-3 225,0-1 0,0 0 539,-1 0 1,1 3 944,6-6 180,-16 41-540,16 10-584,3 1 0,5-1-406,16-1 1,8-3-300,-6-5 0,3-2 0,1-1-387,-5-1 1,1-1 0,1-2 0,0-1 281,3-3 0,1-2 0,0-1 0,-1-2 67,-4 0 1,0-2-1,-2 0 1,-1 0 126,1-1 1,-1-1 0,-3 2 794,13-5 1,-8 5-135,-9 12-541,0 5 1,0 2-180,8 7-45,-15-5 0,3 0-360,4-3 1,2 0 314,-2 1 0,1-2 90,13-2 0,4-4-60,-13 0 0,1-1 0,1-2-111,0-2 1,0-1 0,0 1 260,0 0 0,0 1 0,-1 2 89,-3 3 1,0 2 0,-1 2 404,10 2 1,0 3-45,-1 3 0,2 0-451,-9-7 1,2-3 0,0-2 30,1-2 0,0-3 0,0 0-133,6 0 0,0 0 0,-1 0 13,-10-1 0,-1-1 0,0 2 45,9 1 0,0 2-3,-3 2 0,-2 0 3,-11 0 0,-1 0 44,5 0 1,-1 0 450,20 6-810,-10 6 270,-12-3 0,-1 1 45,17 10 45,-17-1 0,-1 2 861,-1-5 1,-1 2-773,4 9 1,-1 1-270,-1-2 0,1-2 0,3-4 0,3-2 0,12 2 0,0-4 0,-14-8 0,1-2 0,7 0 0,4-1 0,-3-5 137,0-10 0,1-2-137,4 5 0,4 0 0,-1-1 0,-7-4 0,-1-1 0,0 1 0,1 3 0,1 1 0,-1 0-780,-6 0 1,-1 0 0,-2 1 779,3 0 0,-3 0 0,10-11 0,-33 5 0</inkml:trace>
  <inkml:trace contextRef="#ctx0" brushRef="#br0" timeOffset="88350">14464 7945 7533,'-35'-3'899,"-1"1"1,4 1-1,2 0-179,-8-4 269,54 21-539,19-7 0,10-3-301,-3 3 1,4 0 0,2-2-708,-9-3 0,1-2 0,1-1 0,-1-1 535,0-1 1,1 0 0,-2-1-1,0-1-7,7-1 0,-2 0 0,-1-2 122,-4 0 1,-2-1 0,1 2 27,3 4 0,-1 1 0,-1 0 105,1-1 0,-2 3 359,9 8 1,-2 4 179,-9 1 1,-3 2-405,8 10-90,-5-9 0,0-1-225,-12-7 0,-1-1 919,8-2 1,1-1-1010,1 2 0,3-5-75,-3-7 0,2-5 1,-1 0 74,1 2 0,2-2-436,9-7 0,4-3 0,-7 2 436,-15 5 0,-1 0 105,8 0 0,3-1 0,-5 4-150,8 2 944,0 8 1,0 3-128,1 5-142,-11 2 0,4 1-913,0-5 0,3-1 1,-3 0 507,-1 1 0,1 0-31,3-3 1,5-1 0,-1 1 178,1 1 0,0 1 1,-3-1-194,-6 0 0,2 0 112,0 2 0,5 3 1,0 0-1,-6-2 113,0 0 0,-1-1-61,3 0 1,4 1 0,0-5-540,-2-6 0,0-3 1,-1-2-91,-4 2 0,-1-1 0,2-2-763,7-4 1,1-3 0,-3 3 614,0 1 1,-3 3-1,-1-1 1,-2 3 0,7 7-1</inkml:trace>
  <inkml:trace contextRef="#ctx0" brushRef="#br0" timeOffset="122200">25030 5231 7533,'-44'-14'0,"15"8"1529,-4 15 0,1 6 180,7 7-870,-2-2 1,-7 3 0,7-3-751,-1 6-44,-4 5 0,7 0 225,31-3-719,6-2-1,11-8 0,5-3 180,11-5-90,-5 4 1,-1 0 269,-2 1 45,-1 4 0,-3 1-45,-13-2 135,1 9 0,-7 3-1247,-25-7 1,-5-1 1021,4 19 225,-16-15 0,-4-6-3103,7-7 3058,-5-6 0,28-14 0,18-12 0</inkml:trace>
  <inkml:trace contextRef="#ctx0" brushRef="#br0" timeOffset="122367">25224 5565 7533,'-10'11'3276,"2"-8"-1245,8 19-4460,8 3 2429,2 2 0,-1 4 0,-1-14 0</inkml:trace>
  <inkml:trace contextRef="#ctx0" brushRef="#br0" timeOffset="122533">25241 5913 7533,'-17'23'3276,"-1"-8"0,8 25-2453,2-24-553,8 19-2159,8-21 540,25-2 1349,-1-12 0,-7-7 0,1-4 0,9-15 0</inkml:trace>
  <inkml:trace contextRef="#ctx0" brushRef="#br0" timeOffset="123300">25753 5454 7533,'-18'0'3276,"8"-6"-256,42-6-2570,-15 3-91,14 3 1,3 2-725,11 4 455,-19 0 0,3 0-1246,16 0 0,2 0-483,-12 0 1,-1 0 1340,-2 0 0,-2 0 0,10 0 0,-31 0 0</inkml:trace>
  <inkml:trace contextRef="#ctx0" brushRef="#br0" timeOffset="123517">26194 5193 12840,'29'16'779,"1"0"1,5 0-1,2-2-1319,6-3 1,-4 3-1,-13 9 1,-12 6 149,-22 0 0,-11 2 0,-5 2-430,-4 1 1,-4 1 0,-3 1 0,0-2 706,2-3 1,-1-1-1,0 0 1,2-1-1,-5 5 1,1-1-1,7-5 1,-2 6 0</inkml:trace>
  <inkml:trace contextRef="#ctx0" brushRef="#br0" timeOffset="123984">27040 5057 7533,'0'-19'2698,"0"7"-899,-23 34-1619,1-5 135,-10 19 0,-2 3-360,13-20 0,1 0 135,-7 7 0,-3 2 0,4-1 314,4 0 1,3-1-540,-1-1 0,5 1-45,9 10-180,28-28 1,5-4 89,-2 2-225,11-4 0,1 1 46,-6 4 179,5 0 90,-21 15 495,-31-7 0,-7 1-225,-2 13-90,-3-6 0,-3 0-945,0-5 1,3 1 944,2 15 0,4-15 0,5-2 0,17 1 0</inkml:trace>
  <inkml:trace contextRef="#ctx0" brushRef="#br0" timeOffset="124267">27076 5503 12750,'0'28'-1093,"0"1"1,3-4 0,2-1-2185,4 13 3273,1-17 1,-2-4 0,-8-9 0</inkml:trace>
  <inkml:trace contextRef="#ctx0" brushRef="#br0" timeOffset="124450">27076 5813 8612,'0'25'3276,"0"16"-435,0-6-2392,0 2-359,0-14 90,-16-16-180,12-2 0,-35-5-1709,17 0 1709,-21-5 0,16-2 0,1-5 0</inkml:trace>
  <inkml:trace contextRef="#ctx0" brushRef="#br0" timeOffset="125634">29192 5553 7533,'-18'42'337,"-1"0"0,3-11 1,-1 1-1,1-1 292,-3 3 1,1 2-1540,5-1 0,0 3 1,2-2 998,-6-3 1,8-2-225,27 16 1,11-9 134,8-21 0,8-2 0,3-2 0,-17-10 0,0 1 0</inkml:trace>
  <inkml:trace contextRef="#ctx0" brushRef="#br0" timeOffset="126084">30921 5540 7533,'0'-15'1079,"23"55"-495,-15-3 1,-2 6-1405,0-7 1,2 3 0,-2 2 0,0-4 561,-1-2 0,-1-2 0,-5 2 280,-7 5 1,-5 3-1,-4-2 1,0-5-157,-12 2 0,-3-3 0,1-1 0,-2 2 0,-1-4 0,5-12 0,0 0 0,1 0 0</inkml:trace>
  <inkml:trace contextRef="#ctx0" brushRef="#br0" timeOffset="126967">29810 5417 8162,'-10'-14'2339,"-21"19"-2114,19 17 0,2 4-135,-7-7 0,-1 1-180,0 21 0,2-2 180,-3-14-180,9 4 0,2-2 0,0-16 180,24 22 360,11-19-361,11 11-44,-18-7 0,-5 5-225,-14 7 1,-8 2-361,-9 10 0,-5-1 450,1-8 0,-1 0-117,-9 6 0,3-4 1,7-11-1,-5 10 0</inkml:trace>
  <inkml:trace contextRef="#ctx0" brushRef="#br0" timeOffset="127134">29933 5925 7533,'-10'11'3276,"3"-3"-2415,7 21-1220,0-3 359,15 6 0,-11-7 0,12-7 0</inkml:trace>
  <inkml:trace contextRef="#ctx0" brushRef="#br0" timeOffset="127884">29916 6235 7533,'-20'0'3238,"20"-6"-2878,35 5-270,-3-5-180,9 17 0,-31-3 180,-3 32 134,-17-12 1,-3 1-135,-1 15 315,1-10 0,1-6-225,4-18-1350,31 1 1080,-1-18 90,21-11 0,0-7 0,-20 9 0,-1 0 0</inkml:trace>
  <inkml:trace contextRef="#ctx0" brushRef="#br0" timeOffset="128667">29739 4772 7982,'-19'-7'1170,"-5"2"-541,22 38-449,-6-20-270,10 16 0,4 5-179,4 11 89,0 2 135,-2-17 0,-1-2 45,-5-1 0,6 3 0,-8-12 0</inkml:trace>
  <inkml:trace contextRef="#ctx0" brushRef="#br0" timeOffset="128817">29616 5193 7533,'-20'34'1214,"8"-8"0,8-2-584,44 0-1080,-15 6-888,21-29 1,6-13 1337,-17-5 0,-1-4 0,-3 4 0,2 0 0,-1-2 0,7-11 0,0-1 0</inkml:trace>
  <inkml:trace contextRef="#ctx0" brushRef="#br0" timeOffset="131034">30251 4871 7533,'-10'-7'1529,"2"-4"-989,8 4-181,16-5 226,10 4 0,7 4-136,7 5 1,4 7-240,-6 1 0,2 3 0,-3 4-174,-4 6 1,-2 4 0,-4 2 83,-4 2 0,-2 2 0,-5 1-435,0 14 0,-6 0-765,-4-8 1,-4-4-1889,-10 9 2968,6-20 0,-14-24 0,6-7 0</inkml:trace>
  <inkml:trace contextRef="#ctx0" brushRef="#br0" timeOffset="131205">30639 5168 7533,'-34'31'3276,"13"12"-2685,3-14-141,36 11-675,14-38 0,4-7 46,10 2-586,-6-11 0,0-8 765,-12-7 0,-3-3 0,-4 8 0,-1-1 0,4-8 0,1 1 0</inkml:trace>
  <inkml:trace contextRef="#ctx0" brushRef="#br0" timeOffset="131767">30727 5515 9062,'-35'23'2069,"7"-12"-2114,10 12 0,3 5 45,-5 17-450,3-3-180,9 3 91,24-26 539,-13 0 90,37 5 0,-27 6 269,5 14-359,-12-4 0,-19-11 0,-5 0-629,-12 11 719,-7-7-2069,4-6 1979,23-25 0,2-2 0,8-7 0</inkml:trace>
  <inkml:trace contextRef="#ctx0" brushRef="#br0" timeOffset="131934">30798 5863 7533,'-24'17'2158,"18"14"-2787,-2 2 629,20-7 0,6-4 0,-10-15 0</inkml:trace>
  <inkml:trace contextRef="#ctx0" brushRef="#br0" timeOffset="132168">30762 6111 7533,'-27'31'1979,"17"0"-2159,12-7-180,16-4-90,-9-2-90,-16-6-179,-13-5 719,0-2 0,-3-5 0,13 0 0</inkml:trace>
  <inkml:trace contextRef="#ctx0" brushRef="#br0" timeOffset="132850">30727 6160 7173,'-27'7'2339,"9"4"-1800,26-21-629,11-3 180,17-14-360,-9 3 270,-9 11 180,-10 13-90,-8 7 0,0 0-90,0-1-180,0-6-90,0 16 181,0 5-91,0 16 360,0 6 134,-3-16 1,-2 1-45,-3 4 0,-2-1-90,1-3 0,-2-4 89,-14 7-269,-1-49 0,15-6 0,-5-17 0</inkml:trace>
  <inkml:trace contextRef="#ctx0" brushRef="#br0" timeOffset="134633">29404 6792 7533,'-18'13'-630,"-7"10"585,8-3 0,-1 3 719,-9 8 1,1 1-540,9-8 0,2 0 180,-4 11 0,7-2 45,20-10-450,2 13 449,15-7-448,-13-14 268,5 6 1,-3 4 0,-13-1 0,-6 3-45,-4 12 0,-7 3-285,0-12 0,-3 0 0,-3-2-84,-4-1 0,-2-1 1,2-3-1,-3 1 1,3-4-1,-15 2 1</inkml:trace>
  <inkml:trace contextRef="#ctx0" brushRef="#br0" timeOffset="135267">29792 7028 9152,'-10'0'-630,"-13"5"630,19 2 0,-12 6 540,0-1 0,13 6-91,-21-10-89,22-2-720,-6-13 90,8-6-539,8 7 179,-6 0 270,6 6 91,-8 6 538,0-5-269,0 10 180,8-10-270,-6 5-90,6-6 1,-8 0 179,0 5 0,-8-3 0,-2 3 0</inkml:trace>
  <inkml:trace contextRef="#ctx0" brushRef="#br0" timeOffset="135920">29563 6892 6633,'0'-20'1259,"8"-3"-179,-14 4-720,12-1 359,-30 8-179,-11 23-540,-4-1-90,4 16 0,3 4 180,1 2-240,7-7 0,-4 4 0,7-2 60,3 10 0,-11-5 0,4-1 180,21-3 90,-12 8-180,24-17 270,17 4-360,4-7 0,3-1 0,1 0 0,1 3-45,3 8 0,-4 1 135,3 2 0,-35-4 0,-10 1-180,-18-2 1,-7-4 134,8-1 0,-1-2-225,-2-1 0,-4 1 0,5-4 0,-11 1 270,13-8 0,1 0 0,-3 5 0,3-4 0</inkml:trace>
  <inkml:trace contextRef="#ctx0" brushRef="#br0" timeOffset="136217">29686 7363 7982,'-10'-14'540,"3"14"-1259,7 13 719,0 12 0,7-5 0,3-2 0</inkml:trace>
  <inkml:trace contextRef="#ctx0" brushRef="#br0" timeOffset="136417">29669 7536 7533,'-10'14'1079,"-6"13"-719,6 5-180,1-3-135,0-3 0,2-1 135,5-8-360,-6 17 90,8-26-360,16 3-539,19-33 989,-11 11 0,-3-5 0,-3-2 0,-8-2 0</inkml:trace>
  <inkml:trace contextRef="#ctx0" brushRef="#br0" timeOffset="136867">29986 7871 7623,'-10'37'-90,"-5"0"90,5-11 0,-8-2 0,1-12 0</inkml:trace>
  <inkml:trace contextRef="#ctx0" brushRef="#br0" timeOffset="143751">30868 6892 7533,'-35'19'899,"13"-5"1,1 1-630,-9 0-46,7 1 1,-3 2 135,0-2 0,-1 0-270,3 0 0,-1 1 45,-12 6 0,0 1 134,8-2 1,3 0-180,5-5 0,3 0-180,-3 7 0,10-2-359,51-2 449,-23 0-225,24-13 0,6-3-135,-13 2 0,-1-1 270,0-5 0,1 2 45,5 9 0,-6 6 315,-11 15-90,3-4 0,-20-2 0,-10-1 135,-17-7 0,-5-2-226,0 17-179,-14-16 1,-6-5-811,14-8 1,1-2 809,3 1 0,-1 0 90,-4-2 0,4-2 0,10-5 0,-6 0 0</inkml:trace>
  <inkml:trace contextRef="#ctx0" brushRef="#br0" timeOffset="144267">31027 7400 7533,'-20'-13'2338,"5"6"-1888,15 7-1169,0 7-901,15 17 1620,-3-4 0,6 11 0,-11-7 0</inkml:trace>
  <inkml:trace contextRef="#ctx0" brushRef="#br0" timeOffset="144534">30974 7623 7533,'-26'18'1439,"15"-5"-720,-5 5-898,32 0 269,-5-10-1,23 15-89,-7 12-179,-7-4 89,-13-1 0,-6 3 359,-12-4 1,-4-2-270,-6 16 180,4-12 0,0-5 0,0-17-90,7 8-1259,2-39 1169,8 5 0,0-19 0,0 12 0</inkml:trace>
  <inkml:trace contextRef="#ctx0" brushRef="#br0" timeOffset="144717">31309 7425 7533,'-27'26'2428,"1"13"-2743,13-17 1,1 1 314,2 0 0,0 0 0,-3 2 0,1-1 0,-6 6 0</inkml:trace>
  <inkml:trace contextRef="#ctx0" brushRef="#br1" timeOffset="145500">29122 6569 9706,'-47'3'374,"0"0"0,13 1 0,0 2 0,4 7 181,0 14 0,4 10 1,3 4-972,6 0 0,3 3 0,2 4 0,2 2 294,4-10 0,-1 1 1,2 2-1,3 1 0,1 0 1,5-1-221,4 2 1,3 1 0,4-1 0,1 0 0,3 0 0,0-3 317,1-1 0,2 0 0,2-2 0,0-1 0,1-2 1,-1-2-1,6 4 0,1-4 0,0-2 0,-1-1 1,2 2-1,1-1 0,0 1 0</inkml:trace>
  <inkml:trace contextRef="#ctx0" brushRef="#br0" timeOffset="145851">31715 6953 7533,'3'31'1304,"0"0"0,-7 5-855,8 5 1,3 9 0,-3 1-1543,-7-2 1,-3 1 0,0-2 627,2-2 1,1-1 0,-2 2 374,-2 0 0,-3 2 0,-1 0 0,-2-5-419,-6-2 0,-3-4 0,2-1 479,6-1 0,1 0 0,-3-2 76,-7-1 1,-4-1 0,4-5 0,8-4 0,1-3 0,-8 2 0,1 0 0</inkml:trace>
  <inkml:trace contextRef="#ctx0" brushRef="#br0" timeOffset="146534">30603 8490 7533,'-37'-12'1979,"-4"22"-1979,29 27 0,-3 6 0,15-14 0,0 1 0</inkml:trace>
  <inkml:trace contextRef="#ctx0" brushRef="#br0" timeOffset="146667">30745 9184 7533,'-34'27'779,"1"-1"1,15-8-1,1 1-839,-6 7 0,-1 5 0,6-1-319,10 0 0,4 0 1,-4 5-1,1-1 0,7-7 1,0-1-1</inkml:trace>
  <inkml:trace contextRef="#ctx0" brushRef="#br0" timeOffset="146801">30815 10163 7533,'-16'33'78,"1"1"1,-1-1 0,2-2-1,3-1 1,5 14 0,6-1 0,8-6-1</inkml:trace>
  <inkml:trace contextRef="#ctx0" brushRef="#br0" timeOffset="177100">22154 5986 9062,'-27'-6'3276,"-22"11"-2036,22 12 1,-1 8-1241,0-1 0,-3 4 0,2 1 119,2 2 1,2 3 0,2-1 0,3-4 0,2 1 0,4-1-345,0 5 0,12-4 1863,19-10 0,7-2 0,3 5 0,3 2-1783,-4-6 0,1 2 0,0 1-72,3 7 1,0 4-1,-4-3 1,0 2-1,-3 0 1,2 2-1,-1 1 1</inkml:trace>
  <inkml:trace contextRef="#ctx0" brushRef="#br0" timeOffset="179334">22648 5950 7533,'-35'0'2158,"15"0"-628,-27 0-361,32 5-585,-20 7 1,-3 5-540,20 1 0,3 4-180,-7 5 0,9 2-135,24 5 1,11-2 269,-6-14 0,3 0 239,10 7 1,4 4 0,-12 1-240,-21 3 0,-8 2-1639,-1 8 1,-6-2 1629,-8-8 1,-5-6-1,1-12 1,5-6 0,14-4-1</inkml:trace>
  <inkml:trace contextRef="#ctx0" brushRef="#br0" timeOffset="179500">22789 6346 8882,'0'19'3148,"0"5"-359,-15 23-2700,3-10-1728,0-2 1,-1 0-1639,-5 0 3050,8 11 1,2-25 0,8 2 0</inkml:trace>
  <inkml:trace contextRef="#ctx0" brushRef="#br0" timeOffset="179684">23230 5751 7533,'-19'12'1638,"6"11"0,2 6 0,-2 13 0,1 4-1375,1-3 1,0 3-309,3-9 0,-1 5 0,1-1 0,0-5-135,-1 1 0,0 0-113,4-2 1,1 4 0,0 1 0,0-4-1347,-5 13 1,0-4 1554,4-2 1,0-2-1,-2-10 1,-1-6-1,-2-12 1</inkml:trace>
  <inkml:trace contextRef="#ctx0" brushRef="#br0" timeOffset="179837">23230 5900 7533,'-9'42'1638,"4"-9"0,2 1 1638,3 10-2730,-1 5 1,2-2-367,7-12-870,-3 0 1,0 7-1,2-6 421,13 6 269,-9-10 0,1 4 0,-2-6 0,2 6 0,4 10 0</inkml:trace>
  <inkml:trace contextRef="#ctx0" brushRef="#br0" timeOffset="179984">23160 6408 11760,'25'-7'-360,"18"13"360,-3 2 0,-5 4 0,-19-6 0</inkml:trace>
  <inkml:trace contextRef="#ctx0" brushRef="#br0" timeOffset="180133">23601 6569 7533,'0'32'3276,"-8"4"-4027,-2-10 1470,0-1-1444,-5 9 456,5-12-3008,-8 25 2906,1-25 0,7 7 1,2-17-1</inkml:trace>
  <inkml:trace contextRef="#ctx0" brushRef="#br0" timeOffset="180334">23954 5900 7533,'0'30'1638,"-7"2"0,-2 6-546,5 1 0,0 4 0,0-1-485,-2-6 1,0-2-1,1 2-697,1 2 0,2 3 0,1-1 0,0-3-45,0 12 0,2-2-958,-1-6 1,0 2 0,0-3 132,0 4 0,0-2-435,0-2 1,0-4-23,0-5 1417,-8-11 0,-2-15 0,-8-12 0</inkml:trace>
  <inkml:trace contextRef="#ctx0" brushRef="#br0" timeOffset="180537">23989 5925 7533,'19'5'3276,"21"2"-3847,-11 16 750,8-7-1526,-3 18 808,-25-19 1526,-1 20-1976,-23-4-265,-2-4 1,-2 1 83,1-4 1,-3-1 225,-9 13 0,1-2 944,0 2 0,8-12 0,1-1 0,-8 2 0</inkml:trace>
  <inkml:trace contextRef="#ctx0" brushRef="#br0" timeOffset="180720">24253 6569 7533,'-9'14'3276,"-7"25"0,6-5-2235,5-10 1,0 3-2681,1 6 1,1-1 244,-5 3 1094,-2 12 300,-16-11 0,7-19 0,-7 5 0</inkml:trace>
  <inkml:trace contextRef="#ctx0" brushRef="#br0" timeOffset="181200">24536 6185 7533,'-20'32'1638,"7"2"0,3 6 0,4 5 0,2 1-282,-2-3 0,2 2-1326,3-6 0,1 2 0,1-7-30,1 10-450,6-4 1,0-4 449,-6-12-360,5 9-809,-7-32-270,0-23 449,0-1-103,0-7 1,0-8 0,0 2 0,0 6 0,0-2 732,4-11 0,2-6 1,0 8 539,-1 14 0,2 1-225,8-19 0,3 5 495,2 22 1259,13-9-900,-21 27 1260,11 10-1529,-13-1-181,0 20-359,-2-14-539,-8 25 629,-8-24-810,-10 24 450,7-24-539,-29 13 1888,34-16-1254,-25 5 1794,29-5-180,-6-1-269,8 0-91,8 12-1079,-6-4 180,22 10-1709,-5-5-1748,24 0 707,-13-6 2570,11-1 0,-14-5 0,9-1 0</inkml:trace>
  <inkml:trace contextRef="#ctx0" brushRef="#br0" timeOffset="181467">24906 6445 11670,'0'-7'3276,"16"24"-1638,1 4 0,1 2-358,13 14-1324,-9-5 0,-2-2 44,-3-8 95,-7 4 0,-2 0-95,2-2-421,-2 16-298,-8-26-451,-24 3 631,2-9-1100,-9 2 1,-4 1 1179,-14-1 1,11 6 0,-1 3 0,8-6-1,0 0 1</inkml:trace>
  <inkml:trace contextRef="#ctx0" brushRef="#br0" timeOffset="202950">19985 7883 7533,'-10'-21'3276,"10"16"-1245,26 46-1627,1-14 1,6 0-285,-3-8 0,2 0 0,4-5-469,-1-5 1,2-4 0,2-2 0,-1-2 168,1-2 0,0-3 0,-1-1 1,1 0 21,0 0 1,-1 0-1,0 1 1,-2 3 502,2 3 1,-2 4 0,-4 4 733,4 13 1,-4 6-46,-3 4 0,1-1-494,7-7 0,5-6-494,-4-10 0,4-4 1,1-3 222,4-2 1,2-3 0,0 0-1,-11 1 1,0 0 0,0 0 0,-1 1-90,10-1 0,0 1 0,-2-2-972,-7 0 0,-3-1 0,0 0-847,11 1 1,-4-2 1196,-13-2 0,-5 1 0,2 6 0,-19 7 0</inkml:trace>
  <inkml:trace contextRef="#ctx0" brushRef="#br1" timeOffset="203817">19209 5156 9390,'-10'-25'1096,"-14"12"533,-3 40-710,13 8 1,2 11 0,1 4-1544,2-8 1,1 3 0,1 2-1,1 3 1,0 0 653,3-5 0,1 1 1,1 2-1,0 1 1,0 0-1,1-1 0,-1 1-97,0-2 0,-1 1 0,1-1 0,0 1 1,0-1-1,1-1 0,0 0-135,1 1 0,1 1 0,0-1 0,0-2 1,-1-1-1,-1-3-92,-3 7 0,-2-3 1,1-2-1,0-6-1050,4 5 1,-4-10 937,-12-17 1,16-58 0,0 14 0,0 0 0</inkml:trace>
  <inkml:trace contextRef="#ctx0" brushRef="#br1" timeOffset="204884">19085 5305 8640,'-5'-27'925,"0"0"0,6-4 1,6-1-337,14-2 1,9 3-242,-1 13 0,4 3 0,3 4-1168,3 5 1,5 3 0,1 2 0,2 0 785,-5 1 0,2 0 0,1 1 0,1 0 1,0 0-1,-2 0 1,1 1 0,1 0 0,0 0 0,1 0-1,0 0 78,1 0 1,0-1 0,1 1 0,0 0-1,0 0 1,0 0-170,-7 0 0,1 1 0,0-1 1,-1 1-1,1 0 0,0 0 0,0 0 192,1 1 1,0-1-1,0 1 1,0 0-1,0 0 1,0 0-1,0-1-70,-1 1 1,1 0 0,-1 0-1,0-1 1,0 1 0,0-1 0,0 0 47,0 0 0,0-2 1,0 1-1,0 0 1,0-1-1,0 1 1,-1-1-68,4 2 0,0 0 0,0 0 0,0 0 0,-1 0 0,0-1-41,-1 0 1,1-1 0,-1 0 0,0 0-1,-1 0 1,0 1-66,4 2 1,0 1 0,-1 0 0,-1 0 0,1 0 217,-1-2 0,-1 1 0,1-1 0,-2 1 0,0 1 140,3 3 1,-1 0-1,-1 2 1,-1 0-186,-3-1 0,0 0 0,-1 0 0,-1 2-165,7 5 0,-2 1 0,0 0 466,-2-2 0,0 0 0,0-1-376,3 0 0,0 0 0,0 1 90,-2 0 0,-1 2 0,1-1-60,2 1 0,0-1 0,0 2-30,-3 1 0,0 0 0,0-1-60,2-2 0,1-1 0,0-2 60,1 0 0,-1-1 0,1-1 120,-3-2 0,-1-1 0,1 0-120,1 0 0,1 1 0,-2-1 30,-5-2 0,-2 1 0,1-1 401,5 0 0,0 0 1,-1 0-192,-6-2 0,-1 0 0,0 0-150,1 2 0,2-1 0,-2 2-150,10 5 0,0 1 0,-4 0 0,0 0 270,7-2 0,0-3 359,-2-1 1,0-2-360,4-7 0,0-2-120,-14 2 0,0 0 0,-1-1-60,16-3 0,-2 0-135,-2 2 0,-2 1 833,0-1 1,-1 2-564,-11 4 0,-2 2 361,1 1 0,-1 2-316,-6 4 0,-3 3 311,-2 5 1,-3 5-267,-1 9 0,-4 7 134,-6-6 1,-2 3 0,-1 3-319,-1-1 0,-1 2 0,0 2 0,-1 1 67,-1-5 0,0 2 0,0 1 0,0 0 0,0 0-264,0 5 1,1 0 0,-1 1 0,0 0 0,-1-1-187,-1-2 0,0 0 0,-1-1 1,0 0-1,0-1-41,-1 7 1,0-1 0,-1-2 0,-2-2-711,-4 2 1,-1-3 0,-4-4 1082,-1-6 0,-2-3 1,0-5-1,-2-4 1,-1-6-1,-1-4 1,-1-1-1</inkml:trace>
  <inkml:trace contextRef="#ctx0" brushRef="#br1" timeOffset="206317">18733 6668 9148,'29'-8'807,"0"0"1,3-1 0,3 0 0,2 1-525,-1 1 0,2 0 0,3 1 0,5 4-691,-7 2 0,4 2 0,4 2 0,1 2 0,2-1 0,-1 1 0,-1-1 0,-2 0 510,0-2 1,-1 1-1,-1-1 1,0 0-1,0 0 1,2 1-1,3 1-37,-6-1 1,3 1 0,1 1 0,2 0 0,0 0 0,0 0 0,-1 0 0,0-1-1,-3-1 1,-1 0-21,5-2 0,-2-1 0,-2 0 0,0-1 1,0 0-1,0 2 0,3 1 98,-6 2 1,2 1 0,1 0 0,0 1 0,0 1 0,1 0 0,-1 1 0,0 0 0,-1-1-43,4 2 0,-1 1 1,0 0-1,0 0 0,0 1 1,0-1-1,1 1 0,2 0-67,-6-1 0,2 0 0,1 0 0,1 0 0,0 1 0,-1-1 0,1 1 0,-2-1 0,0 0 0,-2 0-136,3 0 0,-1 1 0,-1 0 0,-1 0 0,0 0 1,0-2-1,0 0 0,1-1 111,0-2 1,0 0 0,1-2 0,-1 0-1,0-1 1,0 0 0,-2 0 0,-1 1-40,5 1 0,-3-1 0,0 0 0,-1 1 0,0-1 0,1 0-85,0-1 0,1 1 0,0-1 0,-1 1 0,0-1 0,1 0 220,-2 0 0,0 0 0,0 0 0,0 0 0,-1 0 0,0-1 146,5 1 1,0-1 0,-1 1 0,-1-1 0,0 1-108,-4 1 0,0 0 0,-1 0 0,0 0 0,-1 0 202,8 1 1,-3 0 0,2 1 0,2 0-527,-9 0 0,3 0 0,1 0 0,-1 1 0,0-1 1,-3-1 291,5 0 0,-2-1 1,-1 0-1,2 0 112,0 2 0,2 1 0,0-1 0,-1 0 0,-3-1-14,5 0 0,-4-2 0,1 0-90,1-1 0,1 0 0,-1-2 59,3-4 1,1-1 0,-2-2 673,-1 0 0,-1-1 0,1 0-643,-1-1 0,0 1 0,-1 2-180,-4 4 0,-1 2 0,1-1 210,-1 1 0,0 0 0,-1 0-1879,10 3 1,-4-8 1461,-8-16 1,-7-7-1,-9 6 1,-5-2 0,-10-13-1,0 0 1</inkml:trace>
  <inkml:trace contextRef="#ctx0" brushRef="#br0" timeOffset="-208945.73">23724 7251 8252,'-9'-14'1170,"1"3"719,16-6-495,16 5 0,8-2-1304,2-6 0,3-4 0,0 2-330,-3 7 0,-1 1 0,0-1 240,2-3 0,-1-2 0,-11 6 270,-15 7 119,-29 18 1,-22 15 0,1-1 60,2-1 0,0 1-203,9-3 0,-4 2 1,2 0-1,4-4 562,0-1 1,8-6 540,11-8-991,27-30-89,8 4 0,3-1-360,0-2 0,1 2-900,7 0 1,-3 1-450,-4-4 1079,-29 30 450,-17 9 0,-11 3 180,-7 6 0,-2 1 404,0 2 1,1-2 629,8-9 1,3-5 134,7-10-540,44-20-719,0 0 0,3-2-450,7-3 0,0-1-45,1-3 1,-3 1-316,-10 8 1,-3 1-991,4-4-358,-25 29-1299,-25 18 2859,11 9 0,-17-6 1,21-11-1</inkml:trace>
  <inkml:trace contextRef="#ctx0" brushRef="#br0" timeOffset="-208378.73">24165 7474 0,'-17'-6'3209,"7"0"67,26-23-1895,7 9 1,6 1-708,7-6 1,3-1-345,-6 8 0,3 0 0,-1-1-180,-4 1 0,-1-1 0,-1 1-16,12-7 1,-2-1 704,-7 1 1,-3 0-795,-6 9 0,-3 1 1084,0-9-1488,3 18 3211,-13-6-4291,8 11-270,-8-10-900,-3 4 2609,-7 0 0,-7-4 0,-3 4 0</inkml:trace>
  <inkml:trace contextRef="#ctx0" brushRef="#br0" timeOffset="-207645.73">23724 7201 7533,'-37'-5'3148,"27"9"-2069,28 8 1,15 5-601,-1-1 1,5 2 0,2 0-795,0 0 0,3 0 0,2 0 0,0-1 450,2-2 0,1-2 0,0-1 0,1-2 67,-1-1 1,0-1-1,0-3 1,-2-3-136,-6-3 0,-1-3 1,-1-3-1,0-5-98,1-4 0,0-6 0,-2-3 1,-3-1 254,-6-1 1,-3-1 0,-2-3 0,-1-2 90,3-6 0,-1-4 0,-2-2 0,-3 0-136,-5 7 0,-1 0 0,-2-2 0,-1 1 0,-2-1 72,-1-1 1,-2 0 0,-1-1 0,0 0 0,1 0-228,1-4 1,1-1-1,0-1 1,-2 1 0,-2-1 190,-3 2 1,-2 0 0,-1-1 0,-2 2 0,-1-1-54,-1 2 0,1 0 0,-3 1 0,-2 1 0,-4 3-126,-5 3 0,-2 2 1,-4 2-1,-2 2 1,-3 4-73,-2 2 0,-4 3 0,-2 3 0,-1 4 0,-2 4-126,-3 5 0,-2 6 0,-2 4 0,1 3 0,1 1-7,2 2 0,0 2 0,1 3 0,0 3 1,2 2 242,6 0 1,0 1 0,1 3 0,2 2 0,1 1 0,2 2-49,3 1 1,3 2 0,1 2-1,1 0 1,1 2 0,1 0 107,0 1 1,0 1 0,1 1 0,1 0 0,2 2 0,2 0 44,1 2 1,2 2 0,2 0 0,1 1 0,3-1 0,2-1-252,1 4 0,3-1 0,3 0 0,3-1 1,3-1-585,4-3 1,4 0-1,2-2 1,4-2 0,3-2-1,8-3 1,4-2-1,4-3 1,0-2 0,-4-1 357,-2-1 0,-1-2 0,-1-1 0,2-2 0,6-1 0,2-1 0,-3-1 0,-5-2 1,-5 0-1,1 1 0</inkml:trace>
  <inkml:trace contextRef="#ctx0" brushRef="#br0" timeOffset="-179729.73">19720 15096 7533,'-25'-11'-270,"13"8"1079,-4-8-179,32 6-540,4 3 450,15-3 89,3 4 1,6 2-331,-3 1 1,4 2 0,3 1-630,-9-1 1,2 1 0,2 1-1,2-1 1,0 0 269,-1-2 0,0 1 0,2-1 0,0 0 0,1-1 0,1-1-172,-4 0 1,2-2-1,0 0 1,1 0-1,0-1 1,0-1-1,1-1 277,-3 0 0,1-2 0,0 0 0,0-1 0,1-1 0,0 1 0,0 0 0,-1 0 112,1 0 0,0-1 1,0 1-1,0-1 1,0 1-1,0 0 1,0 1-1,1 1-135,-1 0 1,1 0-1,0 1 1,0 1-1,0 0 1,-1 2 0,-1 1-1,0 1-227,0 3 0,0 1 1,-2 2-1,0 1 1,0 1-1,0 0 1,-1 0 178,0 1 0,0 0 1,-1 1-1,0 0 0,0 0 1,-1 0-1,0-1 131,4 2 0,-1 0 0,0 0 0,0-1 0,0-2 0,0-1 74,1-2 1,1-2 0,-1-1 0,1-2 0,0 1 0,0-1 14,1-1 1,0-1 0,1 0 0,-1-1 0,0 1 0,0 1-165,-1 2 0,-1 0 0,1 0 0,-1 1 0,1 1 0,0 0-45,2 1 0,0 2 0,0-1 0,0 2 0,0-1 0,0 1-120,-2 1 0,0 1 0,0 0 0,-1 0 1,2-2-1,-1-3 186,-3-1 0,1-3 1,-1 0-1,2-1 1,-1-2-1,0-1 1,-1 0 76,0-2 1,1-1-1,-1-1 1,0-1-1,0-1 1,0 0-1,0-1-160,2 0 1,0-2-1,0-1 1,0 1 0,0-1-1,1 0 1,1 1 64,-5 1 1,2 0 0,-1 0 0,1 1-1,0 0 1,0 0 0,0 1 0,-1 1-60,4 1 0,0 0 0,-1 1 1,0 1-1,0 1 0,1 0 1,0 0-63,1 0 1,1 2 0,1-1 0,-1 1 0,0 1 0,-1-1 0,0-1 116,2 1 1,-1-1 0,-1 0 0,0 1 0,0-1 0,1 0 45,-1 0 0,0 0 0,0 0 0,0-1 0,0 1 0,0-2 40,-6 1 1,1-1 0,-1-1-1,1 0 1,-1 1 0,1-1 0,0 1-116,0 0 0,0 0 0,1 0 0,-1 1 0,0-1 0,1 1 0,0 0-26,0 1 0,0 0 0,1 0 1,-1 0-1,0 1 0,0-1 1,0 1 40,5-1 0,0 0 0,0 0 0,-1 0 0,0 1 0,-1-1 184,-2 2 1,0-1-1,-1 1 1,0 0 0,-1 1-1,1-1-1,6-1 0,-1 0 0,0 0 0,1 1 0,-1 1-144,0 0 0,1 2 0,-1 0 0,0 1 0,-1 1-33,-4 0 1,-1 1 0,0 1 0,0 1 0,-1 2-4,1 2 0,0 2 0,-1 1 0,0 0 0,-2 2-86,6 3 1,-3 2-1,1 1 1,-1-2 572,1-1 1,0 0 0,-1-1 0,1-2-326,-2-2 0,-1-1 0,2-1 0,-1-3-180,4-2 0,0-3 0,1-1 0,-1 0-113,-2-2 1,1-2-1,0 1 1,-1 0-23,0 0 0,1 1 0,-1 1 0,-1 0 264,-4 1 1,-1 2-1,-1 0 1,0 0-100,13 2 0,-1 2 0,-1 1 419,-3 3 1,-1 2 0,1 0-181,1 1 1,1 1 0,1-1-240,-2 0 0,1-1 0,1 0 105,-11-4 0,0 0 0,0 0 0,1-1 134,-1-1 1,1 1 0,0-2 0,0 1-90,1-2 0,1 1 0,0-2 0,-1-1-383,1-2 1,0-1 0,0-2-1,-1-2-890,11-4 1,-1-3 0,-5-8 1022,-15-6 0,-2-6 0,-4-3 0,-2 2 0,0-4 0,-3 0 0,-6-3 0,-10-11 0,0 0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08:17.21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12771 15765 7443,'-8'-19'449,"6"1"2827,-30 6-2684,19 5 668,-28 7-901,13 12 316,0 15 0,-3 10-1030,5-2 1,-1 4 0,0 0 414,4-8 0,0-1 0,0 2 232,3 2 0,0 3 1,1-1-1,4-7-224,-5 15 292,14-5 0,4-2-91,4-2-89,20-8 0,3-2-270,-7-3 180,21 1 0,2-1-373,-15 0 238,14 0 0,0 3 0,-22 3 1,-2 0 88,7-8 1,-3 2 315,-12 16 0,-8-1 0,-10-7 89,-7 6 1,-7 2-405,-10-7 0,-3-3 45,7 3 0,-1-2-780,2-9 1,-3-1-1,3-6-2587,-10-5 1067,4-3 2761,35-24 1,19 0 0,17-5-1</inkml:trace>
  <inkml:trace contextRef="#ctx0" brushRef="#br0" timeOffset="200">12859 16881 7533,'-2'-7'3276,"12"-4"-2351,13-1 1,5 1-1556,13-6-405,-4-5 1,0-2 1034,-13 8 0,-1-1 0,4-2 0,-1 0 0,-4 1 0,-1 0 0</inkml:trace>
  <inkml:trace contextRef="#ctx0" brushRef="#br0" timeOffset="383">13141 16434 7533,'-32'26'819,"-1"-1"0,10 0 0,-1 1 0,5-1 819,3-1 0,2 2-883,-3 13 1,-1 8 0,4-6-261,7-13 0,1 1-16,-4 15 1,-1 6 0,8-7 321,19 3-531,2-5 0,7-6-135,-3-22 0,5-5-135,5-3 0,4-3 0,-4-4 0,-5-6 0,-1-3 0,11-5 0,0 1 0</inkml:trace>
  <inkml:trace contextRef="#ctx0" brushRef="#br0" timeOffset="5617">12771 16930 7533,'-10'-12'1709,"2"-6"270,16-7-1170,4-2 1,9 1-780,10 10 0,9 4 0,-1 2-30,8-4 0,0 4 0,-9 6 0,2 3 0,-6 4 0,-10 9 0,1-1 0</inkml:trace>
  <inkml:trace contextRef="#ctx0" brushRef="#br0" timeOffset="7067">8749 15827 7533,'0'-36'655,"-8"50"0,-5 21 1,-3 14-1,-1 5 0,0-6-857,2-4 1,-1 1 0,0 1 0,0 2 0,-1-1 0,1 1-268,2-4 1,-1 2 0,1 0 0,0 0 0,0-1 0,0-1 0,1-2 58,-3 8 0,-1 3 1,1-4-1,5-10 1,7-14-1,8-15 0,21-37 1</inkml:trace>
  <inkml:trace contextRef="#ctx0" brushRef="#br0" timeOffset="7233">8625 16286 7533,'18'26'655,"0"0"0,-3 9 1,0 8-1,0 4 0,-2 0-1311,-3-4 1,-1 1-1,-1 2 1,-1-1 0,1-1 404,0-2 1,0 0 0,0 0-1,-1-4 1,-3-5 0,-1 11-1,-8-18 1,-22-45 0</inkml:trace>
  <inkml:trace contextRef="#ctx0" brushRef="#br0" timeOffset="7350">8590 16695 7533,'-18'-20'1638,"-1"0"0,33-25-1912,25 29 0,10 5 0,-8-5 0,2 1 1,-4 5-1,-1 0 0,1 0 0</inkml:trace>
  <inkml:trace contextRef="#ctx0" brushRef="#br0" timeOffset="7650">8908 16497 7623,'-10'-20'3276,"26"2"-2909,19 13 0,6 4 0,-13-5 1,1 0-1,16 3 0,0-1 0</inkml:trace>
  <inkml:trace contextRef="#ctx0" brushRef="#br0" timeOffset="7834">9155 16063 0,'-21'19'546,"0"0"0,6 11 0,0 10 0,2 6 0,2 1 0,3-2-301,4 1 1,4 0 0,2 0-1,1 1 1,0 0-246,-2 0 0,0 1 0,2-1 0,2-1 0,4-6 0,6 1 0,3-2 0,3-6 0,2-15 0,14-28 0,0 1 0</inkml:trace>
  <inkml:trace contextRef="#ctx0" brushRef="#br0" timeOffset="8350">9648 16596 7533,'-1'-18'1638,"28"10"0,10 2-1255,-9-5 1,1-1-1,15 2 1,-2 0-1,-1-14 1</inkml:trace>
  <inkml:trace contextRef="#ctx0" brushRef="#br0" timeOffset="8567">9895 16212 7533,'-17'45'546,"0"1"0,0 0 0,0 0 0,4-1 0,4-1 0,5 3-770,7-7 1,4 4-1,2 1 1,2-4-1,1-6-323,6 9 1,7-12 0,20-11 0,0-16 0,-20-24 0</inkml:trace>
  <inkml:trace contextRef="#ctx0" brushRef="#br0" timeOffset="9066">10389 16930 7533,'-9'0'3276,"9"6"-6553,9 1 1935,9 0 1694,0 4 0,-1-10 0,1 4 1</inkml:trace>
  <inkml:trace contextRef="#ctx0" brushRef="#br0" timeOffset="9250">10530 16447 7533,'-29'-21'655,"13"5"0,50 43 1,-11-10-1,1 0 0</inkml:trace>
  <inkml:trace contextRef="#ctx0" brushRef="#br0" timeOffset="16086">13935 16571 7533,'-10'7'1079,"2"-2"-539,0-10 1098,33 6 0,11 2 1638,-12-7-3306,17 5 0,14 2 0,-6-2 255,-16-3 0,0-1 134,6 1 1,7 1 0,1-1 0,-6 0-180,-1-5 0,4 1-299,-8 5 0,7 1 0,6 1 1,2 0-1,-1 0 0,-4 1 0,-7-1 179,2-1 0,-6 1 0,6 0-48,-2 1 1,6 2 0,5-1 0,1 1 0,-1 0 0,-4 0 0,-5-1-961,10 0 0,-6-1 1,0 1 857,1 1 0,0 0 0,1-1-1003,2-2 1,0-1 0,-8-1-2185,2 1 1638,-8 3 1,-5 0 1341,-19-2 0,13 10 0,-14-4 0</inkml:trace>
  <inkml:trace contextRef="#ctx0" brushRef="#br0" timeOffset="16320">15769 16471 7533,'28'6'1092,"7"5"0,10 3 0,-6 1 546,-15-2 0,1 1-983,9 1 0,10 4 1,3 1-1,-4 0 0,-11-4 2621,7 13-2937,-17 1 0,-3 7 1,-13-9-340,-41-6-157,9-8 1,-9 3 0,-8 3 0,-4 2 0,-1 0 0,1-1 0,3-2 0,7-4 0,-2 1 0,5-4 0,-1 0 0,-4 2 0,-4 3 0,0-1 0,0 1 0,0-1 0,0 1 0,0-1 0,1 1 0,-1-1 0</inkml:trace>
  <inkml:trace contextRef="#ctx0" brushRef="#br0" timeOffset="16967">14975 15542 7533,'-33'21'655,"-1"1"0,0-1 1,0 1-1,-2-7 0,4 5 0,8 13 0,-2 11 1,3 6-1,4-4 0,7-9 983,6-9 0,8-3-2126,13 12 0,9 3 1,1-16-682,19-31 513,-14-15 1,8-13-1,3-6 1,-3-1 0,-9 9-855,-4-1 0,-3-1 1944,-4 3 1,3-9 0,1-3 0,-1 1 0,-4 5 0,-4 11 734,-2-3 2107,-18 14-1425,-7 47-1276,4 0 1,-2 11 0,-1 6 0,0-3-1,4-7-485,-1 1 0,4 0-746,5 4 1,2 12-1,1 1 1,4-5 0,2-15-2622,20 0 2730,-10-7 1,2 4 0,0-12 0,14-20 0,-7 5 0</inkml:trace>
  <inkml:trace contextRef="#ctx0" brushRef="#br0" timeOffset="17150">15381 16038 7533,'-35'0'3276,"15"0"-526,52 16-3289,-13-12 539,14 7 0,-1 0 0,-13-3 0,7 4 0</inkml:trace>
  <inkml:trace contextRef="#ctx0" brushRef="#br0" timeOffset="17333">15558 15877 7533,'-19'22'655,"0"1"0,1 13 1,-2 9-1,3 3 0,8-3-358,12-1 1,8-3 0,-4 3 0,-10-3 0,-4 3 0,1-2 0,8-5 0,18-9-1,0-1 1,-1 0 0</inkml:trace>
  <inkml:trace contextRef="#ctx0" brushRef="#br0" timeOffset="18317">15399 16087 7533,'0'-24'1709,"0"-7"1567,-8-11 0,-2 7-923,0 5-1724,18 19-539,35 11-1619,-16-5 0,3-1-110,13 0 1,0-2 1449,-9-4 1,-3-1-1,-3 4 1,-3-1 0,8-8-1</inkml:trace>
  <inkml:trace contextRef="#ctx0" brushRef="#br0" timeOffset="18517">15752 15641 7533,'-44'11'1638,"22"11"0,-1 9-546,0 1 0,-1 6 0,3 3-937,4 0 0,3 3 0,1 2 1,0-1-179,-1 2 1,1 0-1,2 0 1,4-1-496,4-6 1,3 0 0,3-3 0,5-5 517,12 8 0,7-12 0,0-16 0,3-10 0,-1-15 0,0 1 0</inkml:trace>
  <inkml:trace contextRef="#ctx0" brushRef="#br0" timeOffset="25884">16898 16224 7533,'-8'-14'2069,"6"14"-1170,1 26 0,2 11-719,1 6-1000,0-9 1,0 9 0,1 1 0,-2-6-13,0-2 1,-2 0 920,0 1 1,-1 4 0,0 2 0,-1-1-225,1-3 1,0 1 0,-1-2 0,0-2 313,-2 13 1,1 0 299,-1-2 0,0 1 1,7-25 239,12-45 1,3-14-540,-1-3-214,-3 4 1,3-8 0,2-3 0,-1 1-12,-1 6 0,0 0 0,-1 1 0,1 0-45,3-6 0,0 1 0,2 1-1003,5-4 1,3 1 0,-2 10 955,13 8 1,-18 11 0,-1 3 0,4 1 0</inkml:trace>
  <inkml:trace contextRef="#ctx0" brushRef="#br0" timeOffset="26200">17233 17042 7533,'-19'0'3276,"11"0"-1638,27-7 0,11-3 265,-11 1-2218,11-2 0,3-2-1169,-6 1 0,-3 1 1124,11-4 360,-5 1 0,-3-1 0,-9-4 0,-1-6 0</inkml:trace>
  <inkml:trace contextRef="#ctx0" brushRef="#br0" timeOffset="26335">17463 16670 7533,'-22'40'1092,"0"0"0,7-16 0,1 1 0,1 10 0,2 5 0,2 1 0,1 2 0,3 1 0,0-4-901,-1-1 0,2 0-701,2 3 0,2 1 0,10-15 510,24-25 0,7-12 0,-17 5 0,1-4 0,5-8 0,0-1 0,0 1 0</inkml:trace>
  <inkml:trace contextRef="#ctx0" brushRef="#br0" timeOffset="26967">17992 17216 7533,'9'16'3276,"-1"-6"0,-8 24-2055,-15 1 1,-1 0-1043,8 8-809,-15 1 1,-1-3 629,12-18 0,-13 5 0,7-15 0</inkml:trace>
  <inkml:trace contextRef="#ctx0" brushRef="#br0" timeOffset="29067">16651 17550 7533,'-27'7'3276,"1"-7"-1605,16-7-412,18-5-360,26 1 1,7 4 90,8-1-896,-6 1 1,8 0 0,0-2 84,-6 1 1,1 0 0,-2 0-471,-4 2 1,-2 1 0,4-1 132,-1-2 1,4-2 0,-1 1-1,-4 3-247,9 4 1,-4 1 269,-2-4 0,-2-1-1080,-1 3 1,-7 1 765,-14 0-2699,-1-14 2788,-10 8 360,-8-5 0,-8-3 0,-2 2 0</inkml:trace>
  <inkml:trace contextRef="#ctx0" brushRef="#br0" timeOffset="29383">16810 17823 12210,'8'12'-1979,"9"6"1979,3 1 0,5 0 0,-7-1 0</inkml:trace>
  <inkml:trace contextRef="#ctx0" brushRef="#br0" timeOffset="29617">16828 18182 7533,'-20'26'3276,"-4"14"-2145,22-23-411,2 23-540,2-25 90,14 25-810,-14-12-360,6 8-1168,0 6 1258,-6-26-1349,21 7 2159,-19-23 0,27-6 0,-11-1 0</inkml:trace>
  <inkml:trace contextRef="#ctx0" brushRef="#br0" timeOffset="29983">17057 18170 8702,'-20'33'1638,"7"-11"0,3 1 123,8 21-1581,-6-2-360,8 5-1889,8-28 1710,2-12-1890,15-31 1709,-10 0 0,-3-3 450,-2 3 1,0 0-1,2-4 0,0 4 1259,-3 10-90,1 8 810,-2 30-360,-8 9-1349,0 0 270,0-4-720,16-22 90,-12-1-1709,19-6-629,-5 0 2158,-6 5-1349,11-4 1709,-13 5 0,0-6 0,-3 0 0</inkml:trace>
  <inkml:trace contextRef="#ctx0" brushRef="#br0" timeOffset="30317">17374 18182 7533,'-9'40'3276,"-7"5"-1155,14-24-3021,2 4 990,2-13-899,14-17-1440,-7-25 2249,1 6 540,-2-16 899,0 32-1080,-6-3 451,13 11 0,-5 5-810,0-3-90,-2 9 539,-8 7-359,0-3-90,0 14-359,0-10-1171,8-5-1708,2-3 3238,23-33 0,-19 5 0,9-19 0</inkml:trace>
  <inkml:trace contextRef="#ctx0" brushRef="#br0" timeOffset="30550">17568 18182 12120,'45'0'90,"-1"-11"-3367,-17-8 2326,-9-2 592,-18-2 539,-2 16 989,-22 7-629,20 7 179,-15 9 1,-1 2-181,14 0 315,-7 4 1,3 2-1844,17 2 809,3-5 180,8-5 0,7-10 0,3 0 0</inkml:trace>
  <inkml:trace contextRef="#ctx0" brushRef="#br0" timeOffset="30950">17921 18219 7533,'-27'19'3276,"-7"5"0,7 12-1283,-1 4-1409,18-15 1,3 0-405,-1 1-180,24-4-2788,11-43 1079,3 10 70,-5-16 1,-1-9 781,-10 5 0,-3-3 1,1 1 202,3-6 0,-1-2 474,-3 6 0,0-3 1,-1-2-1,-3 4 719,-4-15 1,-2 3-495,7 4 0,0 1 1439,-4-1 0,-8 10 1792,-12 24-615,-11 32-2481,5 4 267,10 2 0,1 6 0,3 2 92,3 3 1,3 2 0,-1-2-1026,-2 7 1,0 1-85,1 0 1,0 4-1,4-7-959,7-9 0,2-3 1529,4 5 0,2-3 0,-2-11 0,3-5 0,17-7 0</inkml:trace>
  <inkml:trace contextRef="#ctx0" brushRef="#br0" timeOffset="31117">18150 17885 7533,'-19'0'3276,"-5"11"0,22 19-3026,2 4 1,2 4 0,6-15 0</inkml:trace>
  <inkml:trace contextRef="#ctx0" brushRef="#br0" timeOffset="31267">18186 18195 7533,'-20'45'1638,"3"-19"0,3 0 1638,10 13-2363,-12-1-3251,24-2 2338,2-17 0,0-6 0,-3-8 0</inkml:trace>
  <inkml:trace contextRef="#ctx0" brushRef="#br0" timeOffset="31550">18362 18207 7533,'-21'18'1092,"-1"0"0,2 3 0,3 2 546,1 5 0,4 0 1254,4 12-3251,18-11-2070,16-29-719,1-23 1798,1 1 1620,-11 3 1799,-9 42-720,-8-4-629,7 7 0,2-1-1980,-5-10-1438,35 3 2698,-33-18 0,25-7 0,-21-5 0</inkml:trace>
  <inkml:trace contextRef="#ctx0" brushRef="#br0" timeOffset="31683">18503 18344 11311,'43'-13'197,"-20"1"1,-1 0 0,16-3 0,-5-8 0</inkml:trace>
  <inkml:trace contextRef="#ctx0" brushRef="#br0" timeOffset="31834">18627 17971 7533,'-4'32'1092,"0"0"0,-5 8 0,0 4 0,2-2 0,1 2 0,0 1-1147,-1-4 0,1 0 1,1-2 54,-1 10 0,4-5 0,10 4 0,2-31 0</inkml:trace>
  <inkml:trace contextRef="#ctx0" brushRef="#br0" timeOffset="32117">18697 18393 7533,'8'14'3276,"18"-20"-2145,-5-31-3649,5-4 3327,-42 4 2159,-21 48-1709,9 6 1,1 5-496,2 7 1,5 0-675,4-6 0,6-2-1439,10 8 1349,26-16 0,3-7 0,14 0 0</inkml:trace>
  <inkml:trace contextRef="#ctx0" brushRef="#br0" timeOffset="33267">19121 18071 9422,'-1'29'819,"0"1"0,2 7 0,3 5 0,0-7 1391,8 9-3919,35-59 1709,-22-15 0,-3-9 0,-6 2 0,-1-4 0,3 8 0,7 15 0,-1 1 0</inkml:trace>
  <inkml:trace contextRef="#ctx0" brushRef="#br0" timeOffset="33600">19473 18269 7533,'12'-10'1484,"7"-18"0,1-8-2833,0-3 0,-12 11 4625,-28 31-1638,1 30 0,7 14-1401,10-14 1,6 2 0,2-2 0,2 12 0,9-13 0,23-43 0,0 1 0</inkml:trace>
  <inkml:trace contextRef="#ctx0" brushRef="#br0" timeOffset="33884">19720 18046 7533,'-4'27'1092,"0"1"0,0 11 0,6-5 759,22-18-4730,7-21 4517,-5 11 0,1-1 0,-1-13 0,-1 0-1381,6 12 0,-1 1 1,11-9-1,-16-22 0,-1 0 1</inkml:trace>
  <inkml:trace contextRef="#ctx0" brushRef="#br0" timeOffset="34283">20214 18046 7533,'-47'0'1638,"22"5"0,1 6 0,0 24 0,5 6 0,6-13 0,2 1-2954,2 15 0,11-11-1383,27-39 1060,1-25 1,1-5 4914,8 10 0,-6 30-4915,-15 14 1,-4 6 1080,-8 6 1,1-7 0,19-26 0,-18-22 0</inkml:trace>
  <inkml:trace contextRef="#ctx0" brushRef="#br0" timeOffset="34467">20320 18058 7533,'1'35'1638,"0"0"0,21-44 842,5-6-2480,-4-1 0,1-4 0,-1-7 0,-1 9 0,11 41 0</inkml:trace>
  <inkml:trace contextRef="#ctx0" brushRef="#br0" timeOffset="34950">20620 18071 7533,'-20'7'3148,"-11"4"128,19-10-166,-21 21-1472,11 17 0,9 9 0,11-5 0,13-11-4915,36-33 2184,-23-14 1,0-10 0,-1-8 682,-8 3 0,0-8 1,0-5-1,-1-3 1,-1-2-1,0 1 0,-1 3 1,-1 4 403,1-3 1,-1 2 0,-1 2 0,-2 1 0,0 1 824,-1-9 0,-1-4 0,-2 10 0,-2 24 819,-3 42 0,-4 24-1170,1-16 0,-4 7 0,0 6 0,0 2 0,2 0 0,3-2 0,5-6-462,8 0 0,6-3 1,2-2-1,0 0 1,-3 1-1,-6 14 1,-5 4-1,4-6 1,10-16-1,23-30 1,0-1-1,0 0 1</inkml:trace>
  <inkml:trace contextRef="#ctx0" brushRef="#br0" timeOffset="38300">18574 16199 7443,'0'-25'809,"0"6"-4086,0-10 2603,0 20 2312,-30 19 0,-11 18-601,21 1 0,3 7 0,-3 1-947,-5-2 0,-3 2 0,0 1 0,5 1-60,5 9 0,5 1 0,7-2-150,7-10 0,4-2 0,7-4-285,16 6 0,9-8 225,-8-11 0,2-2 1,-1 0 400,8 9 0,-12 5-101,-21 5 0,-12 5 0,-4-3-390,-12 2 1,-7-2 269,2-4 0,-3 2 0,0-8 0,-5-9 0,3-7 0,-10-6 0</inkml:trace>
  <inkml:trace contextRef="#ctx0" brushRef="#br0" timeOffset="39017">18697 17030 9332,'20'-6'3276,"19"-6"-4060,-13-5 1,1-2-207,2-1 1,1 0 989,6 1 0,-4-1 0,-4-9 0,-13 17 0</inkml:trace>
  <inkml:trace contextRef="#ctx0" brushRef="#br0" timeOffset="39170">18927 16695 7533,'-17'43'468,"1"0"0,0 0 0,0 0 0,1-2 0,0 1 0,3-1 0,3-1 538,4 8 1,5-1 0,3-3-2042,3 4 1,8-9 1034,23-10 0,6-43 0,-8-18 0</inkml:trace>
  <inkml:trace contextRef="#ctx0" brushRef="#br0" timeOffset="39617">19032 17030 7533,'-29'0'3276,"45"0"-166,1 0-4100,18-2 1,3-2 989,1-8 0,6-2 0,-12-4 0</inkml:trace>
  <inkml:trace contextRef="#ctx0" brushRef="#br0" timeOffset="39786">19121 16819 7533,'-10'33'1092,"0"0"0,-3 15 0,2 0 463,10-16 0,0-2-3129,-3 15 0,1-3 1574,10 4 0,3-19 0,8-27 0</inkml:trace>
  <inkml:trace contextRef="#ctx0" brushRef="#br0" timeOffset="39933">19403 16769 7533,'0'30'819,"0"-1"0,-2 5 0,-1 2 0,0 2-492,-1 2 1,1 1 0,0-1-1,2-4 1,0-1 0,1 0-1,1 3 1,-1 0 0,1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09:14.38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18733 756 7533,'-10'-20'2248,"-6"9"-1169,0 29 1,-1 14-601,-2 0 1,-2 3 0,-2 4-683,3-4 1,-1 2-1,0 2 1,-1 0-1,0-1 203,1-2 0,1 0 0,-1 0 0,1-1 0,0-1-35,-2 6 0,1 0 1,1-3-1,3-6-1360,0 0 1,8-14 314,21-37 1,14-26 0,3-2 755,-8 14 0,3-2 1,0 0-1,2-2 0,-1 1 787,0-3 1,1-1 0,1 0-1,-1 3 1,1 5-105,10-7 1,1 6 0,-9 23 899,-13 35 1,-7 15-451,-3 7 1,-8 6-136,-5-10 1,-5 4 0,2-1-1,8-7-179,11-2 0,9-7-540,10 3 0,7-15-90,-7-26 0,4-15 0,2-6 0,-1 1-425,-2 5 0,0-2 0,1-1 0,-1 0 0,-3 0 672,2-7 1,-3-2-1,0 4 1,-1 13 1241,11 14 1,-7 15-906,-15 30-239,-15 5 0,-8 11 0,1-8-450,1-17 1,0 0-781,-2 14 1,1 7 0,4-6-620,10-9 1,2-2 1091,-4 4 1,4-4 0,6-12 0,3-7 0,0-9 0</inkml:trace>
  <inkml:trace contextRef="#ctx0" brushRef="#br0" timeOffset="183">19650 831 9691,'-6'35'819,"1"1"0,0 0 0,3 7 0,0 2 0,-1-5 0,-2 5 0,0 0 0,2-6-286,3 3 1,0 0-1142,0 0 1,0 6 0,0-1 0,0-7-1032,0-4 1,0-4 1389,0 11 0,0-7 0,0-21 1,0-34-1</inkml:trace>
  <inkml:trace contextRef="#ctx0" brushRef="#br0" timeOffset="400">19667 781 7533,'18'-14'3276,"23"9"-1638,-7 18 0,3 8-1184,-8-3 1,0 3-1,-3 3-454,0 11 0,-3 5 0,-7 2-468,-10-6 0,-3 2 1,-5 0-1,-5 1 175,-10 5 1,-7 1 0,-3-1 0,-1-2-528,2-7 1,-1-1 0,0-2 0,-1-3 350,-8 5 1,-1-3 0,4-6 0,5-7 0,7-9 0,13-9 0</inkml:trace>
  <inkml:trace contextRef="#ctx0" brushRef="#br0" timeOffset="615">20285 756 7533,'-5'42'364,"0"-1"0,-1 1 0,1 0 0,0-1 0,1 0 0,0 0 0,0 0 0,1 1 0,-1 2 60,-1 3 0,1 2 0,-1 1 1,1 0-1,0-2 0,0-4-424,1 3 0,1-5 0,0 0 0,-1 2-656,1-1 1,-1 3-1,-1 0 1,1-5 0,0-6 749,-2-1 0,0-5 0,-2 9 0,-4-11 0,-6-31 0</inkml:trace>
  <inkml:trace contextRef="#ctx0" brushRef="#br0" timeOffset="833">20320 855 7533,'39'-26'3276,"-13"8"-1638,14 20 0,2 7 175,-1 7-1753,-13-1 0,2 4 0,-6 4-15,-7 13 0,-8 4-135,-4-2 0,-3 3 0,-9-1-315,-9-8 0,-8 0 1,-4-1-1,0 0 80,-3 2 0,-2-1 0,-1-1 1,1-3-1,-5 0 0,0-3 1,2-1-1,-4 5 0,0 0 1</inkml:trace>
  <inkml:trace contextRef="#ctx0" brushRef="#br0" timeOffset="1200">21696 793 8252,'-34'8'819,"-1"0"0,6 7 0,0 6 0,-1 3 0,1 0 0,-1 2 0,1 3 0,1 1 0,3 3 0,0 2 0,2 1 0,2-1 273,-3 4 0,1-2 0,10 1 0,10-3 0,8-1 0,2-2-234,6 0 0,6-1-1678,2-1 1,5 4 0,1 0 0,-3-4-820,-1 3 1,1 0 1273,-2-1 1,4 4 0,0-1 0,-2-7 0,0-5 0,-1-3 0,7 9 0,1 1 0</inkml:trace>
  <inkml:trace contextRef="#ctx0" brushRef="#br0" timeOffset="1716">22825 620 7533,'-31'-1'819,"1"0"0,0 11 0,-2 7 0,0 2 0,1 1 0,0 3 0,-1 2 0,0 2-614,3 0 1,-1 3 0,1 1 0,0 1 0,1-1 243,-4 6 1,0 0 0,3 0 0,5 0 0,2 5 0,5 0 0,11-4 395,17 5 1,15-7-876,5-18 0,7-5 0,1 0-180,1 1 0,1-1 0,-3 1-285,15 4 1,-16 7-406,-35 9 1,-17 5-194,-7-7 1,-9 0 0,-2-1 971,-4 0 0,-2 0 1,1-2-1,5-5 1,0-1-1,5-3 1,7-3-1,1 1 1</inkml:trace>
  <inkml:trace contextRef="#ctx0" brushRef="#br0" timeOffset="1866">22860 1636 7533,'-8'26'1092,"0"0"0,-4 3 0,-3 2 0,-1 0 0,-2 3 0,-1-2-756,1-3 0,-1 0 1,1-3-1,-5 8 1,1-4-1,5-10 1,1 0-1</inkml:trace>
  <inkml:trace contextRef="#ctx0" brushRef="#br0" timeOffset="2083">23777 533 7533,'-29'34'546,"-1"0"0,1 0 0,8-4 0,0 2 0,1 1 0,2 4 109,0 5 0,2 4 1,0 3-1,2 0 0,-1-1-192,2-1 0,0 0 0,1 1 0,-1-1 0,2-2-1119,-1-3 1,1 0-1,0 0 1,1-3 0,1-1 186,-1 9 1,2-3 0,-2-6 0,-5-4 0,-1-10 0,-4-13 0</inkml:trace>
  <inkml:trace contextRef="#ctx0" brushRef="#br0" timeOffset="2232">23724 892 7533,'-2'47'468,"-1"-1"0,1 0 0,0 0 0,2-1 0,1 1 0,1-1 0,2 1 10,2-7 0,0 2 0,2-1 0,0-1 0,0-1-797,2 12 1,0-2 0,1-3 0,1-4 0,0-3 0,-3-3 0,-5-5 0,0 0 0</inkml:trace>
  <inkml:trace contextRef="#ctx0" brushRef="#br0" timeOffset="2366">23654 1463 0,'-43'-11'3276,"21"8"0,46-14-2808,10 7 0,6 2 0,-1 1 0,0-1 0,3-3 0,-1-1 0</inkml:trace>
  <inkml:trace contextRef="#ctx0" brushRef="#br0" timeOffset="2550">24465 1847 0,'-13'23'1092,"1"-1"0,-5 4 0,-2 2 546,-3 10 0,-1 0-1504,1-9 0,-1-2 1,2-5-1,-1-3 0,-13 6 1</inkml:trace>
  <inkml:trace contextRef="#ctx0" brushRef="#br0" timeOffset="2916">25453 558 7533,'-7'41'546,"1"1"0,-1-1 0,2 1 0,0 3 0,2 3 0,1 3-78,2-11 0,1 3 0,2 2 0,0 2 0,1-1 0,-2 1 0,0-2-732,-1 0 1,0 1-1,-1-1 1,0 0-1,1 0 1,-1-1-1,1 1-283,2 5 1,1 1 0,0 0 0,-1-2 0,-1-2 0,-2-3 539,-4 1 1,-1-3 0,-2-4-1,-1-5 1,0 1 0,-5-10-1,-30-20 1</inkml:trace>
  <inkml:trace contextRef="#ctx0" brushRef="#br0" timeOffset="3150">25435 793 7533,'24'-13'1092,"-1"0"0,12-1 0,5 5 0,0 7 0,3 6 0,-1 3 0,-4 3 0,-2 3 0,-8 7-860,-10 10 0,-7 7 0,-10 1-1052,-11-3 1,-10 2 0,-5 0 0,-1 0 163,1-5 1,-3 1-1,-1-2 1,-1 1 0,1-2 636,-4 5 0,0-1 0,0-2 0,3-2 0,-2-2 0,3-1 0,7-2 0,7 22 0</inkml:trace>
  <inkml:trace contextRef="#ctx0" brushRef="#br0" timeOffset="3366">26106 1822 14639,'-10'48'1638,"3"-18"0,-2 2-2131,-3-2 1,-3 3 0,1-3-304,-1 2 0,-3-1 796,-5-1 0,-4 0 0,2-5 0,-14 4 0,13-8 0,1 0 0</inkml:trace>
  <inkml:trace contextRef="#ctx0" brushRef="#br0" timeOffset="4016">27005 669 7533,'16'20'1092,"-16"9"0,-6 11 0,0 3-437,5-5 0,0 2 1,1 3-1,0 2 0,-2 0-223,-1-4 0,0 1 0,-1 2 1,-1 0-1,1 1 0,-1-2 1,2 0-553,-1 2 0,1 0 0,0 0 0,0-1 0,0-1 0,1-2 52,1 12 1,1-1-1,-2-5 1,-3-9-309,-6-5 0,-1-17-1263,0-41 1,2-24 982,3 13 1,-1-7-1,2-3 1,1-2 0,4 1 108,3 4 1,2 0 0,3-1 0,1 0 0,1 0 0,0 0 545,0 0 1,0-2 0,1 1 0,2 1 0,1 3-1,3 2 630,7-5 1,4 2 0,2 5 0,-1 7 539,13-1 1,-1 17 44,-4 23 0,-6 13-1034,-15 7 0,-8 6-630,-2 13 1,-10 2 790,-11-15 1,-6-1 0,-1-2 107,4-2 1,-1-1 0,-2-3 1188,-13 7 0,2-7 1638,7-8 0,34-2-2571,11 3 1,5 4-1606,3 7 1,3 4-194,0-3 1,2 1 0,0-1-1,-4-2 1,0-1 0,-2-3 545,8 6 1,-3-5 0,-5-7 0,-3-4 0,-5-2 0</inkml:trace>
  <inkml:trace contextRef="#ctx0" brushRef="#br0" timeOffset="4400">27781 979 7533,'-19'-21'3276,"26"16"-1638,19 16 0,9 8-546,-1-5 0,3 1 0,0 2 0,1 3 0,0 3 0,-2 1 0,0 2 0,-1 1 0,-10 6 0,-12 7 0,-10 6 0,-7 1-1276,-6-5 0,-7 1 0,-3 0 0,-4 0 184,0-5 0,-2-1 0,-3 1 0,-3-2 0,-2-1-547,-1-2 1,-4 0 0,-2-1 0,-1-2 0,2-1 0,2-2 333,-3 1 0,2-3 1,1-2-1,-3 0 1,4-4-1,-3 0 1,0-2-1,3 0 1,3-4-1,-11 3 1,0 0-1</inkml:trace>
  <inkml:trace contextRef="#ctx0" brushRef="#br0" timeOffset="5316">24659 2306 7533,'-45'12'3276,"73"-5"-2457,1-9 0,10-4 0,7-2 0,2 2-502,-10 3 0,3 0 1,3 1-1,1 0 1,2 0-1,2 1 0,0-2 1,1 1-21,-6-1 1,1 0 0,2 0 0,0-1 0,1 1 0,1-1 0,0 0 0,1 1-1,0 0 1,0 0 0,0 0-142,-3 1 0,0 0 1,1 0-1,0 1 1,1-1-1,0 1 0,0 0 1,1 0-1,-1-1 1,0 1-1,0 0 0,0 0 1,-1 0-157,-1 0 0,1 0 0,0 0 0,1 0 0,-1 0 0,0 0 0,0 0 0,-1 0 0,0 0 0,-2 0 0,0 0 0,-2 1 0,0-1-32,9 0 0,-1 0 1,-1 0-1,-2 0 1,-1 1-1,0-1 0,-1 0 1,1 0 31,3-1 0,2 1 0,-1-1 0,-1 0 0,-3 0 0,-4 1 0,-5 0-2,2 1 0,-6 0 0,0-2 2,5-1 0,1-1 0,-13 0-3277,-18 3 3134,-39-4 0,-20-1 0,10 0 0,-2-1 0,6 1 0,0-1 1,0 1-1</inkml:trace>
  <inkml:trace contextRef="#ctx0" brushRef="#br0" timeOffset="8100">22384 4561 7533,'-37'-10'697,"-1"0"0,3 9 0,-3 4 0,5 6-202,5 5 0,11 6 2293,29 25-1969,19-34 0,15-10 0,10-3 0,1 1-1217,-16 1 1,2-1-1,2 0 1,2-1 0,2 0-1,1 0 1,0 0-1,2 1 512,-7-1 1,2 1-1,1-1 1,1 0-1,0 1 1,1-1-1,1 0 1,0 1-1,0 0 1,0 0 0,-1 0-70,-1 1 0,0 0 0,1 1 0,-1-1 0,1 1 0,0 0 1,0 0-1,0 0 0,0 0 0,1 0 0,-1 0 0,0 0 72,-3-1 1,1 1 0,-1 0-1,1 0 1,0 0 0,-1-1-1,1 1 1,0 0 0,-1-1-1,0 0 1,0 0 0,0 0-1,0-1-304,0 0 1,1 0-1,-1 0 1,1-1-1,-1 0 1,0 0-1,-1-1 1,0 1-1,0-1 1,0 1-1,-1-1 1,0 1-120,4-2 0,0 1 0,0-1 0,-1 0 1,0 1-1,-1-1 0,0 0 0,-1 1 0,-1 1 1,-1-1-105,5 2 0,-1-1 1,-1 1-1,0 0 1,-2 1-1,-1 0 0,-2 1 1,-3 1 81,16 0 0,-4 1 0,-4 3 1,-4 5-1,1 9 0,-5 6 1,-8 0-1,-14-2 0,1 1 1</inkml:trace>
  <inkml:trace contextRef="#ctx0" brushRef="#br0" timeOffset="8567">27640 4921 7533,'-32'-20'1638,"-1"1"0,53 6-819,11 7 0,13 4 0,8 1 0,1 1-1253,-11 1 0,3 0 0,3 1 0,1 0 0,0 0 0,-1 0 0,-1-1 599,2 0 0,-2-1 0,0 0 0,1 0 0,0-1 0,3 1 48,-6 0 1,1 0-1,2 1 1,1-1 0,-1 0-1,0 0 1,-2 0 0,-2-1-79,4 1 0,-2-1 0,0 0 1,-2 0-1,-1 0 0,1 0-27,1 0 0,-1 0 0,0-1 0,1 1 0,2-1-117,-4 0 1,2-1-1,2 0 1,0 0 0,-1 0-1,-1-2 1,-3 0-648,5-2 1,-2-2-1,-2 0 1,-1 0 0,1 1 63,-2 0 0,-1 2 1,0-1-1,0 0 0,1-1 592,4-2 0,3 0 0,-1-1 0,-3 0 0,-7 1 0,9-6 0,-5 0 0,-7 4 0,-1-1 0,1 1 0</inkml:trace>
  <inkml:trace contextRef="#ctx0" brushRef="#br0" timeOffset="36683">16651 11452 7533,'-32'-6'359,"-1"-1"1,-4 2 0,0 4 1169,9 5 0,1 2-540,-2 1 1,3 2 539,-1 10 270,68-8-945,1-10 1,8-2-473,-9 1 0,4 0 1,3 0-1,0 0-587,-4 0 0,2 0 1,0 0-1,1 0 1,2 0 383,-4-1 1,2 0 0,0 0 0,1 0 0,1 0 0,-1 1-39,-6 0 0,1 0 1,1 0-1,-1 1 1,0-1-1,1 1 1,-1 1 7,6 0 1,-1 0 0,1 1 0,0 0 0,-1 1 0,1 0 45,-1 0 0,0 1 0,1 1 0,-1 0 0,0 0 0,-1 0-46,-3 0 1,-1 0 0,0 1 0,0-1 0,-1 1 0,1-1 59,1 0 1,1 1 0,-1-1 0,0 0 0,-1-1 0,0 1-278,3 0 1,-1 0-1,-1 0 1,0 0-1,0 0 140,0 1 0,0-1 0,0 0 0,-1 1 0,0-1-5,6 2 1,0 1-1,-1-1 1,0-1-113,-1-3 0,-1 0 0,0-1 0,1 0 63,-7-1 0,0 0 0,1 1 0,-1-2 0,-1 0 4,5-2 1,-1-1-1,0 0 1,0 2-177,0 1 0,2 1 1,-2 2-1,0 0 131,-5 0 1,0 0 0,-2 1-1,1 1 83,10 2 0,0 2 0,0-2-60,-8-2 0,0-1 0,0-1 0,1 0 0,0 0 0,0-1 0,0-1 0,1 0 0,2-1 0,1-1 0,0-1 0,1 1-165,1 1 0,0 1 1,0 0-1,0-1 165,-1 0 0,-1 0 0,1-1 0,0-1 0,2-1 0,1-2 0,1-1 0,-1 0 0,-2 0 0,1-1 0,0 1 0,-1-1 0,-1-1 0,-1 0 0,1 0 0,-1 1 0,0 2 0,0 1 0,0 1 0,-1 0 198,-5 3 0,-1 1 1,1 0-1,-1 0-198,4 0 0,0 0 0,1 0 0,-1-1 0,1 0 0,0 0 0,0-2 0,1 0 0,1-1 0,1-1 0,0-1 0,-1 1 0,-3 0 0,0 0 0,-1-1 0,-1 0 0,4-1 0,-1-2 0,-4 1-1639,1 0 1,-7 0 1552,-7-1 1,-42-4-1,-21 4 1</inkml:trace>
  <inkml:trace contextRef="#ctx0" brushRef="#br0" timeOffset="69618">7691 13968 7533,'-28'-5'2248,"10"3"-269,3-3-809,-19 21-901,12 3 1,-3 5-150,0-1 0,-2 3 0,1 1 0,3 2 0,1 1 0,2 0-75,-7 11 0,9-1 0,17-5 0,10-4-180,14-4 0,9-4 45,-4-6 0,4-1 0,-2 1 90,14 9 0,-6 3 225,-9 3 0,-12 3 269,-20 5 1,-12 1-465,0-10 0,-5-1 0,-2-2-1289,-14 6 0,0-4 1259,10-7 0,6-10 0,13-14 0,26-19 0</inkml:trace>
  <inkml:trace contextRef="#ctx0" brushRef="#br0" timeOffset="69865">7796 14687 7533,'-14'47'1092,"-1"-1"0,1 8 0,12-11 2184,36-25-1920,-4-19 0,2-9-1491,4-16 1,-5-8-406,-3-6 0,-11-4 720,-16 8 0,-12 4-225,-13 12 0,-7 9-495,2 13 1,2 9 539,-1 22 0,32 0 0,31-4 0</inkml:trace>
  <inkml:trace contextRef="#ctx0" brushRef="#br0" timeOffset="70586">8220 15047 10051,'19'27'3276,"-3"6"-975,-32-8-2301,0 1 0,-3 3 0,-3-5 0,-3 0 0,-5 6 0,-1-1 0</inkml:trace>
  <inkml:trace contextRef="#ctx0" brushRef="#br0" timeOffset="72503">8872 14179 7533,'-7'-31'1079,"5"-6"180,-22 4-269,4 3-361,-15 34-89,9 27 0,1 14-121,6-6 1,0 5 0,2 2-239,5-8 1,1 2 0,1 0 0,4-2-302,1 6 0,3-2 0,9-10-150,17-9 0,7-15-270,-2-20 1,2-14-1,-1-4 0,-4 0 0,0-5 1,-2-2-1,-2 0 292,-1 0 0,-3-1 1,0 0-1,-2 1 907,4-10 1,-1 1 0,-15 20 959,-20 29-90,3 34 1,3 19-1216,0-21 1,0 4 0,1 1 0,2 0-1135,4 3 1,2 1 0,2 0 0,2-3-274,4 3 1,3-1 0,1-3 1091,0-5 1,1-2-1,2-4 1,7-1-1,1-6 1,13 7-1</inkml:trace>
  <inkml:trace contextRef="#ctx0" brushRef="#br0" timeOffset="72786">9225 14699 7533,'-5'27'1092,"0"-1"0,-5 2 0,5-4 2108,18-9-3560,7-15 0,6-19 1,1-10-316,-10 3 0,-3-3 630,6-9 0,-8 3 315,-28 2 674,-8 25 1,-3 10-1305,-3 23 1,1 10 359,0-8 0,3 4 0,7 8 0,7 0 0,12 9 0</inkml:trace>
  <inkml:trace contextRef="#ctx0" brushRef="#br0" timeOffset="73517">9596 14972 11670,'-8'41'-449,"-2"-1"-541,-3-10 1,0 1 989,2 14 0,-13-7 0,14-15 0</inkml:trace>
  <inkml:trace contextRef="#ctx0" brushRef="#br0" timeOffset="74152">10054 14216 7533,'10'-14'1169,"-2"3"90,0 28-539,1 9-316,-3 4 1,-2 6 15,0-3 0,-2 2 0,0 2-848,-1 4 1,-2 3 0,1-1 487,0-3 0,0 1 0,0-1 30,0-3 0,0 0 0,0-4 320,0-5 0,0-3-50,0 10 0,16-62-315,-7-13 0,1-7-302,3 13 1,2-2 0,0-1 166,-2 0 0,-1-2 0,1 1 1,2 2-721,7-3 1,3 3-1,-1 2 810,-3 4 0,1 2 0,0 3 0,8-2 0,0 7 0,14 10 0</inkml:trace>
  <inkml:trace contextRef="#ctx0" brushRef="#br0" timeOffset="74485">10442 14774 7533,'-23'16'1092,"-1"1"0,5 5 0,5 1 2018,6-1-2750,16 19-270,10-20-540,17 3-90,10-40 315,-17 8 1,-3-6-91,-8-13 0,-5-6 315,0 0 0,-8 2 854,-20 3 1,-9 4-136,-6 6 1,-3 11-720,0 24 0,1 8 0,9-10 0,5 4 0,16 13 0,0 0 0</inkml:trace>
  <inkml:trace contextRef="#ctx0" brushRef="#br0" timeOffset="75533">10954 14947 9242,'-8'37'-180,"-10"6"180,1-23 0,-1-1 0,-4 12 0,-1-7 0</inkml:trace>
  <inkml:trace contextRef="#ctx0" brushRef="#br0" timeOffset="76033">11624 14043 7713,'-33'4'1638,"4"12"0,-3 9-546,3-2 0,-2 3 0,1 2-1582,0 3 0,2 2 1,2-1 579,-8 7 0,7-2 135,10-9 0,10-4 1047,39 7-1182,-10-15 0,3-1-45,2-4 0,2-1 114,9 6 1,-1 1-295,-12-5 0,-3 2 135,0 9 0,-7 4 135,-14 3 0,-10 2-585,-7-5 0,-6 0 0,-2-1-390,-1-1 1,-1-2 0,0 0 839,-11 10 0,4-4 0,-1 7 0,27-18 0</inkml:trace>
  <inkml:trace contextRef="#ctx0" brushRef="#br0" timeOffset="76217">11730 14836 7533,'-8'17'3276,"-2"8"-1638,5 1 0,0 2-2711,1 4 1,1 1 1072,2-3 0,2-1 0,-1-1 0,0-4 0,0 1 0</inkml:trace>
  <inkml:trace contextRef="#ctx0" brushRef="#br0" timeOffset="76566">12188 14104 7533,'16'-8'1709,"12"37"-1080,-13-2 1,1 7 0,-2 3-181,-3-1 1,-1 3 0,-1 2 0,-2 1-838,-2-3 0,-1 0 0,-2 2 0,-1 0 0,-3 0 136,-3 3 0,-3 1 0,-2-1 1,-3 1-1,-2-1 78,-2-4 0,-2 0 0,-2 1 0,-1-2 0,-1-1 0,1-2 0,-6 7 0,-1-2 0,0-2 0,-2-1 1,2-6-1,0-1 0,1 1 0,-1-1 0,1 0 0</inkml:trace>
  <inkml:trace contextRef="#ctx0" brushRef="#br0" timeOffset="77067">7108 14067 7533,'-22'41'409,"0"-1"1,0 1-1,0-1 1,6 4-1,1 3 1,2 1 0,2 2-1,2 1 59,2-7 0,2 1 0,1 1 0,2 2 0,1-2 0,3 0 0,3-1-673,4 3 0,4 0 0,4-1 0,1-1 1,0-2-1,1-2 0,-1 0 0,0-1 0,2-3 1,2-3-1,4-5 0,14-9 0,0-1 0,0 0 1,1 0-1</inkml:trace>
  <inkml:trace contextRef="#ctx0" brushRef="#br0" timeOffset="80483">12647 15269 7533,'0'-26'2608,"0"8"-1259,0 13 1440,0 5-181,8 22-899,2 5-1889,-11 0 1,-4 1-1460,0 1 1,-2-1 1519,-6-4 1,-1-2 0,-12 13 0,9-17 0</inkml:trace>
  <inkml:trace contextRef="#ctx0" brushRef="#br0" timeOffset="82034">11377 15505 7533,'-33'7'719,"3"-7"270,4-2 1,1-3 809,4-8 540,29 7-1215,21 0 1,12 1-676,-2-2 1,4-1 0,1-1-591,-7 1 0,2-2 0,-1 0 0,1 0 171,9-3 0,1-1 0,-3 1-570,-9 0 1,-1 0-1,-4 3 315,7 1 0,-17 6 585,-36 8-135,-13 6 0,-10 3-195,-4 0 0,-5 1 0,0 0 132,8-4 0,0 1 0,-1 0 1,1-2 466,-11 4 1,0-1-1,4-3 136,-4-1 0,7-5 134,1-11-899,58-7 0,15-2-225,11-1 0,6 1-45,-3 1 0,3 1 1,-1 0-241,-4 3 0,-1 0 1,-2 1-76,11-3 0,-8 1 1377,-9 0-432,-60 12-315,-19 9 0,-8 5 254,10-2 1,-1 1 0,-2 1 148,8-1 0,-2 0 0,1 0 0,1-1 331,-1 2 1,1-1 0,5-1 73,-3 1 1,17-3-674,59-10-31,-11-5 1,4-4 0,4 0-353,0 0 1,2 0 0,2-1 0,-2-1-388,-2 0 1,-1 0 0,-1 0 0,-1-1 139,3-2 0,-1-1 1,-7 1-271,6-11 405,-55 19 1,-13 5-46,-5 4 0,-7 4 0,-1 1 156,6-1 1,-3-1-1,0 1 1,1 1 338,-1 0 0,1 0 0,0 0 0,4 0 1503,-16 2 0,8-3 213,-4-1-1221,96-23-271,-12 12 1,6 1-600,3-4 0,5-1 1,-1 2-513,-2 4 0,-1 1 0,0 0-118,-3 0 1,0 0-1,-3 1-769,8 0 1,-6 2-1,-12 0 1,-5 3 1095,2 14 0,-34-2 1,-12 7-1</inkml:trace>
  <inkml:trace contextRef="#ctx0" brushRef="#br0" timeOffset="86467">13723 14055 7533,'-35'-7'2338,"0"2"-2846,10 24 1,-2 13 0,4-1 731,4-6 1,1 4 152,-1 6 1,-2 10 0,-1 4 0,2 2 0,6-3 1,6-8 1,4-1 0,2 0 0,0 1 0,0 2-305,-2-1 0,-1 3 0,1 0 0,0 1 0,3-2 0,3-1-264,5 2 0,2 1 0,4-2 0,2-3 1,2-3-632,7-1 1,3-3 0,2-4 0,-1-3 529,1-1 0,0-5 0,1-4 0,17-3 0,-4-10 0,-7-10 0</inkml:trace>
  <inkml:trace contextRef="#ctx0" brushRef="#br0" timeOffset="86786">14270 14154 7533,'-38'-14'1092,"-1"0"0,-3 8 0,4 12 546,17 27 0,5 12-1648,-6-7 1,-3 3 0,3 2-261,8-7 0,2 1 0,1 1 1,-1-1 209,-5 7 0,1 0 0,6-3 1018,10 4 0,8-5-59,7-8 1,7-3-676,13-1 1,1-1-80,-10 0 0,-3 2-865,-1 4 1,-11 2-46,-29 2 1,-13 0-631,2 0 1,-3-4 1394,-8-3 0,0-3 0,16-6 0,5-1 0,3 5 0</inkml:trace>
  <inkml:trace contextRef="#ctx0" brushRef="#br0" timeOffset="86969">14358 15232 7533,'0'25'3276,"0"0"0,0 11-2453,0 13-823,0-22 0,0-1 0,0 23 0,0-13 0</inkml:trace>
  <inkml:trace contextRef="#ctx0" brushRef="#br0" timeOffset="87219">14746 15480 14639,'20'10'1259,"-12"27"-2898,-22-6 1,-6 3 1617,6 1 1,-3 0 0,-11-3 0,-3-4 0,9-6 0,-1-1 0</inkml:trace>
  <inkml:trace contextRef="#ctx0" brushRef="#br0" timeOffset="87985">15487 14551 7533,'-32'5'1092,"-1"1"0,-12 5 0,0 8 0,19 1 0,2 5 0,0 3-855,-7 6 1,0 4 0,2 3 122,11-8 0,0 2 0,4 0 0,2 1-181,0 7 1,5 1 0,8-4-350,18 7 1,13-13-686,8-23 1,4-15 44,-5-13 1,1-9-1,-3-6 127,-10 5 0,-1-3 0,-2-2 0,-3-1 638,-2-2 0,-3-3 0,-2 1 0,0 2 135,5-12 0,-5 3 764,-8 3 1,-4 9-136,-2 23 1800,-16 9-388,4 26-1187,3 7 1,1 5-540,3 0 0,2 3-1498,2-2 1,1 4 0,1-4-127,2-4 1,2 0 618,-3 1 1,0 3-1,4-6-702,5-7 1,3-3 1301,-1 9 0,2-1 0,12 4 0,-2-17 0</inkml:trace>
  <inkml:trace contextRef="#ctx0" brushRef="#br0" timeOffset="88135">15822 15208 7533,'18'0'3276,"-8"5"0,-10 24-1638,-4-5 0,-2 3-1470,-3 13 0,0 1-321,4-2 1,0-1 0,1-5 0,0-4 0,4 13 0</inkml:trace>
  <inkml:trace contextRef="#ctx0" brushRef="#br0" timeOffset="88566">16404 15468 10951,'0'30'1638,"-10"-7"0,-3 2-1837,2 4 0,0 0-791,-6 0 1,-1 0 989,1 2 0,0-3 0,-10 0 0,-8 0 0</inkml:trace>
  <inkml:trace contextRef="#ctx0" brushRef="#br0" timeOffset="89317">16686 14476 7533,'-19'-18'1169,"3"10"1350,16-14-2250,0 19 991,8-2-900,10 23 134,-5 8 1,1 7 14,-1 1 1,-1 3 0,-2 3-882,-3-1 1,-2 2-1,-1 1 1,0 0 416,1 3 0,0 0 0,-1 0 0,-2-2 45,-3 2 0,-3-2 0,1-3 134,-1 14 1,-2-21 675,-4-41-630,10-10-181,5-15 1,5-12 0,1 1-504,0 10 0,1 0 1,2-2 278,1-7 0,1-3 0,2-2 0,1 4-360,2 8 0,1 1 1,1 3-1,0 0 139,2-2 1,0 1-1,1 4 1,9-4 0,-1 9-1,-1 19 1</inkml:trace>
  <inkml:trace contextRef="#ctx0" brushRef="#br0" timeOffset="89685">17180 15108 7533,'-29'-1'3276,"5"13"0,24 9-2909,0 6 0,0 4-592,0-4 0,0 0-322,0 4 1,0 1 0,0-4 0,0-2 0,0 11 0</inkml:trace>
  <inkml:trace contextRef="#ctx0" brushRef="#br0" timeOffset="91600">17551 15455 9152,'-10'25'1889,"-14"16"-1889,11-13 0,-1 1 0,-4-2 0,-1 0 0,-3 2 0,1 1 0</inkml:trace>
  <inkml:trace contextRef="#ctx0" brushRef="#br0" timeOffset="92617">18256 14229 8702,'-33'16'3276,"-4"16"-2621,7-4 1,-1 6-236,8-6 0,-1 3 0,0 2-330,-2 3 0,-2 2 0,2 1 329,0 2 1,1 1 0,4 0-210,2-2 0,2-1 0,7 0-150,9 12 1,10-2-241,5-19 0,6-2 0,1-1-90,3-1 0,2-2 1,-1 1 89,9 11 0,-6 2 755,-13 1 1,-12 2-306,-15-2 0,-11-3-690,1-11 0,-3-2 0,-1-2-1219,-11 6 1,0-4 1520,8-9 0,5-3 0,8 0 0,26-11 0</inkml:trace>
  <inkml:trace contextRef="#ctx0" brushRef="#br0" timeOffset="93033">18344 15232 7533,'-19'-21'3276,"11"-1"-76,41 21-3560,7-4-45,-13 4 1,-2 7 44,-5 23 1349,-30 16 90,-3-10 1,-3-1-406,-1-6 1,6-3-1664,27 11 989,13-27 0,5-7 0,-8-4 0,1-2 0,5 1 0,0-1 0</inkml:trace>
  <inkml:trace contextRef="#ctx0" brushRef="#br0" timeOffset="94269">18768 14377 7533,'35'-14'1638,"-17"31"0,1 10-819,5-2 0,4 3 0,1 3 0,-6 4-515,-8 0 1,-4 5-1,-2 1 1,-2 2-1,0 0-268,1 5 0,0 0 0,-3 2 0,-1 0 0,-5-1-583,-4-6 1,-2 0 0,-3 0 0,-2-1 0,0 0 0,-1-1 311,-3 5 1,-1-1 0,-2 0 0,-1-3 0,0-1 0,-4 0 0,-1-2 0,-2-2 0,1-1 0,0-7 0,1 0 0,-1 0 0,1 1 0</inkml:trace>
  <inkml:trace contextRef="#ctx0" brushRef="#br0" timeOffset="95700">19456 15629 7533,'-10'12'3276,"2"1"-1875,8 5 578,-8 6-900,-2 8-2338,-15 5 790,8-12 1,-1-2 0,-1-5 0,0-1 0,-2 3 0,-1 1 0</inkml:trace>
  <inkml:trace contextRef="#ctx0" brushRef="#br0" timeOffset="97217">6403 13745 7533,'-10'-39'1439,"2"-7"720,0 24-1,-17 15-1798,-1 38 0,-1 19-248,8-19 1,-2 2-1,1 3 1,0 0-368,-2 7 1,1 2 0,0 1 0,2-1 119,3-5 0,1 0 0,1-1 0,4-2-90,1 15 1,11-7 211,13-13 0,7-4-32,4-7 0,3 1 270,-1 4 0,-3 3 404,-6 4 1,-3 3 44,1 6 1,-1 2 0,1-3 0,2 1-329,-2-9 1,2 0-1,-3 3 163,-3 1 1,-3 2 0,-1 2-378,-1-2 1,-1 2-1,-2 2 1,-2 0-475,-3-3 0,-4 0 0,0 1 0,-1-1 1,1 0 200,0 8 1,1-1 0,0-1-1,1 0 1,1-6 0,0-1 0,1-1-1,2-3 1,4-1 0,1 0 0,0 1-1</inkml:trace>
  <inkml:trace contextRef="#ctx0" brushRef="#br0" timeOffset="97936">20620 15034 0,'-28'-3'1949,"34"34"-1949,8 0 0,6-4 0,3-1 0,12-2 0</inkml:trace>
  <inkml:trace contextRef="#ctx0" brushRef="#br0" timeOffset="98086">21414 15108 7533,'-38'5'1529,"36"8"-1529,16 8 0,29 2 0,-7-10 0</inkml:trace>
  <inkml:trace contextRef="#ctx0" brushRef="#br0" timeOffset="98219">22119 15108 7533,'-37'17'2608,"11"9"-2608,34 7 0,12-3 0,15-12 0</inkml:trace>
  <inkml:trace contextRef="#ctx0" brushRef="#br0" timeOffset="98353">22613 15145 7533,'26'13'3276,"-15"-6"-1155,5 4-2121,15-4 0,-15 5 0,25 1 0</inkml:trace>
  <inkml:trace contextRef="#ctx0" brushRef="#br0" timeOffset="98502">23460 15145 7533,'-8'-13'3276,"6"19"-2746,-6 14 0,24 12 0,3-2 1</inkml:trace>
  <inkml:trace contextRef="#ctx0" brushRef="#br0" timeOffset="99085">24818 14253 7533,'-18'0'1638,"-5"18"0,-3 14-819,8-3 0,0 6 0,0 4 0,0 2-983,1-4 0,0 3 0,-1 1 1,1 1-1,0 2 0,3 0 588,1-2 0,1 1 0,0 1 0,1 1 0,2 0 0,3-1 0,2-1-874,3 4 0,1 0 1,3 0-1,3-1 1,4-3-1,4-3 450,5-2 0,5-3 0,4-2 0,1-4 0,0-3 0,12 4 0,2-7 0,2-7 0,2-15 0,-1 0 0,0 1 0</inkml:trace>
  <inkml:trace contextRef="#ctx0" brushRef="#br0" timeOffset="99736">25665 14377 7803,'-38'6'1638,"7"8"0,-2 6-353,0 6 0,1 6-1201,3 0 0,-2 4 1,1 1 244,-1-2 1,0 1 0,5 1-90,6-2 0,4 1 0,5-1 115,1 12 1,12-3-581,16-6 1,9-2 134,-4-6 0,2 0 0,-1 1 44,-2 0 1,-2 0-1,-5 2 166,-6 5 0,-5 2 0,-7-1-180,-7-1 0,-6-2 0,-5-2-660,-8 0 1,-6-3-1,1-3 720,-5 6 0,2-5 0,1-12 0,5-4 0,5-2 0</inkml:trace>
  <inkml:trace contextRef="#ctx0" brushRef="#br0" timeOffset="101719">25506 15555 8702,'-10'0'2968,"2"-6"-539,32-1-2069,-3 0 269,22-4-359,1 4-180,-23 0-900,6-1 1,1 0 809,-5 0 0,21-5 0,-19 8 0</inkml:trace>
  <inkml:trace contextRef="#ctx0" brushRef="#br0" timeOffset="102116">25735 15294 11580,'-19'28'3276,"3"-10"-2530,7 10 0,2 7-207,1 2 1,0 0-405,-3-8 0,1 0 224,1 20 1,6-1-1373,9-6-965,-6 8 1978,27-36 0,4-10 0,-3-11 0,7-3 0,0 1 0</inkml:trace>
  <inkml:trace contextRef="#ctx0" brushRef="#br0" timeOffset="102967">26247 15616 8522,'19'-13'3276,"-3"13"-615,-32 14-2841,5 16 135,-9-9 0,-2 1 45,1 17 0,4-14 0,0-1 0,0 13 0</inkml:trace>
  <inkml:trace contextRef="#ctx0" brushRef="#br0" timeOffset="103901">26617 14513 7533,'0'-31'1709,"-8"0"-1439,6 18 1978,-6-9-1708,8 24 539,8-6-539,-6 22-270,6-4 180,-8 9-181,0-3 181,0 15-270,0 15-45,0-20 0,0 3-323,0 13 1,0 5 487,0-8 0,1 2 0,-2 2-458,0-9 1,-1 0-1,0 1 1,-1 0 97,1 11 0,-1 0 0,-2-4 60,-2 4 0,-3-8 360,-8 4-90,1-56-180,7 0-135,10-26 0,8-7 135,3-6-808,1 16 0,3-7 0,1 0 0,-2 5 358,2-1 1,1 1 179,4-4 0,3-6 0,1 0 0,-4 7-246,-4 9 1,1 1 95,10-10 0,5-4 0,-6 9-1559,-1 8 1889,5 7 0,2 7 0,-3 18 0,13 13 0</inkml:trace>
  <inkml:trace contextRef="#ctx0" brushRef="#br0" timeOffset="105385">26988 14662 7533,'-8'-30'629,"6"9"721,-14-13 449,6 13-450,-23 7-630,4 28 1,-3 12-331,3 3 1,-2 5 0,1 4-214,4-3 0,0 3 1,2 2-1,0 0 184,2 0 0,0 2 0,2-1 0,4 0-121,-2 4 1,4 0 0,10-5-465,18 7 0,14-14-719,10-27 0,8-15 14,-7-2 1,1-7-1,-2-6 263,-9-1 0,-1-3 0,-2-4 1,-3-2 396,0-4 0,-2-4 0,-2-1 0,-3 1 330,-1-7 0,-3 1 0,-2 0 180,1 4 0,-2 1 0,-6 6 1199,-9 6 0,-3 14 90,-1 40 1,0 18-1021,-2-6 1,0 5 0,1 3-570,4 0 0,1 3 0,2 1 1,1-1-99,1-3 1,-1 1-1,3-2 1,5-2 157,9 3 0,5-3 0,-1-3 0,-2 3 0,3-8 0,10-18 0,-1 0 0</inkml:trace>
  <inkml:trace contextRef="#ctx0" brushRef="#br0" timeOffset="105535">27287 15133 7533,'-27'0'3276,"17"17"-1875,43-8-1401,-5 3 0,1 0 0,0-8 0,-1-2 0,21 4 0</inkml:trace>
  <inkml:trace contextRef="#ctx0" brushRef="#br0" timeOffset="105718">27446 14984 7533,'-23'20'819,"-1"-1"0,2 4 0,-1 5 0,3 1 273,7 1 0,4 2 0,0 2-1329,-3 11 1,1 3 0,7-2 236,8-5 0,6-2 0,1-3 0,3 7 0,5-8 0,11-17 0,-1-1 0</inkml:trace>
  <inkml:trace contextRef="#ctx0" brushRef="#br0" timeOffset="105883">27711 15443 9062,'9'14'3276,"-9"13"0,-17 11-3133,-1-10 0,1 1 1,5-2-1,2-1 1,-2-3-1,1 0 1</inkml:trace>
  <inkml:trace contextRef="#ctx0" brushRef="#br0" timeOffset="107316">28116 14576 7533,'8'33'1304,"-3"-9"0,0 3-45,3 11 1,2 2-991,-1-11 1,-1 2-335,-1 11 0,-1 6 1,-1-1 214,-1-8 0,-1 0 0,0-2-150,1 12 0,0 0 30,-2-9 0,-1 2 0,-4-11 383,-13-7-953,12-34 540,2-28 0,4-11 45,2 10 0,4-3-325,2 6 0,4-5 0,2 1 0,1 3-440,3 0 1,2 2 0,0 2-296,0 1 0,-1 1 0,3 0 1015,4 0 0,1 1 0,-4 6 0,7-2 0,-12 11 0,1-1 0</inkml:trace>
  <inkml:trace contextRef="#ctx0" brushRef="#br0" timeOffset="107550">28452 15208 7533,'-20'0'3276,"12"0"-1875,26-6-1806,10-2 0,3-2-314,4-5-765,7 1 0,-4-1 1484,-22 1 0,7 3 0,1-1 0,-5-7 0</inkml:trace>
  <inkml:trace contextRef="#ctx0" brushRef="#br0" timeOffset="107683">28628 14972 7533,'-29'29'1638,"-1"0"0,5 4-546,4-5 0,-2 5 0,4 2-1823,9-2 0,5 2 1,-2-2 820,-8 9 0,3 1-600,9-4 0,4 3 0,9-8 442,13-11 1,7-5 0,-2 2 0,2-3 0,9-9 0,-1 1 0</inkml:trace>
  <inkml:trace contextRef="#ctx0" brushRef="#br0" timeOffset="108100">29034 15704 13289,'-22'26'-79,"0"0"0,4-5 1,-1 0-1,-2 7 1,-1-1-1,5-9 0,-1 0 1</inkml:trace>
  <inkml:trace contextRef="#ctx0" brushRef="#br0" timeOffset="109152">29757 14501 7533,'-30'-1'3276,"-9"7"-76,12 36-2930,5-12 89,2 5 1,1 4 225,8-6 0,2-1-405,-1-4 0,1-1 89,1 8 1,8-2 0,14-10 0,5-2-90,13 15-45,0-6 0,2 2-45,-9-5 0,-3 2 134,7 10 1,-5 5 90,-14 3 0,-8-1-270,-1-12 0,-6-3-405,-16 1 0,-9-6-1279,-8-11 1,-2-4 578,13 0 0,1-2 975,-8-2 0,3-3 1,6-4-1,-3 0 1</inkml:trace>
  <inkml:trace contextRef="#ctx0" brushRef="#br0" timeOffset="109900">29986 15455 7533,'-19'0'3276,"3"6"-4375,49-14 1,12-5 199,-25 8 686,10-4 0,9-3 0,-14-2 0,-21-5 0,12-6 0</inkml:trace>
  <inkml:trace contextRef="#ctx0" brushRef="#br0" timeOffset="110069">30145 15121 7533,'-35'12'1529,"16"5"0,2 6 109,-2 11 0,3 6-1441,7-5 0,3 2 1,1 0-708,0 3 0,2 1 1,4-2-661,9 8 1,5-6 733,-2-13 1,3-7 0,20-11 0,-11-17 0</inkml:trace>
  <inkml:trace contextRef="#ctx0" brushRef="#br0" timeOffset="110552">30233 15542 9781,'26'-4'-719,"-7"-15"-181,-1-20 181,-18-5 2698,-18 18 449,-17 37-1484,15 11 1,3 7-540,0 8 0,6 3-1080,11-1 0,8-2-964,8-12 1,5-6 1602,26-8 1,-4-30 0,-17-13 0</inkml:trace>
  <inkml:trace contextRef="#ctx0" brushRef="#br0" timeOffset="110785">30462 15381 7533,'-19'19'3276,"-5"21"-76,22 6-2930,-2-12 0,0 1-405,4-4 0,0-4 135,0-7-180,16-57-315,-7 2 1,2-3-991,9-4 1,3 1 1484,-5 11 0,1 5 0,16 2 0,-9 17 0</inkml:trace>
  <inkml:trace contextRef="#ctx0" brushRef="#br0" timeOffset="111285">30674 15381 7533,'-45'11'3276,"18"8"-346,11 24-3919,32 3 359,-13-3 180,21-23-449,-6-33 179,9-25 540,8 3 180,-15 12 1440,-4 41 898,-16 9-1798,0-1-810,7-15-1169,11-17-1838,2-1 617,5-15 2660,-15 12 0,-2-19 0,-8 10 0</inkml:trace>
  <inkml:trace contextRef="#ctx0" brushRef="#br0" timeOffset="111435">30903 15145 8882,'-19'8'3276,"-5"13"-4034,22 0 758,10 16 0,4-11 0,13-2 0</inkml:trace>
  <inkml:trace contextRef="#ctx0" brushRef="#br0" timeOffset="111735">30921 15356 7533,'-18'27'3276,"1"12"-1065,7-17-1582,10 20-1258,10-16-451,7-7-989,-7-14 540,14-17 1349,-13 4 1080,15 8 2068,-16 14-90,-10 5-2967,-2-1-2340,2-11 2429,25-2 0,-3-10 0,11-2 0</inkml:trace>
  <inkml:trace contextRef="#ctx0" brushRef="#br0" timeOffset="112118">31221 15505 7533,'-26'18'3276,"-1"12"-526,-1 9-1986,17-14 1,5-1-945,14-2-1888,11-34 429,3-13 1,-1-8 751,-7 1 1,-2-3-1,0-3 385,3-6 0,-1-2 1,0 0 650,-4 1 1,-1-1 0,-1 2 629,1 3 1,0 0 0,-1 5 858,0-3 0,-7 16 483,-8 28-1267,-3 30 1,0 16-518,2-18 0,-2 3 1,1 2-1,1 1-404,1 5 0,1 3 0,2-1 0,1 0 67,3-5 0,1 0 0,2-1 0,1-4 0,1 1 0,1-4 0,5-4 0,10-3 0,1-1 0</inkml:trace>
  <inkml:trace contextRef="#ctx0" brushRef="#br0" timeOffset="113018">31450 15790 10051,'39'7'284,"10"-13"1,-17 3 0,1-2 0,-4-4 0,1 0 0</inkml:trace>
  <inkml:trace contextRef="#ctx0" brushRef="#br0" timeOffset="113352">31873 15431 7533,'-43'5'3276,"6"8"-1245,10 17-3650,11 8 989,16 12 540,0-6 900,16-1 809,3-1-1035,-5-20 1,0 0-135,3 23-180,-24-3-1530,-21-10-2017,-9-13 3062,9-8 0,13-16 0,15-2 0</inkml:trace>
  <inkml:trace contextRef="#ctx0" brushRef="#br0" timeOffset="113502">31891 15530 7533,'-12'5'3276,"38"-9"-3700,8-6 0,4-3 424,-3 2 0,-1-2 0,5-7 0,-4-1 0,1-4 0</inkml:trace>
  <inkml:trace contextRef="#ctx0" brushRef="#br0" timeOffset="113702">32156 15158 7533,'-24'32'655,"1"0"0,-1-1 1,2 5-1,0 2 0,3 2 164,6-3 0,1 2 0,2 2 0,0-2-374,-1 10 1,2 1 0,4-3-1539,4-6 1,2-2 0,7-6-547,7-6 1,5-10 1412,19-27 0,-13-7 0,-1-6 0,-7-1 0,-1 0 0</inkml:trace>
  <inkml:trace contextRef="#ctx0" brushRef="#br0" timeOffset="113968">32173 15629 7533,'0'-14'3276,"-15"14"-256,-13 30-1941,13-8 1,1 2-810,-6 2 0,7-1-2339,26 7-1208,17-38 2172,-7-5 0,1 0 3893,11 7-629,-19 10-2159,-9 25-3277,3-18 3196,24-31 1,-21-4 0,11-14 0</inkml:trace>
  <inkml:trace contextRef="#ctx0" brushRef="#br0" timeOffset="114102">32350 15530 7533,'-18'12'3276,"8"0"-1695,26-10-4858,13-14 2994,1-4 0,-7-7 1,-23 11-1</inkml:trace>
  <inkml:trace contextRef="#ctx0" brushRef="#br0" timeOffset="114318">32420 15306 7533,'-11'23'1092,"-1"0"0,1 13 0,0 4 0,2-5 0,-1 2 0,2 0 0,0-2 0,2 0 0,4-4-1464,7 5 1,6-9-2906,16-17 0,3-41 2968,-12 9 1,-3-2 0,-5-20-1,-2 9 1</inkml:trace>
  <inkml:trace contextRef="#ctx0" brushRef="#br0" timeOffset="115002">32508 15542 7533,'-19'12'3276,"11"1"-3584,34-12-2969,3-8 1877,-2-1 1400,-11-9 90,-32 22 1169,5-4 1799,-15 17-719,16 1-2249,2 0-90,32-12 0,-10-14 0,19-12 0</inkml:trace>
  <inkml:trace contextRef="#ctx0" brushRef="#br0" timeOffset="115719">32826 14241 7533,'-29'-21'3276,"5"5"-2184,35 31 0,16 17 0,-2 3 0,-6 6 0,-2 4 0,2 5-546,-4-13 0,1 3 0,2 2 0,-1 1 0,-1 1 0,-2 0 0,-2 1 0,-2 0 0,-1 2 0,-1-1 0,-1 1 0,0 0-363,-1-1 1,0 1-1,-1 1 1,0-2-1,-3 1 1,-1-2-598,-2 4 1,-2-1-1,-2-1 1,-1 0-1,-2-1-242,-2-2 1,0 0-1,-3-1 1,-1-1 0,-2-1-1,-3-4 1,-2 0-1,-2-2 1,0-1 0,1-3 290,-6 10 1,0-5 0,-2-1 0,-3-1 0,-1-3 0,3-5 0,3-10 0,1-1 0</inkml:trace>
  <inkml:trace contextRef="#ctx0" brushRef="#br0" timeOffset="116850">33002 13633 7533,'-29'6'3276,"5"-5"-526,32 10-321,33 7-3522,-4 2 1,7 6 0,-5-2-295,-5-2 0,-3 5 1702,-6 4 0,2 8 0,-4 3 0,-12-2 343,-18 4 1,-12-1 0,2 3 160,8-2 0,2 4 0,2 1 0,0-2-401,1-3 0,0 0 0,3 0 0,2-2-688,6-3 0,2-1 0,3-1 0,0 2 337,2 1 1,2 0-1,-2 1 1,-3 2 417,-7-3 1,-4 2 0,-1 1 0,-3 1 0,1 1 11,-1-1 0,-1 1 1,-2 1-1,0 1 1,-2 0-1,-1 0-407,-1-3 0,-2 1 0,-2 0 0,0 0 0,0 0 0,0 0 0,1 0-116,3-2 0,-1 0 1,1-1-1,1 1 0,-1-1 1,2-1-1,-1-1-630,-2 9 1,1-1-1,0-1 1,2-3 0,1-1 600,1 8 1,3-4-1,-1-4 1,-2 2 0,-1-7-1,-12 5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12:02.76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12559 9085 7533,'-28'-11'3276,"3"3"-76,-8-4-2301,7 19 1,-1 8-451,-6 5 1,1 5-225,-5 8 0,4 4-405,9-2 0,10-1-90,18-6 1,8-1-271,10-1 0,5-4 540,5 0 0,1 1 135,-5 0 0,-5 3 270,-14 7 0,-9 0-1,-9-6 1,-7-1-450,-9 15 0,-5-5-1034,-2-16 0,-1-4-46,5 3 1,3-3 1124,8-11 0,11-10 0,14-3 0</inkml:trace>
  <inkml:trace contextRef="#ctx0" brushRef="#br0" timeOffset="201">12682 9741 10951,'42'-16'-315,"-16"1"0,2-2-1214,9-5 0,-1-1 873,-7 3 1,-3 1-1,7-10 1,-25 17 0</inkml:trace>
  <inkml:trace contextRef="#ctx0" brushRef="#br0" timeOffset="367">12894 9469 7533,'-25'35'819,"-1"0"0,12-4 0,1 1 0,1 0 273,-1 1 0,0-1 0,4 2 0,2 8 0,6 3 0,9-8-1006,22-6 1,6-6-1,-10 2 1,3-7 0,17-17-1,0-1 1</inkml:trace>
  <inkml:trace contextRef="#ctx0" brushRef="#br0" timeOffset="15380">9296 5664 7533,'-8'-42'3276,"6"20"-346,-14 49-2750,14-4 0,2 5-1000,-3 10 1,-2 9 0,0 3 0,3-4 576,3-2 1,2-3-1,-2 3 1,-1-1 0,-3 2-1,1 1 1,2-5 0,2-5-1,1 1 1,-1-1 0</inkml:trace>
  <inkml:trace contextRef="#ctx0" brushRef="#br0" timeOffset="15797">9137 6990 8792,'31'-17'1079,"-5"9"1,3 2-1620,12 0 0,0 5 270,-10 7 1,-5 6 89,-2 4 0,-8 6 180,-22 17 0,-12 7 629,4-9 1,-1 1 0,-1-1-271,-7 9 1,5-2-585,9 4 1,16-9-245,25-30 1,8-10 0,-4 4 0,1-3 0,8-9 0,0 0 0</inkml:trace>
  <inkml:trace contextRef="#ctx0" brushRef="#br0" timeOffset="16213">9278 8292 7533,'2'-30'3276,"22"-2"-2756,16 13 1,8 6-1286,-6 6 1,-2 6 674,-9 4 0,-7 8 420,-19 17 0,-10 11 0,-3-1 749,-3 9 0,-3-1-749,-3-8 0,-2 1 0,11-4-240,19-2 0,10-8-180,2-19 0,5-6 180,16 4 0,0 2 134,-16 0 1,-9 6 45,-25 30 0,-19 10-1200,-2-15 1,-6-1 0,-1-1 519,2 2 0,-1-1 1,0-4-1,-1-5 1,-1-2-1,6-9 0,-7-11 1</inkml:trace>
  <inkml:trace contextRef="#ctx0" brushRef="#br0" timeOffset="16630">10936 4697 7533,'-9'-28'1638,"0"0"0,0-5 213,-7 44-1986,9 30 0,4 14-795,-1-8 1,1 4 0,0 0 601,2-11 0,1 2 0,0-2 1,1-1-1,1 6 0,2-1 1,0-5-1,5 0 0,0 0 1</inkml:trace>
  <inkml:trace contextRef="#ctx0" brushRef="#br0" timeOffset="17013">12312 4487 7533,'-12'5'3276,"22"-3"-2846,30-1 1,12-2-701,-4-6 1,2 1 239,-10 5 0,0 1 0,-4 4 75,-4 5 0,-11 7 584,-23 15 1,-14 7 89,-8 0 1,-8 2 0,0-1-31,3-7 1,1-1 0,4 1-421,-3 17 1,17-9-3547,51-21 1638,-5-14 1,5-7 1116,-9-3 0,2-4 1,0 0 364,1 1 1,0-1-1,-1 1 1,6-2-1,0-1 1,-7 4-1,1-1 1,-1 0-1</inkml:trace>
  <inkml:trace contextRef="#ctx0" brushRef="#br0" timeOffset="17413">13811 4462 0,'-12'-14'3276,"22"4"0,12 10-3142,12-4 0,4 2 345,-8 3 1,-1 2-750,10 2 0,-5 8 135,-19 17 0,-11 6 495,-7-7 0,-7 0 496,-5 0 0,-5 2 0,2-3 223,-5-2 1,8-1 558,21 0 0,10-1-1265,6-3 0,7-4-313,1-6 0,5-2 0,-2 1 74,6 6 1,-6 4 495,-8 1 0,-6 2-271,-12 11-494,-15-5 1,-9-1-1505,-18-2 1,-7-1 1612,15-6 0,-2 1 1,-1 0-1,-4-1 0,-2 0 1,0-2-1,-7 1 0,0 0 1</inkml:trace>
  <inkml:trace contextRef="#ctx0" brushRef="#br0" timeOffset="23083">16281 3124 7533,'-10'-49'2158,"-6"20"-1168,6 0-181,-1 44 1,-3 15-518,1 5 0,-1 9 1,1 4-1,2-3-550,1 1 0,1-2 1,3 5 257,-2-4 0,-1 7 0,3 0 0,4-7 0,11-12 135,25-5 0,8-20-225,-12-21 0,0-13 0,-2-3 120,5-1 0,-1-5 0,-6-6 149,-12 2 1,-4-8 0,-3-2 0,-4 3 0,-4 6-150,-6 2 0,-6 6 0,-2 1-1123,-4 0 1,-4 2 0,0 10 928,-26 19 0,26 17 1,7 5-1,16 14 1</inkml:trace>
  <inkml:trace contextRef="#ctx0" brushRef="#br0" timeOffset="23214">16598 3086 7533,'-27'6'3276,"9"6"-3106,18 13 0,18 1 1,9 4-1</inkml:trace>
  <inkml:trace contextRef="#ctx0" brushRef="#br0" timeOffset="23351">16651 3520 7533,'-15'28'655,"1"-1"0,-2 19 1,34-9-1,9-14 0</inkml:trace>
  <inkml:trace contextRef="#ctx0" brushRef="#br0" timeOffset="26183">14111 9580 7533,'-27'-7'2069,"1"2"-990,9 5-180,-17 27-134,11 9 0,1 7-136,6-6 1,0 3-1,1 0-565,1-1 1,1 1 0,5-2-155,5 13 0,14-12-634,12-29 1,7-12-582,11-18 1,0-15 464,-12-1 1,-1-6-1,-3 0 670,-2 5 0,-2 1 1,-4 0 394,-2-15 0,-5 7-45,-2 15 2428,-16 51-1079,7 4 0,1 5-1349,-5 15 0,2 3-1260,6-15 1,2 0 0,2 0 1079,1 0 0,1 0 0,2-4 0,3-3 0,1-2 0,2-5 0,0 0 0</inkml:trace>
  <inkml:trace contextRef="#ctx0" brushRef="#br0" timeOffset="26433">14358 9605 7533,'0'26'1638,"0"0"0,0 5 0,0 10 0,0 5-1124,2-7 1,1 3-1,0-1-664,0-1 0,0 0 0,1-4-75,0 6 1,1-17 224,3-32-60,-1-18 0,-3-14 0,1 1 150,0 3 0,2-1-720,2-4 0,2-4 1,2 8-1010,4 11 1,1 4 1332,20-11 1,-11-2 0,-11 21 0</inkml:trace>
  <inkml:trace contextRef="#ctx0" brushRef="#br0" timeOffset="26717">14605 9667 3131,'-18'-5'3276,"9"14"-1638,7 14 0,4 7 0,2 15 0,1 6-1255,-1-6 1,-1 4 0,0-4 175,0 10 0,2-11-379,3-19-360,3-51 1,3-20-301,-2 13 0,0-3 0,2-1-613,5-4 1,2-2 0,-1 6 616,0 6 1,0 3 0,1 1 0,-1 3 0,-3 5 0</inkml:trace>
  <inkml:trace contextRef="#ctx0" brushRef="#br0" timeOffset="27067">14940 9741 7533,'-32'15'1092,"-1"-1"0,2 6 0,4 4 546,10 5 0,6 0 1074,1 17-5500,28-34-489,19-44 2307,-14 9 0,-1-1 1285,-3 3 0,-2 4 1843,0 11 1118,-9 44-1604,-8 3-2212,0 2-2737,24-25 2457,-18-13 1,33-16 0,-20-2 0</inkml:trace>
  <inkml:trace contextRef="#ctx0" brushRef="#br0" timeOffset="27367">15099 9767 7533,'-18'43'3276,"8"0"-1638,6-16 0,1 0-455,3 9-1273,15-1-1889,21-40 990,-13-21 0,1-8 359,3 6 0,-1-1 900,-8-12 0,-1 14 3006,0 43-1946,-16 19 1,-9 12-1129,0-12 0,-1 4 1,-3 3-1,-3-1-538,-1 0 0,-3 2 0,-2 0 0,-2 0 0,-1-2-320,-3-1 1,-2 0-1,-1-2 1,0 0 0,1-1 410,-3 3 0,2 0 0,-1-3 0,0-4 0,-6-1 0,-1-4 0,5-6 0,12-7 0,-1-1 0</inkml:trace>
  <inkml:trace contextRef="#ctx0" brushRef="#br0" timeOffset="27767">15434 9432 7533,'8'-24'3276,"25"-1"-1638,-7 14 0,3 2-2126,10 3 1,2 0-1152,4-3 1,-1 1 1584,-11 5 1,-2-2-1,-4-3 1,-3-2-1,2-2 1</inkml:trace>
  <inkml:trace contextRef="#ctx0" brushRef="#br0" timeOffset="27951">15646 9371 7533,'-18'29'655,"0"1"0,1 0 1,-2 13-1,1 5 0,2 1 164,3-10 0,1 1 0,1 1 0,2 1 0,0 7 0,3 2 0,1 0 0,5-5-703,3 0 0,4-3 0,9-8-1209,11-11 1,7-7 0,1-8 714,6-11 1,0-10-1,-6-5 1,0-5 0,-5-1-1,-8-4 1,-1-1 0</inkml:trace>
  <inkml:trace contextRef="#ctx0" brushRef="#br0" timeOffset="28367">15787 9519 7533,'-30'-5'3276,"7"3"0,54-3-1103,1 5-2893,-2 1 1,0 3-1170,8 19 1304,-30 0 0,-7 4 1170,-12 7 0,-5 2 134,4-3 1,0-1-271,1-6 1,7-4-540,31-4 90,10-13 270,-1 11-90,-34 0-270,-13 7 0,-6 0-270,-22 1-1079,13-4 0,1-6 1439,-2-18 0,9-10 0,10-17 0</inkml:trace>
  <inkml:trace contextRef="#ctx0" brushRef="#br0" timeOffset="28716">16104 9371 11490,'32'-13'1799,"-9"6"-1754,7 1 0,-1 7-45,0 32 405,-10 2 0,-4 9 22,-12-10 0,-3 3 1,-1 3-1,1-1-228,2 6 1,0 1 0,0 1-1,-2 0 453,-4 0 0,-2 1 0,-1-1 1,0-2-174,0 4 1,-1-3 0,-4-4-20,-3-10 1,-4-3-1,0-4-1180,-8 1 1,-1-11-920,-5-20 1,5-11 1169,14-5 1,6-4 0,2-8 0,7 0 0,12-3 0,1 0 0</inkml:trace>
  <inkml:trace contextRef="#ctx0" brushRef="#br0" timeOffset="28897">16545 9420 7533,'8'-14'3276,"10"3"-2531,6 7 1,3 3-1376,22-1-539,-19 0 0,0-1 1169,14-3 0,-25 5 0,-3-4 0</inkml:trace>
  <inkml:trace contextRef="#ctx0" brushRef="#br0" timeOffset="29084">16598 9482 7533,'-14'21'819,"1"0"0,-2 7 0,0 4 0,4 2 273,3 9 0,5 4 0,0 1-273,-3-5 0,0 1 0,1 0 0,6-1-625,6-2 1,5 0 0,2-4 0,2-4-1834,11 6 1,5-15 1169,12-27 1,0-16 0,-10-6 0,-5-7 0,-4-6 0,1-1 0</inkml:trace>
  <inkml:trace contextRef="#ctx0" brushRef="#br0" timeOffset="29433">16898 9605 10141,'-8'18'3276,"-2"1"0,1 6-293,16-11-6221,21-9 3148,1-6-1439,5-5 1349,-25 6-1619,-9 23 1799,-17 21 674,3-15 1,0 1-46,7-4 1,3-1-450,6 4-90,25-13 360,0 9 629,-9 19-449,-34 2-2159,-13-15 1529,-8-36 0,3-17 0,17-21 0</inkml:trace>
  <inkml:trace contextRef="#ctx0" brushRef="#br0" timeOffset="29817">17110 9432 7533,'17'0'3276,"9"0"0,1 0-564,9-5-2172,-9 3-180,-2-3 0,-15 22-1,-2 9-134,-7 4 0,-2 5 45,1 10 0,0 4-341,-2-8 1,-1 3 0,0 1 205,3-8 0,0 1 0,0 0 0,-2 0 314,-4 7 1,-3 0 0,1-2-300,3-6 1,0-1 0,-5-4-1230,-15 4 0,-9-6 1079,5-11 0,-5-4 0,1-1 0,-7 1 0,0-2 0,7-4 0,-1 1 0,1 0 0</inkml:trace>
  <inkml:trace contextRef="#ctx0" brushRef="#br0" timeOffset="30301">17551 9804 7533,'-38'5'3276,"21"2"0,50-6-4304,-2-6 1,3-2 1027,0 0 0,-2-1 0,-4-4 0,-5 0 0,-7 0 0</inkml:trace>
  <inkml:trace contextRef="#ctx0" brushRef="#br0" timeOffset="30449">17533 10051 7533,'0'20'3276,"31"-8"-2808,-1-20 0,3-6 0,1 6 0,1-2 0,7-10 0,0-1 0</inkml:trace>
  <inkml:trace contextRef="#ctx0" brushRef="#br0" timeOffset="31612">18045 9283 8522,'-18'-6'1979,"8"-5"1079,10 9-1439,41 2-2159,-6 1 1,3 0-361,7 2 1,2-1 899,3-4 0,-4-1 0,1 1 0,-16-3 0</inkml:trace>
  <inkml:trace contextRef="#ctx0" brushRef="#br0" timeOffset="31897">18186 9371 8252,'-18'31'819,"0"1"0,4-1 0,-1 4 0,1 4-164,3-4 0,1 3 1,-1 3-1,1 0 0,-1 1-451,2-3 0,0 2 0,-1-1 1,1 2-1,0 0 0,1 1-24,-2 3 0,1 2 0,0 0 0,0 1 0,0-1 0,2-1 14,0-3 1,0 0 0,1-1 0,0 0 0,1-1 0,0-1 359,1 3 1,-1-2 0,2 0-1,0-2 1,1-2 164,-1 10 1,1-2 0,7-6-758,11 2 1,9-10-1178,8-13 1,6-8 121,-4-7 1,2-3 0,-1 0 545,7-1 1,-2-2 0,2-1 0,-3 1 0,5 2 0</inkml:trace>
  <inkml:trace contextRef="#ctx0" brushRef="#br0" timeOffset="34884">17039 3334 8882,'-10'13'3276,"3"-1"-1155,38-11-2841,-8-12 1,1-6-271,9-13 1,-1-4 584,-4 1 0,-11-1 630,-23 1 0,-12 11 1079,-16 35 1,-6 18-213,12-9 0,2 4 0,1 3-445,-1 8 0,2 5 0,8-1-1007,9 10 0,14-5-1259,14-11 0,9-8-20,-2-13 1,2-7 1509,10-2 1,-1-7-1,-15-11 1,-3-5 0,12-13-1</inkml:trace>
  <inkml:trace contextRef="#ctx0" brushRef="#br0" timeOffset="35296">17374 3136 7533,'-19'25'3276,"3"16"-1638,14-10 0,4 0-417,1-6 1,2 0-2032,5 21-1529,7-73 1260,0-1 0,0-3 944,-7 2 0,1 1 404,7-1 1,-2 13 2879,-7 50-811,-1 14-2068,-5-20 0,2-4-630,13 0-719,17-49-1,-6-3 1620,5 25-180,-25 26-1260,-5 9 1,0 4-2378,12 10 2904,-12-10 1,27-25-1,-11-11 1</inkml:trace>
  <inkml:trace contextRef="#ctx0" brushRef="#br0" timeOffset="35650">17780 3260 7533,'-29'19'3276,"5"-7"-1425,24-17-1671,8-14 0,10-2-900,1 3 180,14 12 450,-13 45 630,-17-3 0,-4 4-360,1 2 0,-4 4-247,-4-7 0,-5 5 1,-1 1-1,0-5 37,-1-3 0,-1-3 0,0 1-510,-2 9 0,-1 1 1,1-6 539,0-4 0,1-9 0,1-8 0,16-20 0</inkml:trace>
  <inkml:trace contextRef="#ctx0" brushRef="#br0" timeOffset="35884">17815 3297 8972,'39'-30'1638,"-15"18"0,1 3-713,16 1 1,-1 4-476,7 10 89,-31 36-539,-39-6 0,-13 2-1093,9-11 1,-2 0 0,0-1 545,-5 10 1,0-3 0,-4-10 0,5-6 0,14-5 0</inkml:trace>
  <inkml:trace contextRef="#ctx0" brushRef="#br0" timeOffset="36317">18080 3185 11580,'39'1'81,"0"0"1,0 0 0,-5-7 0,-2-3 0,0-1 0,2 2-1,0-2 1,-4-2 0,-1-11 0,-1-1 0</inkml:trace>
  <inkml:trace contextRef="#ctx0" brushRef="#br0" timeOffset="36479">18327 2838 0,'-17'21'819,"0"0"0,7 8 0,1 6 0,-1 1 273,-4 3 0,-2 0 0,3 3-953,6-2 0,2 4 1,1-1-1,0-3-469,0-1 0,-1-3 1,7-1 163,11 14 0,7-10 1,3-18-1,19-12 1</inkml:trace>
  <inkml:trace contextRef="#ctx0" brushRef="#br0" timeOffset="36784">18450 3248 7533,'-11'35'1092,"0"1"0,0 0 0,5 10 373,10 0 0,10-13-3084,12-44 0,5-15 494,1-1 1,0-1 1439,-3-2 0,-7 15 1934,-12 43-720,-12 13 0,-6 9-1140,-1-4 1,-3 3 0,-2 1-524,2-11 0,0 0 1,-2 0-1,-1-1-338,-1-2 0,-1 0 0,-2-2 0,0-2-621,-4 5 1,-2-3 0,1-4 739,-4 0 1,1-5 0,-6-3 0,25-22 0</inkml:trace>
  <inkml:trace contextRef="#ctx0" brushRef="#br0" timeOffset="37067">19085 3173 7533,'-41'-12'3276,"2"32"-1638,8-5 0,1 5-102,5 11 0,5 7-1626,2 4 0,9 1-1549,12-5 1,9-4 1592,9-8 0,5-7 0,-2-8 1,1-7-1,0-13 0,-1-1 0</inkml:trace>
  <inkml:trace contextRef="#ctx0" brushRef="#br0" timeOffset="37346">19138 3260 7533,'0'44'3276,"24"-13"-616,21-35-3739,-20-9 0,-1-6 359,-2-4 0,-9-1 855,-17-4 0,-10 8 1574,-33 28-71,15 6 0,2 6-668,9 11 1,4 3-1016,2-5 0,7-2-1574,31 9 450,-1-24 1169,21-12 0,-8-12 0,1-8 0</inkml:trace>
  <inkml:trace contextRef="#ctx0" brushRef="#br0" timeOffset="37584">19544 2777 7533,'-28'23'1638,"6"4"0,3 5 0,12 2 0,1 5-819,-5-3 0,-2 4 0,0 3 0,3-2-724,3 8 0,4-1 0,-1 1-343,-2-9 1,-1 2 0,2-2 0,5-5-1392,10 7 1,6-19-1,6-42 1,3-17 1333,-4 6 0,0-4 0,-1-2 0,-1-8 0,-1-2 0,-2 1 0,-1 13 0,-1 0 0,0 0 0</inkml:trace>
  <inkml:trace contextRef="#ctx0" brushRef="#br0" timeOffset="37713">19720 2801 7443,'-6'36'1092,"-3"-2"0,-4 7 0,0 1 0,0 2 0,-1 2 0,0 3-437,1-5 0,-2 3 1,1 2-1,3-2 0,5-4-1178,9 3 0,6-3 0,-1-2 63,-7-1 0,-1-1 0,9-8 0,18-8 0,4-13 0,5-24 1</inkml:trace>
  <inkml:trace contextRef="#ctx0" brushRef="#br0" timeOffset="38563">16298 4090 8612,'-17'6'3276,"-9"34"-2621,19-2 1,2 5-656,0-11 0,-2 2 0,4-1 0,5 15 0,4-2 0,-1-14 0,-1 0 0</inkml:trace>
  <inkml:trace contextRef="#ctx0" brushRef="#br0" timeOffset="38734">16686 4202 9602,'-19'18'2518,"11"6"-2518,18 3 0,7 3 0,1-5 0</inkml:trace>
  <inkml:trace contextRef="#ctx0" brushRef="#br0" timeOffset="38851">16704 4450 7533,'-14'30'629,"1"0"1,9 2 0,6 0-630,9 14 0,2-21 0,2-4 0,10-2 0</inkml:trace>
  <inkml:trace contextRef="#ctx0" brushRef="#br0" timeOffset="40362">17304 4165 7533,'-10'-13'3276,"10"23"-1638,10 15 0,5 9-546,0 4 0,0 5 0,1 2-1710,-3-9 0,1 2 1,0 0-1,-1 0 198,5 8 0,0 1 1,-1-3-674,1-1 1,0-2 0,-3-8 436,7 6 1,-8-12-1,-5-4 1,-9-17 0</inkml:trace>
  <inkml:trace contextRef="#ctx0" brushRef="#br0" timeOffset="40565">17709 4152 7533,'-25'14'1092,"-1"0"0,-1 16 0,0 7-273,4-6 0,-2 3 0,1 2 0,2 0-1111,3-1 0,3 1 0,-1 1 0,0-1-496,-4 3 1,-2 1 0,1-1 0,4-4 787,-3 9 0,4-5 0,3-8 0,3-4 0,3-3 0</inkml:trace>
  <inkml:trace contextRef="#ctx0" brushRef="#br0" timeOffset="42517">18027 4375 10681,'-20'11'3276,"5"31"-2486,13-3 1,4 3-971,-2-1 0,0-1-540,0 2 1,0-5-270,0-13-136,14-40 1,3-13 854,-1-7 90,7-8 0,3 1 1799,1 9 1,1 15 268,-11 33-808,-9 7-1260,0 3 0,2-19 90,7-5-180,1 6-180,-8 6-539,5 8-2288,3-7 2979,25-29 0,-4-2 0,-13-3 0,-1 0 0</inkml:trace>
  <inkml:trace contextRef="#ctx0" brushRef="#br0" timeOffset="42816">18468 4400 8612,'-28'20'3276,"-5"3"-166,14 7-2570,1-2 540,2 13-1170,22-9-2609,-4-6 1,24-30 1348,-8-12 1,-1-7 1079,-2-6 0,-1-1 1439,3 3 1,0 8 899,-8 19 450,-1 35-2519,-4-10 0,0 1-3149,6 16-128,15-22 2859,-13-15 1,12-17-1,-15-7 1</inkml:trace>
  <inkml:trace contextRef="#ctx0" brushRef="#br0" timeOffset="42984">18609 4499 3310,'0'-19'3276,"0"12"0,0 19 0,0 26-1190,8-4-3165,-6-4 118,21-46-658,-13-14 0,0-7 1619,11-4 0,1 0 0,-7-1 0,-1 3 0,3 13 0,0 0 0</inkml:trace>
  <inkml:trace contextRef="#ctx0" brushRef="#br0" timeOffset="43467">18874 3954 9332,'-10'28'1638,"5"5"0,2 7-546,2-3 0,2 4 0,-1 2-692,0-1 0,0 2 0,0 1 0,0-3-400,0 4 0,0-1 0,0-4-1170,0 14 1,0-13-723,0-26-716,23-58 1575,-12 10 1,0-1 717,6 0 0,1 1 630,-5 1 0,0 3 134,4 8 271,9-3 1381,-14 22-212,3 1-1619,-30 23 809,-5 5 1350,-7 9-990,9-12-2248,34-2 809,5-7 0,3-1 0,17 6 0,-17-6 0,1-1 0</inkml:trace>
  <inkml:trace contextRef="#ctx0" brushRef="#br0" timeOffset="44597">16122 5131 7533,'-10'6'3276,"34"1"-1155,15 5-2346,-10-5 0,-3 4-135,-13 13 0,-7 4 900,-10 17-330,-7-15 0,-5 3 0,0-3 1049,-1-4 0,5-2-2428,26 24 539,11-44 1,6-8 629,11-1 0,1-5 0,-3-7 0,-2-2 0,-12 3 0,-1 0 0</inkml:trace>
  <inkml:trace contextRef="#ctx0" brushRef="#br0" timeOffset="44767">16828 5168 7533,'-36'0'3276,"17"6"-1875,11 12-1401,18 3 0,7 9 0,1-5 0</inkml:trace>
  <inkml:trace contextRef="#ctx0" brushRef="#br0" timeOffset="44897">16792 5429 7533,'-13'21'1638,"-1"0"0,-4 13-1088,42 7 0,-1-15 0,3-11 0,-1 1 0</inkml:trace>
  <inkml:trace contextRef="#ctx0" brushRef="#br0" timeOffset="45451">17445 5193 7533,'-23'11'1092,"1"0"0,-2 20 0,5 10-273,11-7 0,3 6 0,2 1 0,-1-2 115,-3 6 0,0-1 0,5 1-709,8-4 0,4 2 0,2-2 0,0-8-690,-2-5 1,5-9 509,31-4 0,6-19-375,-20-19 0,-2-12 1,0 0 209,2 5 0,1 0 0,-4-4 75,-6 1 0,-2-3 0,-3-2 0,-3 0 45,-3-12 0,-5-2 0,-9 6 704,-13-1 1,-11 5-945,5 11 0,-5 2 0,-1 12-1399,-20 25 1,2 16 1329,11-4 1,5 6 0,6 8 0,7 2-1,6 1 1</inkml:trace>
  <inkml:trace contextRef="#ctx0" brushRef="#br0" timeOffset="46533">18009 5354 7533,'-9'22'3276,"1"12"-1638,7-2 0,2 3-1406,-1-5 0,0-1-772,0 21-1439,15-48 1170,5-36 764,1 8 0,1 0 584,7-13 1620,5 34-360,-32 36-1259,4 4 89,-22 6-179,14-27-90,-6-3-540,24-22-3097,3-8 438,17-7 1200,-18 8 1,-1 0 57,10-3 952,-1-8 629,-1 10 0,-13 5 899,4-3-629,-16 16 1889,0-4 1117,0 10-346,-8 24-1850,-2 11-1800,0 5-1619,10-14-938,26-59 2417,-12 2 1264,3 0 1,-3 4 2114,-12 15-810,6 21-2429,0 12-2557,-6-7 0,21-19 2366,-11-19 1810,5 4 1260,-9 9 179,-8 25-1798,0 8 90,0-8-270,0-19-2789,0-30 2429,8 5 0,0-1 0,-4-21 0,12 0 0</inkml:trace>
  <inkml:trace contextRef="#ctx0" brushRef="#br0" timeOffset="46901">18574 5032 7533,'0'35'1092,"0"0"0,-4 9 0,0 1 328,2-4 0,2 0-1555,0-2 0,0 1-90,0 3 1,2-3-1485,6-1-720,0-8-180,1-43 2250,17-15 359,-16 1 0,-1-3 0,9-2 0,-2 0 180,-4-16 2248,3 17 271,-30 42-2430,3 5 855,-5 2 1,0 2 944,6-1-1259,26 5-3149,25-1 2339,-9-14 0,0-1 0,14 10 0,-11-1 0</inkml:trace>
  <inkml:trace contextRef="#ctx0" brushRef="#br0" timeOffset="57763">18591 9432 7533,'-17'6'3276,"-1"17"0,0 10-2775,13-7 1,1 3-187,-2-1 0,4 0 179,10 2 1,7-4-450,9-7 0,5-10-180,12-20 1,1-12-1,-3 0 0,-4-6-241,-12 1 1,-3-4-1,-4 1 241,-5-3 1,-5 1 134,2 4 0,-8 1 450,-16 1 1,-7 5-361,-10 7-3,-5 13 1,-1 12-1727,5 24 1,6 9 1539,11-14 1,2 1-1,-3 9 1,7-1-1,19-3 1</inkml:trace>
  <inkml:trace contextRef="#ctx0" brushRef="#br0" timeOffset="58296">19332 9543 9332,'-13'38'1092,"-1"0"0,2-1 0,6 0 546,12 9 0,12-9-1676,7-24 0,5-11-277,8-14 0,-2-12-315,-5-14 1,-7-6 584,-7 8 0,-11 1 45,-14 9 0,-9 5-315,-11 7 0,-5 10-360,-5 18 1,2 10 674,8-1 0,7 4 0,5 2 0,10 1 0,20-8 0,0 1 0</inkml:trace>
  <inkml:trace contextRef="#ctx0" brushRef="#br0" timeOffset="58630">19879 9667 9062,'-18'36'3276,"16"14"-1676,16-28 0,6-3-2005,6-8 1,5-8-406,10-14 1,-2-12 719,-6-9 0,-11-6 764,-17 5 1,-8 2 44,-13-12-314,-21 34 0,-8 12-1185,14 9 1,1 6-1,1-1 624,-11 4 1,1 2 0,-1 7-1,6 1 1,8 5 0</inkml:trace>
  <inkml:trace contextRef="#ctx0" brushRef="#br0" timeOffset="60549">18662 10076 7982,'-18'24'1638,"9"-2"0,1 4-956,-2 22-457,5-18 0,2 0 405,3 13-361,31-22-179,1-10-315,5-25 1,2-12-226,-13 1 0,-3-4 225,8-10 0,-11-3 855,-21 9 0,-12 3-136,-6 4 1,-9 9 0,-16 20 0,-2 15-495,14 6 0,5 5 0,4 1 0,7 2 0,21 0 0,0 0 0</inkml:trace>
  <inkml:trace contextRef="#ctx0" brushRef="#br0" timeOffset="61150">19279 10064 7533,'-17'-7'3276,"15"7"0,19 7-2415,8 1 1,3 2-1852,-2-3 1,-3 5 314,-4 14 1,-10 6 269,-21 5 0,-12 3 1497,7-10 0,-3 1 0,-1-1-571,-17 9 0,13-4-1241,39-5 720,18-31 0,10-10 0,2 1 0,0-2 0,-10 0 0,-1 0 0,0 0 0</inkml:trace>
  <inkml:trace contextRef="#ctx0" brushRef="#br0" timeOffset="61651">19826 10212 7533,'-22'37'1092,"-1"-1"0,4 3 0,11-2 546,18-3 0,11-9 0,13-14 0,6-13-1586,-6-11 0,1-8 0,-2-3-576,3-7 0,-3-4 1,-6-2 493,-8-1 0,-6-1 0,-7 3 730,-9-8 1,-12 12-1466,-24 28 1,-10 16 764,12 4 0,-1 6 0,1 2 0,2 3 0,1 2 0,3 2 0,6-2 0,0 1 0,1-1 0</inkml:trace>
  <inkml:trace contextRef="#ctx0" brushRef="#br0" timeOffset="62081">18680 10671 7533,'-36'30'1638,"20"8"0,5 6 0,2-8 0,8-1-1182,20 5 1,11-10-862,3-24 1,3-13-1235,3-13 1,-4-8 971,-4 0 0,-13-2 1231,-23 1 1,-13 6 64,-21 18 1,-9 11-180,3-8 0,0 8-1543,6 17 1,1 10 0,11-2-2185,16 8 2951,13-3 0,11-5 0,18-26 0,7-10 1,-7 2-1,1-1 0</inkml:trace>
  <inkml:trace contextRef="#ctx0" brushRef="#br0" timeOffset="62351">19262 10795 7533,'-19'30'1092,"0"-1"0,0 3 0,5 1 546,10 3 0,6-2 0,0-5 0,6-8-672,35-31-1506,-26-8 0,-3-5 135,7-14 1,-8-2 134,-20 5 0,-10 5-1709,-22 3 340,11 28 1,1 9 1625,-8 18 0,19 13 1,16-17-1</inkml:trace>
  <inkml:trace contextRef="#ctx0" brushRef="#br0" timeOffset="62650">19650 10907 7533,'-24'39'1092,"1"0"0,6-13 0,8-2 2184,35 17-1695,7-53 0,4-16-2211,-13 7 1,-1-4-1,-1-2 480,2-4 0,-1-2 0,-9 1 465,-15-7 0,-14 9 0,-18 20 0,-7 13-1954,1 6 1,0 5 1591,2 4 1,5 3 0,9 8 0,23-17 0</inkml:trace>
  <inkml:trace contextRef="#ctx0" brushRef="#br0" timeOffset="63134">20338 9532 7533,'-10'5'3276,"18"2"-1638,17-1 0,8-1 0,8 4 0,3 0-1257,-8-2 1,1 1 0,-2 2-877,5 8 1,-8 7 899,-10 10 0,-11 8 374,-13-2 1,-9 5-1,-1 2-900,5-10 1,-1 2 0,0 1 0,0 2 0,0 1 209,-1 0 1,0 3 0,0 1 0,-1 0 0,2 1 0,0 0 0,2-6 0,0 0 0,1 1 0,1 0 0,-1 0 0,0 0 0,1-2 149,-2 4 1,1 0 0,0-1 0,0-1 0,-1-1 0,-1-1 408,-1 10 0,0-2 0,-3-3 0,-5-8-409,-6-6 1,-4-7 0,-4-5-1260,-13-4 1,-5-6 0,0-6 858,3-4 0,1-4-1,-1 0 1,-2 2 0,0 1 0,2 0 0,-2-3 0,0 0 0</inkml:trace>
  <inkml:trace contextRef="#ctx0" brushRef="#br0" timeOffset="100565">22931 9197 7803,'-36'10'1638,"1"0"0,-12 3-546,22 7 0,-1 8 0,4-2-1566,5-1 1,1 0 608,-14 11 0,1 1 32,13-3 1,5-2-78,1 9-101,11-14 1,8-2-170,14-5 0,5-3 180,-8 0 0,1-1 0,6 1 0,-3 2 315,-8 3 0,-7 3 179,-12 5 1,-7 3-630,-6 12 0,-6-2-1079,-8-7 0,-4-6 1214,5-6 0,3-12 0,0-26 0,28-24 0</inkml:trace>
  <inkml:trace contextRef="#ctx0" brushRef="#br0" timeOffset="100713">22860 9704 7533,'27'20'3276,"-1"9"-436,-8-20-321,7 19-2924,7-25 0,3-3-404,10 11-830,1-19 1,-2-7-492,-13-1 2130,-9-1 0,-3-2 0,-1-11 0,0-2 0</inkml:trace>
  <inkml:trace contextRef="#ctx0" brushRef="#br0" timeOffset="100863">23195 9519 7533,'-25'37'1092,"-1"0"0,5-4 0,3 4 0,4 5 0,3 5 0,1-4-574,0-4 0,4-2-1418,8 11 1,4-4 359,4-9-2217,23 0 2757,-11-22 0,11-13 0,-15-7 0</inkml:trace>
  <inkml:trace contextRef="#ctx0" brushRef="#br0" timeOffset="100984">23266 9840 7533,'8'27'3276,"9"-4"-256,18-16-5179,3-7 2159,5-12 0,-16-8 0,-1-5 0</inkml:trace>
  <inkml:trace contextRef="#ctx0" brushRef="#br0" timeOffset="101130">23407 9642 7533,'-5'30'1092,"0"-1"0,-3 12 0,0-2 2184,-1 4-2640,3-5 1,2 1-2076,3-12 0,2-1 1439,1 18 0,13-21 0,-5-18 0</inkml:trace>
  <inkml:trace contextRef="#ctx0" brushRef="#br0" timeOffset="101264">23636 9655 7533,'-9'29'1092,"0"0"0,-3 7 0,-1 5 0,6-7 0,0 3 0,1-1-1404,-4 13 1,3-3-1,5-10 1,4-4 0,8 9-1</inkml:trace>
  <inkml:trace contextRef="#ctx0" brushRef="#br0" timeOffset="101529">23918 9642 7533,'-17'0'3276,"7"0"0,26-5-2954,8-4 0,4 0-322,5 2 0,1-1 0,6-6 0,-1-1 0,-9 5 0,0 0 0</inkml:trace>
  <inkml:trace contextRef="#ctx0" brushRef="#br0" timeOffset="101664">23989 9878 11670,'41'-4'468,"0"0"0,0 1 0,7-3 0,-4-2 0,-1-4 0,-1-1 0</inkml:trace>
  <inkml:trace contextRef="#ctx0" brushRef="#br0" timeOffset="102213">24730 8961 7533,'-20'-20'3276,"4"-2"-2235,16 15 938,32 0-2159,-2 4 0,3 1-45,-4 1 1,2 2-869,4-1 1,3 0 0,-5 0 947,-7 0 0,-1 0 0,10 0 1,-1 0-1,9 0 0</inkml:trace>
  <inkml:trace contextRef="#ctx0" brushRef="#br0" timeOffset="102446">24888 8986 7533,'-24'32'409,"-1"0"1,1 0-1,-1 0 1,4 6-1,1 3 1,1 1 0,1 1-1,0-2 93,0 2 0,1-1 1,2 1-1,1 5-400,4-7 1,1 3 0,1 2 0,1 2 0,0-1 0,2-2 0,0-2-49,1 2 0,1-2 0,1-1 0,1 0 0,1-1-36,0 1 0,0-1 0,2 0 0,1-1 0,2 0-63,4 11 0,3 2 0,2-6 0,2-11 90,2-12 0,5-7-792,13 4 1,7-1 0,-1-11 746,3-19 0,1-7 0,-8 10 0,2 0 0,-3-4 0,5-16 0,1 0 0</inkml:trace>
  <inkml:trace contextRef="#ctx0" brushRef="#br0" timeOffset="103763">25135 9073 7533,'-4'-26'3276,"32"8"-1946,9 13 0,6 4-1600,4 1 1,-2 6-1,-3 7 0,-11 8 495,-24 13 0,-12 7 284,-5-8 1,-5 3 0,-1-2-365,-8 10 0,-1-3 754,-9 0 1,13-7-75,33-14-2464,10-16 1,7-6 1579,12-6 0,4-5 1,1-2-1,0-3 0,-9 0 1,0 0-1</inkml:trace>
  <inkml:trace contextRef="#ctx0" brushRef="#br0" timeOffset="104400">25929 8999 7533,'-18'30'1092,"-1"0"0,-1 9 0,7 3-26,9-5 1,5 3 0,7-6-528,19-4 1,5-8-360,15-6-307,-14-32 1,2-15-1,-5-2 127,-3-7 0,-7-5-120,-8 8 0,-2-3 0,-2 3 165,3-4 0,-9 5-90,-23 6 0,-7 9 45,3 14-45,-15 8 0,0 9-943,20 9 1,6 5 987,2-1 0,5 2 0,13 19 0,37-22 0</inkml:trace>
  <inkml:trace contextRef="#ctx0" brushRef="#br0" timeOffset="104683">26370 9098 7533,'-10'32'1092,"1"0"0,1-6 0,8-2 546,19 0 0,11-9-1047,6-26 1,2-14-922,-6 2 0,0-4 1,-4-3-1,-1-4 0,-4-4 0,-10 2 645,-13-7 0,-16 11-90,-17 24 0,-8 13-225,9 3 0,0 5 0,2 3 0,1 4 0,3 2 0,2 1 0,4 7 0,-1-1 0</inkml:trace>
  <inkml:trace contextRef="#ctx0" brushRef="#br0" timeOffset="105396">25347 9716 7533,'-35'21'1638,"23"9"0,4 8-546,1-5 0,0 3 0,6 0-488,6 2 0,5 1 1,6-8-425,9-3 0,5-16-270,8-29 0,-2-17-210,-14 8 0,-3-4 0,-5-3-793,-6-11 1,-6-3 0,-4 5 335,-1 9 0,-8 4 1007,-22-6 0,-6 14-880,13 27 1,1 9 629,-9 0 0,5 4 0,16 6 0,8 2 0,11 0 0,0 0 0</inkml:trace>
  <inkml:trace contextRef="#ctx0" brushRef="#br0" timeOffset="105733">25947 9630 5627,'-28'-6'3276,"11"5"0,25 1-559,3 1-2196,19 2 0,5 0-836,-10-3 0,1 0-225,10 5 1,-1 1-1,0 2 225,-33 19 1,-12 8 673,-14 4 1,-5 1 209,11-8 1,1 1 0,1-1-1207,-8 9 1,13-7-2641,46-11 2996,8-25 1,-9-6 0,-1-3 0,2-1 0</inkml:trace>
  <inkml:trace contextRef="#ctx0" brushRef="#br0" timeOffset="106047">26476 9853 7533,'-15'21'1638,"1"-1"0,-2 4 842,41 5-2930,8-37 1,3-12-406,-5-6 1,-1-6 674,5-4 0,-10-1 585,-20 8 0,-10 2 44,-16-1 226,-17 40 0,-6 15 44,9-5 1,1 4-1189,6-2 1,0 2 0,4 0 0,-1 0 0,7-1 0,2 9 0</inkml:trace>
  <inkml:trace contextRef="#ctx0" brushRef="#br0" timeOffset="107046">25400 10349 7533,'-27'5'3276,"1"19"-2126,19 4 1,4 4-612,1 2 1,4 0-495,17 7 0,3-2-45,4-1-225,9-28 0,2-14-135,-10-26 1,-7-11 538,0 4 1,-8-3 180,-12 5 0,-6-2 0,-6 5-1,-14 2 1,-7 9-315,1 5 0,0 10-585,-2 15 1,11 11 539,29 9 0,7 4 0,-13 12 0,21-17 0,0 0 0</inkml:trace>
  <inkml:trace contextRef="#ctx0" brushRef="#br0" timeOffset="107296">25929 10423 7533,'-11'32'1638,"1"1"0,4 11 0,31-25 0,9-12-2621,-4-25 1,-2-13 397,4-5 1,-9-4 853,-15-6 1,-16 5 405,-16 22 0,-7 12-675,-3 17 0,2 11 0,10 8 0,6 3 0,3-5 0,7-2 0,22 8 0</inkml:trace>
  <inkml:trace contextRef="#ctx0" brushRef="#br0" timeOffset="108414">26458 10250 10591,'-9'-9'3276,"1"33"-1808,7 8 1,2 5-1379,-1-9 0,0 1-1011,-4 21 0,0-3 921,2-10 0,-6 11 0,8-24 0</inkml:trace>
  <inkml:trace contextRef="#ctx0" brushRef="#br0" timeOffset="109017">26882 8900 7533,'-18'-25'3276,"8"5"-256,10 2-861,26 17-1485,7 4 1,2 1-630,-9 0 0,1 0 135,22 2 0,0-1 134,-19 1 1,-3-1-404,20-2 178,-21 5 1,-5 6 810,-9 22-630,6-6 134,-15 9 1,-6 7-225,-2-9 0,-2 1 0,1-1-432,0 9 1,0 2 161,-1-9 0,-1 4 0,-1 2 0,2-2-522,1-2 1,1 1-1,1-2 1,-1 0 731,-1 4 0,-1-1 0,1 4-12,1-6 0,0 3 0,0 1 0,1 0 0,-1-3-304,-1 9 0,0-2 0,0-1 345,3-5 1,-1-1 0,0 3 81,-3-2 1,0 3-1,-2-1 1,0-5-97,-3 6 0,-3-2-225,-2-3 0,-3 2 0,-4-3-330,-8-2 0,-4-4 1,0-3 329,-2 1 0,-4-4 90,9-12 0,-3 0 0,-1-2 0,4-3 0,-7 1 0,1-3 0,2-1 0,0 0 0,0-1 0</inkml:trace>
  <inkml:trace contextRef="#ctx0" brushRef="#br0" timeOffset="116464">17851 11179 7533,'-32'-5'1638,"1"-1"0,-14 3 842,11-13-591,48 20-990,14 6 1,5 3-675,-3-1 0,3 0-634,9 4 1,5 3 0,-5-2 498,-11-3 0,1 0-135,1-4 0,7 1 0,-1 0 0,-4-2 135,-2 2 0,0-1-113,3-3 1,5-1-1,0 0 1,-4-2-158,4-2 0,-2-2 0,4-1 0,4-1 0,-1-2-224,-4-4 0,-1-2 0,-1 3 1063,-2 4 1,0 2 0,-2 1-300,10-5 0,-4 7 359,-9 18 1,-9 7-90,-12 8 134,2 3 1,3 0-216,-2-9 1,5-4-685,19-3 0,9-9-45,-11-10 0,4-5 0,-2-2-168,-4-4 0,-1-2 1,1-1 167,4-4 0,1 0 0,-3 4 706,-4 7 1,-2 5 103,6 4 0,-3 4 359,3 13-99,-17-5 1,-1 0-82,9-3-546,3-5 0,6 0 142,7 2 0,3 1-195,-9-5 0,2 0 0,-3 0 182,2 3 0,-1-1-362,-3-4 0,3-1 0,-8-2-30,-2-2 0,14-4 0,4-3 0,-9-4 0,-1-3 0,5 1 0,2-1 0,-9 2 0,0-1 0,0 2-1639,7 0 1,-2 3 1301,-5 1 1,-3 1 0,12 1-1,-27 5 1</inkml:trace>
  <inkml:trace contextRef="#ctx0" brushRef="#br0" timeOffset="117617">23160 2727 7533,'-45'0'1638,"15"11"0,1 5 0,1 4 0,1 6-1184,5 0 1,1 4-1,1 1-304,3-1 0,2 2 0,2 1-60,4-1 0,3 2 0,4-1 269,7 11 1,7-1-135,5 2 0,4 0-45,-4-16 0,2 0 0,-3 2-382,-2 5 0,-3 3 0,-6 1 202,-8 1 0,-6 2 0,-3-2-510,-4 5 1,-3-1-1,-4-3-583,-4-5 1,-2-3 0,2-3 776,-2 3 0,5-7 0,9-11 0,24-23 0</inkml:trace>
  <inkml:trace contextRef="#ctx0" brushRef="#br0" timeOffset="117766">23230 3607 7533,'20'29'1092,"0"0"0,13-9 0,6-9-1555,-1-8 1,3-7 0,-2-2-85,5-2 1,-2-5 0,2-7 0,-8-2 0,-8-9 0</inkml:trace>
  <inkml:trace contextRef="#ctx0" brushRef="#br0" timeOffset="117917">23583 3383 7533,'-23'25'655,"0"0"0,1 0 1,1 8-1,2 4 0,2 2 164,1-1 0,2 3 0,1 2 0,3-1 0,3-1 0,1 2 0,5-2 0,5-2-1912,11 2 1,7-2 0,0-5 545,-1 3 1,5-9 0,18-17 0,2-11 0,-1-7 0</inkml:trace>
  <inkml:trace contextRef="#ctx0" brushRef="#br0" timeOffset="118197">24201 4128 7533,'0'-7'3276,"0"39"-1638,-17-6 0,-6 2-1993,3 2 0,-2 4 0,0-4-192,-8 2 1,-1-3 0,-10 2 0,2-6 0,1-5 0</inkml:trace>
  <inkml:trace contextRef="#ctx0" brushRef="#br0" timeOffset="118566">22595 2392 7533,'-32'13'409,"0"0"1,0 0-1,7 13 1,-1 7-1,1 6 1,1 5 0,1 3-1,1 1-170,7-9 1,-1 2 0,2 3-1,1 2 1,0 1 0,1 1 0,0 2-1,2-1 1,-1 0 0,2 0-428,0-4 1,1 0-1,-1 1 1,0 1 0,1 0-1,1 0 1,1 0 0,1 0-1,2 0 1,2-2 0,2 1-1,2-2 188,4 4 0,3 1 0,3 0 0,1-1 0,3 0 0,1-1 0,0-2 0,1-2 0,0-1 0,-1-3 0,4 10 0,0-2 0,0-2 0,2-4 0,4-5 0,5-6 0,11-18 0,0 0 0,0 0 0,0 1 0,0-1 0,1 0 0</inkml:trace>
  <inkml:trace contextRef="#ctx0" brushRef="#br0" timeOffset="119314">22895 4400 8702,'-35'-5'3276,"15"-2"0,36 0-3172,31 7-914,-13 5 1,-3 8-1,-12 13 1,-9 7 629,-11 5 0,-10 2 630,-4-7 0,-6-1 0,3-1 314,-3 2 1,10-3-496,29 4-224,8-31 0,7-6-225,8 5 1,-2 6 1888,-2 22-945,-43 0 1,-13 4-675,-8 5 0,-5-1-1729,-2-4 1,3-5 1467,6-9 1,29-30 0,21-27 0</inkml:trace>
  <inkml:trace contextRef="#ctx0" brushRef="#br0" timeOffset="119499">23407 4450 11400,'-7'25'1092,"0"1"0,-5 16 0,-5 4-273,0-15 0,-2 1 0,-3 0 0,1 1-907,1 1 0,-1 0 1,1-1-1,-1-2-1005,-3 1 1,-1-2 0,1-4 436,-3 3 1,4-11-1,5-18 1,10-14 0</inkml:trace>
  <inkml:trace contextRef="#ctx0" brushRef="#br0" timeOffset="119650">23266 4438 7533,'-19'44'1092,"0"-1"0,4-5 0,5 0 0,12-3 0,6 1 0,5-4-2479,12 0 0,5-6 1387,-1-4 0,1-8 0,1-13 0,-3-7 0,-3-15 0</inkml:trace>
  <inkml:trace contextRef="#ctx0" brushRef="#br0" timeOffset="119930">23566 4561 7533,'-18'-1'3276,"8"8"0,2 12 0,24 0-5459,-4 10 564,21-3 2699,-21 23-316,6-29 1,3 0-226,-6 6 1,-1 1 269,6-5 1,-2 0 44,-6 3 1,-7 0-315,-13 3 0,-9-1-1755,-8-3 1,-5-3 1214,-2-3 0,-1-4 0,2-2 0,1-2 0,-13-3 0</inkml:trace>
  <inkml:trace contextRef="#ctx0" brushRef="#br0" timeOffset="120447">23654 4623 7533,'-20'6'-428,"4"-11"1,16-1 0,0-13 0</inkml:trace>
  <inkml:trace contextRef="#ctx0" brushRef="#br0" timeOffset="120814">23566 4511 7533,'-38'0'3276,"5"-16"0,47-5-294,15-5-3162,1 14 0,3 6-360,0 11 1,-3 7-226,-9 4 1,-5 6 224,-8 11 1,-8 3 584,-15 0 0,-6-2 989,2 2 0,-1-4-135,-1-8 1,7-4-990,22 5-449,37-9 359,-20-6 0,-1 4 360,-2 13 0,-9 6-90,-17-1 0,-9 2 0,-3 1-1183,-8 6 1,-5 0 0,-1-2 860,5-5 0,-1-1 1,-1-3-1,-1-4 1,-1-3-1,4-2 1,-11 9-1</inkml:trace>
  <inkml:trace contextRef="#ctx0" brushRef="#br0" timeOffset="121463">24289 4090 7533,'-28'-7'3276,"11"2"-436,25 32-3020,-2-3 0,-1 3 180,-5 22 0,-6 2 0,2-13 0,-5-1 0,-13 4 0,1 0 0</inkml:trace>
  <inkml:trace contextRef="#ctx0" brushRef="#br0" timeOffset="122746">25030 3161 7533,'-16'-19'2968,"-4"6"-4607,-8 26 1,-2 7 1234,-12 6 1003,16 5 1,-3 9-1,2 4-261,6-7 0,0 2 0,1 1 0,2-1-219,-1 4 1,2-1 0,0 3 509,-2-1 1,-2 5 0,5-3 0,9-8-1170,16-7 0,4-5 360,-9 5 1,5-9 179,28-26 0,9-19-820,-20 0 1,-1-7 0,0-2 0,-1 1 592,3-1 0,0 2 1,-1-6-170,-4 2 0,2-4 0,-2-2 1,-2 0-1,-4 4 126,-5-4 0,-6 3 1,2 1 1218,5 0 0,1 1 0,-4 1-275,-5-12 1,-8 18 2601,-30 59-2414,11-3 230,5 8 0,1 12 0,3 0-656,7 1 1,4 1-1,1-1-586,-2-4 0,0-1 1,4 3 126,4-3 1,2 4-1,4-3 1,4-4-1071,7-7 1,4-5 0,-1 1 781,-6 1 1,-2 0-1,3-3 1,18 2 0,-1-8-1,-9-11 1</inkml:trace>
  <inkml:trace contextRef="#ctx0" brushRef="#br0" timeOffset="122896">25400 3768 7533,'-20'16'3276,"5"-11"-256,38 17-3020,2-24 0,3-6 0,15 0 0,-14-5 0,-1 1 0</inkml:trace>
  <inkml:trace contextRef="#ctx0" brushRef="#br0" timeOffset="123046">25541 3570 7533,'-31'37'819,"-1"0"0,13-5 0,1 2 0,2 3 273,2 10 0,4 4 0,7-3-1509,9-7 1,5-2 0,3-3 416,5 5 0,6-10 0,9-21 0,2-9 0,-10-8 0,-1 0 0</inkml:trace>
  <inkml:trace contextRef="#ctx0" brushRef="#br0" timeOffset="123947">17321 8701 7533,'-27'3'179,"0"1"1,-17-9 2429,19-26-1979,15 8-271,10-12 1350,18 23-180,20 9 1,6 5-1126,-17-2 1,3 1-155,3 2 0,6 3 0,3-1 1,-1-1 108,1-2 1,0-2 0,1 0 0,-2 1-987,6 1 0,-1 0 1,2-2 554,-5-4 0,4-2 0,1-1 0,-4 0 0,-6 2 117,2 0 0,-4-1-645,3-3 1,1-2-1,-3 3 15,-6 6 1,-1 3 243,6 0 0,-2 3 0,-8 2 1,-3 2-1,2 5 0,-1-1 0</inkml:trace>
  <inkml:trace contextRef="#ctx0" brushRef="#br0" timeOffset="129697">24941 4350 7533,'-19'0'3276,"-13"0"-526,21 6-681,-23 17-540,15 16-510,7-8 1,1 6-1,0 1-1146,3 0 1,1 2 0,3 0-654,3 9 1,2 0-1,5-2-313,1-10 1,2-3 0,4-4 668,9 1 0,3-9 0,18-16 0,-17-20 0</inkml:trace>
  <inkml:trace contextRef="#ctx0" brushRef="#br0" timeOffset="130047">25100 4561 7533,'-10'-19'3276,"34"-10"0,7 14-2100,-4 2 1,-1 2-1897,2 4-989,-13 35 1394,-33-1 0,-11 4 1304,8 8 1,-1 1 449,-13-4 1,7-3-1261,26 2-718,49-29 179,-10-7 0,1 0 135,-2 3 0,-9 7 675,-25 34-630,-18-11 0,-8 1-1459,-4 3 1,0-2 1609,2-8 1,8-2 0,18-1 0,20-18 0</inkml:trace>
  <inkml:trace contextRef="#ctx0" brushRef="#br0" timeOffset="130213">25435 4858 9512,'-15'25'3276,"-5"6"-1638,3-13 0,-1 1-3277,-1 3 1,2 0 1313,-2 6 1,-5-6 0,15-22 0</inkml:trace>
  <inkml:trace contextRef="#ctx0" brushRef="#br0" timeOffset="130563">25594 4524 7533,'-10'0'3276,"34"-5"0,-1 3-2363,5 13-1632,-38 32 1303,-4-17 1,-1 1 0,2 5 0,6-1-226,17 0-1078,19-9 809,-1-15 0,-13 11 1169,-38 23-765,9-15 1,-2 1-2134,-10 2 1,-1-1 1602,-2 10 1,5-33 0,24-18 0</inkml:trace>
  <inkml:trace contextRef="#ctx0" brushRef="#br0" timeOffset="130913">25823 4388 6183,'28'15'1638,"-10"15"0,-3 11-546,-6-3 0,-3 3 0,-1 3-273,-1-3 0,0 3 0,-2 1 0,-3 0-167,-3 0 0,-2 1 0,-4-1 0,-3-1-1472,-5 1 1,-3 0 0,-3-2 0,-1-2 545,1-4 1,-2-1 0,0-2 0,-2-2 0,1-5 0,-3-1 0,1-2 0,1-2 0,0 0 0,-1-1 0,0 1 0</inkml:trace>
  <inkml:trace contextRef="#ctx0" brushRef="#br0" timeOffset="137447">26123 3979 7533,'-8'19'3276,"6"10"0,-5-8 0,7 20-2479,0-13 1,0-1-1697,0 10 719,-8-2 0,0-2 180,4-10 0,-27 13 0,11-18 0</inkml:trace>
  <inkml:trace contextRef="#ctx0" brushRef="#br0" timeOffset="139396">16104 6842 0,'-35'-5'600,"15"3"2676,-3-9-153,44 54-2584,-2-19 1,4 2 0,4 1-517,7 1 1,6 1-1,2-1 1,1-2 20,-1 0 1,0-2 0,3-2 0,4-4-20,-9-8 1,5-3 0,1-1 0,2-2 0,-1-1-1,-3 0 1,-4-2-164,3 1 1,-5-3-1,-1 0 1,6-3 122,2-1 0,6-3 0,2-2 0,0 0 0,-5 1 0,-6 0-45,-5 1 0,-5 1 0,4-3 250,5-1 0,6-3 0,1-1 0,-2 0 1,-6 2-42,-6 0 1,-4 2 0,2-1-47,2 0 1,4 0-1,-1-2 1,-5-2 435,-2-6 1,-5-2 0,-2 0 89,4-6 1,-5-2-1,2-12 1,-6-3-31,-14 12 1,-5-2 0,-2 2-285,-8-10 0,-4 1 114,3 7 0,-1-2 0,-7 1-393,-3 9 0,-5-1 0,-4 1 0,1 1 0,4 2 178,0-1 0,3 2 1,-7-1-331,1 4 0,-6-2 1,-3-1-1,-3 0 1,-1 2-1,1 4 0,1 4-19,0 5 0,1 4 0,0 2 0,-1 3 1,-2 2-1,-3 0-55,3 0 0,-3 1 0,-2 2 0,-2 0 0,0 2 0,0 0 1,0 1-1,2 1 0,2 1 133,1-1 1,2 2 0,0 0 0,2 0 0,-1 2-1,1 2 1,-1 1 0,0 2 175,-1 2 1,-1 4 0,-1 1 0,-1 2 0,2 1 0,1 0 0,3-1 0,2-2 0,5-1-98,-8 4 1,5-2 0,4 1-1,0 4-678,-2 6 1,-3 4-1,3 1 1,7 0 0,14-6 708,21 9 0,11-1 0,-14-4 0,-1 2 0,7-5 1,14-12-1,1-1 0,-1 1 0</inkml:trace>
  <inkml:trace contextRef="#ctx0" brushRef="#br0" timeOffset="140246">26705 3359 7533,'-17'23'1079,"-1"1"0,-9 17-90,16 0 1,3 11 0,1-2-1415,0-6 0,0-2 0,3 3 650,5-2 0,2 3 0,2 0 0,0-6-135,1 14 0,10-13 59,14-25 1,11-9 0,-4-8-60,-5-11 0,2-10-18,-3 2 0,5-5 0,2-3 0,-2-1 0,-6 3-617,-5-3 0,-4 1 1,1-5 508,2-3 0,3-6 0,0-3 0,-2 3 0,-4 5-54,1-9 0,-5 1 135,-8 5 0,-1-5 0,-3 0 0,-2 8 90,-1 6 0,-6 3 45,-12-7 0,-8-3 0,0 8-28,3 12 1,-3 4-93,-19-4 0,-8 1 0,6 6-16,15 11 1,1 5-405,-16 5 1,-7 7-1,12 2 270,19 2 0,4 4-1003,-6 7 1,-1 6 0,7-4 948,9-5 1,6-1 0,3 9-1,6-2 1,12 8 0</inkml:trace>
  <inkml:trace contextRef="#ctx0" brushRef="#br0" timeOffset="140513">27393 4214 7533,'-8'-37'3276,"6"16"0,-5 5-923,7 16-1094,-8 27-899,-2-9-225,-5 20 0,-3 4-525,3-20 0,0 2-270,-4 11 1,-2 8-1,2-6-979,3-6 1,1-3 1517,-6 14 0,1-1 0,7-16 0,0-2 0,0-1 1,-1 0-1</inkml:trace>
  <inkml:trace contextRef="#ctx0" brushRef="#br0" timeOffset="152015">28557 2727 7533,'-27'-21'3276,"-14"15"-706,11 31-2240,6-6 0,-6 3 0,2 3-1423,-1 11 1,1 3 0,1-2 687,1-8 0,0-3 1,1 5 696,4 1 0,-1 4 1,4 0-1,7-4 518,9 3 1,8-1-661,0 1 0,3 2 0,3 0-60,5-2 0,3-1 0,0 1 138,2 4 0,0 0 0,-3 2-258,-6-2 0,-3 1 0,-6 0 60,-7 1 0,-6-1 0,-4-4-1616,-12 7 0,-7-8 1586,-4-9 0,-1-10 0,10-13 0,1-7 0,-7-22 0</inkml:trace>
  <inkml:trace contextRef="#ctx0" brushRef="#br0" timeOffset="152167">28469 3644 10861,'37'-7'1709,"5"7"-4677,1-4 2968,4-3 0,-10-7 0,-14-3 0</inkml:trace>
  <inkml:trace contextRef="#ctx0" brushRef="#br0" timeOffset="152334">28646 3532 7533,'-27'36'819,"1"-1"0,7-7 0,1 2 0,2 1 157,-1 5 1,1 1 0,4-1-2326,-1 10 0,6-4 1349,9 6 0,25-42 0,9-20 0</inkml:trace>
  <inkml:trace contextRef="#ctx0" brushRef="#br0" timeOffset="152481">28681 3793 7533,'10'0'3276,"13"5"-1335,-11-3-1042,21 3-1708,-5-16-2468,15-14 2146,-14 3 1131,-3-12 0,-11 15 0,-5-6 0</inkml:trace>
  <inkml:trace contextRef="#ctx0" brushRef="#br0" timeOffset="152616">28857 3644 7533,'-27'12'3276,"1"17"-1638,12-5 0,3 2-1451,5 3 0,0 1-1222,-7 8 1,3-3 314,8-1 720,2-6 0,9-45 0,9-3 0</inkml:trace>
  <inkml:trace contextRef="#ctx0" brushRef="#br0" timeOffset="152767">29016 3545 11311,'-12'43'1092,"0"1"0,6-20 0,-1 1-925,-8 14 0,-3 6 0,2-4-1786,4-2 0,2-3 1072,-3 3 1,1-1 0,6-10 0,4-4 0,2-6 0</inkml:trace>
  <inkml:trace contextRef="#ctx0" brushRef="#br0" timeOffset="153216">29386 2429 7533,'16'-22'1092,"0"0"0,13 17 0,4 12 0,-3 10 0,-1 11 0,-3 5-551,-8-1 0,-1 5 1,-2 4-1,-2 3 0,-4 0-336,-3-2 1,-2 2 0,-1 2-1,-3 1 1,-2 1 0,-2 1-1,-1-1-395,-1-6 0,-2 2 0,-2-1 0,-1 1 0,-1 1 1,-1-1-1,-1 1 0,-1 0 0,0 0-35,0-1 0,-1 1 0,-1 0 0,-1 0 0,0 0 1,-2 0-1,0 0 0,-1 0 0,-1-1 0,-1-1 225,1-4 0,-2 1 0,-1-1 0,-2 0 0,1-1 0,-1 0 0,-1 0 0,1-1 0,1-1 0,0-1 0,2-1 0,-6 9 0,1-1 0,0-1 0,1-2 0,0 0 0,-1-2 0,0 0 0,-4-1 0,0-1 0,0 1 0,0 0 0,0-1 0,0 1 0</inkml:trace>
  <inkml:trace contextRef="#ctx0" brushRef="#br0" timeOffset="154181">28540 4301 7533,'-45'16'1638,"22"-4"0,3 3 1638,0 12-2730,3 7 1,3 0-367,2-7-60,2 1 0,-1 6 0,-2 1-1213,-1 0 1,-1 1 0,1-1 215,-1 7 0,-1 2 944,2-6 1,-2 4-1,-1 1 1,-1-2-180,1-5 0,-1-1 0,0 0 0,1 0 172,-1 8 0,1 0 0,-1 2 119,2-10 1,-2 2 0,-1 1 0,1 0 0,1-3 60,-5 11 0,1-1 0,1-2-120,3-6 0,1-2 0,-2 3-8,0-2 0,-1 2 1,1 0-1,0-3-388,3-1 0,0-3 0,0 0 276,0 0 0,-1 0 0,0 1-60,-2 9 0,-2 3 0,0-2-90,-3-5 0,-1-2 0,2 0 105,1 9 0,-1 1 456,-3-4 1,-4 0 0,3-3-187,2-1 0,0-2-135,-3 0 0,0 1 180,0 5 0,3 0-91,2 0 1,1-2-135,2-11 0,0 2-165,5 2 0,1 3 1,-3 0 178,-3-5 1,-3-1 0,4 0 30,5 6 0,1 1-90,-5-5 0,-2 0 0,0-2 270,-4 6 0,3-4-225,7-9 0,0 2 15,-6 5 0,-4 5 0,3-1 120,0 6 0,2-1-135,-1-1 0,-1 1-15,3-5 0,0 2 0,2-6 60,-4 9 89,6-4 1,0 0 450,-12 6-540,13-1 360,-12 1-540,15-25-106,-9 31-1153,-15-12 584,22-4 1,0 1 224,-22 3 963,19-1 0,2 2-1682,-7 7 989,5-16 0,2-1-2698,2 10 2518,10-34 450,10-36 0,8-2 0,-9 4 0,0 0 0</inkml:trace>
  <inkml:trace contextRef="#ctx0" brushRef="#br0" timeOffset="154449">26529 7598 7533,'-26'14'1092,"1"0"0,8 12 0,3 4 58,-4-6 1,2 3-567,9 20 1,6 2-46,4-12 1,2-2-225,0-1 0,0-1 179,1 8 1,6-7 2781,29-12-2144,-2-10-728,-10-13 1,3-6-1065,7-12 1,5-7-1,-4 2 23,-5 7 1,1-2 636,0-2 0,7-5 0,-1 0 0,-8 3 0,-6 1 0,-3 1 0,12-12 0,0 0 0</inkml:trace>
  <inkml:trace contextRef="#ctx0" brushRef="#br0" timeOffset="188728">5221 16819 7533,'-10'-33'2968,"2"4"-2428,8 22 179,8 12 0,10 10 1,5 6-270,7 10 0,5 2-1290,5-10 1,5-1-1,-1-1 780,-6-3 0,-1-1 0,2-3 82,0-5 1,2-4 0,1 0-1,-3-2-230,2 1 0,-3-1 1,2 1 87,9 2 0,1 2 0,-2 3 360,-4 6 0,-3 2 0,0 0 89,-5-4 1,-1 0 0,2-2 89,1 0 1,2-1 0,-1-7-150,3-9 0,0-6 0,-2-1-240,-7 4 0,-2-1 0,3-1-437,13-7 0,2-1 1,-6 4 541,-16 8 0,-1 2 0,24-2 0,-2 4-145,-15 8 369,7 7 1,0 1 360,2 2 516,-6-1 1,4-3-563,-4-12 1,-1-7-945,2-8 0,-2-7-1369,3-11 1,-5-6-1,-12-4 1,-5 0 990,-2 6 1,-5 3-1,-9-14 1,0 22 0</inkml:trace>
  <inkml:trace contextRef="#ctx0" brushRef="#br0" timeOffset="189017">5662 15963 7533,'-21'41'655,"0"0"0,0 0 1,6-2-1,3 0 0,2 6-303,4-1 0,2 7 0,1 3 1,2-2-1,-1-5-1445,2 4 1,0-4 0,2 3 960,2-10 1,1 3 0,1 1 0,-1-4-1,-1-5 222,-3 3 0,2-1-330,8 9 0,5 4 1,-4-8 239,-6 3 133,9-8 0,1-5 0,-6-17 0,8 2 0</inkml:trace>
  <inkml:trace contextRef="#ctx0" brushRef="#br0" timeOffset="189332">5627 16013 7533,'31'-20'819,"1"-1"0,-1 8 0,4 2 0,0 0 7,4 0 1,2 0 0,3 2-1483,-4 2 1,4 0-1,2 1 1,-2 2 0,-4 0 183,-4 2 0,-3 2 0,5-1 487,0 1 0,5-2 0,3 1 0,0 0 0,-3 0 0,-6 1-45,2 0 0,-6 0 0,5 1-60,2 2 0,6 0 0,1 1 0,-1 2 1,-4 0 168,8 4 1,-5 2-1,0 4-34,-10 0 0,1 4 0,-2 2 0,-2-1 15,1 1 0,-3 1 0,-7 7-83,-10 9 1,-9 9-1,-3 3 1,-3-1 535,-2-9 1,-3 0 0,-1 1 0,-1 0-1,1 1-585,2 4 0,0 3 0,0-1 0,0 1 1,-1 0-19,0-8 0,-2 2 0,0-1 0,0-1 0,1-2 0,1-5-540,0 6 1,1-5-1,-1 0-463,-2 7 1,-2 0 0,-2-10-388,-14-7 730,5-4 1,-5 3 0,1-4 749,-3-8 0,-3-3 0,0 2 0,-3 1 0,0-2 0,-5-2 0,0 0 0</inkml:trace>
  <inkml:trace contextRef="#ctx0" brushRef="#br0" timeOffset="189447">6227 17364 7533,'-46'7'655,"1"0"0,0 0 1,-2-1-1,0 1 0,14-4 2621,19-3-1638,35-2 0,13-1 0,-11-1 0,5 1-2294,9 0 1,12 1-1,4-1 1,-1 1 0,-8-1-220,-4 1 0,-6 0 0,8 0 733,-3 0 1,7 1 0,4 0-1,2 0 1,-1 0 0,-4 1 0,-7 0-952,8 1 1,-6 1 0,3 1 967,-1-1 1,5 0 0,1 0 0,-2 1 0,-7 0 0,-5 1 0,-4 1 0,0 0 0,2 1 0,1 0 0,0 0 0</inkml:trace>
  <inkml:trace contextRef="#ctx0" brushRef="#br0" timeOffset="193897">8925 16124 879,'-41'0'819,"0"0"0,12 17 0,1 8 0,-1 0 273,-7-3 0,-1 1 0,2 9-546,10 0 0,1 6 0,1 4 0,1 3 0,1 0 0,3-1-215,2-2 0,2-1 0,2 2 0,2-1 1,-1 2-1,1 1-563,0-2 1,0 2 0,0 1 0,1 0-1,2 0 1,2-1 0,3-2-93,3 7 0,3 0 0,3-1 0,4-3 1,3-5-497,8 0 1,5-3 0,3-5 0,-1-4 610,2-3 0,1-6 0,1-7 1,19-7-1,-4-12 0,-21-4 0,-1 0 1</inkml:trace>
  <inkml:trace contextRef="#ctx0" brushRef="#br0" timeOffset="194213">9472 16497 7533,'-35'5'1092,"0"1"0,-5 11 0,1 7 0,9-1 0,0 5 0,2 2-1092,6-1 0,1 2 0,1 2 0,1 0-210,-5 7 0,1 1 0,7 0 30,7-3 0,4 0 1,9-4 257,17 5 0,11-5 162,-4-11 0,4-1 0,0-1-211,2 2 1,0-1 0,-2 2 0,-5 0 0,-2 1 0,-6 2-120,-7 18 1,-15 1-211,-11-17 0,-8-2 0,-2-1-690,-3 3 1,-3-1 0,0-3 926,-11 3 1,0-5 0,10-7 0,5-4 0,9-6 0</inkml:trace>
  <inkml:trace contextRef="#ctx0" brushRef="#br0" timeOffset="194464">9684 17513 7533,'-12'47'3276,"14"-22"-1638,27-2 0,9-12-2216,-7-30 1,-2-12 352,8-1 0,-11-4 1169,-28-14 1,-19 3-91,-13 17 1,-9 15-945,9 16 0,-2 9 0,4 5 23,0 7 0,9 7 1,11 7-1,13-1 0,16-13 1,1-1-1</inkml:trace>
  <inkml:trace contextRef="#ctx0" brushRef="#br0" timeOffset="194662">10319 17724 7533,'-20'-7'3276,"4"7"-1638,8 21 0,1 9-1170,-6-2 0,-2 0 0,-2 8 0,-3-2 0,-1-8 0,-1 0 0</inkml:trace>
  <inkml:trace contextRef="#ctx0" brushRef="#br0" timeOffset="195247">10954 16695 7533,'-34'-36'3276,"13"19"-1676,-3 2 0,-1 8-791,-2 28 1,1 13-271,2-4 1,-1 3 0,1 1-728,2-1 1,0 0-1,2 4 592,3 4 1,1 5 0,2-1 0,2-5-405,-2 5 0,8-3-1024,12-4 0,6 1 1,2-7 1023,13 5-943,6-35 1,9-10 0,-3-9-151,-8-14 1,-4-9 0,1 2 74,3 9 0,1 1 0,-3-5 680,-5-6 1,-1-7 0,-3 0 0,-4 5 1056,-4 0 1,-3 4-310,7-7 0,-8 8 1749,-24 19-521,2 47 0,0 16-668,-1-19 1,1 3-912,2 13 1,3 8 0,5-2-1153,6-10 1,5 0 0,-1-1 269,-2-4 1,-1 0 0,4-1 800,7 7 0,5 1 0,-3-7 1,6 7-1,-6-14 0,1 0 0</inkml:trace>
  <inkml:trace contextRef="#ctx0" brushRef="#br0" timeOffset="195480">11307 17426 7533,'-9'26'1638,"0"1"0,-1 4 1638,2 16-114,8-24-2802,32-14-360,-17-4-540,18-19 1,-1-12-136,-18-7 0,-5-4 540,10 6 0,-4-1-225,-16-13 1,-14 10-708,-20 33 1,-6 9 1246,-8-12 0,13 21 0,-4 10 0,12 1-1763,12 11 1583,6-3 0,4 0 0,18-2 0,14 3 0</inkml:trace>
  <inkml:trace contextRef="#ctx0" brushRef="#br0" timeOffset="195713">11730 17748 7533,'0'33'1638,"-3"-5"0,-2 1-305,-3 0 1,-2 0-1244,-2 0 0,-3 2-660,0-2 0,-2 1 1,-2-2 622,-11 3 1,-3-3 0,1 2 0,0-2-1,-3-4 1,1-1 0</inkml:trace>
  <inkml:trace contextRef="#ctx0" brushRef="#br0" timeOffset="197313">12065 16620 8342,'0'24'1092,"0"9"0,1 10 0,-2 1-595,-1-1 0,-1 1 1,0 1-1292,2-7 0,2 2 0,-2 1 0,0 0 884,-2 6 0,-1 2 0,0-2 0,0-7 0,-2-3 0,2-2 89,0 5 1,2 5 0,-2-9 1064,-4-2 196,8-10-1081,0-31 271,0-18-180,5-14 0,6-9-660,4 4 0,3-4 0,0 1 220,-7 8 0,-1 2 0,4-1-830,4 1 1,5-1 0,1 3 0,-1 8 727,5 9 0,1 7 1,3 0-1,1 5 0,-4 10 1,1 0-1</inkml:trace>
  <inkml:trace contextRef="#ctx0" brushRef="#br0" timeOffset="197613">12418 17575 7533,'-29'18'1638,"1"0"0,-13-2 1638,41 17-2363,25-19-4190,-3 0 1583,11-3 228,8-17 656,-25-6 450,10-4 1,-5-4 179,-23-4 0,-8-3 989,2 0 1,-3 2-270,-21-12 44,-4 24 1,0 9-3553,10 15 2968,-7-8 0,43 8 0,17-11 0</inkml:trace>
  <inkml:trace contextRef="#ctx0" brushRef="#br0" timeOffset="198979">12859 17860 7533,'-10'-19'2788,"2"6"-2158,8 8 809,0 5-540,0 0-359,8 5-900,-6 8-359,-2 23 629,-10-13-765,-6 3 1,-1-1 854,3-9 0,-5 1 0,-1 1 0,0 1 0</inkml:trace>
  <inkml:trace contextRef="#ctx0" brushRef="#br0" timeOffset="199730">13635 16571 7533,'0'-26'3276,"-16"2"-256,-19 34-2480,-4-6-684,17 8 0,1 5 548,0 2 1,0 3-135,2 7 0,-2 4 0,1 2-210,-5 5 0,-1 2 0,2 0-1153,4-4 1,1-1 0,1-1 828,-5 11 0,7-7 264,16-4 899,16 1-854,10-20 0,7-1-45,7 5 0,4-1-180,3-2 0,-2 2 135,-5 2 0,-11 5 45,-24-2 0,-8 1 0,-4 2 0,-8-1-300,-9-5 0,-7-3 1,2 1-1230,-6 7 0,1-2 1551,1-2 0,3-2 0,7 3 0,33-19 0</inkml:trace>
  <inkml:trace contextRef="#ctx0" brushRef="#br0" timeOffset="199896">13776 17501 7533,'-18'31'3276,"1"11"0,7 1-4439,5-7 1,2 2 1162,3-8 0,0 0 0,-3 1 0,-2-1 0,-5 6 0</inkml:trace>
  <inkml:trace contextRef="#ctx0" brushRef="#br0" timeOffset="200379">14164 16583 7533,'-10'-42'3276,"34"8"0,23 32-2184,-20 20 0,1 11 0,-3 6-976,-7 3 1,-3 5-1,-3 2 1,0 0 152,0 1 1,0 0 0,-2 1 0,-3 0 0,-3 2 0,-3 1 0,-2 0 0,-3-1 16,0 0 0,-2-1 0,-3-1 0,-5 0-628,-3-9 0,-5 0 0,-1-1 0,-2 0 1,2 0-315,2 0 1,0 1-1,1 0 1,-3-1 0,-2-1 465,-6 2 1,-3-1-1,-3 0 1,2-3-1,2-3 1,-5 4-1,2-3 1,0-1-1,8-5 1,0-1 0,0 1-1,0-1 1</inkml:trace>
  <inkml:trace contextRef="#ctx0" brushRef="#br0" timeOffset="202847">14799 17996 7533,'-25'11'2968,"5"9"-1619,2 11-359,3 1-181,5 9-809,-16-8-900,9-6 1,-1 0 899,3-4 0,1-1 0,-4 1 0,2-1 0,-1 14 0</inkml:trace>
  <inkml:trace contextRef="#ctx0" brushRef="#br0" timeOffset="203030">15187 17971 7533,'-10'-19'3276,"10"7"-1875,26 28-1401,-5-5 0,13 24 0,-17-16 0</inkml:trace>
  <inkml:trace contextRef="#ctx0" brushRef="#br0" timeOffset="203180">15734 17946 12300,'27'20'-30,"7"-2"0,-7-6 0</inkml:trace>
  <inkml:trace contextRef="#ctx0" brushRef="#br0" timeOffset="203329">16457 18046 7533,'0'-15'359,"-8"33"1,-2 6 0,2 0 0,-1-1 0</inkml:trace>
  <inkml:trace contextRef="#ctx0" brushRef="#br0" timeOffset="204047">15769 16757 7533,'-17'-19'539,"-9"-5"-269,6 16 809,-4-1 1,-1 1-720,2 7 584,-13 9 1,-1 6-496,4 9-1274,4 7 0,-3 8 0,3-2 1005,7-4 0,1 3 35,3-2 1,-2 5 0,-1 5 0,1 1 0,1-1-209,4-4 1,0 1 0,1 1 0,1-1-1,0 1 1,1-2 118,-2 2 0,2-1 0,0 0 0,0 0 0,1 3-67,0 1 1,-1 4 0,1 1 0,1-1 0,3-5 0,3-7 274,5 7 1,6-4-845,-1 5 0,3 4 1,9-8-541,9-16 1,7-6 0,-1 0 449,-3 2 0,-1 0 1,2-3 486,6-4 0,2-4 1,-3-2-1,-4-4 1,-3-1-1,14-2 0</inkml:trace>
  <inkml:trace contextRef="#ctx0" brushRef="#br0" timeOffset="204430">16351 16893 1775,'-17'-23'1638,"-1"-1"0,-2 5 1638,-19-3 0,18 30-2397,-12 18 1,-1 5-665,17-13 0,1 2-275,-12 17 0,-4 7 0,3-3 57,8-11 0,-1 1-155,0 5 1,-4 6 0,-1 0 0,2-7 202,-5-3 0,2-1-105,1 10 0,1 5 0,2-6 195,4-15 0,3-1-90,-2 15 0,5-2 2078,4-8-1629,10-4 1,8 1-315,18-3 0,6-2-180,-10-3 0,2 0-203,7 1 0,5 1 0,-5-3 113,2 6-45,1-1 0,-3 2 703,-18-2-838,-2 6 0,-6 1 180,-15-4 26,-16 11 1,-5 2 18,15-19 0,-3-1-195,-12 5 0,-5 2 0,5-3 150,-4 7-1529,-4-5 0,5-2-1658,20-7 3206,-1 8 1,25-10-1,7-1 1</inkml:trace>
  <inkml:trace contextRef="#ctx0" brushRef="#br0" timeOffset="204597">16369 18108 15988,'-9'27'1124,"0"0"1,-1 8-1530,2 4 0,1 2 405,2-8 0,0 0 0,0 6 0,0-1 0,1-2 0,0 0 0</inkml:trace>
  <inkml:trace contextRef="#ctx0" brushRef="#br0" timeOffset="204813">16775 18381 7533,'0'-27'3276,"0"9"0,0 13 0,0 32-3300,0-9-1615,-7 15 1,-2 3 1476,0-8 1,-2-2-1,-2 6 1,-1 0-1,1-6 1,0 1 0</inkml:trace>
  <inkml:trace contextRef="#ctx0" brushRef="#br0" timeOffset="205447">17515 17265 7533,'-37'-21'1638,"9"14"0,-1 9-263,-3 25 0,2 9-1105,0-13 0,1 2-207,5 5 0,0 7 0,1 2 0,4-1 776,2 5 1,5 0 0,0 0-720,-4-4 0,0-1 0,4 1 0,4 7 0,3 1 0,11-9-165,16-15 0,5-4 135,-11 5 0,3-5-855,27-18 0,6-19-328,-20-6 1,-2-10 0,-2 1 565,-3 8 1,-2-1-1,0-4 167,-1-5 0,0-4 1,-2-1-1,-4 4 585,-4-3 0,-5 2-45,5 0 0,-6 5 2286,-14 10-828,-8 51 0,-3 17-713,7-22 1,0 3-674,-3 14 1,0 8-1,6-1-402,10-8 0,6 1 0,-1-3-223,-2 11 0,4 0-720,5-4 1,5 2 0,2-8 814,3-12 1,1-4 0,2 8 0,1-2 0,-6-11 0,1 0 0</inkml:trace>
  <inkml:trace contextRef="#ctx0" brushRef="#br0" timeOffset="205613">17974 18120 7533,'-27'6'3276,"1"6"0,1 13-1638,14 6 0,2 3 1396,-16 6-4673,17 8 1,6 0 1103,2-15 0,3-1 0,4-1 0,10 1 0</inkml:trace>
  <inkml:trace contextRef="#ctx0" brushRef="#br0" timeOffset="205930">18397 18517 7533,'-9'-46'3276,"9"16"-1638,-12 61 0,-6 21-1137,0-14 1,-3 2-1595,3-1 1,-1 3 0,-1-4 436,-5 0 1,-1-8-1,-7-5 1,5 0 0</inkml:trace>
  <inkml:trace contextRef="#ctx0" brushRef="#br0" timeOffset="206713">18733 17364 7533,'8'47'819,"1"1"0,-2-5 0,-1 2 0,-1 4-164,-2-11 0,-1 2 1,-1 2-1,1 0 0,0 1-625,-1 1 1,1 1 0,0 1-1,-1-1 1,0-2-9,0 4 1,0 0-1,-2-3 1,0-3 168,1 2 0,-1-3 0,-5-16 799,-12-18-751,15-30 1,10-22 0,1-1-15,-2 7 0,2-3 0,2-1 0,3 0-694,2 2 0,3-1 0,3 0 0,0 0 0,2 3-351,4-4 1,3 1 0,0 4 0,1 4 541,2 4 1,1 5 0,-2 5 0,5 1 0,-5 7 0,1 6 0</inkml:trace>
  <inkml:trace contextRef="#ctx0" brushRef="#br0" timeOffset="207079">19226 18269 7533,'-17'-12'3276,"7"5"0,-14 29-2100,21 5 1,3 8-1177,-7 2 0,-2 4 0,1-1 0,3 6 0,0-1 0,-4 4 0,1 0 0</inkml:trace>
  <inkml:trace contextRef="#ctx0" brushRef="#br0" timeOffset="209549">19544 18517 7533,'0'-14'3276,"0"3"-256,8 22-2570,-6-3-270,6 32-945,-14-15 1,-4 1 764,-2 15 0,-4 0 0,-1-10 0,-3-2 0,-1 0 0,-1 0 0</inkml:trace>
  <inkml:trace contextRef="#ctx0" brushRef="#br0" timeOffset="210529">20285 17451 7533,'0'-26'1079,"0"-9"-449,0 20 719,-8-8-90,-25 21-629,6 19 0,-1 7-451,-9 5 1,1 7-1273,11 3 1,1 4 0,3-2 919,-4-3 1,5 1 292,8-4 0,3 3 0,4-4-780,3-3 1,4-2 614,1-2 0,4-1-45,7 7 0,5-4 135,7-11 0,1-3-90,-6 2 0,-1 0 90,10 2 0,-3 2 225,-7 16-180,-3-8 1224,-20 1 0,-9 1-1314,-13-1 0,-3-1-45,3 0 0,-1 2-135,0-6 0,-3 1 1,1-1-1460,-8 7 1,2-2 1281,8-9 0,1 1 1,-3 4-1,7-1 1,13-6-1</inkml:trace>
  <inkml:trace contextRef="#ctx0" brushRef="#br0" timeOffset="211363">20355 18281 11580,'8'-14'2339,"18"-7"-2609,19 12 360,-6-3-809,2 12-181,-39 34 1170,-19 4 0,-7 4 359,10-10 1,0 2 0,-1-1-91,-6 2 1,0-1 0,10-2-630,15-2 0,7-5-1349,15-3-200,13-24 1,4-7 982,6 1 1,-22-1-1,-1 0 1,8-4 0</inkml:trace>
  <inkml:trace contextRef="#ctx0" brushRef="#br0" timeOffset="211751">20937 17526 7533,'-1'-32'1092,"0"0"0,15 8 0,6 9-1648,7 24 1,3 10 780,-5-5 0,-1 6 104,-3 14 1,-1 9 0,-7 1 44,-7 1 1,-6 0-1,-2 3-374,1-5 0,-1 1 0,-2 2 0,-4 0-486,-4-2 0,-2 1 1,-4 1-1,-2 0 1,-3-1 421,3-8 1,-4 0 0,-2 0-1,-1 0 1,0-1 0,0-1 0,2-2-1,-4 5 1,2-2 0,-1-2 0,0 1-1,-1 0 1,-4 2 0,0 0 0,0 0-1,0 0 1,0 0 0</inkml:trace>
  <inkml:trace contextRef="#ctx0" brushRef="#br0" timeOffset="212013">21519 18405 7533,'-19'-18'1349,"-1"-1"0,-11-6-1349,47 50 0,11-6 0,18-1 0</inkml:trace>
  <inkml:trace contextRef="#ctx0" brushRef="#br0" timeOffset="212163">21819 18442 7533,'0'-19'3276,"0"7"-1155,8 6-2121,2 6-2519,15 0 2519,-5 0 0,6-5 0,-9-2 0</inkml:trace>
  <inkml:trace contextRef="#ctx0" brushRef="#br0" timeOffset="212296">22278 18344 12300,'47'-13'0,"-6"1"0</inkml:trace>
  <inkml:trace contextRef="#ctx0" brushRef="#br0" timeOffset="212413">22578 18306 7533,'10'21'819,"13"6"0,-3-13 0,15 11 0</inkml:trace>
  <inkml:trace contextRef="#ctx0" brushRef="#br0" timeOffset="214263">23389 17599 7533,'0'-24'1889,"-8"5"0,-1 12-1530,-9 8 361,1 26 0,1 8-586,5-13 1,0 3-508,-3 9 0,-2 9 0,1 2 0,3-6 688,4 3 0,0 1-82,0-3 1,-3 7 0,0 3 0,1-1 0,3-6-384,5 2 0,2-3 0,-1 1 60,-4-5 0,-2 1 0,3 1 0,4-3-1003,9 5 1,5-2 0,2-8 830,0-11 1,1-3 0,9 9 0,1-2 0,7-7 0</inkml:trace>
  <inkml:trace contextRef="#ctx0" brushRef="#br0" timeOffset="214630">23901 17773 7533,'-36'22'3276,"17"-11"-1638,-3 13 0,5 3-455,11-3-1138,-21 9 0,-1 2-3322,20 3 2243,-14-12 0,-3 1 1124,10 4 0,3-4 1029,-10-1-1119,4 4 0,5 2-270,11 7 270,2-5-90,6-7 1,5-3 89,17-7 0,-6 8 0,-1 1-180,0-8 639,1 1 1,-4 2-640,-14 3 135,4 2 0,-1 2 45,-7 9 0,-2-10 0,-4-1 0,-11 4-270,-11-4 180,3-7 0,-1-2-1169,-5 4 2241,5-11 0,3-2-982,11-3 0,-11-5 0,13 0 0</inkml:trace>
  <inkml:trace contextRef="#ctx0" brushRef="#br0" timeOffset="-214716.73">23901 18641 9961,'25'7'2339,"18"-2"-2429,-11-5-409,-3 1 1,-2-2 0,-5-4 0,11-2 0</inkml:trace>
  <inkml:trace contextRef="#ctx0" brushRef="#br0" timeOffset="-214550.73">24112 18467 6694,'-21'22'1638,"-1"0"0,-7 6-546,11 1 0,1 7 0,3-3-2655,6-8 1,2 0 1517,-7 11 0,3 0 135,7-6 0,6-1 18,3 4 1,3-2-1,0-6 1,2-2-1,7 0 1,-1 0-1</inkml:trace>
  <inkml:trace contextRef="#ctx0" brushRef="#br0" timeOffset="-213799.73">20197 15902 7533,'-22'29'3276,"16"-7"-1638,26 0 0,11 2-1446,7 1 0,4 0 227,-8-3 1,1 3 0,4 2-121,-6-3 1,3 2 0,2 2 0,1 2 0,1-1 0,0 0-108,-5-4 1,0 0 0,1 0 0,0 1 0,0-1 0,0 1-1,0 1-588,3 2 0,0 0 1,1 2-1,0-1 1,-1 0-1,0 0 1,0-1 369,-3-3 0,1-1 1,0 0-1,-1 0 0,0 0 1,-3-1-1,-1 0 223,1 4 1,-2-1 0,-1 0 0,-2-1 0,1 1-158,3 5 0,-1-1 0,0 0 0,-2 1 139,-1-2 1,-2 2 0,0-1 0,-2 0 16,3 6 0,-1 0 1,1 0 162,-2-5 1,1 0 0,0 0 0,-1-1-211,4 5 1,-2-1 0,2-1-90,0-5 0,1-1 0,-1-3-780,2 4 1,-1-7-1080,13-9 1163,-8-6-2602,0 15 1169,-7 4-269,-11 7 3008,-9-3-670,-8-18 0,0-1 0,0-4 0</inkml:trace>
  <inkml:trace contextRef="#ctx0" brushRef="#br0" timeOffset="-212483.73">20408 16013 7533,'-27'-26'2248,"-7"14"-1978,23 18 270,-6 18 0,2 5-360,4 9-376,0-6 1,-1 6 0,1-4 240,5-8 0,0 0 0,-2 14 0,1-3-945,7-5-899,15-25 720,-3-26 314,5-17 1,0-6 449,-7 8 0,-1-2 405,4-12 0,0 0 449,-5 3 1,1 6-90,3 16 0,2 2 1079,-3-4 0,5 4-225,18 14 0,7 9-1439,-1 2 1,4 3-170,-2-5 1,3 1 0,-1 0-1,-4 2 1,-1 2 0,0-1 0,1-2-1,1 0 1,-1 0 0</inkml:trace>
  <inkml:trace contextRef="#ctx0" brushRef="#br0" timeOffset="-211662.73">24412 18827 12660,'0'41'2248,"-8"-12"-2878,4 3 1,-1-1 179,-13 0 450,-8 10 0,15-29 0,-2-7 0</inkml:trace>
  <inkml:trace contextRef="#ctx0" brushRef="#br0" timeOffset="-210680.73">22084 15306 7892,'-10'-27'3276,"-6"5"0,7 22-1372,-1 5-15,18-3-1260,3 3 225,20-5 1,11-5-226,-1-2 1,5-2 0,-2 1-1035,-9 5 1,-1 0 0,3-1 619,1-2 1,5-2 0,2 0 0,-4 1 0,-6 3 9,0 2 0,-1 1-158,2-1 1,6-1-1,2 0 1,-4 0-308,-1-1 0,-2 0 0,-1 1 240,12 2 0,0-1-1093,-11-5 1,0-3 0,-7 0-2185,1-6 3060,12-3 0,-25 13 0,-10 13 0</inkml:trace>
  <inkml:trace contextRef="#ctx0" brushRef="#br0" timeOffset="-209647.73">14676 12009 0,'-34'-12'1590,"13"5"1686,-13 29-2389,26 13 0,7 9-1127,1-6 0,4 3 0,-1 2 132,0-4 0,-1 1 0,1 0 1,1-2-1,4 3 0,1-3 1,0-1-1,-1 10 0,1 0 1</inkml:trace>
  <inkml:trace contextRef="#ctx0" brushRef="#br0" timeOffset="-209279.73">14499 13100 7533,'-29'-7'3276,"68"18"-2711,-13-2 1,3 3-746,1 3 0,2 2 0,-6 5-270,-2 15 1,-13 6 479,-14-9 0,-8 3 0,0-1 479,1-1 1,-2 0 0,1-1 614,-11 11 1,8-5-1395,32-3-945,20-25 1,10-7 1214,-4-4 0,0-2 0,6 1 0,-4 0 0,-16 0 0,-1 0 0</inkml:trace>
  <inkml:trace contextRef="#ctx0" brushRef="#br0" timeOffset="-208762.73">14464 14674 4020,'-34'12'1638,"-1"0"0,2 3 1638,9 3 0,68-29-3086,-6 6 0,4 0-685,5-7 0,-2 6-149,-9 18 1,-7 9 148,-12 11 1,-11 7 823,-12-3 1,-8 3 0,-1 0 389,1 0 1,0-1 0,3-1-46,0 9 1,10-5-472,12-11 1,7-6-474,10-8 1,1-2 464,-6 5 1,-9 3-601,-22 15 0,-17 5-67,2-13 0,-6 1 0,-3 0 0,1 1 198,-4 3 1,0 0 0,-1 0 0,0-1 0,4-5 0,0 0 0,0-2 0,3-1 0,2 0 0,-1 1 0,1-1 0</inkml:trace>
  <inkml:trace contextRef="#ctx0" brushRef="#br0" timeOffset="-208364.73">15910 11241 0,'-4'-41'679,"0"0"1,-3 16 0,-3 3 958,-3-11 0,-2 13 0,1 38 0,1 15-1449,5-2 0,2 4 0,2 3-551,2 1 1,2 4 0,0 1 0,2-1 361,1-2 0,1 0 0,1-1 0,1-2 0,2 4 0,1-2 0,1-4 0,8 2 0,0 0 0</inkml:trace>
  <inkml:trace contextRef="#ctx0" brushRef="#br0" timeOffset="-207913.73">17357 11489 7533,'8'-29'1638,"-1"-1"0,21-11-533,-4 35 1,5 6-657,5 2 1,2 3-585,2 4 0,-3 5-135,-4 7 1,-7 7 44,-13 15 0,-13 6 404,-8-9 1,-7 1 0,-1-1 539,2-2 1,-2-1 0,1-2-585,-8 7 0,15-11-765,33-21 1,13-9-464,5-7 1,7-7 0,-2 1 727,-6 2 1,0 0 0,0 0 0,5-1 0,1-2 0,-6 3 0,-14 4 0,1 0 0</inkml:trace>
  <inkml:trace contextRef="#ctx0" brushRef="#br0" timeOffset="-207529.73">19103 11564 7533,'-2'-32'3276,"35"2"-1638,-6 18 0,3 4-1406,11 1 0,-2 7-682,-7 13 0,-9 9 135,-13 10 1,-10 6 493,-6-7 1,-5 2 0,-1 0 405,-8 12 0,1-2-91,5-11 1,10-4 674,39 3-719,-3-24 0,1-2-136,-5 1 1,-7 5-315,-13 24-660,-31-5 1,-16 3 0,-1 1 437,4-1 1,0 1 0,-2 0 0,2-3 0,-2 0 0,0 0 0,3-1 0,0 0 0,1 1 0,-1-1-1</inkml:trace>
  <inkml:trace contextRef="#ctx0" brushRef="#br0" timeOffset="-205650.73">15505 14947 7533,'-20'-12'3238,"4"5"38,24 12-2594,-6 3 667,20 15 0,11 6 289,2 2 0,4 2-1396,-8-10 0,2 1 1,2 1-1,0-1-400,-1-1 1,0 1 0,-1-1 0,1 0-353,9 4 0,-1 0 1,-4-1-584,-8-4 1,-3 1 0,-3-1 575,1 7 0,-7-1 0,-10 10 0,-18-9 0</inkml:trace>
  <inkml:trace contextRef="#ctx0" brushRef="#br0" timeOffset="-205349.73">16193 14885 7533,'-18'-15'1638,"-5"26"0,-3 13-546,7 4 0,1 7 0,-2 2-773,-4 2 0,-2 2 0,-2 3 0,2 1-319,4-2 0,0 3 0,0 0 0,1 0 0,0-3 0,-1 0 0,1-2 0,0 0 0,1 0 0,1 0 0,1 0 0,-1 0 0,1 0 0</inkml:trace>
  <inkml:trace contextRef="#ctx0" brushRef="#br0" timeOffset="-203566.73">15646 14922 7533,'-28'7'719,"3"-1"810,15-6-1079,2 0 630,32 11-361,-7 6 1,3 2-585,3-5 0,1 2 224,9 18 1,1 6-180,-8-13 0,1 1 0,-2-1-423,1 7 0,1 2 333,-4-10 0,4 3 0,1-1 0,-2-2-225,11 8 0,0-2-315,1-2 0,1-1-300,-9-9 1,2 0 0,-4-4-1950,11 5 2069,-4-2 630,-11-8 0,-14-5 0,7 1 0</inkml:trace>
  <inkml:trace contextRef="#ctx0" brushRef="#br0" timeOffset="-203366.73">16334 14922 7533,'-10'-7'2248,"-14"-3"-359,-3 25-945,-9 0 1,-5 7-765,8 7 0,0 7 0,-1 2-1000,5-7 1,-2 2 0,1 0 0,3 0 363,-3 7 0,2 1 0,4 0 456,2 1 0,2 1 0,5-5 0,5-7 0,2-2 0,-1 7 0,0 0 0</inkml:trace>
  <inkml:trace contextRef="#ctx0" brushRef="#br0" timeOffset="-188282.73">24747 18170 6094,'0'19'89,"8"5"-89,-6-16-269,6 8 269,0-14 0,-6 9 0,6-5 0</inkml:trace>
  <inkml:trace contextRef="#ctx0" brushRef="#br0" timeOffset="-187666.73">24747 17971 8252,'-9'-6'2249,"1"0"-1170,8 12-899,8 0 630,-6 29-540,13-12-1472,-9 21 1,-2 3 1381,6 1-30,-6-6 0,-2 7 0,0-2-522,-2-7 1,0-2-1,0 1 432,0 0 0,1 0 0,-2 2-363,-2-3 1,-2 3-1,0-3 1,2-5 391,-1 16 91,-6-4 0,4-17 180,22-54-180,-4-4-360,2-4 0,4-9 0,-1 3 650,-2 3 1,1-1-561,0 1 0,1-7 0,1 1 0,-2 6-270,0 5 0,-1 1-330,4-14 1,1-6-1,-2 11 61,4 4-541,-7-1 1,3 6 1169,7 23 0,-5-8 0,5 9 0</inkml:trace>
  <inkml:trace contextRef="#ctx0" brushRef="#br0" timeOffset="-186816.73">24994 18728 12390,'31'-9'629,"-1"0"1,1 0-1799,-2-1 0,-3-1-2108,-12 2 3032,19-3 0,-15-5 0,0 3 0</inkml:trace>
  <inkml:trace contextRef="#ctx0" brushRef="#br0" timeOffset="-186633.73">25224 18554 7533,'-38'33'1638,"16"-7"0,3-1 483,7-1-1357,-4 9 1,1 2-405,11 3-46,-4 2 1,1 1-1394,7-10 809,1-3 0,5-5-3007,28-14 3084,-11-4 0,26-12 1,-21-5-1</inkml:trace>
  <inkml:trace contextRef="#ctx0" brushRef="#br0" timeOffset="-186316.73">25523 18976 13649,'10'-7'0,"-2"1"-1079,-24 17 539,5-2 540,-15 14 0,9-9 0,-1 4 0</inkml:trace>
  <inkml:trace contextRef="#ctx0" brushRef="#br0" timeOffset="-184398.73">26000 18071 7533,'0'-25'1799,"0"6"-180,-8-5-1080,6 16 631,-6-3-810,8 16 809,0 35-809,0-8-508,-2-1 1,0 7 0,-2-4 372,0-7 0,-2 0 194,1 15 1,-1 6 0,0-6-330,-3-11 0,0-1 150,3 9 0,0 5 0,1-6-60,-5 7-235,1-5 0,2-5-35,5-19 450,-6 7-990,8-29-899,16-39 990,-12 11-554,5-3 1,3-9 0,-2 4 750,-4 11 1,0-1 3,1-5 1,2-6 0,0-1-1,-1 6 203,2 3 1,0 2 74,-1-6 0,0-3 0,-2 7 1200,3-1 839,-2 2-1542,-8 34 2441,-16 40-2608,-3 2 449,5-3 1,-2 8 0,3-4-616,1-9 1,2 2 120,2-2 0,-1 6 0,1-1 0,2-4-45,0 5 0,2-4 838,-1 3 1,0-2-1648,-3 8-361,24-65 810,-12 2-90,10-13 1,3-8-451,-7-8 0,-2-6 1,2 5-59,4 5 1,1 1 664,-6 6 1,0-5 0,-1 1 0,-1 9 1011,3-7-359,-2 17-91,-24 45 765,7 6 1,-1 5-765,-4-3 0,0 3 89,5 3 1,1 3 0,0-6-273,-10 8-222,13-5 0,0-2 45,-2-11-90,7-11 398,0-20-848,7-9-675,-2-17 1,0-5 675,13-3-644,-9 3 1,0-7 0,-2 6 492,-1 13 1,0 0-494,2-7 1,1-4 0,-2 6 994,-5 1-82,-2 22 0,-18 36 0,-6 20-224,15-19 1,1 3-384,-4 1 0,-2 6 0,1 1 0,5-7 905,6-3 0,2-2 1,-4 19-1,0-2 1,4 3-1</inkml:trace>
  <inkml:trace contextRef="#ctx0" brushRef="#br0" timeOffset="-183983.73">26353 18814 14009,'-10'21'90,"2"7"-1529,-8-15 359,-11 12 1080,5-7 0,-1 0 0,-15 10 0,5 8 0</inkml:trace>
  <inkml:trace contextRef="#ctx0" brushRef="#br0" timeOffset="-181150.73">25365 17599 7533,'-36'2'1529,"17"-3"-180,3-6-449,16 1-1,27 8 1,17 7-541,-10-2 1,4 1 0,4 0 0,2-1-904,1-2 0,3-1 1,3 0-1,0-1 0,0 1 1,-3 0 614,2 2 1,-3 1 0,0-1 0,1 0 0,3-2 74,-9-3 0,2-1 0,2-2 1,0 1-1,1-2 0,-1 1 0,-1 0 1,-2 0-157,5 1 0,-1-1 0,-1 1 0,-1-1 0,-1 0 0,1 0 64,3-1 0,0-1 0,-1 0 0,1 0 0,2 1-187,-3 1 0,5 1 0,-1 0 0,-1 0 0,-4 1 1,-8 0 222,6-1 0,-2 2-148,-4 0 0,5 2 0,0 1 0,-4-1-797,10 0 1,-4 2 764,-2 1 0,-2 0-1349,-2-2 0,-5-2 719,-15-2-261,7-6 981,-32 5 0,2-10 0,-22 4 0</inkml:trace>
  <inkml:trace contextRef="#ctx0" brushRef="#br0" timeOffset="-180800.73">27093 17662 10141,'10'27'1638,"-1"4"0,-2 6-546,-7 1 0,-3 5 0,0 1-1078,1-5 0,1 2 1,-2 1-1,-1 0-14,-3 2 0,-1 0 0,-2 0 0,0-1-240,-2 6 0,0-2 0,-1-4-853,-2-9 1,0-2 0,2-6-2185,-7 10 2763,4-37 1,16-19 0,0-5 0</inkml:trace>
  <inkml:trace contextRef="#ctx0" brushRef="#br0" timeOffset="-180633.73">26917 18256 7533,'-27'18'3276,"1"18"-1638,19-5 0,4 0-635,3 13-553,10-10 0,6-6-720,13-13 0,4-4 0,1-4 90,7-7-764,0-11 0,0-7 475,-12 2 1,-1-2 0,7-6 0,1-2 0,-6 5 0,0 0 0</inkml:trace>
  <inkml:trace contextRef="#ctx0" brushRef="#br0" timeOffset="-180150.73">26988 18603 7533,'-36'0'2788,"-7"0"90,22 6-2518,5-4 810,57 3-811,-8-5-1243,1-2 1,8-3 0,-4 1 838,-6 0 0,1 0-795,7-3 1,5-2 0,-5 1 614,-10 2 0,-1-1-1035,17-7 1,-2-1 1259,-3-1 0,-11 5 0,-1-1 0,6 0 0</inkml:trace>
  <inkml:trace contextRef="#ctx0" brushRef="#br0" timeOffset="-179962.73">27393 18145 7533,'-31'22'819,"-1"0"0,8 3 0,0 3 0,4 2 819,-1 12 0,3 5-965,5-12 0,0 3 0,0 1 1,3-1-794,-2 8 0,3 0 0,2 1-667,4-7 0,2 1 0,0 0 0,2-1 787,1 4 0,1 0 0,4-6 0,9 2 0,5-10 0,22-13 0</inkml:trace>
  <inkml:trace contextRef="#ctx0" brushRef="#br0" timeOffset="-179633.73">27464 18764 7533,'-20'13'3276,"28"-1"-1245,29-5-2391,2-1-270,-9-13 1,-3-3 89,-5-5-809,11-21 809,-23 16-449,-2-14 899,-16 18 719,-18-2-539,5 13 405,-7 7 0,-1 7 1124,5 9 0,1 5-225,-1 6 0,1 1-1169,4-3 0,5 0-585,5 6 0,10-4-629,38-1 989,-21-2 0,6-14 0,1-2 0,-8-3 0</inkml:trace>
  <inkml:trace contextRef="#ctx0" brushRef="#br0" timeOffset="-179350.73">27728 18653 10231,'-9'25'3276,"9"16"-2594,9 5-412,-4-18 0,0 0-180,3 5-90,-8-11 0,0-22-270,16-27 270,-12 3-315,15-7 0,1-2 135,-14-3-585,12 6 1,3 2-2294,-2 6 3058,9 4 0,-3 19 0,-7 12 0</inkml:trace>
  <inkml:trace contextRef="#ctx0" brushRef="#br0" timeOffset="-178495.73">27958 18579 7533,'-38'22'3276,"13"11"-1676,23-6 0,4 2-2410,0 17 91,14-16-181,-7-35 720,1-5-269,6-19 179,-6 4 180,7 10 360,-7-1 359,14 16 631,-20 16 179,11-6-1619,1 13-450,-4-10-359,5-1-450,-1-5 1079,-14-2-90,14-10 270,-14-2 270,13-5-270,-13-1 540,14 6 809,-14-4 541,14 16-991,-15-4-899,7 11-1169,0-5-1799,2-1 2608,0-6-1349,-2 0 1529,-1-6 360,-5-6 0,14-2 0,-6-4 0</inkml:trace>
  <inkml:trace contextRef="#ctx0" brushRef="#br0" timeOffset="-178334.73">28258 18616 7533,'7'-26'1889,"-5"8"449,-2 23-988,-2 9-991,-5 0-359,7 8 0,0-19-2158,0 19 2158,7-14 0,3 4 0,8-6 0</inkml:trace>
  <inkml:trace contextRef="#ctx0" brushRef="#br0" timeOffset="-177983.73">28293 18244 10321,'-8'36'944,"7"-9"1,0 1-945,-7 9 0,10-8 0,4-1 0,4-2 0</inkml:trace>
  <inkml:trace contextRef="#ctx0" brushRef="#br0" timeOffset="-177795.73">28310 18616 8252,'-9'48'1638,"4"-17"0,2 0-2287,2 2 1,2-1-161,7 13 809,1-12 0,1-31 0,-2 3 0</inkml:trace>
  <inkml:trace contextRef="#ctx0" brushRef="#br0" timeOffset="-177433.73">28416 18728 8612,'0'26'3276,"0"2"-3494,16-13-3059,-4-3 2597,13-7-490,-7-5 900,-8 6 1080,-3 6 1439,-7 2 899,0-2-2608,0-6 449,0-6-2428,0 0-450,8 0 540,2-11 494,3-11 1,0-3 854,-2-14 0,1 7 0,0 0 0,-2-5 0</inkml:trace>
  <inkml:trace contextRef="#ctx0" brushRef="#br0" timeOffset="-177283.73">28681 18244 7533,'-8'8'1638,"-4"17"0,-1 11-546,2 5 0,1 6 0,1 3-623,1-4 0,-1 4 0,2 0 0,4-1-469,3-2 0,4-1 0,2-1 0,-1-2 0,1 3 0,0-2 0,6-5 0,13-5 0,1 1 0</inkml:trace>
  <inkml:trace contextRef="#ctx0" brushRef="#br0" timeOffset="-176666.73">29333 18356 7533,'-27'-7'3276,"-14"7"-1638,18 21 0,1 9-822,-3-1 1,3 4-1132,1 10 0,6 2-45,12-12 1,6-4-91,17 7 450,8-13 90,-3-9 450,-7 20-136,-13-10 1,-1 2-180,3 3 0,-6 1-405,-13 5 0,-7-3-810,4-7 1,-1-5 899,-6-6 0,-2-4-3187,-17 2 3219,30-24 0,3-1 1,18-12-1</inkml:trace>
  <inkml:trace contextRef="#ctx0" brushRef="#br0" timeOffset="-176532.73">29333 18554 9512,'20'-5'2698,"27"-8"-3688,-20-4 1,1-2 1034,1 5 0,1-1-391,5-2 0,-4-1 0,-3-6 0,-3 5 0</inkml:trace>
  <inkml:trace contextRef="#ctx0" brushRef="#br0" timeOffset="-176383.73">29686 18170 7533,'-33'19'1079,"11"4"0,-1 5 13,0-5 0,-2 2 0,2 3-1842,2 11 0,3 5 0,0-2 840,3-8 0,-1-2 0,4 3-660,3 7 0,3 2 1,6-4-958,9 1 0,5-3 1527,-5-1 0,4-3 0,7-7 0,3-7 0,12-9 0</inkml:trace>
  <inkml:trace contextRef="#ctx0" brushRef="#br0" timeOffset="-175778.73">29792 18529 7533,'-26'6'1092,"-1"-1"0,-8 6 0,2 3 508,7 4 0,3 3-1420,-1-3 0,4 2 270,5 22-1530,38-22 990,-17-2-1304,24-14 0,3-8 764,-15-8-809,14 1 0,0-3 719,-10-18 2069,3 12 1530,-33 25 397,4 39-2145,-11-7-1446,19-6 1,7-5-676,17-17 990,9 2 0,-11-22 0,-1-7 0,5-10 0,-14 4 0,1 0 0</inkml:trace>
  <inkml:trace contextRef="#ctx0" brushRef="#br0" timeOffset="-175633.73">29951 18480 7533,'-28'23'3276,"3"-2"-796,46 3-2480,-13-17-540,21-11 1,7-9 539,-8-8 0,-1-3 0,-2 4 0,-1-1 0,0-2 0,1-1 0</inkml:trace>
  <inkml:trace contextRef="#ctx0" brushRef="#br0" timeOffset="-175478.73">30163 18158 7533,'-31'32'1092,"1"0"0,8 10 0,5 4 0,1-8 0,2 1 0,2-2-1336,6 9 0,3-1-56,-1-9 0,2 1 1,0-6 373,2 7-74,6-5 0,3-2 0,3-11 0,14 3 0</inkml:trace>
  <inkml:trace contextRef="#ctx0" brushRef="#br0" timeOffset="-175216.73">30180 18603 7533,'-17'24'3276,"-1"2"-1605,8-5-1671,18-4 90,-4-17-1709,27-17 1439,-19 7-1979,13-24 1709,-15 19-809,-2-3 2698,-47 40-359,21-4-766,-6 4 1,-1 3 315,0 6 2646,13 17-2325,-4-19-1850,40-5-630,-3-35 0,3-7 899,0 6 0,1-1 317,2-7 0,-3-1 1,1-8-1,-7 3 1</inkml:trace>
  <inkml:trace contextRef="#ctx0" brushRef="#br0" timeOffset="-174999.73">30427 18244 9152,'18'19'1092,"-1"1"0,-5 9 0,-4 6 0,-3 9 0,-2 6 0,-3-3-737,-4 3 1,-2-1-656,4-11 0,0 0 1,-4-4 119,-9 1 0,-1-5 180,2 13-1639,-12-2 1,-5-1 1447,0-3 1,6-10 0,-1-1 0,-9-1 0</inkml:trace>
  <inkml:trace contextRef="#ctx0" brushRef="#br0" timeOffset="-174183.73">30798 17587 7533,'-30'13'3276,"22"10"-3652,26-10 1,7 0 599,-5 3 1,2 0-449,18 3 1,2-2 313,-17-8 0,-1 2-175,11 14 0,-2 1 175,5-1-508,-23 16 1,-5 4 597,-2 0 269,-11-9 1,-3 6 0,-1-4-315,2-9 0,-1 1 434,-5 9 1,-1 5 0,1-6-345,5-12 0,0 0 134,0 11 1,1 4 0,1-4-90,4 9 135,4 4 0,0-2-495,-2-5 732,9-6 0,1 2-2281,-9-7 1,-2-1 1426,5-4 1,-4 0-1228,-15 16 0,-7-1 1439,-2-10 0,-3-3 0,-6 4 0,-1-2 0,1-4 0,2-2 0</inkml:trace>
  <inkml:trace contextRef="#ctx0" brushRef="#br0" timeOffset="-173099.73">8061 15926 9602,'-18'44'1092,"3"-11"0,-3 4 0,2-3 10,8-6 1,-1 2-863,-10 9 0,-5 5 0,4-1-1,9-7 1,3 0 0,-2-3-285,-9 3 0,0 1-135,9 0 0,2 2 1,1-8 574,-1-6-755,7 7 0,2-2 0,-1-12 45,4 15 1,0 1 224,-2-7 494,6 14 1,0 3-315,-7-5 539,6-4 1,2 8 0,-1-7-340,4 8-51,-1-13 1,3 5 0,2-1 210,1 0 0,1-1 0,0-1-360,3 6 0,-1 3-326,-5-3 1,0 5-1,0 1 1,-3-6 819,-2-2 1,-1 0-113,0 0 0,0 7 1,0-1-1,-2-6-247,-1 0 0,-1 1-385,-1-2 1,-1 5 0,-2 1 0,-1-6 69,-4 1 0,-1-1-730,1 0 1,-1 6 0,1-1 0,-1-4-511,-4 3 0,0 0 1330,6-4 0,0 5 0,2 1 0,-2-4 0,-1 7 0,1-1 0,3-4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17:04.31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17004 3818 7533,'-18'-6'3276,"16"5"-1335,4-5-682,22 4 0,9 4-674,-5-2 0,3 0-820,5-2 0,6 0 1,3-2-1,-2 1-530,-2 0 1,-2 0-1,1-1 1,1 0 764,6 0 0,2-1 0,-1 0 0,-4 0 0,1-1 0,-4 0 0,-3 0 0,-1 0 0,0 0 0</inkml:trace>
  <inkml:trace contextRef="#ctx0" brushRef="#br0" timeOffset="232">17480 3793 7533,'-26'22'1092,"-1"0"0,5-7 0,-1 3-273,5 8 0,-1 8 0,1 3 0,-1-2-457,-8 7 1,-1-1-1,0 1-430,7-6 1,0 0 0,0 0-1,0-1-1025,-5 4 1,1-2 0,7-5 573,9 5 0,13-38 0,21-25 0</inkml:trace>
  <inkml:trace contextRef="#ctx0" brushRef="#br0" timeOffset="399">17498 3830 7533,'-5'50'546,"-1"-1"0,1 1 0,-1-5 0,-1 1 0,0 1 0,0-2 273,1-7 0,0-2 0,0 1 0,2 2-164,-1 1 0,-1 4 1,2-1-1,4-3 0,7-7-749,14-4 0,8-8 0,4-2-999,9 0 1,6-4 0,-1-5 727,-4-6 1,0-5 0,-2-6 0,4-12 0,-2-6 0,-7-2 0,-15 2 0,1-1 0</inkml:trace>
  <inkml:trace contextRef="#ctx0" brushRef="#br0" timeOffset="682">18027 3346 7533,'-10'27'1092,"0"-1"0,14 18 0,8 4 0,1-11 0,3 0 0,2 1-2185,2 2 1,2 1 0,1-4 436,8 3 1,-2-5-1,-1 6 1,-12-23 0</inkml:trace>
  <inkml:trace contextRef="#ctx0" brushRef="#br0" timeOffset="849">18362 3557 7533,'-32'20'655,"0"0"0,0 0 1,-2 7-1,1 3 0,2-1-188,5-4 0,1 0 0,2 1-678,-1 8 0,1 2 0,3-7 0,-7 2 0,1 2 0</inkml:trace>
  <inkml:trace contextRef="#ctx0" brushRef="#br0" timeOffset="965">17974 3756 14459,'40'12'114,"0"0"1,-2-7-1,3-2 1,0-2-1,3 0 1,0-2-1,1-1 1,3-4-1,0-1 1,-1 1-1</inkml:trace>
  <inkml:trace contextRef="#ctx0" brushRef="#br0" timeOffset="1582">18733 3520 7533,'-23'32'468,"1"0"0,0 0 0,5 1 0,1 4 0,-1 2 0,1 2 0,0 1 0,0-2 0,0 2 0,0 1 0,-1 2 0,2 0 0,0 0 0,2-1 0,1 0 0,0-1 0,0 1 0,2 0 0,1 0 0,2-1 0,2 0-915,1 4 0,0 1 0,2 0 1,4-2-1,3-5 0,6-4 447,9-3 0,7-5 0,3-4 0,1-4 0,6-1 0,2-5 0,2-8 0,7-16 0,0 1 0,-1-1 0</inkml:trace>
  <inkml:trace contextRef="#ctx0" brushRef="#br0" timeOffset="2949">19156 3929 9152,'-28'-1'1092,"1"1"0,-7 6 0,1 6 103,5 8 1,1 4-882,-3-2 1,6 3-495,12 23 180,18-23 45,26-8 0,10 0-225,-7 3 0,-3 4 315,-2 6 0,-3 4-90,-6-1 0,-11 2-315,-21 0 1,-11-2-586,-7 0 1,-5-4-785,1-10 1,-1-4 1627,3 0 1,2-8 0,-5-25 0,17-8-1</inkml:trace>
  <inkml:trace contextRef="#ctx0" brushRef="#br0" timeOffset="3199">19526 3681 10501,'24'23'819,"1"0"0,-1 0 0,9 7 0,-5 4 273,-15-1 0,-6 6 0,0 3-900,0-1 0,0 4 0,-4 1 0,-4-1-848,-6-6 1,-5-1-1,-2 1 1,-1 1 0,0 1 108,0 4 1,-1 2 0,0 1 0,-1 0 0,-2-1 0,0-5 311,-2-3 1,-1-2 0,-2-2 0,0-1 0,-1 0 0,-1 2 0,-1-1 0,-1 0 0,1-2 0,2-4 0,-2-2 0,1 0 0,-1 0 0</inkml:trace>
  <inkml:trace contextRef="#ctx0" brushRef="#br0" timeOffset="6016">11624 1636 0,'-18'-36'2399,"-7"9"877,-18 7-1849,17 27 0,-3 10-1135,1 5 0,-3 8 1,1 3-1,1 0-22,5-1 0,2 1 0,1 2 0,-2 2-127,-2 3 1,-3 3 0,1 2 0,1-1 0,5-4 345,-2 4 0,4-2 0,12-1-279,14-3 0,10 0 0,6-8-121,18-10 1,10-10 442,-7-5 1,6-3 0,1 0 0,-6 0-533,-5-1 0,-4 1 0,-4 6 347,5 14 0,-15 8-482,-36 7 0,-19 5-675,6-12 1,-4 2 0,-3 0-1,2-3-283,-4 3 1,1-4 0,0-1 545,5-2 1,0-3 0,4-4 0,-13-1 0,29-17 0</inkml:trace>
  <inkml:trace contextRef="#ctx0" brushRef="#br0" timeOffset="6200">12118 2454 7533,'-10'24'1638,"-2"1"0,1 3 0,5-1 0,0 1-1004,-6 9 0,-4 4 1,3-2-2274,1 4 1,2-3 1091,-3 2 1,1-3 0,6-11 0,4-5 0,2-3 0</inkml:trace>
  <inkml:trace contextRef="#ctx0" brushRef="#br0" timeOffset="6432">12682 1475 0,'-17'-8'3276,"-9"26"-2621,15 8 0,0 13 1,1 6-1,1 2 0,-1-5 164,0-2 0,0-3 0,0 3 0,-1 6-591,3-6 0,0 6 0,-1 4 1,0 3-1,0 1 0,0 0 1,1-2-1,0-4 0,2-5-884,-2 5 1,2-4-1,0-3 1,1 0 0,-2 3 605,0 3 0,0 4 0,-1 1 0,1-2 0,0-4 0,2-9 0,0 5 0,0-10 0,-2-6 0</inkml:trace>
  <inkml:trace contextRef="#ctx0" brushRef="#br0" timeOffset="6599">12559 1896 10861,'8'31'819,"0"-1"0,3 8 0,4 4 0,2 2-896,1-5 0,2 2 0,2 0 0,-2-1-743,-2-1 1,-1-1 0,0 0 0,0 0 525,0 1 1,2 0 0,-2-2 0,-4-6-1,5 16 1,-10-7 0</inkml:trace>
  <inkml:trace contextRef="#ctx0" brushRef="#br0" timeOffset="6716">12577 2479 0,'-10'-25'3276,"2"0"0,47 12-2917,-8 6 1,3 3-1,0 5 1,0 3-1,4-1 1,-1 1-1</inkml:trace>
  <inkml:trace contextRef="#ctx0" brushRef="#br0" timeOffset="7399">10901 1735 7533,'-28'-7'1049,"1"0"0,-6 6 1,-1 8-556,-1 17 1,0 11-854,6-4 0,-3 6 0,1 0 0,1-1 479,-1-1 0,1-2 0,1 3 194,3 1 1,-1 4 0,4-2 0,7-7 1042,6 9-772,19-12 0,10 0-136,7-1 1,7 0 0,2-1-900,-1 0 0,3 0 1,3 1-207,-1-3 1,4 2-1,2 0 1,-1-1 0,-3-4 327,5 1 0,-4-3 0,3-1 1,-1-1-1,2 0 0,-1-1 1,-5-3-1,4 0 0,0-1 1</inkml:trace>
  <inkml:trace contextRef="#ctx0" brushRef="#br0" timeOffset="7899">13635 2504 7533,'25'-40'3276,"-13"22"-2621,-2 39 1,-4 16-1106,-11 10 1,-6 3-451,5-16 1,0 0-1,-1-1 244,-7 14 1,0-6-1,-4-5 1,11-11 0</inkml:trace>
  <inkml:trace contextRef="#ctx0" brushRef="#br0" timeOffset="8132">14076 1388 7533,'-20'-11'1638,"23"49"0,10 22-546,-6-23 0,1 2 0,0 8-1329,-2-11 0,1 7 0,-1 3 1,1 3-1,0 1 0,0 0 1,-1-3-1,-1-2 12,1 1 0,-1-1 0,0-1 0,-1-1 0,0 1 1,0 1-33,-1 0 0,0 2 0,0 2 0,-1-1 0,0-2 0,0-2 0,0-4 257,1 7 0,0-3 0,-1-5 0,-2-6 0,-2-1 0,-4-10 0,-3-12 0</inkml:trace>
  <inkml:trace contextRef="#ctx0" brushRef="#br0" timeOffset="8382">14199 1363 7533,'29'-23'1638,"-1"0"0,7-12-662,4 35 1,10 13 0,-7 7-857,-17 5 0,-5 6 0,1 0-728,12 0 1,0 1 0,-12 7 607,-20-2 0,-10 6 0,-6 3 0,-5 0 0,0-3-508,-3-3 0,-4-1 0,-3-1 1,-1-1-1,1 0 508,0 1 0,-2 0 0,1-1 0,-1-1 0,2-2 0,-4 2 0,-1-1 0,4-3 0,6-7 0,-7 10 0</inkml:trace>
  <inkml:trace contextRef="#ctx0" brushRef="#br0" timeOffset="8765">14834 2689 8702,'36'0'3276,"-9"17"-1638,-30 10 0,-8 5-1721,1-4 0,-3 2 83,-8 7 0,-4 3 0,2-5 0,3-9 0,1-1 0,-2 7 0,1-1 0</inkml:trace>
  <inkml:trace contextRef="#ctx0" brushRef="#br0" timeOffset="9532">15416 1289 0,'-7'-43'3276,"5"60"0,2 26-2730,0-11 0,1 11 0,1 7 0,0 2 0,0 1 0,0-5-286,1-6 1,0-2 0,0 0-1,0 1 1,0 1 0,0 2-217,0 1 0,-1 3 0,1 2 0,0 1 0,-1 0 0,0-1 0,0-3 0,-1-2-98,-1 9 0,0-2 0,-1-3 0,-1-2 0,-1-2-456,-1 9 0,-2-3 1,-4-11 33,-5-9 0,1-17-100,7-30 0,4-22 1,1-13-1,3-5 0,0 4 319,1 10 0,2-4 0,1-1 0,1 0 0,0-2 0,0 1 0,0 1 509,-1 1 1,0 0 0,0 1 0,0-1 0,1 0 0,1 1 0,1 0 215,2-2 0,1-2 0,0-1 0,2 1 0,1 5 0,1 6 0,2 9 682,18-2 1,4 11-480,-1-1 1,-1 13-523,-9 24 1,-1 12 0,-8 4-420,-14 1 0,-8 4 1,-1 0-31,5 0 0,-1 1 0,-7 0 297,-8-5 1,-7 2 0,-4-1 0,-1-1 0,2-4 181,-8 3 1,-1-5 0,1-1 446,-2 4 0,-1-1 0,7-3 1012,2-6 0,14-2-46,32-6 0,13 1-1952,-1 5 0,2 5 1,1 2-406,-4-3 1,0 2-1,1 1 1,-2-1-329,5 5 1,0-1 0,-2 2 714,0 0 1,0 1 0,-6-4 0,5 6 0,-10-19 0,0 1-1</inkml:trace>
  <inkml:trace contextRef="#ctx0" brushRef="#br0" timeOffset="9899">16228 1488 7533,'-20'5'3276,"5"24"-1638,35 8 0,14 4-546,-13-15 0,1 0 0,4-1-521,6 2 1,6 0 0,1 1 0,-1-2-460,-3-3 1,0 0-1,-1 0 1,-1-1 246,4 2 1,-2-1 0,-5 3 225,4 15 0,-19 2-705,-33-11 0,-19-1 0,-6 1-427,10-8 1,-5 1 0,-4 0 0,-1 0 0,1 0 0,3-2 327,0 1 1,2-1-1,0-1 1,-1 0-1,-1 1 1,-2 1-1,-2 0 1,-2 0-1,2 0 1,4-1 0,5-2-1,4-1 1,1 1-1,0 0 1</inkml:trace>
  <inkml:trace contextRef="#ctx0" brushRef="#br0" timeOffset="10382">13564 1500 7533,'-19'-19'3276,"58"17"-2621,-9 6 0,7 3 1,6 2-1,3 2 0,0-1-762,-6 0 1,1 1-1,2 0 1,1 2-1,2-1 1,3 1-1,1 0 286,-10-3 1,3 1 0,1 0 0,3 0 0,0 1 0,1 0 0,1-1 0,0 1 0,0 0 0,-1 0 0,0-1 0,-2 1 0,-2-2-19,5 3 1,-2-2 0,0 1 0,-1-1 0,-1 1 0,0-1 0,1 0 0,0 1 0,1-1 0,1 1-20,-1 0 0,1-1 1,1 1-1,0 0 1,2 0-1,-1-1 1,0 1-1,-1 0 1,-1 0-1,-2 0 1,-1-1-1,-2 1-91,10 2 0,-3 0 1,-1 1-1,-2-1 1,-1 0-1,-2 0 1,0 0-337,-2 0 0,0-1 0,-2 0 0,-1 1 1,-2 1-1,-2 1-535,9 6 1,-2 2 0,-5 1 0,-11-1 272,-11 5 1,-10 0 0,-17 15 0,-11-30 0,1 1 0</inkml:trace>
  <inkml:trace contextRef="#ctx0" brushRef="#br0" timeOffset="10782">13917 2218 7533,'6'-19'1092,"19"14"0,14 6 0,3 2-273,-3 2 0,3 2 0,3 1 0,5 2-868,-12-2 1,3 0 0,2 1 0,3 0 0,1 1-1,1 1 1,-1-1 0,0 1 0,-2-1 104,4 1 0,-1 0 0,0 1 1,0 0-1,0-1 0,0 1 0,0 0 1,1 0-48,-3 0 1,0 0 0,1 0 0,0 0 0,-1 0 0,1 0 0,-1-1 0,0 0 0,-1 0-325,0-1 0,1 0 0,-1-1 1,0 0-1,-1-1 0,-1 1 1,-2 0-1,-2 0 267,10 3 0,-4 0 1,-1 1-1,-1-1 0,-2 0 1,2-1-1,-1 0 0,-2 0 1,-4 1-1,-7 4 0,0 0 1,1 0-1</inkml:trace>
  <inkml:trace contextRef="#ctx0" brushRef="#br0" timeOffset="15898">28698 5925 7533,'-35'0'180,"16"0"449,-21 0 810,-5 5-1079,-4 2 225,19 1 0,2 2 854,0 4-1079,10-2 629,50-1-270,2-11 1,9-5 0,-1 0-1159,-7 5 1,-2 0 0,5-2 671,2-2 1,5-2 0,3-1 0,1 0 0,-1 2 161,1 1 1,1 1 0,0 0 0,0 1 0,-3-1-750,-6-1 0,-2 0 1,0 0-1,1 1 0,3 0 508,0 1 0,3 0 0,1 1 1,2 1-1,-1-1 0,-1 1 1,-1 1 114,-1 0 1,0 0 0,-2 2 0,0-1 0,0 0 0,-2-1-181,3 0 1,-1 0 0,-1-1 0,1 0 0,3 1 77,-2 0 0,3 1 0,2 0 0,0 0 0,0-1 1,-1 1-1,-3-1-24,7 0 1,-2-1 0,-1 0 0,-1-1 0,0 1-108,-3-1 0,-1 0 0,-1 0 0,2 0 0,1 0 39,3 0 0,2 0 0,1 0 0,0 0 0,-2 0 0,-4-1-436,4-2 1,-3-1-1,-2 0 1,0 1 405,-3 1 0,1 2 0,-1-1 0,1 0 67,4-2 0,3-1 1,-3 0-1,-5 2-468,8 2 0,-6 1 41,-1-3 1,-1 0 113,-2 3 1,-8 0-1778,-20 0 2645,-4 0-3276,-34 6 970,-7-3 1,-2 1 1073,9 1 0,-1 2 689,-9-1 0,-5-1 0,4 2 0,6 2 0,1 1 0,-17 3 0,0-1 0</inkml:trace>
  <inkml:trace contextRef="#ctx0" brushRef="#br0" timeOffset="26082">20126 3966 7533,'-12'-13'3276,"22"2"-1638,16 9 0,9 4-2171,12-7 1,4-1 199,-17 3 1,0 1 0,0-2 0,11-6 0,-2-3-1,-14 3 1,1 0 0</inkml:trace>
  <inkml:trace contextRef="#ctx0" brushRef="#br0" timeOffset="26249">20232 4264 7533,'-30'18'3276,"38"1"-2184,17-11 0,13-5 0,1 0-765,7 0 1,2-1 0,-1-2-1,-2-1 1,-1-1 0,-1-2-1,-8 0 1,0 0 0,0 0-1</inkml:trace>
  <inkml:trace contextRef="#ctx0" brushRef="#br0" timeOffset="28749">14517 3607 0,'-10'-39'1500,"2"9"1776,8 18 0,0 34-2668,2 15 1,1 15 0,0 3-340,0-13 1,0 3 0,1 2 0,0 0 0,0-1 38,-1-1 0,0 0 1,0 0-1,1-1 1,2 1 50,2 3 1,1 4 0,2-2 0,2-9 0,3-18 2916,33-24-2827,-12-20 0,-3-16-1025,-18 6 1,-4-8-1,-1-5 1,0-1-1,-1 2-80,2 0 1,-1 0-1,-1-1 1,1 1 0,-2 2 390,1-1 0,-1 0 0,0 2 0,1 2 0,0-5 0,2 3 0,-1 10 0,7 5 0</inkml:trace>
  <inkml:trace contextRef="#ctx0" brushRef="#br0" timeOffset="28916">14605 4003 7533,'-12'-5'3276,"38"-30"-3025,4 18 0,4-1-686,3-7 0,1 0 0,-3 6 0,-2 3 1,11-9-1</inkml:trace>
  <inkml:trace contextRef="#ctx0" brushRef="#br0" timeOffset="29482">15346 3706 0,'-20'-5'3276,"-19"9"-1638,13 11 0,-1 4 0,2-2 0,-1 3-546,-5 10 0,-2 6 0,7-3 546,9-4 0,9 0-1441,10 14 1,11-3-243,3-19 0,5-3-75,12-2 0,7-1 0,-5 0 934,-2 5 0,-7 4-185,-11 11 1,-8 3-1350,-7-7 1,-8-1-101,-13-5 1,-11 2 0,-2-2 0,5-3 695,4-1 0,-1-2 0,-6 2 1,-3 1-1,6-3 0,2 0 1</inkml:trace>
  <inkml:trace contextRef="#ctx0" brushRef="#br0" timeOffset="32399">21308 3693 7533,'-35'-5'2878,"7"4"-1529,-13-5-179,4 12-541,14 10 1,1 8-211,1 4 1,1 5 0,2 3-333,2 7 0,4 4 0,1 0 153,-1 2 0,2 1 0,4-3-195,5 6 0,12-12-858,34-24 228,-14-31 1,1-12 224,-10 2 0,0-4 1,-4-1-181,3-10 0,-4 1 270,-3 4 1,-5 1 628,-9-16 91,0 1 90,8 14 1360,-6 3 439,6 48-1710,-7 8 1,-2 7-315,3 11 0,4 3-315,0-13 0,3 1 0,1-1-1484,7 13 0,3-5-155,5-7 1,3-6-1,-1-7 1,-1-5 1275,4 2 0,1-18 0,-21-6 0</inkml:trace>
  <inkml:trace contextRef="#ctx0" brushRef="#br0" timeOffset="32649">21608 3743 7533,'-8'-13'3276,"6"23"-1638,-2 19 0,0 9-546,3-3 0,1 4 0,1 1-920,1 3 0,1 1 0,0-2-127,-6 15 0,8-19 315,26-47-360,-19-17 0,-4-11 0,2-4-338,3 2 1,2-3 0,1-1-1,0 1-482,1 0 1,1-1 0,0 2 0,0 3 601,0-1 1,1 3 0,1 5 0,9-2 0,1 8 0,5 7 0</inkml:trace>
  <inkml:trace contextRef="#ctx0" brushRef="#br0" timeOffset="33316">22137 3644 7803,'-34'33'1638,"16"-11"0,-1 3-128,0 11 0,1 4-1016,1-5 1,9-2-1035,15-8 1,9-5-181,23-8-719,-8-23 0,1-8 359,1-8 1,-5-4 854,-12 1 1,-3 1 1843,11-14 90,-24 76-675,0 5 0,0 8-899,-1-8 0,-1 4 0,0 2 0,-1-1-239,0-2 1,-1 0 0,-1-1 0,-1 0 80,0 1 1,-1-1-1,-2-1 1,-4-4-38,-7-2 0,-3-4 0,-3-5-705,-14 1 1,-2-9 764,8-10 0,1-6 0,2-6 0,6-6 0,7-14 0</inkml:trace>
  <inkml:trace contextRef="#ctx0" brushRef="#br0" timeOffset="34016">22578 3532 7533,'-20'0'3276,"5"22"-1721,9 3 0,4 5-926,1 14 1,0 2-585,-7 3 0,0-2-315,3-4 1,8-11-1350,21-24 539,-2-28 1,3-11 494,7-3 0,0 0 675,-4-4 0,-3 13 1799,1 36 360,-18 27-1575,-11-7 1,6-6-585,28-22-180,-8-15 0,1-5-270,8-7 1,1 1-46,-9 6 0,-3 9-764,2 33-2108,-15 17 3264,2 2 0,7-21 0,1-18 1</inkml:trace>
  <inkml:trace contextRef="#ctx0" brushRef="#br0" timeOffset="34332">23283 3557 7533,'-21'18'1092,"-1"-1"0,-1 7 0,1 3 546,-2 7 0,3 2-1271,4-3 0,7-3-3246,17 8-398,31-50 2532,-14-10 0,-1-6 1284,0 1 1,-3-2 764,-10-4 1,-3 13 1971,1 29-526,0 20-2570,-5 2 0,4 0-1529,8-10 0,3-2-1928,12 16 2971,5-28 1,-17-13 0,-11-8 0</inkml:trace>
  <inkml:trace contextRef="#ctx0" brushRef="#br0" timeOffset="34515">23583 3483 7533,'8'-14'3276,"10"20"-1638,3 15 0,1 11-546,-6 3 0,-1 6 0,1 0-1912,0-6 1,2 1 0,0 0 0,-2 1 755,4 10 1,-3 1 0,1-4 0,5 2 0,-1-7 0,-5-19 0,0 0-1</inkml:trace>
  <inkml:trace contextRef="#ctx0" brushRef="#br0" timeOffset="34633">24024 3532 7533,'-43'25'655,"0"0"0,11 0 1,-1 5-1,0 3 0,2 1-437,5-1 0,1 2 1,1 1-1,0 1 1,-1-1-1,-1-1 1,-1 0-1,0 0 1,0-1-1,3 0 0,0 3 1,1 0-1,-1 0 1,1 0-1</inkml:trace>
  <inkml:trace contextRef="#ctx0" brushRef="#br0" timeOffset="36267">22913 4363 7533,'-8'-25'3276,"-17"11"0,-13 9-2190,5 25 1,-2 11-53,1 3 1,3 5-593,11-7 1,2 3-1,1 0-487,-6 11 0,13-5-1412,41-3-182,0-41 1,3-12 545,-6-2 1,1-6 0,-2-1 638,1-6 0,-1-3 1,-3 0 768,0-7 0,-5 3 2113,-2 5-790,-19 52 0,-3 14-781,2 0 0,1 4 0,3 1-1506,1 5 1,2 3 0,5-4 648,6-6 0,3-2 0,4-6 0,10-1 0,3-9 0,3-17 0,0 0 0</inkml:trace>
  <inkml:trace contextRef="#ctx0" brushRef="#br0" timeOffset="37099">23442 4313 7713,'0'-13'3276,"0"7"-436,-23 35-1986,1 2 1,-2 6 74,3-5 1,-1 2 0,1 1-453,1 3 0,1 0 1,3 1-478,3-3 0,3 0 0,7-4-101,15 4 0,10-8-1538,4-14 1,5-9-1,13-15 1,0-12 1091,-9-5 1,-6-5 0,-4 3 0,-6 0 0,-4-17 0</inkml:trace>
  <inkml:trace contextRef="#ctx0" brushRef="#br0" timeOffset="37232">23407 4549 7533,'-28'7'3276,"11"-2"-3250,42-6 0,12-3-26,-11 2 0,18-2 0,0-3 0,-16 0 0</inkml:trace>
  <inkml:trace contextRef="#ctx0" brushRef="#br0" timeOffset="37516">23883 4252 12120,'-17'31'819,"1"1"0,1-4 0,1 1 0,-2 3 0,-1 3 0,-1 2 0,0 2 0,0-1-167,0 2 0,0 0 0,-1 0 1,2-2-1493,-5 9 1,0-2-1,3-3-799,0 7 1,3-7 818,0-6 1,24-31 0,2-12 0</inkml:trace>
  <inkml:trace contextRef="#ctx0" brushRef="#br0" timeOffset="37733">23901 4363 10231,'16'46'819,"1"0"0,-7-12 0,0 2 0,-1-1 273,3 2 0,1 1 0,-2 0-1477,-4-3 0,-2-1 0,0-1-1254,4 9 1,-2-4 1130,-5-1 1,14-20-1,-7-17 1</inkml:trace>
  <inkml:trace contextRef="#ctx0" brushRef="#br0" timeOffset="37899">23830 4648 7533,'-37'5'3276,"43"-3"-1638,18-6 0,7-3-1576,-1 2 0,0 0 1,9-6-1,-3-1 0,-1 0 1</inkml:trace>
  <inkml:trace contextRef="#ctx0" brushRef="#br0" timeOffset="39682">24888 2975 7533,'-9'-32'3238,"-7"7"-1529,6 13-90,-15 18-660,1 23 1,-2 19-1,1 4-1089,7-13 0,1 3 1,0 2-1,0 2 1,0 2 411,3-6 1,-1 3 0,1 2-1,0 0 1,1 0 0,1-1-1,2-1-102,0 2 0,0 0 0,2 0 0,2-2 0,3-2 0,5-3 58,4 5 1,5-1 0,4-8 0,6-15-119,14-22 0,7-19 0,-2-7-435,-8-5 0,-3-8 0,-2-4 0,-1-3-232,-7 10 1,-1-3 0,0-2 0,-3 0 0,-1 0 0,-4 0 150,-2-4 1,-4-1 0,-3 1 0,-1 1 0,-3 2 57,-2-2 1,-2 0 0,-3 5 0,-6 7-1302,-18-2 1,-4 19 1592,4 30 0,3 14 0,7-1 0,5 5 1,11 5-1,0 0 0</inkml:trace>
  <inkml:trace contextRef="#ctx0" brushRef="#br0" timeOffset="39832">24853 3471 7533,'-4'44'819,"0"1"0,5-9 0,1 2 0,1 1 0,0-3 0,0 1 0,2 2 0,2-1-542,3 4 0,2 2 0,3-2 1,1-2-278,6 4 0,3-3 0,0-2 0,-4-6 0,1-2 0,0-5 0,7-9 0,1 0 0</inkml:trace>
  <inkml:trace contextRef="#ctx0" brushRef="#br0" timeOffset="40099">25277 2888 7533,'0'7'3276,"7"11"-2981,5 24 1,2 5-296,-4-20 0,1-1 0,6 10 0,0-4 0,0-7 0</inkml:trace>
  <inkml:trace contextRef="#ctx0" brushRef="#br0" timeOffset="40266">25541 2875 7533,'-34'29'819,"0"0"0,11-4 0,2 1 0,0 1 217,-3 2 1,0 1 0,1 1-2130,4 4 1,1 1 0,2-4-547,2-10 1,1-2 818,-3 24 1,8-43 0,-1 5 0</inkml:trace>
  <inkml:trace contextRef="#ctx0" brushRef="#br0" timeOffset="40382">25206 3173 7533,'0'-30'3276,"16"14"-2306,17 7 1,8 2-971,6 3 0,2 2 0,-12 1 0,0-2 0,-1 1 0,10-4 0,0-1 0</inkml:trace>
  <inkml:trace contextRef="#ctx0" brushRef="#br0" timeOffset="40649">25982 2950 7533,'-39'5'1638,"7"10"0,1 10-546,11 10 0,3 9 0,-1-3-787,-1-9 1,0-1 0,-2 4 215,3 4 1,-2 6 0,0 3 0,2-1 0,4-3-410,5-2 1,3-2-1,1-1 1,0 0-91,-3 0 1,-1-1-1,3 0 1,5-2-1116,11 11 1,7-2 0,7-11 995,6-21 1,4-8 0,0-1-1,7 3 1,-1-3 0,5-11-1,0 0 1</inkml:trace>
  <inkml:trace contextRef="#ctx0" brushRef="#br0" timeOffset="41049">26370 3309 7713,'-10'-13'3276,"3"-4"0,7 16-1373,-8-5-734,-10 23-719,-10 11 0,-3 3-361,14-11 1,-1 1 30,-8 9 0,-3 5 0,4-3 105,8-7 0,2-2-135,-4 3 0,3-1-720,8 9-1009,30-23 1,5-4 264,1 7 1014,11-3 0,2 1-539,-2 13 809,-2-4-90,-21 24 45,-32-20 0,-9 1-1124,1 9 0,-1 0 2592,-3-7 1,1-3-1334,9-4 0,3-2 0,-1-7 0,6 0 0</inkml:trace>
  <inkml:trace contextRef="#ctx0" brushRef="#br0" timeOffset="41216">26582 3942 7533,'0'41'3276,"0"4"-1638,-7-17 0,-2 1-1420,5-3 1,-4-3 0,-25 9 0,6-9-1</inkml:trace>
  <inkml:trace contextRef="#ctx0" brushRef="#br0" timeOffset="41715">27287 3272 7533,'-32'16'655,"0"-1"0,0 0 1,-2 10-1,1 4 0,2 3 437,1 7 0,2 2 0,4 2 0,4-1 0,3 2 0,9-3 20,10 6 1,14-13-2373,13-27 1,6-13 166,-4-8 1,0-9 0,-3-4-1,-3-8 1,-4-5 0,-2 0 849,0 3 0,-1 0 1,-6 2 1513,-9-8 1,-4 17 2004,-1 54-1638,-4 14 0,2 8-1544,8-6 1,3 4 0,6-4-493,4-8 0,5-1 0,2-5 0,4 4 1,4-10-1,6-18 0,-1-1 0</inkml:trace>
  <inkml:trace contextRef="#ctx0" brushRef="#br0" timeOffset="42132">27675 3049 7533,'25'37'409,"-1"0"1,1 0-1,-1 0 1,-3-3-1,-1 0 1,0 2 0,-1 1-1,-3 0 246,-1 4 0,-1 0 1,-2 2-1,-3 0 0,-2 0 0,-1 1 0,-2 0 1,-3 0-1,-3 0 0,-5-1-580,-6 1 1,-7 1 0,-3-2-1,-1-1 1,0-3 0,0 0-1,-1-3 1,-1-2 0,-3 1-1,-1-5 1,0 0 0,0 1 0,0-1-1,0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26:04.13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3457 11266 0,'-38'-31'1638,"0"0"0,18 6 0,1-4 0,11 2-920,40 15 1,10 7-449,-5-3 197,-4-1 1,6-1 0,-7 0 72,4-5-31,-4 5 1,6 0 0,-3 1-375,-5 2 0,1 0-10,3-1 1,7-2 0,4-2 0,-1 1 0,-4 1-126,4 0 0,-3-1 0,3 1-175,-1-1 1,5 0 0,0-1 0,-1 1 0,-5 2 204,-4-1 0,-3 2 0,3 1-138,4 2 0,6 1 0,2 0 0,-3 1 0,-6 1 802,9 1 1,0 1-642,-6 0 1,8 1 0,2 0 0,-3 1 0,-9 1 351,-3 3 0,-2 2-68,3-2 0,6 2 1,2 0-1,-3-2-176,1 0 0,-2-2 1,5 2-73,-10-2 1,5 2 0,2 1 0,1-1 0,-1 0 0,-2-1-36,2 0 0,-2-2 0,1 1 0,0 0 0,3 1-143,-4 0 1,3 1-1,2 0 1,0 0-1,0 1 1,-2-1-1,-3-1 125,3 0 0,-3-1 0,-1 0 0,1 0 0,3 1 2,-2-1 1,4 1-1,0 1 1,2-1 0,-1 0-1,-2 0 1,-3-1 124,3 1 1,-3-2 0,-2 1 0,2-1 0,4 2-221,-8-2 1,2 2 0,3-1 0,0 0 0,0 1-1,0 0 1,-3 0 0,-2-1-16,8 3 0,-4 0 0,-2 0 0,2-1 0,3 1-95,-3-2 1,3-1 0,1 1 0,1 0 0,-1-1 0,-3 0 0,-4 0 255,3 1 1,-5 0 0,0-1 0,4 0-15,-4-2 0,3-1 0,2 0 0,0 0 0,-1-1 0,-1 0-52,3 1 0,0-1 1,-2-1-1,0 1 0,0 0 44,5 2 1,-2-1 0,1 1-1,4-1 29,-8 0 1,3 0 0,1 1-1,1-1 1,0 0 0,0 0-97,-1 0 0,0 1 0,-1-1 0,1 1 0,1-1 0,-1-1-75,0 0 0,1-1 0,-1 0 0,1 0 0,1 0 0,2-1-30,-10 1 0,3 0 0,2 0 0,0-1 1,0 1-1,-1-1 0,-1 0 0,-3 1 1,-3-1 104,5-1 0,-3 0 0,-3 0 0,1 0 0,2 1 89,4 0 1,2 0 0,2 0 0,-1 1 0,-2 1 0,-4 1 173,-2 3 0,-4 0 0,0 1 0,5 0-308,0 0 0,3-1 0,3 0 0,1 1 0,-1-1 0,-2 0-27,2 1 0,-1-1 0,0 0 0,0 0 0,0 0 265,-4-1 0,1 0 0,0 0 0,0 0 0,-1 0 0,0-1-50,5-1 1,0 1 0,-1-1 0,-2-1 0,-2 1-84,4-1 0,-4 0 0,3 1-15,-2 3 0,2 0 0,1 1 0,-2-1-325,6-1 1,-2-1 0,-1 1 249,-5 1 0,0 1 0,2-1-83,0-2 1,3-1-1,1 0 1,-1 0 360,-7 0 1,0-1-1,-1 0 1,2-1-249,-2 0 0,2 0 0,0-1 0,0 1 0,-1 1-23,10 0 1,-1 2-1,0-1 1,-1 0-203,1-2 0,-1-1 0,-1 1 1,-5 1 44,9 2 0,-4 1 60,-3-1 0,1 0 0,-2 0 165,3-2 0,-2 1 45,-6 1 0,0 1 90,11 0 0,0 0-91,-7 0 1,-3 1-45,-9-1 0,0 1-225,15 1 1,-1 1 628,3 1-449,0 0 805,-19-3 1,1-3-402,-2-5 1,-1-3-585,15-1 739,-9 0 0,0-2-469,6-8 1548,-12 11 0,1 0-995,18-11-2532,-2 6 1530,-24 5-2918,-3 7 3077,-40 18 1,-5 8 0,3-7 0,-1-1-1</inkml:trace>
  <inkml:trace contextRef="#ctx0" brushRef="#br0" timeOffset="48100">10601 1004 0,'-16'-30'1320,"12"14"1931,-11 0-1722,15 27 1049,8 19-1994,-3 15 1,-1 5-357,1-16 0,0 1-78,1 7 0,0 5 0,-2-4-15,-3 3 0,0-2 861,1-8 1,1 1 0,0-3-1222,-6 3 1,6-13-676,28-31 360,-8-23 1,0-15-1,2 3 480,-3 14 0,2 3 0,0-2 449,3-11 1,0-2 0,-4 23 644,-8 35 1,-5 10 1446,-2 11-2302,-4-4 1,8-9-405,14-26 1,6-9 89,2 2 0,1 0 17,14-7 0,-2 8 73,-21 21 0,-5 8-810,-2 2 1,-7 5-785,-10 4 1,-4-1 1445,10-1 0,10-21 1,9-18-1</inkml:trace>
  <inkml:trace contextRef="#ctx0" brushRef="#br0" timeOffset="48251">11465 508 7533,'-19'-7'3276,"3"13"-3032,40 24 0,-11-1 0,4-8 1,0 0-1</inkml:trace>
  <inkml:trace contextRef="#ctx0" brushRef="#br0" timeOffset="48450">11518 1091 0,'-12'22'615,"1"1"0,-3 20 1023,0-6 0,2 4-1201,10 5 0,4-1-1292,2-12 1,2-2 854,7 3 0,0-3 0,-1-8 0,3-11 0</inkml:trace>
  <inkml:trace contextRef="#ctx0" brushRef="#br0" timeOffset="48684">11624 1339 7533,'-12'33'1638,"1"0"0,5 9 1562,13-11-4460,17-50 1,7-14 899,6 4 1,1-2 688,-11 4 1,0-2 0,-3 11 2279,13 16-2115,-21 38 1,-8 14-990,-3-10 1,-2 1-162,-4 9 1,4-5-1,20-5 1,-3-20 0</inkml:trace>
  <inkml:trace contextRef="#ctx0" brushRef="#br0" timeOffset="49733">12718 545 7533,'0'-13'3276,"0"29"-2184,-8 18 0,-4 14 0,0-2 0,5-11 0,1-2 0,-4 7-1512,-1-4 0,-4 6 0,-1 4 0,-2 2 0,1-2 0,1-3 1,3-5 538,-2 6 1,3-6 0,-2 4 132,-2-3 0,-4 5 0,1 1 0,5-5 0,10-7 713,16-4 0,8-7-1235,1-7 0,7-6-823,12-5 1,8-6 0,-1-1 836,-11 1 1,0-1-1,0 0 1,5-1-1,0 0 1,-2 1 0,-1 3-1,1 0 1</inkml:trace>
  <inkml:trace contextRef="#ctx0" brushRef="#br0" timeOffset="51003">13335 570 7533,'-25'6'819,"6"17"0,0 15 0,-1 9 0,3 0-273,4-5 0,-1 3 0,2 3 0,2 1 0,2 0 0,2-1-1093,4 0 1,3 1 0,2 0 0,1 0 0,1 0 0,0-2 459,-2-2 0,0 2 1,0-1-1,2-3 1,4-4-1,5-8 1,18 1-1,6-10 1,-2-12-1,-8-20 0,1 1 1</inkml:trace>
  <inkml:trace contextRef="#ctx0" brushRef="#br0" timeOffset="51784">13564 1016 7533,'-19'-38'3276,"19"57"-1638,7 18 0,5 9-546,-1-13 0,2 2 0,-1 0 0,-4 0 0,0-1 0,3-5 465,22 5-1916,-5-35-1280,-6-33 1,-1-11 802,-6 20 1,-1 0 865,-2-7 0,0-4 0,-2 9 2129,-1 6-521,3 44 0,0 17-38,-7-4 0,2 3-1001,6 3 1,4 3 0,2-6-420,-2-7 0,5-10 0,8-14 0,1-11-765,-11-10 1,-3-10-236,-4-6 1,-2-10 0,-2-3 0,-1 2-274,0-4 1,-3 1 0,2-2-1,1-4 1,1-1 0,-1 3 436,1-3 1,0 8-1,1 12 1,-3 5 0</inkml:trace>
  <inkml:trace contextRef="#ctx0" brushRef="#br0" timeOffset="52084">14217 582 9961,'22'-8'1638,"-4"27"0,3 13-546,4 1 0,4 5 0,-3 6-867,-10-5 1,-2 5 0,-2 3 0,0 0-1,-1-3-248,2 1 1,0-3 0,-2 2 0,-5 3-364,-6-7 1,-2 3-1,-3 3 1,-2 0-1,-1-1 1,-1-3-1,1-5 386,-8 12 0,-1-6 0,-3 1 0,4-7 0,-1 2 0,-1 0 0,-1-2 0,1-6 0,-5-5 0,0-1 0,0 1 0</inkml:trace>
  <inkml:trace contextRef="#ctx0" brushRef="#br0" timeOffset="61150">14446 2057 7803,'-10'-26'3276,"-5"-3"0,13 21-654,2 3-1093,10 23-809,2 6 0,1 5-316,-3 5 1,0 4 44,3 6 1,1 6 0,0-1-116,-4-1 1,-2 0 0,3-1-185,5 0 0,2-1 0,-1-4-285,0 11 0,3-16-225,6-31 0,-1-11-1259,5-29 1034,-16 4 0,1-8 1,0-3-1,-2 4-560,3-10 1,-1 0 1204,-4 0 0,1-1 0,0 25 1829,12 56-990,-15-3 0,-1 7 1,0 0-331,3 1 1,0-1 0,5-1 406,3 2 0,5-1 0,1-19-167,11-33 1,1-19-840,-14 10 0,-1-4 0,-3-4-762,-2-9 0,-4-7 0,-1-2 1,-3 1-29,-2 4 1,-3-1 0,-1 1 0,1 3 350,2-5 1,-1 3 0,0 2 0,-5-12 0,2 12 0,5 24 0</inkml:trace>
  <inkml:trace contextRef="#ctx0" brushRef="#br0" timeOffset="61534">15363 1773 7533,'8'-21'1638,"14"8"0,5 4-938,2 7 1,1 3-798,14-6 0,0-2 1,-11 2-1,-3-2 1,-5-2-1,1-1 0</inkml:trace>
  <inkml:trace contextRef="#ctx0" brushRef="#br0" timeOffset="61717">15558 1537 7533,'-20'29'819,"0"0"0,1 0 0,5 2 0,2 4 0,1-2 0,-3 6 0,4 1 0,6-6-1397,11 4 1,10-3 577,10 9 0,6-11 0,-7-26 0,1-9 0,10-8 0,1 0 0</inkml:trace>
  <inkml:trace contextRef="#ctx0" brushRef="#br0" timeOffset="61883">15699 1723 8702,'-30'33'3276,"46"-4"-2864,17-28-412,9-7 0,0-6 0,0-10 0,-18 4 0,1 0 0</inkml:trace>
  <inkml:trace contextRef="#ctx0" brushRef="#br0" timeOffset="62033">15857 1599 7533,'-23'36'819,"-1"0"0,9-4 0,0 2 0,4-3 781,5-2 0,2-1-3239,2 4 1,4-2 818,16-1 1,2-29 0,5-7 0</inkml:trace>
  <inkml:trace contextRef="#ctx0" brushRef="#br0" timeOffset="62167">16034 1475 9512,'-12'37'1092,"0"0"0,5-3 0,1 3 0,-5 6 0,-2 6 0,3-4-2731,4 3 1,2-2 1091,0 1 1,1-3 0,2-16 0,2-2 0,-1 11 0</inkml:trace>
  <inkml:trace contextRef="#ctx0" brushRef="#br0" timeOffset="62936">16228 2244 7533,'-28'0'3276,"3"0"0,15 0-114,18 5-553,19 2-2474,16-5 0,6-3-810,-2-4 0,2-2-145,-11 3 1,2 1 0,1-1 0,-5 0-820,10-6 1,-3 2-1,0 4 1,-4 2 864,2 2 0,-19 0 0,11 0 1</inkml:trace>
  <inkml:trace contextRef="#ctx0" brushRef="#br0" timeOffset="63470">16316 2206 7533,'-37'0'3276,"-4"6"-166,21 1-1941,10 0 990,28 4-990,22-8 1,12-5-721,-11 1 1,2-1 0,2-1-533,-6 2 0,2-1 0,0 0 1,1-1 239,3-1 0,0-2 1,1 1-1,-2 2 158,-5 3 0,0 1 0,-1 1 0,-1-1-345,12-2 0,-1 0 0,-2 1-930,-8 3 1,-2 1-1,-4-1-679,2-1 1,-7-4 1108,-10-3 0,-26-2 0,-19-5 0</inkml:trace>
  <inkml:trace contextRef="#ctx0" brushRef="#br0" timeOffset="63919">16651 1810 8522,'-10'-14'3276,"-13"3"-1638,-1 25 0,-3 10-1034,1-1 1,-2 3-1,0 1-737,-5 4 0,0 2 0,-1 2 403,4-2 0,-1 2 0,0-1 0,3-3 299,1-5 1,2-1 0,1-2-166,-13 8 1,13-3 1337,32-6-843,28-9 1,14-2-1462,-17 0 0,4 3 0,0 0 0,1 2-258,5 2 1,1 1 0,0 1 0,-3 0 491,-5-4 0,-1 1 0,-2-1 1,-1 1-1,1 4 0,-2 1 1,-3-2-1,-7-4 0,1 0 1</inkml:trace>
  <inkml:trace contextRef="#ctx0" brushRef="#br0" timeOffset="64752">17657 1959 7533,'0'-39'3276,"-8"8"0,6 14-1193,2 26-1409,7 12 1,3 6-435,-1 4 0,0 3 0,1 2-91,1 4 1,1 1 0,0 0-420,1 1 0,0-1 1,4-5-451,12 4 1,3-17 179,-4-28 0,1-12 315,3-6 0,-3-6 180,-10-7 1,-3 2 1213,1 10 90,-1 56-809,-15-7 0,0 2 584,10 8 0,2-2-494,-2 7-90,12-29 0,3-10-316,-2-22 1,-1-11-1228,-2 5 1,0-1 0,0-3 956,-1 0 1,0-2-1,-1-1 1,-1 3 0,-4-1-1,-1 1 1,1 1-1,2 1 1,0 0 0,1-1-1</inkml:trace>
  <inkml:trace contextRef="#ctx0" brushRef="#br0" timeOffset="65020">18521 1673 7533,'-28'0'3276,"3"0"0,31 0-3172,37-5-1743,-7-3 1,2-2 1554,0 0 1,-1-1-1,-6-1 1,-3-1-1,-3-5 1</inkml:trace>
  <inkml:trace contextRef="#ctx0" brushRef="#br0" timeOffset="65203">18785 1326 7533,'-26'35'819,"0"0"0,7-2 0,1 3 0,2 2 273,0 7 0,3 3 0,4-1-975,4-4 0,4-2 0,5-2-117,15 5 0,7-10 0,-1-22 0,1-7 0,8-12 0,-1 0 0</inkml:trace>
  <inkml:trace contextRef="#ctx0" brushRef="#br0" timeOffset="72666">19156 2218 7533,'-28'-19'3276,"11"7"0,25 17-1638,26 1 0,14-3-546,-12-5 0,2-1 0,2-2-1912,-3 1 1,1-1 0,2-1 0,-3-1 642,10-4 0,-2-3 1,-5 0-1,-5-1 0,-6 0 1,11-3-1</inkml:trace>
  <inkml:trace contextRef="#ctx0" brushRef="#br0" timeOffset="75386">20126 1735 7533,'-27'-12'3276,"9"5"0,10 1-1823,24 39-824,-10-6 1,-1 4-480,3 1 0,2 2 0,-2 1 60,-1 1 0,-1 0 0,-1-1-210,-2 9 0,3-5-540,5-9 0,2-12-89,7-29 89,7-7 270,-10-9 0,-1-4-432,2 6 1,0 0 431,-4-7 1,1 0-136,10 3 0,-1 1 242,-13 3 1,0 2 72,22-8 180,-16-5 0,1 15 270,0-2-180,-8 11 1302,-3 5-672,-7 1 425,8 12-785,-6-5 449,14 15-179,-14-2-91,5 10 1,2 5-136,-7 9 1,-3 5-203,2-8 1,0 3-1,-1 3 1,-2-2-356,0-2 1,-2 0-1,-1 0 1,-1 3 134,-2 2 0,-1 4 0,-1 0 0,-2-1 0,0-3-72,-2-2 0,-1-2 0,-2-1 0,-2 0-820,-5 6 1,-3 0 0,-1-2 0,3-4 567,5-6 1,1-4-1,-2-2 1,-17 7-1,3-6 1,8-2-1</inkml:trace>
  <inkml:trace contextRef="#ctx0" brushRef="#br0" timeOffset="77953">14093 16385 7533,'-27'-7'3276,"33"35"0,0-20-2460,20 15 1,5-2-637,-8-18-61,16 5 1,3 0 60,-7-6-31,-3 0 1,6 0 0,-2-1-105,-6-3 0,0-1-45,3 0 0,2-1 0,-1-2 0,8-8 0,-3-2-45,-10 4 0,-2-4 135,9-17 0,-7-3 0,-7-2-30,-11 5 0,1-6 0,-2 2 30,0 3 0,-2-2 60,-3-8 0,-2-5 0,-2 0 0,1 4 0,-2 1 0,-2 0-406,-1-4 1,-3-1 0,-2-1 345,-2 6 0,-2-1 0,-2 0 0,-1 1-479,0 4 0,-1 1 1,-1 0-1,0 2 419,-3-7 0,-1 1 0,-2 1 217,0 5 1,-2 0-1,0 2 1,0 6 72,-8 3 1,-3 5 69,-6-3 0,-5 1 0,1 12-211,3 21 1,1 11 0,-1 3-227,9-6 0,-1-1 1,1 4-1,2 6 47,7 2 0,2 5 0,0 4 0,3 2 0,0 0 0,2 0-245,1-1 0,2 1 0,1 0 0,1 1 0,1 1 1,0-1 214,1 2 0,1 0 0,0 1 0,2-1 0,0 1 0,2 1-420,2 2 0,0 1 0,1 1 1,2-2-1,2 0 0,3-4-370,4 6 1,4-3 0,3-1 0,1-2-1,-1 0 1,2-1 0,2-2 0,4-5 556,12-1 1,5-7 0,-1-4 0,3-2 0,0-7 0,0-5-1,0 0 1</inkml:trace>
  <inkml:trace contextRef="#ctx0" brushRef="#br0" timeOffset="81000">19985 2739 7533,'-43'7'3276,"6"4"-346,9-10-1491,12 10 540,32 7-1305,7-4 1,5-1-585,11 1 0,4-2-300,-6-7 0,2-3 1,1-2-76,1-4 1,1-3 0,-2-2-316,-5 1 0,-2-2 1,-1 1 1273,10-7 1,-5 7 2024,6 20-271,-18 5-989,17 4-1124,-9-30 0,4-9-315,-7 1 0,1-2 0,0-1-68,2-3 1,1 0-1,-3 0 68,6-5 0,-3 3-1639,-11 10 1,-3 3-1639,5 1 2457,-7 5 1,0-4 0,-1 4 0</inkml:trace>
  <inkml:trace contextRef="#ctx0" brushRef="#br0" timeOffset="83253">21078 1549 7533,'-19'-6'1638,"35"-10"0,15-2 0,5 4 0,6 0-1050,-8 1 0,4-2 0,1 1 1,-1 0-706,8 0 0,-1 1 0,-1 2 147,-1 1 0,-2 1 0,-1 3-30,7 3 0,-6 6 174,-10 7 1,-9 10 604,-17 19 1,-12 12 0,-5-2-690,0-6 0,-5-1 0,-3 3-242,4-6 1,-3 3 0,-1 1 0,-1-1 0,-1-3-411,-2-2 0,-1-2 0,0-1 0,1-2-531,-1 4 1,0-2 0,3-4 470,-1-1 0,3-8 0,4-12 0,16-28 0</inkml:trace>
  <inkml:trace contextRef="#ctx0" brushRef="#br0" timeOffset="83469">21220 1488 7533,'-30'-17'3276,"22"64"-2184,11-12 0,4 7 0,3 2-273,0-4 0,3 2 0,1 1 0,0-1-1348,0 1 1,1 0-1,1-1 1,2-2 528,7 2 0,4-2 0,-3-4 0,-1 3 0,-1-5 0,-4-13 0,-1-1 0</inkml:trace>
  <inkml:trace contextRef="#ctx0" brushRef="#br0" timeOffset="84436">22296 831 7533,'-17'46'546,"1"0"0,0 1 0,2-6 0,1 1 0,-2 2 0,0 3-78,2-9 0,-1 1 0,-1 3 0,-1 0 0,1 1 0,-1 0 0,1 0-333,-1 1 1,1 1 0,0 0 0,-1 1 0,1-1-1,-1 0 1,1-1 43,-2 4 1,0 0 0,-1-1 0,1 0 0,1-1 0,1-2 179,0 1 1,0 0 0,1-2 0,3-3 0,3-3 294,3 2 1,3-3-1,9-9-1149,23-7 1,11-11-599,-4-9 1,4-7 0,-1 1 545,8 2 1,0-1 0,-1-6 0,-4 0 0,-8 4 0</inkml:trace>
  <inkml:trace contextRef="#ctx0" brushRef="#br0" timeOffset="84887">22807 1128 7803,'-33'3'1638,"7"29"0,-1 17-819,6-12 0,-2 4 0,0 4 0,2 3-273,5-7 0,1 4 0,1 2 0,0 1 0,1-1 0,0 0-134,1-2 1,-1 1 0,1-1-1,1 0 1,3 0 0,2-1-647,2 4 0,1 1 0,4-2 0,3-2 1,6-5-860,10 6 1,8-6 0,4-9 685,0-15 0,4-7 0,0-5 1,14-6-1,-2-7 0,-15-9 0,0 0 1</inkml:trace>
  <inkml:trace contextRef="#ctx0" brushRef="#br0" timeOffset="85486">22948 1586 7533,'-27'-31'3276,"9"6"0,10 13 0,16 34-1638,-3 6 0,0 6-546,0-1 0,1 4 0,1 0-486,0 4 1,1 0 0,2-2-637,1-1 0,0-2 0,2-4-245,4 5 1,4-11-446,7-19 1,2-13-271,-1-22 1,-3-12 359,-4 9 1,-1-3-1,-1 0 570,-4-1 0,-2-2 1,1 7 913,3 4 1,-3 14 783,-11 38 0,-6 19-546,4-7 0,-1 4 0,2 0-908,0 4 1,1 1 0,5-6-185,10 5 0,7-19 0,9-40 0,2-21 0,-8 0 0,-2-8 0,-2-4-656,-9 10 1,-1-4-1,-1-1 1,-1-1 0,-1 1 381,2-7 1,-3-1 0,0 1 0,-2 2 0,-1 7 0,-1 0 0,-1 2 0,-1 2 0,-2-1 0,-1 1 0,1 0 0</inkml:trace>
  <inkml:trace contextRef="#ctx0" brushRef="#br0" timeOffset="85970">23795 1091 7533,'-30'-7'3276,"23"1"-1638,25 3 0,15 1-2261,3-4 1,2-1 622,0 2 0,-1-3 0,-6-3 0,-4-2 0,-1-6 0</inkml:trace>
  <inkml:trace contextRef="#ctx0" brushRef="#br0" timeOffset="86169">23989 831 7533,'-22'34'655,"1"0"0,-1-1 1,0 8-1,2 1 0,3 0 437,8 0 0,4 0 0,0-1 0,-4-6 0,1-1 0,9-4-2731,31 4 1,7-10 982,-14-16 1,16-5-1,-1-8 1,-23-14 0</inkml:trace>
  <inkml:trace contextRef="#ctx0" brushRef="#br0" timeOffset="87917">24289 831 7533,'0'-31'1619,"0"11"899,0-4 361,15 17-2430,-3 13 990,5 10 1,0 9-621,-8 6 0,-2 7 0,-1 4 0,-1 0-717,1 0 1,0 0 0,-2 2 0,0 4 102,-3-7 1,-1 5 0,-1 2-1,0 0 1,-1 0 0,-1-2-1,1-5-183,-2 8 1,0-5-1,-2 0 1,-2 2 67,0-3 0,-1 4 0,-2 1 0,0-1 0,-2-3 0,-1-4-203,-5-1 1,-1-5-1,-1-2 1,0 3-383,-1 8 0,1 1 1,-2 0-1,-3-1 117,1-9 0,-2 0 1,-1-2-1,0 0 0,1-1 378,0 0 0,2-2 0,-1-1 0,0 1 0,-2-1 0,-1 0 0,0 0 0,1-2 0,0 0 0,-1 0 0,0 0 0</inkml:trace>
  <inkml:trace contextRef="#ctx0" brushRef="#br0" timeOffset="88717">22666 2578 7533,'16'-25'1638,"18"6"0,6 2-844,-12 9 0,1 0-374,6-2 0,5-1 0,1 5 149,-1 5 1,1 3 0,-3 1-391,4-3 1,0 1-158,-4 2 1,4 2 0,-1 0-1,-7 0 271,-6-1 0,-1 0-1103,22 5 1,0-1-830,-20-8 1,-3 1-1639,21 10 2646,-14-10 0,-17 11 0,-6-6 0</inkml:trace>
  <inkml:trace contextRef="#ctx0" brushRef="#br0" timeOffset="144367">20232 13881 7533,'-16'-17'1979,"4"2"-1170,-13-2 810,7 10 720,1 1-1080,38 28-899,15-2 0,7-1-225,-4-1 0,4 0-375,-7-7 0,6 1 0,1-2 1,1-3 261,1-5 1,2-2-1,1-3 1,4 0-396,-7-1 1,2 0 0,2-1 0,1 0 0,1-2 0,1 1 372,-9 1 0,1-1 0,0-1 0,2 1 0,-1-1 0,1 0 0,-1 0 0,0 0-57,1-1 1,0 0 0,0 0 0,0-1 0,0 1 0,0 0 0,-1 0-1,-1 1 44,2 0 0,-1 0 0,0 1 1,-1 0-1,0 0 0,-1 2 1,-1 2-65,10 1 1,-2 1-1,0 2 1,-2 2-1,-3 2 122,2 3 0,-3 2 0,-1 1 0,0 3-42,-2 1 1,0 2 0,-1 1 0,0-2 86,-2-2 0,-1 1 0,0-3 0,2-1-135,6-2 0,0-2 0,2-2 0,1 1-42,-9-2 1,2 0 0,-1 0 0,1-1 0,1-1 158,5-1 0,-1-2 0,2 0 0,0 0 0,1 0 83,-7 1 1,0 1 0,1-1 0,-1 0 0,2 0 0,-1-1-22,4-1 1,-1-1 0,2 0 0,-1 0 0,0-1 0,1 1 30,-1-1 0,0 1 0,1-1 0,-1 1 0,0 0 0,1 0-136,-1 0 1,0 0 0,0 1 0,0 0 0,0 0 0,0 1-60,0 1 0,0 0 0,0 1 0,-1 0 0,1 1 1,-1 0 43,-1 1 1,0 0 0,-1 1 0,1 0 0,-1-1 0,0 1 128,6-1 0,0 0 0,0 0 0,-1 0 0,1 0 55,-1 0 0,0 0 0,0-1 0,-1 1 0,0-2-126,-5-2 0,0 0 0,-1 0 0,1-1 0,-1 2-153,2 0 1,0 1 0,0 1 0,0 0 0,0-1-82,-3 0 0,0-1 0,0 1 0,-1-1 0,1 1 49,8 0 1,0 1 0,-1-2-1,0 0 345,-3-1 0,-1-2 0,0 0 0,-1-1 127,-4-1 1,-1-1 0,-1 0 0,0 0 460,8 0 1,-2 0 0,0 1-731,-2 1 0,0 1 0,-1 1-30,-4 3 0,-1 1 0,2-1 60,5-1 0,1 0 0,1-1 329,0 0 1,-1-1 0,3 0 98,-4 0 1,1-1 0,2 0 0,0 0-482,2 1 1,2-1-1,0 1 1,2 0-68,-7 1 0,2 0 0,0 1 0,1-1 0,-1-1-57,0-1 1,0-1 0,0-1 0,1 0-1,-1 0 57,2 0 0,-1-1 0,1 0 0,-1 0 0,0-2 0,0 0 0,-1-2 0,0 0 0,0 0 0,-1-1-486,-4 1 0,1-2 1,-2 1-1,1 0 1,0 1-171,3 0 1,-1 1-1,1 1 1,-1-1 0,-1 1-165,3-1 1,-1-1 0,-2 2 0,-1 1 409,6 2 0,-1 2 1,-3 1-1,10 0 1,-6 3-1,-21 4 0,1 1 1</inkml:trace>
  <inkml:trace contextRef="#ctx0" brushRef="#br0" timeOffset="147150">21078 11799 7533,'-29'0'3276,"6"-5"0,46-3-1920,4-3 0,7-1-936,6 4 0,6 2 0,-1-1-1343,-8-1 1,-2-1 0,3 2 892,10 0 0,2 1 0,1 1-1063,-1-1 1,-1-1 0,-3 2-547,-2 0 1,0 1 1606,1 0 0,3 0 0,-12 1 0,-14 3 0,2 0 0</inkml:trace>
  <inkml:trace contextRef="#ctx0" brushRef="#br0" timeOffset="147334">21608 11725 0,'-36'5'3276,"-7"13"0,22 8-1638,8 1 0,2 5-546,6 4 0,3 4 0,1-1 546,0 4 0,0 2-1133,-1-1 1,-1 3 0,1 1-1599,1 1 1,1 0 0,1-4 571,-2-1 1,2-1-573,-1 7 1,2 4 0,3-11 272,13 0 1,2 0 0,5-27 0</inkml:trace>
  <inkml:trace contextRef="#ctx0" brushRef="#br0" timeOffset="147567">22190 11725 7533,'-10'12'3276,"-6"28"0,14-10-2184,0 6 0,-1 8 0,0-4 337,3-8 1,0 1-1768,0 6 1,0 7 0,0 2 0,0-4-732,0 0 0,0-2 1,0-1 1098,1 1 0,-1-1 0,-1 0-1123,0 4 1,-1 0 0,-2-10 211,-6-2-758,5-5 1,0-5 1332,-3-16 1,0-12 0,-1-9 0</inkml:trace>
  <inkml:trace contextRef="#ctx0" brushRef="#br0" timeOffset="147767">22243 11811 7533,'23'-24'1092,"1"0"0,-1-1 0,3 6-119,14 20 1,2 8-434,7-6-12,-16 10 0,3 7 0,-7 3-708,-7 8 1,-7 4 179,3 2 0,-8 4 0,-14-6 0,-6 5 0,-4 0 0,2-6-31,0 3 1,-5-1-38,-5-2 1,-5 3 0,-5 1 0,-1-2-589,3-9 1,-3 0-1,-2-2 1,2 0 0,2-3 380,-5 6 0,4-4 0,-4 2 0,-4 0 0,-4 3 0,1-3 0,9-5 0,12-9 0,-1 0 0</inkml:trace>
  <inkml:trace contextRef="#ctx0" brushRef="#br0" timeOffset="148650">23160 12146 7533,'-20'11'2428,"5"3"-629,15 22-1619,7-14 360,19 1-720,-5-17 270,7-12 0,1-5-540,3-10-1189,-2-14 1,-2-5-96,-6-2 1297,-6-3 0,-8-1 167,-24 5 360,4 3 630,-14 25 0,-5 9-631,-2 17 720,7 2 1,-4 6 0,4 0-495,4 0 0,2 4 504,2 4 0,-3 6 0,2 1 0,3-4-479,3-1 1,2 1-11,-2 10 0,-1 6 0,10-5-1244,17-5 0,5-3 194,-8-1 1,4-4-920,23-2 1,8-10 1240,-7-15 1,-1-5 0,0-3-1,0-3 1,-3-5 0,-1 0-1</inkml:trace>
  <inkml:trace contextRef="#ctx0" brushRef="#br0" timeOffset="149017">23601 11960 7533,'-18'-14'3276,"8"3"0,3 39-1463,7-5-1274,0 4 1,0 6-1633,0 9 1,0 6 0,0-5 530,0-7 0,0 0 592,0 10 0,1 6 0,-2-8-299,-3-17 0,0-4 269,-6 12 538,0-24-898,4-43 1,4-17 269,5 21 0,2-2-730,1-10 1,2-8 0,1-1 0,1 10 304,5 7 1,2 1-386,0-10 1,3-5 0,2 8 899,4 13 0,1 5 0,-4-3 0,1 2 0,1 3 0,1 0 0</inkml:trace>
  <inkml:trace contextRef="#ctx0" brushRef="#br0" timeOffset="149300">23865 11911 7533,'-19'-6'3276,"3"5"0,16-5-2273,0 12 706,16 34-1529,-12-9 0,4 7 0,-1 5-180,-5 7 0,-4-2-347,-1-11 0,-1-1 467,1 0 0,0 1 0,-1-7 419,-6-1-190,-6-5-439,22-59 0,-12 4-540,13 1 1,6-6-1,-1 4-910,1-15 447,6 15 1,5-4 0,-2 6 436,11-7 1,-7 10-1,-1 2 1,1 0 0</inkml:trace>
  <inkml:trace contextRef="#ctx0" brushRef="#br0" timeOffset="149552">24148 12047 0,'-26'26'1638,"1"0"0,-7 6 0,14 2 0,3 1 1638,7-12-140,8 17-3136,0-26 283,39-7-733,-21-9-405,18-14 1,1-8 3380,-14-6-3561,-1-7 1,-3-2 315,-9 2 359,-4 2 0,-4 1 180,-10 11 1725,-17-12-1635,-5 28 1034,1 13 1,-1 5-585,-1 6-675,5 5 0,3 2 45,11-1 270,4 22 0,18-28 0,8 11 0</inkml:trace>
  <inkml:trace contextRef="#ctx0" brushRef="#br0" timeOffset="149800">24359 11948 9961,'18'26'1638,"-8"-1"0,-2 1 1638,1 10-3545,-4 9 1,-2 3 223,-2-22 0,-2 0 135,1 22 0,0-3 585,0-15-225,-8 15 140,6-36 310,-21-26-451,17-13 1,8-7-360,7-9 0,6 0-1362,-3 2 0,9 4 1272,8 14 0,8 4 0,-3 6 0,-8 8 0,1 3 0,10-1 0,0 0 0</inkml:trace>
  <inkml:trace contextRef="#ctx0" brushRef="#br0" timeOffset="151150">25065 11687 8252,'0'-14'2339,"0"-2"937,0 15-2324,0-5-1312,0 6 450,8 0-90,2 22 0,7-5 0,1 19 0</inkml:trace>
  <inkml:trace contextRef="#ctx0" brushRef="#br0" timeOffset="151267">25118 12097 7533,'-20'6'3276,"5"16"-256,15-17-3020,7 17 0,3-15 0,8 5 0</inkml:trace>
  <inkml:trace contextRef="#ctx0" brushRef="#br0" timeOffset="152417">25735 11303 7533,'-19'0'3276,"58"-11"0,-10 9-2192,0-5 0,6-1 0,-1 1-2433,8 3 0,-4-1 647,-7-4 1,-1 0 701,18 3 0,-8 0 0,-24-1 0,15 1 0</inkml:trace>
  <inkml:trace contextRef="#ctx0" brushRef="#br0" timeOffset="152569">25947 11303 7533,'-26'22'3276,"7"-5"-2216,1 13 1,2 9-931,8-3 1,3 4 0,-1-1-41,-7 7 0,0 3-473,8-6 1,2 4 0,2 2 0,1-5 304,1 0 1,2-3 0,0 0 0,0-3-1,1 0 1,1-1 0,8 8 0,0 1-1</inkml:trace>
  <inkml:trace contextRef="#ctx0" brushRef="#br0" timeOffset="153234">26211 11675 7533,'-25'0'2428,"13"6"-1078,-4 6-361,24 7-719,2-5 90,23-3-315,-6-15 0,-1-3-135,8-1-585,-5-6 0,-3-7 45,-19-3 1,-3-1 359,14-12 0,-14 7 1,-8 3 808,-37 12-179,15-3 179,-10 22 1,0 14 1079,18 11 1,4 4-1261,-8-5 1,1 2-60,12 3 0,4 3 0,2-2-165,1-3 0,4-1-135,4 3 0,5-3-945,8-6 1,5-7-695,10-12 1,3-8 1322,-3-3 0,-1-2 0,2-4 1,-2-2-1,-11-1 0,-1-1 1</inkml:trace>
  <inkml:trace contextRef="#ctx0" brushRef="#br0" timeOffset="153617">26564 11551 7533,'-8'-14'3276,"6"9"0,-13 23-2235,13 7 1,2 3-682,-8 11-226,7-2 1,2 0-225,-1 9 90,0-12-269,8-6-1980,9-61 1259,3 19 360,-4-16 1,1-2 269,11 3 450,-9-3 0,5 16 1799,-14 27-1619,-1-8 1169,-1 13-1169,16-20-90,-10 3-1259,27-17 449,-14 9 630,-7 4 90,-5 39-315,-17-6 0,-3 2 45,4-2 0,0-1-1214,-5 7 0,4-4 1394,10-10 0,1-7 0,9-15 0</inkml:trace>
  <inkml:trace contextRef="#ctx0" brushRef="#br0" timeOffset="153934">27005 11638 9871,'16'-18'1979,"19"-7"-1799,-4 10-180,-1 2 0,-3 10 540,-5 46-90,3-15-398,-21 2 0,-8 9 1,-4 1 187,-3 3 0,-5 2 0,0-2-534,6-7 0,0-2 0,-3 3 316,-3 4 1,-4 3 0,0-1-1,4-6-787,-1 3 1,2-4 359,-3 3 1,1-2 404,1 3 0,16-46 0,0-8 0</inkml:trace>
  <inkml:trace contextRef="#ctx0" brushRef="#br0" timeOffset="154200">27111 11551 7533,'29'-14'2518,"11"3"-89,-5 22-1979,-4-8 1079,10 25-360,-23-2-989,-16 7-45,-8-7 0,-6 0-1619,-12 3 0,-5-2 989,5-2 0,-1-1-1144,-8 9 1,0-3 1303,-4-2 0,1 2 1,11-12-1</inkml:trace>
  <inkml:trace contextRef="#ctx0" brushRef="#br0" timeOffset="154634">27499 11477 7533,'-25'-14'1349,"13"14"-180,-5 16 1,2 9-496,8 20 1,3 3-540,-6-15 0,2 1 104,4 1 1,3 3 0,6-9 480,21-6-720,3 6 0,0-38 0,1-15 180,-5-11 0,-3-5-135,2 8 0,-3-3-795,-8 0 0,-3-4 1,-8 6 119,-17-4 360,1-6 90,-13 35 1,-3 11-91,-9 27-630,2-7-1528,13 12 2428,32-28 0,10-2 0,9-5 0</inkml:trace>
  <inkml:trace contextRef="#ctx0" brushRef="#br0" timeOffset="154869">27746 11328 7533,'10'26'1092,"0"0"0,-2 13 0,-1 2 546,-2 3 0,-2 0-1703,-2-5 0,0 0 425,7 9 0,0-4 539,-6-11-899,6-8 226,-8-36-901,3-15 1,1-4 539,0 6 0,2-3-900,7-16 1,7 0 1034,10 12 0,1 4 0,-9 3 0,-1 1 0,8 3 0,-1 0 0</inkml:trace>
  <inkml:trace contextRef="#ctx0" brushRef="#br0" timeOffset="155200">28152 11440 7533,'-18'27'1092,"0"-1"0,1-8 0,-1 0 328,0 14 0,1 0-476,-1-12 1,1-1-675,-3 20-90,4-16-990,40-34-809,-3-4 315,4-11 0,1-6 224,-2 3 1,-3-1 1034,-5 6 0,-2 0 315,3-5 0,-3 14 1709,-12 52-1080,6-22 720,-10 18 0,-4 3-629,4-2-810,-6 4-720,24-21-2518,11-38 2518,3 8 540,-9-14 0,-1-2 0,0 5 0,5-17 0</inkml:trace>
  <inkml:trace contextRef="#ctx0" brushRef="#br0" timeOffset="155383">28540 10832 7533,'-8'-3'3276,"-18"45"-2457,14-13 0,-2 6 0,1 5 0,-1 0-420,3 0 1,-1 3 0,0 1 0,1-1 0,1 0-558,-3 3 1,0-1 0,2-1 0,3 2 67,0 6 0,1 2 0,6-4 0,9-12-1549,18-11 1,7-7 1239,-8 7 1,2-8 0,12-23-1,-1-11 1,-17-5 0,1 1 0</inkml:trace>
  <inkml:trace contextRef="#ctx0" brushRef="#br0" timeOffset="156501">29457 10993 7533,'0'-30'3276,"8"32"-1638,-5 25 0,-4 16-1034,3-4 0,2 5 1,-2 4-1018,-3-1 1,-1 3 0,-1 2 0,1-2 29,1-4 1,1 0 0,0-2 0,-1-2 232,-2 1 0,0-3 0,1-3-1020,3 10 1,-2-20-1743,-7-46 1967,6-16 1,2-10 786,-2 6 1,-1-5 0,1-2 0,1 0 32,3-1 0,1-1 1,2 0-1,1 1 529,1-1 1,1 0 0,2 1 0,0 5-375,1 5 0,1 4 0,4 4 1608,19-2 0,5 10-672,-5 13 1,2 9-398,-4 7 1,1 5 0,-3 6-150,-3 7 0,-3 5 0,-3 0-97,7 9 1,-7 4-205,-15 0 1,-7 4 0,-7-2-925,-9-6 0,-6-2 0,1-2 805,7-5 0,0-1 0,-3 0-270,-6 1 0,-5 2 1,-1-3-1,3-6-1369,-4-3 1,1-5 474,-3 9 1,2-7 1184,-4-23 1,34-23-1,5 3 1,0 1-1</inkml:trace>
  <inkml:trace contextRef="#ctx0" brushRef="#br0" timeOffset="156667">30180 10646 7533,'-27'29'3276,"9"15"-4015,23-10 1,6 1 738,-5-7 0,1-2 0,7 1 0,-2-2 0,-4 0 0</inkml:trace>
  <inkml:trace contextRef="#ctx0" brushRef="#br0" timeOffset="156800">30215 11130 7533,'-14'29'1092,"-1"1"0,-6 6 0,3 2 546,15 2 0,2 0-1764,-8-8 1,2 1-595,9 2 1,5 4-1,0-4 472,-2-7 0,2-1 0,5 4 0,1 0 0,5 10 1</inkml:trace>
  <inkml:trace contextRef="#ctx0" brushRef="#br0" timeOffset="157067">30639 10783 7533,'-30'-7'3276,"-17"23"-1638,34 20 0,5 11-1275,-2-13 0,-2 2 1,0 4-1,3 2-795,1 2 0,3 3 0,0 3 0,0 0 0,0 1 477,0-6 0,0 1 0,0 1 0,-1 0 0,0-1 0,0 0-195,-1-3 0,1 0 0,-1 0 0,-1 0 0,1-2 0,-1-1-21,-3 11 1,0 0 0,0-4 0,-3-5-850,-3-3 1,-1-5 0,0-9 1019,-17-1 0,9-39 0,8-23 0</inkml:trace>
  <inkml:trace contextRef="#ctx0" brushRef="#br0" timeOffset="157200">30321 11390 7533,'16'-28'1092,"0"1"0,8 1 0,6 1-1225,5 2 1,6 1-1,-3 1-277,7-3 0,-2 1 1,-11 7-1,0-1 1,-4 2-1,-6 0 0,0 0 1</inkml:trace>
  <inkml:trace contextRef="#ctx0" brushRef="#br0" timeOffset="157450">30992 10708 7533,'-27'29'819,"1"0"0,8 3 0,4 5 0,1 4 0,2 2 0,2 3 0,1 2 0,0 3-1120,2-12 1,0 2 0,0 1 0,0 1-1,1 0 1,1-1 90,1 1 0,1 0 0,1-1 0,0 1 1,-1-1-1,-1-1-6,-2 2 0,-1 0 0,-1-1 0,0-2 1,1-2 247,0 13 0,1-4 0,-4-6-1067,-7-4 1,-3-12 1034,-8-18 0,1-29 0,17-3 0,0 1 0</inkml:trace>
  <inkml:trace contextRef="#ctx0" brushRef="#br0" timeOffset="157551">30674 11539 7533,'10'-33'655,"1"-1"0,-1 1 1,8-1-1,3 1 0,3 2-500,5-1 1,2 2 0,1 3-1,-4 6 1,0 2 0,-1 1 0,6-2-1,0 0 1</inkml:trace>
  <inkml:trace contextRef="#ctx0" brushRef="#br0" timeOffset="158017">31221 11328 7533,'-30'18'3276,"23"-4"-1965,50-13-2211,-8-15 1,2-8 119,-11 2 1,0-4-1,-3-2-254,9-15 0,-11-2 1303,-19 5 1,-12 7 990,-37 17-168,20 26 0,-1 10 0,2 5 0,4 9 0,3 5 0,4 3-928,3-6 0,1 3 0,3-1 0,5 0-374,6 7 0,5-1 0,7-6-1429,13 2 1,6-10 1629,-8-14 1,-1-9-1,6-17 1,-5-8-1,-8-10 1</inkml:trace>
  <inkml:trace contextRef="#ctx0" brushRef="#br0" timeOffset="158250">31662 11006 7533,'-22'40'819,"1"0"0,12-9 0,3 2 0,-1 2 0,-1 0 0,-1 4 0,1 0 0,2-2-785,4 5 1,3-1 0,-2-3-260,-8 10 0,2-22 45,13-47-225,5-15 1,3-8-466,3 3 1,2-3-1,0 2 603,-1 8 1,1 1 0,1 4 0,10-7-1,-1 7 1,6 5 0</inkml:trace>
  <inkml:trace contextRef="#ctx0" brushRef="#br0" timeOffset="158551">31838 11266 7533,'-22'28'1638,"-1"0"0,-4 11 573,42-27-3696,4-24 1,2-11 584,7-8 1,-2-3 314,-4-5 1,-8 1 944,-14 7 0,-8 11 1278,-13 24 0,-3 14 0,-2 14 0,3 9-944,3-7 0,2 4 1,5-2-1415,6 15 0,12-8-2557,22-4 3269,0-41 1,1-10 0,-3-4 0,-3-4 0,-1-7 0,-1 0-1</inkml:trace>
  <inkml:trace contextRef="#ctx0" brushRef="#br0" timeOffset="158817">32068 11154 7533,'-17'41'1092,"0"0"0,2-4 0,1 1 0,4-4 0,1 0 0,0-2-636,-3-1 1,9-12-1896,34-29 225,-12-12 0,1-5 944,7-6 0,1 2 989,-5 9 1,-3 12 1529,-2 35-2789,-17 0 0,-2 3 540,7 2 0,2-2 0,-5 8 0,23-25 0</inkml:trace>
  <inkml:trace contextRef="#ctx0" brushRef="#br0" timeOffset="159017">32403 11154 7533,'-26'20'1092,"1"0"0,0 12 0,3 5 0,3-4 0,0 1 0,4 1-248,5-1 0,3 1 1,4-2-2484,4 8 1,8-7 1580,28-10 0,0-26 0,-3-23 1</inkml:trace>
  <inkml:trace contextRef="#ctx0" brushRef="#br0" timeOffset="159600">32508 11303 7533,'-13'21'1638,"-1"1"0,-4 16-147,34-12-1491,21-42-540,-9-5 1,-1-5 44,-2-5 0,-5-3 360,-6 2 0,-10 9 765,-37 37 629,8 4 1,1 7-168,-2 10 0,1 9 0,5-2 148,4 6 0,10-1-2364,10 0 0,12-9 830,14-23 0,5-12 1,-2-7-1,-2-7 1,-1-7-1,-1-1 0</inkml:trace>
  <inkml:trace contextRef="#ctx0" brushRef="#br0" timeOffset="170367">16122 16670 7533,'-35'-29'2248,"7"18"-1258,11-16-450,9 25-181,8 2 631,0 7 449,31 6-989,-15-7 224,19-2 1,10-2-286,-8-1 1,1-1 0,1-1-772,-4 0 1,1-1 0,3-1 561,4 2 0,6-1 0,0 0 0,0 1 22,-2-1 1,0 0-1,-1 0 1,0 1-551,-7-1 0,-1 1 0,1-1 0,2 1 402,2 0 0,3 0 0,1 0 0,1 0 0,-3 0 170,6-1 1,-2 0 0,0 1 0,-2-1-68,-7 0 1,-2 0-1,1 1 1,3-1 21,3 0 1,4-1 0,2 1 0,-1-1 0,-2 2-45,3 0 0,-1 1 0,-1 0 0,-1-1-113,-6 0 1,-1 0-1,0-1 1,3 1 102,2 0 1,4 1 0,0 1 0,0-1 0,-3 0-555,2 0 1,-1 0 0,-2 0 0,-1 0 473,-6 0 0,-3 0 0,1 0 0,2 0 45,5-1 0,4 0 0,1 0 0,-1-1 0,-3 1-340,-4 1 1,-2 0 0,-1 0 0,0-1 308,10-1 1,0 0 0,1 1 75,-3 0 1,2 1 0,0 0-1,-3 1-45,-1 0 0,-2 1 0,-1 0-60,-3-1 0,0-1 0,2 0-30,-1 3 0,3-1 0,0 2 0,-3-2 0,3 1 0,-3-1 0,0 0 0,-2 2 0,1 0 0,0 1 90,10-1 0,3 0 0,-3 0 30,-4 0 0,-2 0 0,-2 1-120,-7-1 0,0 0 0,1 0 30,13 0 0,4 0 0,-4 0-90,-12 0 0,-3 1 0,1-1 105,14-1 0,2 0-45,-6 1 0,2 0 0,-2-1 60,-6 0 0,-1-1 0,-1 0-60,9 2 0,0-1 299,-4 0 1,1-1 0,0-1-30,9-1 0,-2 0-270,-13 0 0,2 0 90,2 1 0,3 1 0,-3 0-45,-1-1 0,-2 0-90,2 1 0,1 1 15,-5-2 0,2-2 0,-1 1 303,14 0 0,0 0-123,-4-2 0,2 0 0,-3 1-150,4 0 0,0 0 0,-9-2 0,3 0 0,-4-2 0,5-1 0,-3 0 0,-2 2 0,2 0 0,1-3 0,4-1 0,-2 1 0,-3 0 0,-1 1 0,0-1 439,-4 1 1,0-1 0,3 0-440,2-1 0,3-2 0,2 1 0,-3 1 0,6 1 0,-1 1 0,3-1 0,-10 0 0,2 0 0,0-1 0,0 0 0,-2 2 0,-1 0 0,-2 1 0,0 0 0,1 0 0,6-1 0,2 0 0,-1 0 0,-2 1 0,2 0 0,-4 1 0,1 0 0,-4 0 0,0 0 0,1 0 0,6 1 0,0 0 0,-3 2 1320,-1 0 1,-2 2-1321,-1 3 0,-2 4 351,1 2 0,-13 5-1990,-30 8 1,-9 2 1091,-13 11 1,-11-11 0,-6-3 0,14-9 0,-1-1 0</inkml:trace>
  <inkml:trace contextRef="#ctx0" brushRef="#br0" timeOffset="171067">18239 17451 7533,'-30'-30'1092,"1"0"0,29-6 0,15 4 0,17 14 0,13 8 0,4-1-1429,-12 0 1,2 0-1,2-1 1,1 0 0,-1 2-320,1 0 1,1 0-1,-1 1 1,0 1 0,-3-1 186,9-1 1,-3-1 0,-3 2 0,6 0 0,-8 2 0,-13 0 0</inkml:trace>
  <inkml:trace contextRef="#ctx0" brushRef="#br0" timeOffset="171233">18715 17166 7533,'-26'23'1092,"1"1"0,4 12 0,3 7-273,4-10 0,0 2 0,1 2 0,3 0-1201,2 5 1,2 1-1,3 1 1,0-1 381,2 4 0,1 0 0,0-1 0,1-4 0,0-2 0,-1-3 0,3-3 0,5 2 0,0 0 0</inkml:trace>
  <inkml:trace contextRef="#ctx0" brushRef="#br0" timeOffset="171783">19032 17513 7533,'-30'8'1092,"0"0"0,-7 8 0,3 6 546,4 12 0,3 6-1182,1-1 1,9 0-682,19-1 1,12-7-1306,7-16 1,5-10 629,10-18 1,0-11 89,-2-7 1,-5-4 1124,-5 2 0,-5 1 2961,-1-10-435,-10 53-1852,-8 28-2024,2-11 1,3 2 1034,7-4 0,2-1 0,8 11 0,11-19 0</inkml:trace>
  <inkml:trace contextRef="#ctx0" brushRef="#br0" timeOffset="172000">19279 17488 10501,'-5'33'1092,"1"0"0,-1-3 0,2 0 58,0 0 1,6-10-522,12-29-584,-5-15 0,0-6-1304,13-4 0,5 1 1259,2 0 0,3 6 0,-5 16 0,0 5 0,2 3 0,-1 0 0</inkml:trace>
  <inkml:trace contextRef="#ctx0" brushRef="#br0" timeOffset="172367">19685 17377 7533,'-29'8'1092,"-1"0"0,5 16 0,1 6 546,-5 7 0,5 4-552,11 2 1,9-2-1807,8-5 1,9-11-2520,25-29 2160,-15-11 0,-1-5 1213,0-9 1,-1 0 225,6 2 2069,-9 63-1560,-13-4 1,-2 7-1,-3 3-442,-3-3 0,-2 3 1,-3 0-1,0 0-219,-1-1 0,-1 0 0,-2-1 0,-2-2 2,-7 5 0,-4-3 0,-1-6-480,-11 1 0,1-17-3007,-1-40 2893,39-20 1,10 8 0,5-1 0,5 5 0,-1-1-1</inkml:trace>
  <inkml:trace contextRef="#ctx0" brushRef="#br0" timeOffset="172683">20003 17624 7533,'-20'-1'3276,"12"-3"0,41-2-4341,7-24-285,-15 12 1,-5-4 989,-18-27 1889,-40 34 109,10 22 0,0 10 0,-2 12 0,7 7 0,9 7 0,10 2-2145,8-2 1,10-5-1133,9-11 1,7-8 1224,6-9 1,0-9 0,-10-6 0,-3-5 0,16-21 0</inkml:trace>
  <inkml:trace contextRef="#ctx0" brushRef="#br0" timeOffset="172867">20355 17389 7533,'-19'-13'3276,"27"1"-1638,18 5 0,8 2-507,3 1 1,3 1-2771,9-2 1,-2-1 982,-18 1 1,-3-2-1,15-13 1,-24-5 0</inkml:trace>
  <inkml:trace contextRef="#ctx0" brushRef="#br0" timeOffset="173017">20655 17017 7533,'-22'25'819,"-1"1"0,6 3 0,0 4 0,0 3 0,0 0 0,-2 3 0,1 3 0,4 1-164,3-3 0,3 2 1,1 2-1,2 0 0,0-1-147,1 1 0,0 1 0,2-1 1,1-1-1,4-3-633,6 11 1,4-4-1,7-8 1,12-4 0,6-14-1,-8-22 1,1 0-1</inkml:trace>
  <inkml:trace contextRef="#ctx0" brushRef="#br1" timeOffset="175051">26000 16522 11349,'17'27'819,"1"1"0,4-4 0,3 2 0,2-4-629,1-2 0,2-4 0,5-2-662,8-2 0,6-3 0,3-2 0,0-5 490,-12-3 1,0-3 0,0-3 0,1 0 0,1 0-77,-1 1 0,0 0 0,2-1 0,-1 0 0,-1-1 0,-2 1 105,10-4 0,-1-1 0,-2 0 1,0 4 93,-3 4 0,1 2 1,-1 1-1,-3 1 269,1 1 1,-3 2 0,1 2-302,-1 3 0,0 3 0,-1 0-20,-2-1 0,-1 1 0,1 0-87,2-2 0,0 0 0,3-1-87,-3-2 0,2-1 0,1-1 0,1-1-85,-1-4 0,1-2 1,1-1-1,-1 0 152,4 1 0,0 0 0,0-1 1,-3-1-21,-1-2 0,-3-1 0,0 4 481,-1 4 1,0 4-1,-3 3 565,2 8 1,1 3-272,0-1 0,3 0 1,2 0-86,-6-3 0,1-1 0,1-1 1,2-1-512,6-2 1,3-1 0,1-2 0,1-3-798,-5-2 1,1-1-1,1-2 1,0-2 0,0-2 108,-5-2 1,1-2 0,0-2 0,0-1 0,-2 1 0,-2-1 248,6 0 0,-3-1 0,-1-1 0,-1-2 0,1-4 0,0-3 0,-3 0 0,-7 1 1,-5-3-1,-1 1 0</inkml:trace>
  <inkml:trace contextRef="#ctx0" brushRef="#br0" timeOffset="176269">9648 16522 7533,'-27'-20'2428,"9"-3"451,11 14-1260,30 26-1035,1 4 1,5 3-136,2-2 1,5-1 0,3 1-526,-4-3 0,2 0 0,2 0 0,1-3 233,4-1 0,2-2 1,2-1-1,0-1-318,-5-2 1,0-1 0,2-1-1,-1 0 1,0-1 124,0-1 0,-1-1 0,0 0 0,0-2 0,0 1 54,-1-1 0,-1-1 0,1 0 0,-2-1 0,-1 1 19,1 1 1,-2-1 0,-1 1-1,-1-1 382,5 1 1,-1-1 0,-2-2-300,-3-3 0,-1-2 0,1-1-330,6-1 0,0-2 1,1 0 59,-2-1 0,0-1 0,-1 2 389,0 2 1,-1 2 0,-1 2 480,7 6 0,-2 3-1,-6-1 1,-1 1 35,4 1 1,0-1-846,1-5 0,0 0 90,4 2 0,1 1 315,-2 1 0,2-1-135,2 1 0,2-1 912,-12-4 0,1-1 0,1-1-559,-1 0 1,1-2 0,1 0-534,4-3 0,0 0 0,-1-1 0,-1-1 0,0 0 0,-2 0 0,-5 1 0,-2 0 0,-1 0 5,5-1 1,-4 1-2345,9-2-938,-25 17 2457,-7-5 1,-10 10 0,-10-4 0</inkml:trace>
  <inkml:trace contextRef="#ctx0" brushRef="#br0" timeOffset="-210079.73">19279 4909 7533,'-25'-40'2428,"13"11"-1169,-13 25 1,-5 13-811,8 13 1,0 11 0,0 5 0,0-1-1069,-1-4 0,1-1 0,-1 3 1,1 6 797,5-5 1,-1 5 0,-1 3 0,1 2 0,1 1 0,1-1 0,1-2 0,2-3-257,-1 4 1,3-3 0,2-1 0,0 1 0,1 1 195,-3 0 1,-2 3 0,1 0 0,3-1 0,6-5 0,9-6 180,23 6 0,14-9 0,5-14-278,-7-17 1,4-12 0,2-7 0,0-3-75,-10 4 1,1-3 0,1-3-1,0-2 1,0-2 0,-3-2 0,-1-2-152,-4 0 1,-1-3-1,-1-2 1,-1-2 0,-2-1-1,-1-1 1,-2 0-1,-1 0-127,-1-5 1,-2-1 0,-1-2 0,-3 0 0,-2 0 0,-2 2 0,-3 1 311,0-6 0,-2 0 0,-4 1 0,-4 4 0,-6 3 130,-8 1 1,-6 4-1,-3 4 1,0 7 194,-6 1 1,-3 14-1401,-3 17 1,-4 10 0,8 4-193,14 4 1,4 4 1284,-8 13 0,3 1 0,5 6 0,15 1 0</inkml:trace>
  <inkml:trace contextRef="#ctx0" brushRef="#br0" timeOffset="-209896.73">19420 5515 7533,'-23'37'819,"-1"0"0,10-3 0,2 3 0,5 0 819,9 11 0,4 0-546,-4-11 0,0 1 0,6 1-839,9 4 0,7 1 0,-1-2-253,-6-7 0,0-1 0,0 0 0,4 4 0,1 1 0,-2-4 0,1 0 0,-1 0 0</inkml:trace>
  <inkml:trace contextRef="#ctx0" brushRef="#br0" timeOffset="-208643.73">17392 10919 0,'-33'9'500,"-1"0"0,1 10 0,0 3 1138,-5-3 0,11 3-751,23 7 0,14-3-228,17-11 1,14-8 0,5-2-486,-5-2 0,4-2 0,4-2 0,2 0 1,2-1-7,-11-1 1,3 0-1,2-1 1,0-1 0,1 1-1,0-1 1,-1 1 0,-1 0-134,2 0 0,-2 1 1,0-1-1,-1 1 1,2-1-1,0 1 1,3 1-45,-6-1 0,2 1 0,2-1 0,1 1 0,1 0 0,-1 0 0,-1 0 0,-1 1 0,-3 1 0,-2 0-6,6 2 0,-4 0 0,-2 2 0,0-1 0,2 1 0,2 0-64,1 0 0,3 0 0,2 0 1,1 0-1,-1 0 0,-2 0 1,-3 0-1,-4 0 79,7 1 0,-6 1 0,0-1 0,4 0 257,-5-3 0,4 0 0,2-1 0,2 0 0,-1 0 0,-2-2 0,-2 0 181,3-1 0,-2-2 1,-1 0-1,1-1 1,3 1-324,-5 0 1,2 1 0,2-1-1,0 0 1,1 0 0,-2 0-1,-1 1-115,2-1 0,-1 1 0,0-1 0,-2 1 0,0 0 0,-1 1-68,1-1 0,0 2 0,-2-1 0,-1 2 0,0 0 158,4 2 0,0 0 0,-2 2 0,-2 0 758,3 2 1,-2 1-1,-1 0-189,0-2 1,0 0 0,0-1-211,3-4 1,0-1 0,2-4-130,-7-2 1,1-2 0,0-2 0,1 1-524,2 0 1,0 0 0,0-1-1,0 1-539,1-3 0,-1 0 0,-1 1 0,-2 1-351,0 3 1,-3 2 0,-3 1 660,6-1 0,-7 1 1,-2-1-1,-15 0 0</inkml:trace>
  <inkml:trace contextRef="#ctx0" brushRef="#br0" timeOffset="-204958.73">19368 5565 0,'-8'-17'330,"6"8"2946,-14-2 0,22 28-131,-4 14-3280,10 12 1,1 4-46,-7-17 0,0 0-139,4 9 1,3 5 0,-5-7 318,-4 9 0,10-13 0,4-2 0,1-1 0</inkml:trace>
  <inkml:trace contextRef="#ctx0" brushRef="#br0" timeOffset="-204162.73">20161 4933 7533,'-27'11'1638,"2"15"0,1 11-819,10-5 0,3 6 0,0 2 0,0 3-655,0-4 0,0 2 1,0 2-1,0 2 0,1 0 1,1 0 29,1 3 1,0 1 0,1 1 0,1 0 0,1-1 0,2 0-480,1-5 0,1 1 0,0 0 0,3-2 1,1-2-1,4-2-535,4 6 1,3-2 0,3-4 0,3-7 528,16 1 0,5-13 0,-1-16 0,-2-10 0,-12-10 0,-1 0 1</inkml:trace>
  <inkml:trace contextRef="#ctx0" brushRef="#br0" timeOffset="-203779.73">20690 5168 7533,'-17'-19'3276,"-1"7"0,-7 28-1650,0 14 0,-1 6-1476,2-5 0,0 2 0,-1 1-89,0 6 1,-1 1 0,3-2-32,1-8 0,2-1 0,9-3 148,13 3 1,11-6-314,16-9 0,7-7-45,10 1 1,0 1 134,-2 1 0,-7 8 135,-18 8 0,-11 6-45,-16 6 0,-11-1-1138,-2-9 1,-5-1 0,0-2-547,-7 7 1,-1-4 1146,8-12 1,2-4 0,0-2 0,14-11-1</inkml:trace>
  <inkml:trace contextRef="#ctx0" brushRef="#br0" timeOffset="-203563.73">21008 5925 12570,'-10'30'3276,"-13"7"-3745,10-12 0,-2 0 469,-6-2 0,-3-1 0,2-2 0,-1-3 0,-20 7 0</inkml:trace>
  <inkml:trace contextRef="#ctx0" brushRef="#br0" timeOffset="-203146.73">21449 5256 0,'-43'-24'3276,"6"20"-1638,7 11 0,1 9-546,6 12 0,2 9 0,2 2 0,-2 4 0,2 4 0,2 0-437,6-9 0,0 1 1,3-1-1,3-1-715,3 2 0,3-1 0,10-11-1244,20-11 0,6-16 434,-8-16 1,-1-12-1,0-3 60,-4 1 1,-1-4-1,0-2 1,-3 0 449,-2-2 0,-2-2 1,-2 1-1,-2 3 839,2-5 1,-4 3 0,-8 16 2796,-10 21-1638,1 31 0,2 18-557,0-6 1,0 4-1,6 0-1735,5-1 0,6 0 0,3-3-439,1-4 1,3-2 0,3-5 678,9-2 1,2-7 0,-6-5 0,-3-7 0,2-10 0</inkml:trace>
  <inkml:trace contextRef="#ctx0" brushRef="#br0" timeOffset="-202912.73">21872 4946 11760,'17'42'546,"0"0"0,0 0 0,-3-3 0,0 0 0,0 2 0,-1 1 109,-2-4 0,0 0 1,-1 2-1,-1 0 0,-3 0-631,-1 3 0,-2 0 0,-1 1 0,-4 0 1,-4-1-681,-5 2 1,-4 0-1,-4-1 1,-1-2 0,-1-1 381,-3 2 1,-2-2 0,-2-2 0,-2-1 0,-3-2 0,-2-2 0,-2-1 0,3-4 0,-1-3 0,1 0 0,-1 1 0</inkml:trace>
  <inkml:trace contextRef="#ctx0" brushRef="#br0" timeOffset="-202479.73">22472 5082 7533,'-39'0'3276,"31"0"-1638,30-2 0,17-2-546,-8 1 0,3-2 0,1 1-1250,6 0 0,1-1 0,0 0-252,-5-1 0,-1 0 1,-1 0-1,6 2 1,-4 2-1,-11-1 0,-1 0 1</inkml:trace>
  <inkml:trace contextRef="#ctx0" brushRef="#br0" timeOffset="-202329.73">22560 5379 0,'-35'11'3276,"47"9"-1638,23-15 0,16-6-1386,-9 0 0,6 0 0,2-2 0,-2-1 0,-6-1 0,0-2 0,-1 0 0,1-1 0,3-1 0,1 0 0,-1 0 0,1 0 0</inkml:trace>
  <inkml:trace contextRef="#ctx0" brushRef="#br1" timeOffset="-200810.73">23442 4252 2095,'-27'0'1669,"1"0"1607,16 0-652,3 0-1805,27-2 0,28-2 0,12-1 0,-8-1 273,-4-2 0,-1-1 0,5 0-1364,-9 3 1,6 1-1,3-1 1,0 1 0,-2 0-1,-4-1-548,4-2 1,-2 0 0,-3 1 0,-2 0-274,5 0 1,-3 1 0,-5 0 436,-1 3 1,-7 0-1,-1-8 1,-31 4 0</inkml:trace>
  <inkml:trace contextRef="#ctx0" brushRef="#br0" timeOffset="-200443.73">23777 4202 7533,'-41'14'655,"0"1"0,0 0 1,7-2-1,2 1 0,6 2 983,1 4 0,12 2 0,24 6 0,16 0-546,9-5 0,10-3 0,3 0-1298,-10-5 1,2 0 0,1-1-1,1 0-334,1 0 1,3-1-1,-2 0 1,-3 0 29,1 0 0,-2-1 1,-7 6 174,0 15 0,-18 6 275,-25-8 0,-14 3 0,-3 1 352,4-3 0,-1 0 1,-2 0-1,-1-1 527,-2-4 0,-2-1 0,1 0 0,6-2 819,-5 14 0,19-10-608,45-25 1,22-11-1851,-19 1 1,4-2 0,3-1 0,2 1 584,-7 2 1,2 1 0,2-1 0,-1 1 0,0-1 0,-4 0 0,5-2 0,-2 0 0,-2 0 0,0 2 0,8 3 0,0 0 0,0 0 0</inkml:trace>
  <inkml:trace contextRef="#ctx0" brushRef="#br0" timeOffset="-199127.73">24253 5392 7533,'-35'-10'1638,"10"21"0,-1 8 0,2 9 0,1 5 0,-5 8 0,3-1-661,12-13 1,7-3-708,23 11-225,8-27 0,5-4 45,3 3 0,-1 4-45,2 6 0,-7 7-135,-21 6 0,-8 4-90,-5 5 0,-8-1-990,-14-2 1,-5-4-470,10-7 1,1-7 1535,-10-16 0,33-12 1,10-20-1</inkml:trace>
  <inkml:trace contextRef="#ctx0" brushRef="#br0" timeOffset="-198927.73">24500 5256 12930,'-12'27'869,"-1"0"1,-1 7-1,1 0-869,3-4 0,0-1 0,-2-3 0,0-2 0,3 4 0</inkml:trace>
  <inkml:trace contextRef="#ctx0" brushRef="#br0" timeOffset="-197877.73">24977 4053 7533,'0'8'1638,"3"17"0,2 11-546,-4 6 0,-1 7 0,0 3-701,3-9 1,0 2 0,1 2 0,0 1-1,-2-1-661,-1 0 0,0 0 0,-1 0 1,0-1-1,0 0-72,1-2 0,1 0 0,0 0 1,0-3-1,-1-4-751,-1 5 1,0-4 0,0-6 772,2 0 0,-4-13 1,-6-24-1,-2-9 1</inkml:trace>
  <inkml:trace contextRef="#ctx0" brushRef="#br0" timeOffset="-197577.73">25030 3991 7533,'-4'-21'3276,"47"10"-1638,-4 15 0,6 5-794,-5-3 0,3 2 1,-2 2-786,-8 2 1,-2 2 0,-3 3-105,4 14 0,-11 6 45,-20-6 0,-8 3 0,-5 0-558,-10 6 1,-6 0-1,-2 0-535,-1-1 1,-1 0 0,0-3 623,5-8 1,0-3 0,1-2 0,0 0 0,3-6 0,6-12 0</inkml:trace>
  <inkml:trace contextRef="#ctx0" brushRef="#br0" timeOffset="-197227.73">25788 3805 7533,'-35'0'1638,"13"24"0,1 13-819,2-7 0,-1 6 0,1 3 0,0 3-776,5-1 0,0 4 1,1 2-1,1 3 0,0-1 1,1 0 148,1-6 1,-1 1 0,1 0 0,1 0-1,1 0 1,2 0 0,3-1-733,2 6 0,2 1 1,2-1-1,3-1 0,4-4 1,4-5 357,11 2 1,7-5 0,3-6-1,1-6 1,2-4 0,2-8 0,1-8-1,3-17 1,0 0 0,0 0 0</inkml:trace>
  <inkml:trace contextRef="#ctx0" brushRef="#br0" timeOffset="-195393.73">26247 4140 7533,'-36'11'3276,"9"-3"-1638,-3 13 0,3 4-1444,9-1-14,-13 5 0,0 0 269,17 4-359,-11 5 270,17-19 270,23-3 179,-11-20 181,20 8 89,-22-9-269,6-1-361,-8 5-988,0-5 89,0 6-270,0 0 810,-16 17 360,-4 9 450,-15 7-361,15-8-629,5-9 360,23-9 90,17 11 0,12 7-315,-10-7 0,-1 1-45,-2 0 0,-3 1-225,-4 0 0,-6 2-1214,-11 15 224,-15-17 1,-5-2-425,-7-3 1,-1-4 1483,0-2 1,1-6 0,-16-15 0,17-14 0</inkml:trace>
  <inkml:trace contextRef="#ctx0" brushRef="#br0" timeOffset="-195194.73">26405 3867 7533,'-9'11'3276,"-7"8"0,6 24-1920,-2-15 0,-1 0-1903,-1 5 1,0-2 0,1-5 0,-1-1 0,-12 16 0</inkml:trace>
  <inkml:trace contextRef="#ctx0" brushRef="#br0" timeOffset="-194727.73">26405 3892 7713,'-17'16'3276,"-17"21"-3253,23-8 1,1 0 0,-7-5-1,1-1 1,-2 17 0</inkml:trace>
  <inkml:trace contextRef="#ctx0" brushRef="#br0" timeOffset="-194410.73">26670 3743 9781,'-8'36'1638,"-1"6"0,1 10-819,4-13 0,1 3 0,1 4 0,-1 0-349,-1-1 1,-2 2-1,1 1 1,0 0 0,1 1-1018,2-6 1,0 1 0,1 0 0,-1 0 0,1-2 0,-1-1 490,0 8 0,0-2 1,-1-2-1,1-3 0,-1-3 1,0-2-1,1-6 0,2 9 1</inkml:trace>
  <inkml:trace contextRef="#ctx0" brushRef="#br0" timeOffset="-193876.73">27217 4053 7533,'-26'-14'3276,"-9"20"-1638,13 14 0,-1 8-282,-8 9 0,1 3-1131,9 0 0,3-1 0,-3-5 0,9-2-45,35 4 90,24-23-720,-10-2 0,-1 0-585,-9-3 1,-7 4-405,-28 36 674,-16-16 1,-9-1-361,-4 2 1,0-1 1058,3-6 1,7-3-1,9 1 1,20-19 0</inkml:trace>
  <inkml:trace contextRef="#ctx0" brushRef="#br0" timeOffset="-193661.73">27499 4524 7533,'-18'17'3276,"1"9"-1638,5-5 0,-2 2 0,-3 0 0,-1-2-1622,-19 11 1,9-14-1,13-13 1</inkml:trace>
  <inkml:trace contextRef="#ctx0" brushRef="#br0" timeOffset="-193327.73">27746 4115 7533,'-35'26'1092,"-1"0"0,-1 7 0,4 5 546,10 5 0,7 3 0,2-5 0,12-6-2775,20-17 1,7-10-503,4-18 1,-1-12 623,1-14 0,-3-5 1824,-6 7 1,-7 1 1259,-13-8 1207,-2 87-1638,1-13 0,2 3-546,5-1 0,4 2 0,0-4-2183,-2-1 0,5-5-548,14 0 1,3-9 1580,1-16 0,13-4 1,-19-10-1</inkml:trace>
  <inkml:trace contextRef="#ctx0" brushRef="#br0" timeOffset="-193061.73">28028 3942 7533,'8'-2'3276,"25"31"-1638,-9 4 0,-1 8-546,-3-2 0,0 3 0,-5 3-273,-6-6 0,-2 1 0,-3 2 0,-4-1-81,-3 3 1,-4 0-1,-3 0 1,-5-1-968,-4-4 0,-4-1 0,-4 0 0,0-2 0,1-2 1,0-3-1,-1-2 0,0-1 0,-3-2 0,-5 0 1,-1 0-1,0 0 0,0 0 0</inkml:trace>
  <inkml:trace contextRef="#ctx0" brushRef="#br0" timeOffset="-190811.73">28416 3495 7533,'-35'-5'0,"8"3"2878,9-3-1978,10 5-451,47 1 1,16-2-450,-24-4-570,9-1 1,8-2-1,-8-2-2218,-1-18 2788,-2-3 0,-13 7 0,-24 12 0</inkml:trace>
  <inkml:trace contextRef="#ctx0" brushRef="#br0" timeOffset="-190478.73">28487 3495 7533,'-35'0'2788,"15"17"-2428,4-2 44,10 19 1,4 6-225,0 7-343,0-11 1,-1 6 0,1 1 297,0-5 0,0 1 0,0 0 0,0-2-75,-1 2 0,0-2 0,-1 4-6,1-2 0,0 3 0,-1 2 0,0-2 0,0-3-734,-1 3 1,-1-4 0,0 1 739,0 2 0,0-1 0,0 2 389,1 7 1,-1 2 0,-1-8-225,-2-15 0,1-1 314,1 22 1,4 0 269,1-22 1,4-3 224,13 2 1,3-1-945,6 12 180,9-22 0,6-7-1350,-6-3 1,-1-2 903,0-2 1,3-2 175,0-5 0,2-3 0,-4 0 0,-6-1 0,-1-2 0,17-6 0,-1 0 0</inkml:trace>
  <inkml:trace contextRef="#ctx0" brushRef="#br0" timeOffset="-188461.73">28769 3805 9152,'0'-14'1619,"0"4"-900,0 10-539,0 0 540,0 22-316,4 4 1,0 3-225,-3-5 0,0 3-165,1 7 1,1 6 0,0 0 163,-3 2 1,0 0 0,0-1-180,0-7 0,0-2 0,0 3 150,-2 13 0,0 3 0,-2-8 255,-1-17 0,0-3-315,0 3 0,0-3 449,-3-1-539,8-54 180,0 7-135,-1-15 0,2-7-693,8 12 1,4-1 0,-3 1 647,-7-4 0,2-2 30,11-2 0,8-2 0,-2 4-1669,-2 5 1,0 4 1238,6-4 1,2 1-799,-3 1 0,1 4 1198,5 16 0,-3 2 0,-2-7 0,13 8 0</inkml:trace>
  <inkml:trace contextRef="#ctx0" brushRef="#br0" timeOffset="-186846.73">28822 3830 7892,'0'-14'1260,"0"-2"-271,8 14-809,-6 2 720,6 24-361,-11 15 1,-2 4-450,4-13 0,0 2-117,-3 12 0,-2 7 0,0-2 207,3-8 0,-1 0 0,1-2-120,0-5 0,0 0 0,0 1-30,-1 10 0,1 1 0,2-6-75,0-11 0,2-3 0,-1 3 0,0-2-225,-8 2-360,6-56 630,-6 7-270,10-18 0,4-9-120,-1 11 1,1-3-1,1 2-368,2-8 1,1-3 487,-2 10 0,-1-4 0,2 0 1,0 4 89,9-11 0,0 4 180,-4 2 0,1 1 45,5-2 0,1 4 404,-3 16 1,0 3-270,-4 0 0,1 0 554,5-4 1,1 5 344,14 12-899,-5-4 90,3 29 0,-23 26-180,-2-11-135,-9 3 0,-6 3 0,-5-12 0,-2 0 45,5 1 0,-3 0-135,-10 6 0,-5-3-45,0-10 0,1-1 90,-7 14 513,0-15 1,3-2 745,16-2-989,-11-2 1080,17-1 269,24 13-1259,-5-8 44,5 6 1,2 2-225,-1-5 0,1 0-1259,11 21 719,-9-16 0,1-1-2827,15 9 618,-15-12 2659,11 2 0,-23-20 0,9 3 0</inkml:trace>
  <inkml:trace contextRef="#ctx0" brushRef="#br0" timeOffset="-186446.73">29528 3718 7533,'-30'0'2338,"-9"12"-1034,24 11 1,2 6-990,-1-8 0,-1 3-113,0 13 1,1 8 0,2 0 246,1 3 1,3 1 0,-1-1-639,2-8 0,0-2 0,2 3 99,0 0 0,0 4 0,3-2 0,6-7-1439,15 4 0,3-5 1349,-10-1 0,2-3 180,13-7 0,3-10 0,-3-14 0,8 0 0</inkml:trace>
  <inkml:trace contextRef="#ctx0" brushRef="#br0" timeOffset="-182896.73">29845 3818 8342,'-25'5'3276,"-11"24"-2261,10-5 1,-1 3-387,-1 9 1,1 4-225,3-2 0,3 0-225,8-9 0,9-2 270,29 14-360,14-16-90,-11-13 0,-3 1 0,3 17-585,-32-4 0,-8 2-584,-6 2 0,-3-1-470,-3 1 1,1-2 1609,4-6 1,5-3 0,6-6 0,8-8-1</inkml:trace>
  <inkml:trace contextRef="#ctx0" brushRef="#br0" timeOffset="-182696.73">30074 4276 7533,'-15'24'3276,"-5"7"-1638,7-7 0,-1 2-1316,-3 2 0,0 0-1447,3 1 1,1-1 1124,3-2 0,0-3 0,-13 3 0,13-9 0</inkml:trace>
  <inkml:trace contextRef="#ctx0" brushRef="#br0" timeOffset="-181462.73">30321 3966 7533,'-30'8'1092,"-1"1"0,-1 12 0,2 6 546,-4 7 0,5 3-12,7 5 0,7-1-1761,6-7 0,10-6-1214,26-8-290,-1-25 1,1-10 758,-2-10 0,-3-6 880,-2 1 0,-4 0 45,-5 2 0,-7 1 2383,-12 3 361,7 13-1710,-7 11-539,8 0-180,0-6-540,0 5-360,0-10 90,0 10 181,0-5-1081,0 6-629,0 0 630,0-6 1439,0 5 270,0-5 1079,0 6-180,-8 0-809,6-5-180,-6-2-630,8 0 720,0 2-270,0 5 1349,0 0-1529,0-6-270,0-1 1,0-5 269,0 5 180,-8 7 269,-17 23 721,-5 16-631,5-12 1,-1 3 449,7 3 1,1 1-720,3-11 0,3 1 359,0 6 1,8-3-450,20-4-899,27 0-316,-11-36 1,1-7 584,-8 11 1,-2-3-1,0-10 0,0-6 1,-6-2-226,-4-7 1,-4-1 359,5-3 0,-1 2 270,-5 4 0,-8 8 3411,-18 16-345,7 48-1942,-3 7 0,4 3-1214,11-9 1,4 1-676,-3-4 1,0 1-1,4-6-809,13 4 70,1-15 1,2-5 1243,-1-12 0,20 3 0,-13-5 0</inkml:trace>
  <inkml:trace contextRef="#ctx0" brushRef="#br0" timeOffset="-181262.73">30533 4239 11041,'0'25'3276,"0"11"-975,-16 2-3516,7-13 1,-1 0-425,-8-2 1,0-2 1243,-1 11 0,-5-20 0,14-14 0</inkml:trace>
  <inkml:trace contextRef="#ctx0" brushRef="#br0" timeOffset="-180929.73">30868 3942 7533,'-35'22'1638,"12"-7"0,3 3 0,4 8 0,2 4-12,-4 4 0,3 0-1626,5 7-90,8-14 0,4-3-629,16-9 539,25 8 0,-20-5-270,9 13 180,-43-10 0,-10 2-495,3 1 1,-3-3-720,-9-2 0,-2-6 1484,-14-2 0,21-23 0,17-8 0</inkml:trace>
  <inkml:trace contextRef="#ctx0" brushRef="#br0" timeOffset="-180746.73">31044 3669 7533,'-25'5'3276,"-2"24"0,7-11-1695,3 18 0,3 7-2885,7-15 0,2 0 1304,-4 13 0,0-1 0,1-8 0,0-3 0,-1 14 0</inkml:trace>
  <inkml:trace contextRef="#ctx0" brushRef="#br0" timeOffset="-179410.73">31238 3768 9422,'8'41'1638,"-6"-9"0,-2 4-546,3-5 0,1 3 0,-3 1-848,-5 9 1,-5 2-1,-1 1-267,0-10 1,0 1 0,-2 0-1,-1-1-797,-2-1 1,-1-1 0,-1 0 0,0-2 786,-4 4 0,-1-1 0,2-3 0,-2 2 0,1-4 0,-4 5 0</inkml:trace>
  <inkml:trace contextRef="#ctx0" brushRef="#br0" timeOffset="-178943.73">31591 4128 7533,'-12'0'3276,"30"0"-1638,11 0 0,5 0-957,6 0 1,2 0-2321,3 0 1,-2 0-1,-14 0 1,-3 0 818,15-6 1,-23 5 0,0-5 0</inkml:trace>
  <inkml:trace contextRef="#ctx0" brushRef="#br0" timeOffset="-178744.73">31838 3756 7533,'-19'5'3276,"-13"29"-1638,25-2 0,2 5-546,-5 4 0,-3 6 0,3 0-1580,5-7 1,2 2 0,1 0 0,0 0 487,1 1 0,1 1 0,1-1 0,-1-2 0,1 1 0,0-2 0,1-3 0,6 4 0,0-1 0</inkml:trace>
  <inkml:trace contextRef="#ctx0" brushRef="#br0" timeOffset="-177810.73">32209 3818 7533,'0'-14'2158,"-8"-8"1118,6 19 0,10 41-2324,1-11 0,1 3-503,2 10 1,1 6 0,-2 0-603,-3-2 0,-1 0 0,-3 2 355,-2-8 1,-1 2-1,-1-1 1,-3 0 36,-4 8 1,-2-1 0,-2-2-160,-1-4 0,0-2 1,-2-4-621,-2 0 0,-3-5-1439,-14 6 900,5-52 719,1-11 1080,9-16 667,18-4-1117,10 4-45,2 17 0,2-1 404,-2 0 1,3 0 314,9-6 1,3 0-450,0-5 0,1-2-356,-5 14 1,1-1-1,-1 1-79,-1-1 0,-1 1 0,-1 0-285,4-5 1,-3 2-1395,-3 7 0,-2 4 629,1-1-2248,1 4 3238,7 14 0,-13-9 0,4 4 0</inkml:trace>
  <inkml:trace contextRef="#ctx0" brushRef="#br0" timeOffset="-177162.73">32579 4301 7982,'-18'-5'3276,"9"-3"-1514,9-9-2212,9 3-630,1-4 451,-2 6-271,-8 5 720,-8 1-719,-2 12 899,1-5 0,1 10 0,8-4 0</inkml:trace>
  <inkml:trace contextRef="#ctx0" brushRef="#br0" timeOffset="-175861.73">32844 3731 8162,'-10'-13'3276,"2"7"0,24 44-473,-12-10-2084,7 15 1,1 6-1863,-10-10 1,-2-1 1322,4 0 0,0 3 120,-1-3 0,0 3 0,-1-5-210,-1-9 0,0 0 149,3 16 1,3 7 0,-3-7-150,-2-17 0,-2-1 120,2 10 0,0 5 0,2-6 590,12 7-620,-12-4 1291,19-26-841,-5-50-600,-9 9 0,0-5 0,0 2 60,5-6 0,0-3-746,-6 6 1,1-6-1,-1-2 1,0 2 0,0 7-984,3-4 1,0 1 818,-3 0 1,0-7 0,0 0 0,1 6-820,4-2 1,-1 4 1035,-3 6 0,2 3 592,5 0 1,1 6-1,3 14 1,5-10-1</inkml:trace>
  <inkml:trace contextRef="#ctx0" brushRef="#br0" timeOffset="-174529.73">33373 3842 7533,'-18'0'3276,"1"6"0,-9 23-2100,11 7 1,3 6-728,2-10 1,0 0 0,2 3-1543,1 13 1,1 3 0,2-4 926,-2-2 0,4-1 195,2-9 1,2 1 0,4-4-1669,5-7 1,3-3-1639,8 16 3197,6-31 1,0-8 0,-4-14 0,-4 0-1,1 0 1</inkml:trace>
  <inkml:trace contextRef="#ctx0" brushRef="#br0" timeOffset="-174196.73">33584 3966 9781,'-27'24'3276,"-6"13"-435,21-3-3021,0-8 0,0 1 0,3 11 180,-1-5-809,2-4 719,16-11 0,-6-4 809,13 4-359,3 11-450,-6-13 360,4 24-900,-32-8 451,12-4-991,-27 6-1348,3-20 1618,7-2 900,-11-18 0,30-13 0,-6-12 0</inkml:trace>
  <inkml:trace contextRef="#ctx0" brushRef="#br0" timeOffset="-174028.73">33708 3805 7533,'-20'19'3276,"-11"10"-706,19 9-2390,-5-4-1709,9 13 1529,0-10 0,-2-10 0,-8 2 0</inkml:trace>
  <inkml:trace contextRef="#ctx0" brushRef="#br0" timeOffset="-173428.73">33673 3607 9062,'7'37'3276,"3"-5"-1875,8 9-772,-9-11 1,0 1-360,0 13 45,0-1 0,-2 5-45,-9-7 0,-2 0-555,7-4 1,0 2 224,-6-3 0,-3 2 0,-1-3-1065,-1 2 1,-1-3 944,0 0 1,-2-1-1306,-4 2 1,-3-2 1484,0-10 0,1-1 0,-5 17 0,-2 2 0</inkml:trace>
  <inkml:trace contextRef="#ctx0" brushRef="#br0" timeOffset="-173047.73">33496 3322 7533,'-10'-7'3276,"3"1"-975,14 1-1942,-5 3 451,30-3-1,13 5-629,4 0-135,-16 0 0,0 0 0,-5 0 0,-3 0-225,7 0 180,15 5 0,-43 2 0,11 6 0</inkml:trace>
  <inkml:trace contextRef="#ctx0" brushRef="#br0" timeOffset="-172612.73">33831 3334 11400,'0'31'3276,"0"-16"-1964,0 12-1132,-7-2-90,5-9 0,-6 23 90,8-2-180,0-1 45,0-3 0,0 3 89,0-1 1,0-1-135,0-7 0,0 2-45,-4 19 0,0 1 45,4-10 0,-2-1-179,-6-2 0,0 2 269,7-4 0,1 1 0,-1-1-225,-3 5 0,0 0 105,4-6 0,0 1 0,0-1 30,0 4 0,0-2-90,0 2 0,0 0-45,1-8 0,-2-1 315,-6 20-90,3-16 0,-2-1 809,-12 13-449,5-19 0,1 1 44,2 3 1,0-3-315,-8 2 988,-5-1-448,11-20-90,-29 0-451,-4 4 1,6-10-1080,11 9 1,-1 3-740,2-4 1,1 2 1169,-2 5 1,-1 0 0,-5-5 0,0-3 0,7-3 0,1 1 0</inkml:trace>
  <inkml:trace contextRef="#ctx0" brushRef="#br0" timeOffset="-148544.74">25400 5367 7533,'-8'-30'1799,"-2"15"-1350,1-7-89,1 20 1079,8-3 1,8 10-766,27 3 1,18-3-383,-11-6 0,5-2 1,4-2-1,3 0-761,-10 1 1,5-1 0,2 0 0,1-1 0,0 0 0,-2 0 0,-1-1 418,-2 0 1,-2-1 0,0 0 0,-1 0 0,1-1 0,3 0-322,-4 0 0,2-1 0,2 0 0,0 0 0,0 0 0,-1 0 0,-3 1 0,-2 1 209,4 0 0,-2 0 0,-3 2 0,0 0 0,0 0 0,7-2 0,0 1 0,-1 1 0,-2 2 0,-6 3 0,0 0 0,-1 0 0,1 0 0</inkml:trace>
  <inkml:trace contextRef="#ctx0" brushRef="#br0" timeOffset="-148196.74">29422 4909 7533,'-6'-28'1638,"29"12"0,15 4-819,-5 5 0,7 1 0,3 1 0,1 0-1172,0-1 1,2-1 0,1 0 0,1 1 0,0-1 22,-4 1 0,1-1 0,-1 0 0,1 1 1,0-1-1,-1 1 144,6 0 0,-1-1 0,0 1 0,-1 0 0,-3 1 0,0 0 0,-1 0 0,-3 1 0,0 0 0,0 0 0,1 0 0,0-1 0</inkml:trace>
  <inkml:trace contextRef="#ctx0" brushRef="#br0" timeOffset="-147308.74">8908 8044 0,'-18'0'1050,"-7"-6"2226,-3 11-1638,7 6 0,-1 7-580,-2 4 1,-3 6-1,2 1-637,-4 8 0,1 3 0,0-1-212,0-2 1,0 0 0,2-1 389,2 0 1,2 0 0,9-1 1038,11 0 0,10-1-1200,14-1 1,9-3-529,-2-9 0,6-3 0,1-2-1003,7-2 1,4-2 0,-4-1 887,6 2 1,-4-1 0,-1-1-1,-5 1 1,-4 7 0</inkml:trace>
  <inkml:trace contextRef="#ctx0" brushRef="#br0" timeOffset="-146496.74">9560 7982 7533,'0'-19'3276,"-15"6"-436,-13 30-2255,-5 12 0,-2 8-466,9-7 1,1 3 0,1 2 30,0 4 0,1 2 0,5-1-180,7-6 0,4 0 0,8-3-240,15 0 0,13-6 120,4-9 0,7-6 1,1-1 179,-6-4 0,1-2 0,-2 1 194,16 5 1,-11 6-45,-24 22-1125,-35-5 1,-13 3 944,0 1 0,0 0 0,4-6 0,3-2 0,10-8 0,0 0 0</inkml:trace>
  <inkml:trace contextRef="#ctx0" brushRef="#br0" timeOffset="-146313.74">10054 8602 17157,'-30'23'-135,"-1"1"0,-1 4 0,2 2 0,5-4 0,3 1 0,1-1 1,1 0-1</inkml:trace>
  <inkml:trace contextRef="#ctx0" brushRef="#br0" timeOffset="-145646.74">10619 8044 7533,'-26'5'1092,"1"1"0,-3 14 0,1 7 0,1-2 0,-1 3 0,1 2-357,3 4 1,2 4 0,1-2-586,0-3 0,1-1 0,5-2-1071,3 6 0,12-11-968,26-24 674,4-22 1,1-13 704,-7 6 0,0-3 1,-2-1 1011,-4 1 1,0 0 0,-2 3 396,1-8 1,-3 16 2376,-7 44-2081,-12 8 1,0 8-1886,6-4 0,3 2 1,2 1 291,0-4 0,3-1 0,0-2 1,4 8-1,3-5 0,4-12 0,0 1 1</inkml:trace>
  <inkml:trace contextRef="#ctx0" brushRef="#br0" timeOffset="-145479.74">10971 8590 7533,'-17'22'3276,"-1"11"-1721,6-1 0,-1 3-1555,-4 1 0,-2-2 0,1-4 0,-1-2 0,-2-4 0,-1-1 0</inkml:trace>
  <inkml:trace contextRef="#ctx0" brushRef="#br0" timeOffset="-143610.74">11289 8081 7533,'-10'-13'3276,"2"-9"-1155,8 19-592,16 19-630,-2 6 1,-1 7-571,-2 5 1,-1 6 0,-1 2-550,-2-6 0,1 2 0,-2 1 0,-2-1 355,-1 1 0,-3 0 0,-1 0 0,-1-1 284,-2 6 1,-2-1 0,-1-6 236,-4-1 1,2-17-567,7-65-180,9 11 0,6-7 0,2-2-416,1 3 0,1-1 0,3-1 1,0 1-315,1 1 1,1 0 0,1 2 0,1 3 760,5-1 0,2 4 0,-3 5 1,-3 4-1,-3 7 0,10 6 1</inkml:trace>
  <inkml:trace contextRef="#ctx0" brushRef="#br0" timeOffset="-143278.74">11748 8689 10321,'17'5'3276,"1"7"-1155,-16 13-4460,-20 18 2339,-11-3 0,8-18 0,-1-1 0,-14 9 0</inkml:trace>
  <inkml:trace contextRef="#ctx0" brushRef="#br0" timeOffset="-142660.74">12347 8118 10141,'-27'-13'3276,"-14"24"-1766,21 10 1,2 8-1421,-1 5 0,1 3 134,-2 1 1,7 0 45,16-9 0,8-3 180,18 4-271,1-17 1,3-2-180,0 0 0,-4 2-179,1 25-226,-34-11 0,-10 1-495,-11 2 1,-7-3-740,-4 0 1,0-3 1591,8-6 1,3-5 0,-1-13 0,19-14 0</inkml:trace>
  <inkml:trace contextRef="#ctx0" brushRef="#br0" timeOffset="-142477.74">12718 7858 7533,'-28'4'3276,"-5"21"-2576,14 4 1,3 4-701,1 3 0,0 0 0,-2-4 0,1-1 0,7-7 0,0-1 0</inkml:trace>
  <inkml:trace contextRef="#ctx0" brushRef="#br0" timeOffset="-142110.74">12965 7722 16078,'16'45'819,"1"1"0,-6-6 0,-2 3 0,0 2 0,0-3 0,-1 3 0,-1 1 0,-3 1-734,-5-4 1,-2 1 0,-2 0 0,-1 1 0,-3 0-356,1-5 0,-2 1 0,0 0 1,-3-1-1,-1 1 0,-3-2-277,-5 2 1,-3 0 0,-2-1 0,-1-1 0,0-1 0,1-1 311,0 0 1,1-1 0,-1-1 0,0-2 0,-1-1 0,-2-3 0,-1-1 0,-1-1 0,1-2 0,2-2 0,-3 1 0,0 0 0,0 0 0</inkml:trace>
  <inkml:trace contextRef="#ctx0" brushRef="#br0" timeOffset="-141261.74">12965 7982 7533,'-8'-30'3276,"-2"9"0,0-2-1193,26 33-1274,5 8 1,3 6-151,-3 1 1,1 3 0,0 2-91,0 7 1,-1 3 0,-2 1-372,-2 2 0,-2 1 1,-4 0 130,-2-2 1,-4 1 0,-1-3-420,-2-5 0,-1-1 1,-4-2-586,-6 7 0,-7-5-494,-11-10 0,-7-5 76,-8-4 1,-7-1 0,3-2 727,-2 2 1,0-1 0,12-3 0,-3 0 0,0 1 0,6 0 0,-4 5 0,1-1 0</inkml:trace>
  <inkml:trace contextRef="#ctx0" brushRef="#br0" timeOffset="-140593.74">11307 8961 7533,'-25'-6'1638,"1"0"0,24-23-546,23 14 0,15 3 0,4 0-273,-1 2 0,3 0 0,3 0 0,2 0-666,-10 3 1,2 0-1,0-1 1,2 1 0,0 1-1,-1 0 117,-1 2 0,2 0 0,-1 1 0,0 0 0,0 1 0,-2-1 35,6 0 1,0 1 0,-1-1 0,-2 1 0,-1-1 166,1 1 0,-2-2 0,-2 2 0,-3 0-68,11 1 1,-6 0 1015,8-4-1060,-79 5-1230,2 2 1,-8 2-1,-3 1 492,2-1 0,-2 1 1,-3 0-1,-2 0 0,0 1-169,1-1 1,-2 0 0,0 0 0,-1 1 0,0-1 0,0 2 364,0-1 0,-1 2 0,0-1 1,1 1-1,0-1 0,2-1 469,-3 0 1,1 0 0,1-1 0,2 0 0,3 0 694,-12 1 0,5 0 1,4-1 141,-1-1 1,20-2-46,46-1 0,19-2-854,-7-4 0,6-2 0,3-1 0,2 0-466,-4 3 0,3 1 1,2-1-1,0 1 1,1-1-1,0-1 241,1 0 0,0-2 0,1 0 0,-1 1 0,0-1 0,-1 1-656,3 0 1,-1 0-1,0 0 1,-2 2 0,-3 1 316,-1 2 1,-2 0 0,-3 3 0,-3 1 0,8 2 0,-8 5 0,-14 7 0,-1 0 0</inkml:trace>
  <inkml:trace contextRef="#ctx0" brushRef="#br0" timeOffset="-103762.73">12224 8651 7533,'-20'0'-1080,"4"-5"3059,9 4-1529,5-5 719,-14 12-899,14-5 630,-6 16-361,8-4 91,0 12 719,16 22-944,8-23 0,3-1-315,-11 1 0,3-3-219,12-7 0,7-5 0,-3-3 264,-8-2 0,-1-2 45,20-1 0,2-2-90,-7-2 1,-4 0-181,12 2 90,0-5-539,-31 6 89,-8 6-1349,-2 6 1799,-8 13 0,0-4 0,0 2 0</inkml:trace>
  <inkml:trace contextRef="#ctx0" brushRef="#br0" timeOffset="-87846.73">12330 8057 12210,'-27'24'1049,"1"0"1,-1 6-1,1 2-599,-2 0 0,3 0-136,3 0 1,7-2 135,13 7 0,31-13-585,1-17 0,3-2 90,-1 6 0,-2 2 90,-2-4 0,-3 3-180,-5 6 0,-4 5 225,0 6 0,-7 3-135,-16 5 0,-7 3-375,5-7 0,-1 2 1,-3-4-1220,-13 1 1,-3-4 982,11-1 1,1-8 655,-6-19 0,28-18 0,-3-8 0</inkml:trace>
  <inkml:trace contextRef="#ctx0" brushRef="#br0" timeOffset="-87496.73">12735 7796 7892,'-15'9'1638,"-3"7"0,0 6 0,3 1 0,-1 4-1585,-8 8 1,-3 4-1,5-5 1,5 9-1,-3-6 1,1 0 0</inkml:trace>
  <inkml:trace contextRef="#ctx0" brushRef="#br0" timeOffset="-83629.73">12524 8664 7443,'-28'-13'3276,"11"-4"-1965,9 3 758,8-4-180,15 6-1349,-3 5 1079,21 1-495,-5 10 0,3 3-225,5 4 1,3 3-361,-1-2 1,4 1 0,-1 0-683,-4 1 1,-1 1 0,1 0 262,7 4 0,0-1 0,-3-1-120,-2-2 0,-1-1 90,-6 1 0,1 1 0,0-1-405,7-2 0,0 0-1124,2 0 0,0 0-200,-1-2 1,-3-4-1639,5-7 3229,-18-12 0,-15-8 0,-2-5 0</inkml:trace>
  <inkml:trace contextRef="#ctx0" brushRef="#br0" timeOffset="-83396.73">13441 8689 7533,'-20'19'3276,"20"10"-1638,25-5 0,9 0 0,0-1 0,1 2-1886,-10-2 0,1 1 1,-5 1-158,2 3 0,-13 1-525,-23-2 1,-15 1 0,-3 0-164,-4 3 1,-4-1 0,-1-1 734,0-3 1,-2-2 0,1-1 0,3-2 0,0-1 0,6-4 0,-11 2 0</inkml:trace>
  <inkml:trace contextRef="#ctx0" brushRef="#br0" timeOffset="-82913.73">14270 8267 7533,'-45'-13'3276,"2"35"-1638,20 1 0,3 6-974,1 3 0,1 4 1,2 1-396,1-3 1,2 0 0,1 1 30,1-1 0,1 0 0,6-3-75,8 2 0,10-4 224,21-3 1,6-5-360,-18-10 0,1-2-180,22 6 0,-4 5 0,-22 2 0,-10 4-360,-15 8 1,-10 2-644,-3-4 1,-4 0 0,-5-2 894,-5-2 0,-3-2 0,-1-3 1,3-4-1,0-2 0,3-3 0,0-3 1,1 0-1</inkml:trace>
  <inkml:trace contextRef="#ctx0" brushRef="#br0" timeOffset="-82296.73">14499 8837 12390,'14'-13'3276,"7"1"-3295,6 14 0,-1 8-476,-8 10 1,-6 6 763,-9 6 1,-6 3 269,-7-3 1,-4 2 0,1-1-270,-9 6 0,12-7-1909,30-15 1,7-7 1566,8-10 1,-1-10-1,5-6 1,-6 0-1,-10 0 1,-1 1-1</inkml:trace>
  <inkml:trace contextRef="#ctx0" brushRef="#br0" timeOffset="-80678.73">25294 5354 0,'-10'-5'0,"-13"-7"866,11 3-147,-6-7 1516,3 9 14,13 0 497,2 2-228,49 5-1859,-18 0 1,4 0 0,5 0-231,-5 1 1,4 1 0,2-1 0,2 0 0,1-1-212,-5-1 1,2-1-1,1-2 1,2 1-1,0-1 1,1 1 0,-1 0-103,0 0 0,-1 0 1,2 1-1,0 0 1,0-1-1,1 0 1,-1 0-1,1-1 120,2 0 0,1-1 0,0-1 0,0 0 1,0 0-1,0 0 0,0 0 0,-1 1 33,-2 1 1,0 0 0,0 0 0,-1 0 0,0 0 0,0 1 0,0-1 0,0 0-231,3-1 0,1 0 1,-1 0-1,-1 0 0,1 0 1,-2 0-1,1 0 141,3 0 0,0 0 0,-1 0 0,-1-1 0,0 1 0,-1 0-319,3-2 1,0 1-1,-2-1 1,-1 0 0,-1 0-222,3 0 0,-2-2 0,-1 2 0,-4 0-592,-1 2 1,-2 1-1,-5 1-687,5-1 1,-17 2 982,-44 8 1,-5 1-1,-12-1 1,1 0 0</inkml:trace>
  <inkml:trace contextRef="#ctx0" brushRef="#br0" timeOffset="-79978.73">23178 7821 7533,'-26'7'1638,"14"25"0,4 14-819,3-11 0,0 2 0,1 4 0,1 1-1475,1-1 1,1 3-1,1 2 1,1-2 0,1 0-93,1 4 1,2 0 0,0-2 0,-1-2 747,0 4 0,-1-2 0,2-5 0,4-5 0,-2-8 0,-7-4 0</inkml:trace>
  <inkml:trace contextRef="#ctx0" brushRef="#br0" timeOffset="-79730.73">23230 7933 7533,'16'-20'1092,"0"0"0,2 0 0,3 5-77,17 12 1,2 10-1016,-8 5 0,-7 7-270,-13 12 0,-12 7 30,-9-6 0,-8 3 0,-4-2-312,-9 2 0,-6-1 1,2-1 551,7-4 0,2-1 0,1-4 0,-9 0 0,9-5 0,16-3 0</inkml:trace>
  <inkml:trace contextRef="#ctx0" brushRef="#br0" timeOffset="-79462.73">23901 7871 7533,'-36'8'1638,"7"19"0,0 12-819,11-8 0,2 5 0,0 2 0,1 2-327,1-4 1,-1 2-1,1 1 1,2 0 0,2 0-876,2 7 1,3 0 0,3-2-1,6-2-710,6 1 1,6-2 0,5-8 858,10-4 1,6-11 0,2-15 0,-1-8-1,5-14 1</inkml:trace>
  <inkml:trace contextRef="#ctx0" brushRef="#br0" timeOffset="-79029.73">24253 8019 8342,'-7'-13'3276,"-3"13"-1901,-6 18 1,-1 10-1511,-2 2 0,0 1 90,-4 7 0,1 0-90,4-12 0,9-3 315,24 1 360,17-13-540,-6-4 0,1 4 135,-6 8 0,-7 4-180,-13 8 0,-8 2-630,-8 8 0,-7-1-418,0-13 1,-4-1 0,1-3 545,1 1 1,-1-3 0,-3-2 0,1-5 0,8-7 0</inkml:trace>
  <inkml:trace contextRef="#ctx0" brushRef="#br0" timeOffset="-78762.73">24500 7896 7533,'-17'-13'3276,"-1"23"0,1 27-3899,3-4 1,2 4 622,2 5 0,0-1 0,-2-8 0,-1-3 0,-5 17 0</inkml:trace>
  <inkml:trace contextRef="#ctx0" brushRef="#br0" timeOffset="-76563.73">24448 7957 7533,'7'-13'1349,"3"-9"-629,8 14-361,-8-5 1080,-3 2-809,-7 9 90,0-3 359,-7 5-899,-3 5 989,-16 8-989,7 6 450,-9 6 0,-1 2-451,3 5 1,2-7 0,-6 3 0,4-1 180,5 1 0,1-2-413,-7 0 0,1 0 413,3 2 0,5-5 0,6-13 359,-4 12-719,16-21 450,8 5-270,10-1 0,9-3-180,-1 8 0,-1 2-180,7-3 135,-7 8 0,-1 6-1594,-9 1 1,-3 2 1448,8 16 280,-9-11 0,-7 2-370,-19 0 0,-9 0-125,4-4 1,-1-2 179,-5 3 0,-3-5-900,-1-8 1,3-6 45,6-4 1079,-5-6 0,26-2 0,10-11 0</inkml:trace>
  <inkml:trace contextRef="#ctx0" brushRef="#br0" timeOffset="-76246.73">24483 8577 13020,'29'-14'3276,"18"4"-2055,-25 10-1491,5 0-3007,-3 16 2303,-22-6 1473,-10 35-274,-9-19 0,-1-1 45,-6 18 224,-3-13 1,7-4-1574,24-11 989,-10 3-1799,55-23 1709,-16-4 524,12-9 1,1-3 0,-24 7 0,-1-2 0,12-8-1,0 0 1</inkml:trace>
  <inkml:trace contextRef="#ctx0" brushRef="#br0" timeOffset="-75996.73">25012 7846 4090,'-10'-31'3276,"2"17"0,8-3 0,8 50 0,-6-8-2489,6 19 0,0 10-787,-6-9 0,-3 4 0,2-1-131,1-9 0,2 0 0,-2 3-265,-3-4 0,0 3 1,-1 2-1,0-2 0,0-2-697,-1 8 1,-1-3 0,1 1 707,0 1 1,0 1 0,-1-4-1,-3 9 1,-2-7 0,0-6-1</inkml:trace>
  <inkml:trace contextRef="#ctx0" brushRef="#br0" timeOffset="-75646.73">25435 8118 7533,'-27'-1'3276,"1"-3"0,1 26-2145,8 0 1,-1 4-2771,-9 4 1,1 1 1420,9 1 1,2-1 916,-4-6 1,7-3-430,28 3-720,27-6 270,-10-6-135,0-8 1,-1 0 44,-3 2-450,6 11 540,-17 2 0,-21 4 0,-10 4 135,-7 4 1,-5 1-646,5-6 0,-2 2 1,0-3 845,-7 5 0,3-4 1,-8 8-1,27-30 0</inkml:trace>
  <inkml:trace contextRef="#ctx0" brushRef="#br0" timeOffset="-75462.73">25665 8602 7533,'-28'22'3276,"11"-17"0,9 29-564,0-26-4511,-2 10-629,0-1 2428,-5-3 0,13 4 0,-6-5 0</inkml:trace>
  <inkml:trace contextRef="#ctx0" brushRef="#br0" timeOffset="-75146.73">26000 8193 7533,'-31'19'1638,"1"0"0,-1 2 0,5 11 0,5 5 1638,9 8 0,-6-5-5586,26 0-749,27-53 2250,-3 7-226,-2-22 1,-4-7-135,-4-8 1753,-5 15 1,-1 12 2203,-6 32 488,-2 22-2980,-7-11 0,-2 2-26,-1-1 0,4-3-3547,14-4 0,-5 3 2869,7-19 0,-2-5 0,-6 0 0</inkml:trace>
  <inkml:trace contextRef="#ctx0" brushRef="#br0" timeOffset="-74929.73">26247 8019 7533,'21'29'1638,"1"-1"0,-1 12-546,-7-9 0,0 5 0,-2 1 0,-4 0 0,-2 0 0,-1 1 0,-2 4 0,-1 2 0,-3-1-1338,0 2 0,-2 0 0,-5-4-69,-7 2 1,-7-5-779,-3-9 1,-6-1 0,5-5 436,-11 9 1,0-8-1,1-1 1,9-5 0</inkml:trace>
  <inkml:trace contextRef="#ctx0" brushRef="#br0" timeOffset="-74696.73">26758 8230 7533,'-29'-6'3276,"-3"5"0,38 1 0,-12 1 0,30 5-1778,11-15 1,4-4-3138,-3 2 1,1 0 1206,-2 1 1,2-1-1,-5 0 1,-7-1 0,-5 1-1,3-2 1</inkml:trace>
  <inkml:trace contextRef="#ctx0" brushRef="#br0" timeOffset="-74546.73">26758 8416 7533,'-17'36'3276,"7"-20"0,41 12-1785,3-29 0,5-8-3130,7 1 1,2-3 1091,-3-1 1,-2-3 0,-12-3 0,-3-1 0,7-5 0</inkml:trace>
  <inkml:trace contextRef="#ctx0" brushRef="#br0" timeOffset="-74179.73">27287 8081 7533,'0'-25'3276,"0"12"0,32-20 0,-1 5-2704,-9 15 1,1-1-348,3-7 0,-3 3-45,-1 14 540,3-12-1,-17 21-449,-8 13-90,0-3-270,0 25 135,0-10 0,0 0 90,0-5 0,0 1 224,-2 8 1,0 4 0,-2-1 106,-1-3 1,-2-1-1,2 2-256,1 8 0,1 1 0,-2-3-165,-8 9 0,2-3-1619,10-4 0,0-6-1703,-7-10 2457,8-2 1,-7-14 0,-3-11 0</inkml:trace>
  <inkml:trace contextRef="#ctx0" brushRef="#br0" timeOffset="-73980.73">27234 8664 7533,'0'18'3276,"0"-10"0,8 14 0,10-19-1638,16 5 0,6 0 0,-1-9 0,1-2 0,0 6 0,2-2-1482,8-11 0,-4-2-156,-3 3 0,-15-3 0,-3 0 0,-1 0 0</inkml:trace>
  <inkml:trace contextRef="#ctx0" brushRef="#br0" timeOffset="-54312.73">25206 6210 7533,'-27'-13'2518,"9"1"1,2 5-990,14-4-1169,2 10 2338,26-16-1709,-2 8 1,5-1-1215,9-5 0,4-2-825,-7 3 1,1-1 0,-1 1 854,8 0 1,-2 1 0,-5-2-1,-3 1 1,0 1 0</inkml:trace>
  <inkml:trace contextRef="#ctx0" brushRef="#br0" timeOffset="-54112.73">25277 6433 7533,'-38'18'3276,"36"-5"-1638,26-18 0,13-10-546,-1 1 0,5-1 0,0-3-1912,-7 1 1,1-1 0,-1-1 0,0 1 418,4 0 1,-1 1 0,-4 1 0,-1 0-1,-6 5 1,-10 11 0</inkml:trace>
  <inkml:trace contextRef="#ctx0" brushRef="#br0" timeOffset="-53396.73">24959 6383 7533,'-18'-5'3276,"16"-13"-616,20-25-1851,6 15 1,5-2-660,-6 6 0,1-2 0,2 2-170,4 0 1,3 1-1,0 1 20,-3 2 0,0 1 0,0 2-139,7-5 0,-2 6 678,-3 8 1,-5 9 1529,-7 30-270,11 4-1485,-7-17 1,3-9-1080,5-22 1,3-10-875,6-3 1,-2-4 1537,-10-5 1,-5 1 0,1-2 0,-17 25 0</inkml:trace>
  <inkml:trace contextRef="#ctx0" brushRef="#br0" timeOffset="-53046.73">25206 6594 7533,'-39'-13'3276,"31"-4"-1901,25 2 0,11-1-925,11-7 0,2-3-91,-11 5 1,0-1 0,1 2 59,-2 0 1,1 2 0,-1 3 345,7 1 0,-2 9-46,-7 12 1,-1 7-1,3 3 1,1 0-900,0-4 0,3-7-1459,10-17 1,2-8 1133,-7 5 0,-2-4 0,-3-8 0,-5 0 0,5 1 0</inkml:trace>
  <inkml:trace contextRef="#ctx0" brushRef="#br0" timeOffset="-52462.73">26317 5714 7533,'-19'5'3276,"3"41"-1638,14-6 0,4 8-1050,1-10 0,1 3 0,1 3 1,-1 0-1052,-1 3 0,-1 1 1,1 0-1,0 0 103,2-2 0,-1-1 0,1 0 1,-1-3-734,-1 3 1,0-3 0,-1-7 1194,-2 8 0,-8-46 1,-2-29-1</inkml:trace>
  <inkml:trace contextRef="#ctx0" brushRef="#br0" timeOffset="-52213.73">26353 5714 7533,'6'-26'1092,"1"0"0,9 2 0,5 7 546,14 13 0,3 12-912,0 8 1,-4 10-727,-13 1 0,-5 5 0,-7 3-429,-12 7 0,-9 3 1,-5 0 45,1-8 1,-4 1 0,-3-2-1,-2-2-202,-4-4 1,-4-2-1,-1-2 1,3-2 584,-2 3 0,2-3 0,2-8 0,-20-11 0,51-26 0</inkml:trace>
  <inkml:trace contextRef="#ctx0" brushRef="#br0" timeOffset="-51696.73">27076 5640 7533,'-22'16'819,"1"1"0,0 6 0,0 6 0,2 4 0,1 2 0,2 4 0,0 2 0,1 1-212,1-4 0,0 1 0,0 1 0,2 0 0,3 0-630,3 8 1,3 1-1,4-2 1,4-2-938,5 2 1,6-2 0,5-7 959,1-10 0,4-6 0,2-5 0,12-7 0,-2-9 0,-12-8 0,-1 0 0</inkml:trace>
  <inkml:trace contextRef="#ctx0" brushRef="#br0" timeOffset="-51079.73">27411 5950 7533,'0'-25'3276,"-8"5"0,-2 13-1733,-23 42-1408,7-5 0,-1 4 135,2 8 0,1 0-1,-3-3 1,11-3-270,32 1-629,31-20-46,-15-17 0,0 0 135,-1 0 1,-9 5-720,-20 30 449,-18-12 1,-5 0-496,1 7 1,-1-2 1304,-2-8 0,5-3 0,10 0 0,8-17 0</inkml:trace>
  <inkml:trace contextRef="#ctx0" brushRef="#br0" timeOffset="-50813.73">27534 6259 7533,'24'14'3276,"5"-3"-1065,8-11-2751,-19 28 1709,-43 12-90,9-12 1,0 2-720,-2-6 0,9-4-2699,34-8 2339,24-20 0,-21-4 0,-1-1 0,14-12 0</inkml:trace>
  <inkml:trace contextRef="#ctx0" brushRef="#br0" timeOffset="-49263.73">12435 8156 7533,'0'-25'809,"0"6"-629,0 1-450,0 5 270,0 1 630,0 5 1259,-15 13 1387,-21 18-1991,14-5 1,-3 1-27,-5 5 0,0-1-405,6-5 1,3 1-585,4 5 0,6 2-135,8-1 0,6-1-450,15 5 0,7-2-315,2 1 1,3-3 134,6 0 0,-1-3 315,2 4-180,-18-3 1,-7 3-1280,-17-2 1,-3 1 983,4 17 250,-10-14 1,-6-2-946,-1-10 1,-1-2-1928,-17 7 3039,4-6 1,11-28-1,14-7 1</inkml:trace>
  <inkml:trace contextRef="#ctx0" brushRef="#br0" timeOffset="-49096.73">12753 7821 7533,'-26'18'3276,"7"1"-1638,-1 4 0,-1 7-2550,0 2 1,0 3-1,2 1 912,-3 7 0,1 1 0,1-4 0,-1 3 0,5-4 0,7-4 0,0-1 0</inkml:trace>
  <inkml:trace contextRef="#ctx0" brushRef="#br0" timeOffset="-48013.73">13141 8812 0,'-18'-16'1590,"9"-16"1686,1-2 0,23-7-1638,8 31 0,5 6-625,14 0 1,6 2-1344,-3 2 0,3 1 1,1 0-482,-10-1 1,2 0-1,0 0 1,-2 0-283,6 0 1,-1-1 0,-3 0 1272,6-2 0,-8 1 0,-8 7 0,-31 2 1</inkml:trace>
  <inkml:trace contextRef="#ctx0" brushRef="#br0" timeOffset="-47846.73">13282 8961 7533,'-18'13'3276,"16"-12"0,51-8-2492,-18 0 0,4-2 1,-1 0-1878,-2 2 1,0 0 0,2 1 272,7-1 1,5 1 0,0 0 0,-8 1 735,-3 2 0,-1 0 1,6-1-1,4 0 1,-5 0-1,-8 1 0,1 0 1</inkml:trace>
  <inkml:trace contextRef="#ctx0" brushRef="#br0" timeOffset="-35645.74">27817 5727 7533,'0'-14'2069,"0"2"-431,6 30 0,3 14-602,-4-2 1,-2 4 0,1 3-1354,3 5 1,2 6 0,0 1 0,-1-1 1,0-1 0,-2 1 0,1-1 1,0 0-506,-1-1 1,0 1 0,1-2 0,1-6 664,9 9 1,-1-7 0,-4 4 0,4-39 0</inkml:trace>
  <inkml:trace contextRef="#ctx0" brushRef="#br0" timeOffset="-35196.74">28310 5801 7533,'-35'12'3276,"0"17"-2036,9-9 0,1 4-565,1 12 0,1 3-46,-6-6 1,5 0 134,13-2 1,10-2 135,36 1-676,0-19 1,5-4-270,6 4 0,-2 2-495,-7 2 1,-11 7-46,-23 10 1,-12 4-1055,-16 3 1,-7-1 1091,3-7 1,-3-3 0,-5-1 0,2-3 0,7-5 0</inkml:trace>
  <inkml:trace contextRef="#ctx0" brushRef="#br0" timeOffset="-34646.74">28628 6296 9871,'-8'49'2519,"-10"-4"-3644,6-14 1,-3-1 1124,-12 4 0,1-5 0,8-24 0</inkml:trace>
  <inkml:trace contextRef="#ctx0" brushRef="#br0" timeOffset="-34279.74">28840 5888 7533,'-34'11'1638,"12"9"0,-1 6-578,-5 14 1,1 3-702,10-13 1,1 2 0,4-2-270,1 12 0,12-9-540,43-21-540,-19-26 1,1-11 539,0-1 1,1-5-1,-4 2 270,-2-3 0,-5 0 45,-1-7 0,-4 4 405,-3 14 1979,-16 20-90,-2 44-1350,7-6 1,4 3-1260,0 0 0,8-2-1079,13-5 0,7-11 1529,12-16 0,-15-11 0,-1-5 0,0-21 0</inkml:trace>
  <inkml:trace contextRef="#ctx0" brushRef="#br0" timeOffset="-34079.74">29087 5640 7533,'25'8'1638,"-13"19"0,-4 12-546,-1 0 0,-1 4 0,-2 3-780,0-3 0,-1 3 0,-2 1 0,-1-1-267,-1-4 0,-1-1 0,-3 0 0,-3 0-701,-2-2 1,-4 0-1,-2 1 1,-1-2 0,0-4 576,-5 8 1,-2-5 0,-3 0 0,0-6 0,-4 1-1,0-2 1,1-3 0,0-5 0,1 0 0,0 0-1</inkml:trace>
  <inkml:trace contextRef="#ctx0" brushRef="#br0" timeOffset="-28929.73">26335 6421 7533,'-35'-6'1079,"7"5"2069,3 6-2248,15 3-450,2 10 809,32 17-405,2-17 1,8-2-406,5-3 1,6-2 0,3-2-912,-4-2 1,3 0 0,1-2 0,1-2 425,-8-2 0,2-2 0,-1-1 0,0 0 0,-2 0 36,-1 2 0,-1 0 0,0 0 0,1-1 0,8-1 0,1-1 0,0 0 0,-4 0-173,-4 3 0,-2 0 0,1-1 353,0-1 0,1-1 0,1-1 0,-2 2 389,6 1 1,-2 1 0,-2 0 149,6-2 1,-4 4-585,1 7 0,-1 5-90,-8 2 0,0 1 0,11-2 0,2-3-29,-13-6 0,1-2 1,1-3 132,4-3 1,1-4 0,0 1 150,-1 0 0,0 0 0,1 1 89,3 1 1,2 1 0,-2 1 209,-2 4 1,-1 2 0,1 0-330,1 0 0,1 0 0,-1-2-930,-3 0 0,0-2 1,-2-3-434,-2-5 1,-2-4 0,-1-1-547,8-7 1,-2-3 1265,-10 2 0,-1-1 1,-3 1-1,-6 3 1,-1 1-1,2 1 1,-1 1-1</inkml:trace>
  <inkml:trace contextRef="#ctx0" brushRef="#br0" timeOffset="-28279.73">29333 6631 7533,'8'-30'3148,"10"-8"-2878,2 11 0,3-1-225,0 1 0,1 2-1,-1 5 1,-1 2 45,12-4 720,-25 49-450,-7-1 0,-4 5-181,-6 12 1,-1 3-570,4-12 1,2 0-1,-1-1-1229,-5 7 0,2-4 1619,7 6 0,8-25 0,2-17 0</inkml:trace>
  <inkml:trace contextRef="#ctx0" brushRef="#br0" timeOffset="-28130.73">29422 6805 7533,'-28'27'3276,"11"1"-1695,9-16 1387,23-4-2518,-3 4-450,21-16 0,7-9 0,-10-2 0,0-2 0,11-2 0,-1-2 0,-11-3 0,1 0 0</inkml:trace>
  <inkml:trace contextRef="#ctx0" brushRef="#br0" timeOffset="-27079.73">29863 5676 7533,'0'32'3276,"0"4"-2576,-8-4 1,0 1-521,4 12-90,-10 0 0,-3 3 45,3-12 0,0-2-45,4-3 0,-1-2-1125,-7 4 1,4-8 1034,12-16 0,-5-11 0,7-17 0</inkml:trace>
  <inkml:trace contextRef="#ctx0" brushRef="#br0" timeOffset="-26913.73">29774 5813 10051,'0'36'1638,"12"-11"0,0 0-326,-6 16-1402,15-10 0,5 1 90,-7-6 0,-1-1 0,1-4 0,1-1 0,1 0 0,-1 0 0</inkml:trace>
  <inkml:trace contextRef="#ctx0" brushRef="#br0" timeOffset="-26479.73">30251 5256 7533,'-20'5'3276,"36"2"-2685,31 5-1670,0-8 0,2-1 1034,-14 0 0,-2 0-172,2-2 1,-3-2-1,1-5 1,-5-1-1</inkml:trace>
  <inkml:trace contextRef="#ctx0" brushRef="#br0" timeOffset="-26246.73">30339 5354 7533,'-18'13'1799,"1"5"1079,-9 23-1889,19 5 1,2 4-810,-3-14 0,1 3-327,3-3 0,2 6 0,1 2 0,0-1 237,0 0 0,0 1 0,1-1 0,0 2-126,-1-5 0,0 1 0,1 0 0,0 0 0,2 0-99,1 9 0,1 1 0,3-2 0,4-6-855,6-3 1,3-4 0,4-9 989,12-7 0,3-11 0,-3-10 0,0-6 0,-6-6 0,-1 1 0</inkml:trace>
  <inkml:trace contextRef="#ctx0" brushRef="#br0" timeOffset="-25263.73">28910 4561 7533,'-36'22'1092,"0"-1"0,4 5 0,11 3-167,18-2 1,12-2-477,13-7 1,12-5 0,4-5-226,-1-6 1,3-4 0,3-3 0,1-1-511,-5 1 0,1-2 0,2 0 0,0 0 0,1-1 0,-2 0 340,8-1 0,0-1 0,0 0 0,-1 1 0,0 1-54,-2 0 0,-1 0 0,-1 2 0,0 1 0,-1 3 309,3 3 0,-1 2 1,-2 3-1,-3 2 140,1 3 1,-3 2 0,-1 1-128,-5 1 0,-1 1 0,0-1 37,15 3 1,2-5-300,-13-8 0,1-4 0,1-1-240,4-1 0,1-3 1,0 1 208,-2-2 1,-1-1 0,-2 4 555,9 8 0,-4 5 44,-7 1 1,-1 3 314,-4 5 1,0-1-451,8-7 1,3-5-525,-6-6 0,1-4 0,-1-2-102,1-2 0,-2-1 177,9-1 0,-6 0 45,-9 4-22,1 4 1,1 2-249,11-1 418,-7-3 0,-1 0-418,-12 2-989,3-5-2108,-24 17 2457,0 9 1,-8 6 0,-2 4 0</inkml:trace>
  <inkml:trace contextRef="#ctx0" brushRef="#br0" timeOffset="-23746.73">30762 5540 8162,'-17'12'2789,"7"29"-2430,8-3 1,4 5-150,0-2 0,2 3 0,0 2-460,-2-5 1,1 1-1,0 1 1,-2-1 339,1-1 0,-1-1 0,-1 0 0,-3-1 89,-3 5 1,-3-3 0,-1-7 215,-12 3-845,10-69 1,7-25 21,9 16 1,6-5 0,4-2 0,-1-1-77,-2 3 0,1-2 0,1-1 0,2 1 0,1 2 468,1 2 0,2 0 0,1 1 0,1 3 1,-1 3 154,8-10 1,-1 4 0,-1 10 195,-2 8 0,-3 16 90,-6 27 0,-7 12-405,-15 12 0,-9 5 119,5-6 1,0 3 0,-4-3 30,-5-5 0,-2-1 0,1-3 524,-3 8 1,1-7 1459,-10-4-1144,48-18-990,3 4 0,2 4-225,6 9 0,2 2-868,-5-5 1,1 2 0,-2-2 867,2 8 0,-1-2 1,-1-9-1,-1-3 1,5-1-1</inkml:trace>
  <inkml:trace contextRef="#ctx0" brushRef="#br0" timeOffset="-23496.73">31415 5454 7533,'-35'0'3276,"-1"22"-1638,13 12 0,3 9-1004,7-5 0,1 5 1,0-2-1015,-1-3 0,1 0 0,2 1 260,2 10 0,3 2 0,0-8 120,1-16 0,0-2 90,2 20 0,4-3 90,14-8-3457,11 2 2477,11-23 0,-3-8 1,-10-5-1</inkml:trace>
  <inkml:trace contextRef="#ctx0" brushRef="#br0" timeOffset="-23179.73">31662 5515 7533,'-28'0'3276,"-13"17"0,4 15-2235,14-8 1,1 3-1762,2 6 1,5 1 584,3-4 0,6-2-855,7-2 1,6-2 629,20 12 1080,10-6-361,-17-13 1,-4 3 90,-6 24-450,-16-14 0,-6 0-810,-5-5 1,-3-3 809,1 1 0,0-3 0,-6 4 0,17-12 0</inkml:trace>
  <inkml:trace contextRef="#ctx0" brushRef="#br0" timeOffset="-22978.73">31785 6011 7533,'-27'36'3276,"9"-3"-2126,13-7 1,2 2-1916,0-2 0,-1-1 765,-1 1 0,0-1 0,-13 12 0,0-14 0</inkml:trace>
  <inkml:trace contextRef="#ctx0" brushRef="#br0" timeOffset="-22612.73">32068 5689 7533,'-38'7'404,"5"2"1,2 4 2871,-3 24-1856,3-4 1,3 3-1331,16 2 0,5 1-180,0-3 0,6-3-1080,27 4-1168,11-59 1258,-14-5 1,-1-5 1034,-3 2 0,-3-2-45,-2-5 0,-2 5 90,-3 17 1259,-1-7-449,-8 26 1709,0 19-1350,0 1-270,4 7 1,0 1-630,-2-1-900,12 3 0,3 0-809,5-3 1394,-1-12 0,1-3 45,-2 1 0,3-16 0,-13 5 0</inkml:trace>
  <inkml:trace contextRef="#ctx0" brushRef="#br0" timeOffset="-22441.73">32297 5950 8882,'-10'39'3276,"-6"7"-705,7-4-3471,-4-16 1,0 1 899,1 18 0,-4-20 0,1-4 0,11-12 0,-12 8 0</inkml:trace>
  <inkml:trace contextRef="#ctx0" brushRef="#br0" timeOffset="-22012.73">32579 5689 7533,'-25'-7'3276,"-3"24"0,1-1-2730,6 13 1,1 6-322,0-1 0,2 2-45,3 1 0,1-1-90,-2-4 0,8-3-720,32-1-449,13-21 854,-10-5 0,1 2 180,-3 4 0,-5 6 405,-10 19-270,-20-3 0,-8 2-540,-4-5 0,-3-2-1169,5-2 0,3-3 1619,1-2 0,18-24 0,6-7 0</inkml:trace>
  <inkml:trace contextRef="#ctx0" brushRef="#br0" timeOffset="-21696.73">32720 6061 7533,'-10'7'2428,"-5"-1"848,13-1-2684,2-4 38,17 5-1080,3-6-1079,13-6 719,-21 10 361,-12 25 718,-12-3 1,-3 1-225,4-1 0,0 1 1214,-3 4 1,5-4-900,9-12-360,7 7 179,11-26-3237,25-19 3058,-4 5 0,-16-2 0,-3 0 0,6 1 0</inkml:trace>
  <inkml:trace contextRef="#ctx0" brushRef="#br0" timeOffset="-21260.73">32949 5528 9242,'42'22'1638,"-19"4"0,1 3 0,0-5 0,-1 3-546,-5 6 0,0 5 0,-5 0-485,-7-3 0,-2 0 0,-3 2-1145,2 3 0,-2 2 0,-1 1 0,-4 0-282,-3 3 1,-3 1 0,-2-1 0,-2-1 491,0-5 0,-2-1 0,-1-1 1,0-3-1,-4 5 0,-1-3 1,0-5-1,-7-2 0,-1 0 1</inkml:trace>
  <inkml:trace contextRef="#ctx0" brushRef="#br0" timeOffset="-20196.73">30709 6309 7533,'-17'0'2158,"-17"5"91,21 2-1157,39 2 0,31 1 0,1 0-607,-22-3 0,-1 0 1,3 0-1,4 0-765,-4-1 1,5 1-1,3 0 1,1 0-1,0 0 1,-2 0-1,-2 0 298,7 2 0,-2 0 0,-1 0 0,-2 0 0,-1-1-18,-3 1 0,-2-1 0,-1 0 0,0 0 45,2 0 0,0 0 0,-2-1 0,-3-1 417,8 1 1,-2-1-224,-1-4 1,2 0 0,0 0-180,1 2 0,1 0 0,0-1-90,1-2 0,-1-1 0,1 0 90,-3 2 0,0 0 0,-1 0 150,-4 0 0,-2-1 0,-1 2 419,7-1 1,-4 2 314,-10 5 1,-1 1-585,7-4 0,1 1-91,5 5 1,2 0 0,-8-4 0,0 0 0,1 1 89,2 2 1,-1 2 0,0 0 225,10 1 0,-2-1 523,-3 1 1,-2-4-2144,-10-8 1,-1-4-605,16-8 1,-3-4 982,-5-2 1,-8 1-1,-5 1 1,-14 1 0</inkml:trace>
  <inkml:trace contextRef="#ctx0" brushRef="#br0" timeOffset="-18344.73">11501 7660 0,'-26'-18'420,"6"-1"2856,-21-6-1341,20 11-600,-4 4 1,1 4-977,10 4 522,-13 4 0,-1 2-521,12 4 224,-16 20 1,0 6-315,8 1-91,6-7 1,-2 6 0,1 1-100,6 5 0,1 2 1,0-3 9,-6 5 0,-1 2 202,7-7 0,1 6 1,1-1-1,2-7-259,1-6 1,2-1 176,-2 15 0,1 7 0,3-6-120,6-16 0,2 2 224,0 9 1,1 9 0,1 2 0,1-8-45,5 3 0,3 0-55,-4-10 1,1 6 0,2 1 0,1-1 0,3-6 144,7 2 0,4-6 0,4-2-181,-5-3 1,3 1 0,3-4 0,2-9-480,10-12 0,5-11 0,0-5 0,-5 1 120,-6 2 0,-4 0 0,1-6 90,0-7 0,3-4 0,-2-5 1,-5 0-226,-6-2 0,-4-2 0,-3-1 0,1 3 255,0 3 0,-1 1 0,0-4 156,-1 0 0,2-5 0,0-1 1,-3-1-1,-4 1 83,-5 0 1,-5 1 0,-2-1 0,1-2-72,1 0 0,1-2 0,0-2 0,-2 1 0,-2 2-158,-3-2 0,-2 2 0,-2-1 0,-1-4 139,0 6 1,-1-5 0,0-2 0,-2 0 0,0 1 0,-1 3 0,-1 5-23,-3 0 1,-2 6 0,-1 0-1,-5-4-286,0 1 1,-4-5 0,-3-3-1,-2 1 1,0 3 0,1 5-1,1 7-171,-7 1 0,1 9 1,-5 10-267,-4 10 1,-8 8-1,-1 6 1,4 5 0,9 0-438,9 5 1,8 4 0,-1 6 1067,2 0 0,-2 8 0,0 4 0,1 1 1,3-3-1,4-4 0,2 5 0,5-4 0,0 3 1,1-6-1,0 1 0,0-1 0,-1 1 1,1-1-1</inkml:trace>
  <inkml:trace contextRef="#ctx0" brushRef="#br1" timeOffset="-9396.73">31450 6668 8241,'0'-20'1015,"0"-2"732,0 15-333,0 0-116,0 12-13,0 15-98,8 22-746,-2-10 0,-2 4-36,-6 9 1,-2 4-369,1-13 0,0 3 0,-3-1 187,-4 0 0,-3 0 1,1-2-107,-2 8 0,0-5-92,6-7 0,-1-10-318,1-21-224,16-33 459,-4 5 0,2-3 84,8-10 0,5 0 51,2 1 1,3 2-13,-3 10 1,3 0 0,2 1-104,-1 2 0,3 1 0,-1 1-295,13-8 0,0 4-382,0 4 1,-1 7-926,-11 9 1,-1 5 1534,16 4 1,-26 20 0,-9-4-1</inkml:trace>
  <inkml:trace contextRef="#ctx0" brushRef="#br0" timeOffset="-8476.73">31715 7660 7533,'-10'7'2788,"2"4"180,39 7-2608,-15-3-90,17-2 0,7-3-270,-8-5 0,0-3-630,1 1 1,1 0 179,9-2 0,-4-2 450,0-10 0,5 2 0,-19-8 0</inkml:trace>
  <inkml:trace contextRef="#ctx0" brushRef="#br0" timeOffset="-8295.73">32015 7474 7533,'-14'38'819,"0"0"0,0-3 0,-1 2 0,3 4 0,5-3 0,2 3 0,1 2 0,-2-1-1639,-2 1 1,-1 1 0,0-1 0,2-3 480,2 1 1,2-2-1,1-3 1,1 8-1,2-8 1,9-11 0</inkml:trace>
  <inkml:trace contextRef="#ctx0" brushRef="#br0" timeOffset="-6796.73">32438 7499 7533,'0'-21'3276,"8"43"-1991,4 7 0,1 7-925,-3 0 0,0 4 0,0 2-629,-1-5 0,1 1 0,-1 2 1,-2 0 312,-3 4 1,-3 1 0,-2 0 0,-1 1-23,-2 2 1,-2 1 0,-1 0-1,-4-1-22,-2-1 0,-2 0 0,-2-2 0,0-2 45,1-6 0,0-1 0,0-2 0,-1-3 370,-10 17 0,1-16-864,1-31 281,21-25 0,8-10-237,0-10 0,1-3 540,-1-3 0,2 1 360,5 8 0,2 2 44,-5 5 1,3 1-90,13-1 0,3 0-271,-7 8 1,1-1 0,1 0 179,6-2 0,3 0 0,-2-1-359,-1-1 0,-1-1 0,1 1-120,-2 5 0,1 1 1,-2 1-1520,2-7 1,-1 7 1339,0 12 1,-1 5 0,-4 2 0,3 18 0</inkml:trace>
  <inkml:trace contextRef="#ctx0" brushRef="#br0" timeOffset="-6346.73">32914 8230 7533,'-19'-19'3276,"11"-4"-2881,25 8 0,3-2 1,5 4-1</inkml:trace>
  <inkml:trace contextRef="#ctx0" brushRef="#br0" timeOffset="10036.27">25506 979 7533,'-41'-18'3276,"17"32"-1638,8 19 0,7 11-1244,12 0 1,7 6-1,2 4-941,-4-13 1,1 3 0,0 3 0,1 1 0,-1-2 0,1-4 175,2 6 0,0-5 0,0 1 0,1 4 358,-2-6 0,0 4 0,1 2 1,0 0-1,0-1 0,0-3 0,-2-6 598,4 9 0,-1-6 1,2 0-24,-2 2 0,2 5 0,1-8 1,0-19 876,20-39-1224,-22-11 1,-2-14 0,-1-10 0,-1-2 0,-1 2-763,0 6 1,-1-1 0,-1-1 0,0-1 0,1 0 0,2-1 136,0 9 0,0-2 1,1-1-1,1 0 1,0 1-1,1 0 0,0 2 1,0 3 367,6-11 0,0 1 0,1 3 0,0 3 0,0 4 1,5-5-1,0 6 0,2 7 0,10 7 0,0 1 1</inkml:trace>
  <inkml:trace contextRef="#ctx0" brushRef="#br0" timeOffset="10320.27">26494 769 6068,'0'-36'3276,"0"14"0,-8 64-2457,0-6 0,-3 9 0,0 5 0,0 1-1068,2-11 1,1 2 0,0 1-1,0 1 1,0 2 0,0 2 387,1-6 1,0 2 0,-1 2 0,1 1 0,0 1 0,0-2 0,0 0 0,0-3 0,1-3-230,-3 10 0,0-4 0,1-2 0,2 0 0,3 2-195,1 1 0,2 4 0,2 1 1,2-4-1,3-6 0,5-10-1354,18-6 1,5-7 1399,-8 2 0,1 1 0,1-10 0,15-24 0,-2-13 0,-11-4 0,-1 0 0</inkml:trace>
  <inkml:trace contextRef="#ctx0" brushRef="#br0" timeOffset="11003.27">27111 1053 7533,'-39'-6'1638,"7"5"0,1 7-218,3 23 0,1 6-1811,-2-15 0,-1 2 361,4 14 0,0 8 0,4-4 344,2-5 1,3-1-360,0 2 0,6-2 536,19 12-222,22-37 1,9-6-190,-9 1 1,2-1 39,5-1 0,4 0 0,-3 0-120,5 1 0,-4-1 45,-5-2 0,-1 1 135,1 5 0,-11 5 89,-37 25-1908,-13 0 1,-7 2 698,4-9 0,-2 0 460,-1-1 0,-2 2 0,3-8 371,3-12 0,3-4 0,-19 11 1,11-24-1</inkml:trace>
  <inkml:trace contextRef="#ctx0" brushRef="#br0" timeOffset="11240.27">27481 508 7892,'17'33'819,"-1"-1"0,0 1 0,-3-5 0,0 2 0,2 7 0,2 8 0,0 3 0,-1-2-814,-4-4 0,-1 0 1,0-1-1,0 1 107,-1-3 1,0-1-1,0 1 1,-1 2 13,-1-2 0,1 3 0,0 1 0,-4-1 0,-3-2-531,-6 4 1,-4-2 0,-2 0-1,1-2 315,2 7 0,0-2 1,-5 2-567,-3-7 1,-5 2-1,-2 0 1,-2-1 0,-1-4 632,-2-2 0,-3-2 1,0-3-1,0 1 1,3-2-1,0 0 1,1-1-1,-2-1 1,-1-3-1,0 1 1,0-1-1,0 0 1</inkml:trace>
  <inkml:trace contextRef="#ctx0" brushRef="#br0" timeOffset="11503.27">28240 967 7533,'-10'-33'3276,"10"9"0,33 19-3442,-9 5-914,7-1 1,3 2 1079,5 4 0,-13-4 0,1 0 0,16 4 0</inkml:trace>
  <inkml:trace contextRef="#ctx0" brushRef="#br0" timeOffset="11653.27">28152 1438 7533,'4'5'3276,"1"-3"-1638,26 4 0,13-1-2113,-4-7 0,5-5 0,-1 1 177,-2 0 0,0-1 0,2-1 0,-6 0 0,2-1 0,0-2 0,-3 0 0,-3-3 1,1 0-1,-1 0 0</inkml:trace>
  <inkml:trace contextRef="#ctx0" brushRef="#br0" timeOffset="12570.27">29210 682 7533,'-27'38'3276,"9"-11"-1638,11 17 0,6 9-1304,5-15 1,2 0-1,0-1-825,0 11 1,0 2 370,-1-1 0,2 4 1,-2-6-106,0-8 0,-2-3 293,-3 1 0,0-3-698,0 10 181,8-93 89,2 15 122,-3-3 1,1-10-1,2 3 28,3 9 0,2 2 0,0 0 480,1 0 0,-1 0 0,1 3-135,3-4 0,0 16 584,4 47-179,-21 4 0,-4 4-405,6-8 0,0 0 195,-6 13 0,6-6-420,19-19 90,-19 1 270,28-47 270,-5-12 180,2 1 626,5 12 3,-9 56-1439,-13-10-450,-4 9 1,0 3-1530,7 10 1350,-3-1-2558,21-10 2926,-21-23 1,20 0 0,-13-6 0</inkml:trace>
  <inkml:trace contextRef="#ctx0" brushRef="#br0" timeOffset="12903.27">30127 892 7533,'-25'6'1638,"-1"-1"0,-5 9 0,2 4 0,1 6-372,4 8 1,3 3-1133,5-10 1,1 1-90,-9 13 0,8-4-1574,22-13 1439,-12 2-1529,38-30 180,-10-15 0,1-5 1214,-3 11 0,1-3-225,12-19 1,-1 0 539,-3 8 1079,-1-1 900,-5 41 1207,-21 38-2325,6-4-861,-8-10 0,0-2-2698,8-5 2248,2-3-2917,15-15 2882,2-20 0,-7-4 0,-4-11 0</inkml:trace>
  <inkml:trace contextRef="#ctx0" brushRef="#br0" timeOffset="13070.27">30409 706 9691,'28'32'1638,"-9"-4"0,3 2 0,8 2 0,1 1-776,-6-3 0,1 0-1852,-1-4 1,4 1-1,-1-5-649,8-6 1,-1-3 1235,-10 3 1,1-2-1,4-10 1,-4-8-1,-8-10 1</inkml:trace>
  <inkml:trace contextRef="#ctx0" brushRef="#br0" timeOffset="13203.27">30921 645 7533,'-35'29'819,"1"0"0,-1-1 0,0-1 0,2 2 0,8 0 0,-1 6 0,1 2 0,3-1-1912,-2 7 1,3-1 0,1 0 602,0-5 0,1-1 0,1 1 490,1 3 0,0 0 0,2-4 0,2-8 0,1-1 0,-2 1 0,0 0 0</inkml:trace>
  <inkml:trace contextRef="#ctx0" brushRef="#br0" timeOffset="13687.27">30198 1612 7533,'-34'0'3148,"-11"10"-2698,6 4 584,2 8 0,2 8-2673,9 12 1,3 3 1661,-2-10 0,3 2 216,8-3 1,3 4 0,4-7 403,7 5-643,16 0-360,11-42 0,5-10-315,-10 5 1,1-3 43,9-11 0,3-8 0,-4-1 61,-10 0 1,-3 0-1,0 0 510,0 3 0,1 2 1,-1-1 208,-3-4 1,-1-1 0,-2 12 1020,-3 13-990,-1 13 1458,-6 32 0,-4 17-546,4-13 0,1 3 0,0-1 0,-1-2 0,0 0 0,4-1-1331,6 4 1,5-1 0,3-8-55,7-12 1,3-9 0,5-6-1,2-5 1,-2-9 0,-1 0 0</inkml:trace>
  <inkml:trace contextRef="#ctx0" brushRef="#br0" timeOffset="14853.27">31433 372 7533,'0'-19'1169,"-8"6"1440,-10 30-2040,2 12 1,-1 12 0,-1 4-821,4-9 1,-1 2-1,0 3 1,0 0-1,2 2 476,1-2 0,1 2 0,0 0 0,1 2 0,2-2 0,1-1-171,-2 5 0,-2 3 0,4-2 0,6-9 0,11-14-95,26-14 0,15-18 1,-5-10-320,-17-3 0,-3-8 0,-2-4 0,1-4 283,-2 5 0,2-4 0,0-3 0,0-2 0,-3 0 0,-4 1 0,-5 2 9,-3-14 1,-8 0-1,-5 2 1,-4 4-173,-4 1 0,-4 4 0,-8 11-827,-24 11 0,-4 20 1067,15 17 0,6 10 0,1 0 0,9 1 0,16-4 0,0 0 0</inkml:trace>
  <inkml:trace contextRef="#ctx0" brushRef="#br0" timeOffset="15004.27">31450 731 7533,'0'33'1092,"0"1"0,-4 5 0,0 3 0,4-10 0,2 2 0,2 0-368,2 4 0,2-1 1,4 0-1818,4-4 1,3 0 0,1-4 545,3 2 1,3-4 0,2-5 0,0-6 0,0-9 0</inkml:trace>
  <inkml:trace contextRef="#ctx0" brushRef="#br0" timeOffset="15253.27">31979 372 7533,'-41'-6'3276,"10"44"-2184,13-12 0,0 5 0,3 4-464,3 4 1,3 5 0,1 2-1,2 1-1024,0-5 0,1 1 1,1 1-1,1 0 0,1-1-216,2-1 1,0-1-1,2 1 1,0-3-1,2-2 612,0 9 0,3-3 0,3-6 0,10-3 0,3-10 0,13-20 0</inkml:trace>
  <inkml:trace contextRef="#ctx0" brushRef="#br0" timeOffset="15570.27">32350 446 7533,'-41'-7'3276,"9"13"-1638,2 8 0,1 8-192,13 5 0,3 4-1626,-4-3 1,1 3-406,1 14 0,4 2 90,4-16 1,2 0-136,3 9 0,4 0 1080,10-11 0,4-3 44,2-4 1,1-1-405,1-3 0,-5 1-270,-13 29-540,-12-25 1,-7-1-920,-13 8 1,-3-4 1484,-8 1 0,16-14 0,3-4 0,12-9 0</inkml:trace>
  <inkml:trace contextRef="#ctx0" brushRef="#br0" timeOffset="15754.27">32491 967 7533,'-27'40'1092,"1"0"0,-1-2 0,1-1 546,7-1 0,1-3-2531,0-7 1,2-2 892,7 0 0,9-18 0,9-13 0</inkml:trace>
  <inkml:trace contextRef="#ctx0" brushRef="#br0" timeOffset="16087.27">32808 582 7533,'-28'14'1092,"-1"-1"0,-8 9 0,2 1 1568,4 6-1022,1 0 0,1 7-631,12-5 0,2 3 0,2-3-872,-3-3 0,2 1-495,1 23 0,11-9-1349,19-32 630,26 11-181,-3-33-269,-7-5 0,0-4 1079,-12 4 1,-3-4-1190,9-20 1,-3-1 1190,-9 19 1,-2 0 357,1-14 0,-3 2 0,-1 6 720,-2-1 2646,-8 44-2325,0-4 1388,0 36-2069,0 3-270,0-9 124,8 0-1653,9-23 1529,11-11 0,-9-1 0,-3-6 0</inkml:trace>
  <inkml:trace contextRef="#ctx0" brushRef="#br0" timeOffset="16286.27">33091 421 7533,'19'-1'3276,"13"30"0,-29 1-2809,3 3 0,0 7 0,-2-4-287,-3-6 0,-2 2-23,1 6 0,1 6 1,-1 2-1,-1-7-22,-2-1 0,-2 1-383,0 1 1,-1 7 0,-1-1 0,0-7-743,-3-4 1,-2-1 569,-4 11 0,-4 5 1,-1-7 419,2-13 0,-1-3 0,1 1 0,-2 1 0,0-3 0,-5-1 0,0 0 0</inkml:trace>
  <inkml:trace contextRef="#ctx0" brushRef="#br0" timeOffset="61353.27">33038 8193 5914,'0'-14'1529,"0"3"-1169,0 11 269,-16 0 1080,4 0-1349,-5 6 90,9-5-810,8 4 360,0-5-180,8 0-1079,-6 0 1079,5 0-540,-7 0 1260,0 0-180,-7 0 90,-11 6 1798,6-5-1888,-4 5 180,16-6-630,16-17-180,-4 8 270,6-9 90,-18 18-450,-18 18 360,6 8 0,-4 0 0,16-2 0</inkml:trace>
  <inkml:trace contextRef="#ctx0" brushRef="#br0" timeOffset="67287.27">32791 8775 7533,'-18'6'1889,"8"1"-1260,-13 33 900,19-8 1,4 5-1111,-3 1 1,0 4 0,1 2-497,3-5 1,2 2 0,0 1 0,0-2 315,0 11 1,0-1 0,1-2 299,-1-4 1,1-1 0,4-13 2294,10-15-1935,3-46 1,1-19-840,-9 20 0,0 0 0,0-4-100,1-1 0,0-4 0,1-2 1,1-1-1,0 3-780,3-3 1,0 1 0,2 1 0,0 1-1,1 1 1,2 0 0,-1 2 0,0 1 350,2-7 1,-1 3 0,0 9 0,2 13 0,-3 7 0,-6 3 0</inkml:trace>
  <inkml:trace contextRef="#ctx0" brushRef="#br0" timeOffset="67853.27">33426 8800 7533,'-8'-24'3058,"6"10"-1169,-22 3-450,11 29 0,-1 8-989,-23 7-338,18-2 0,0 10 0,1 4 0,-1-2 337,2-6 1,1 1 0,-1 0 0,1 3-378,-1 4 0,0 3 0,1 2 0,0-2 0,1-4-252,-2 5 0,1-3 0,4-1 150,3 5 0,4 1 0,11-12-1609,21-17 1,5-6-1,-10 6 1,1-2 1185,15-9 1,-1-11 0,-2-18 0,0-8 0</inkml:trace>
  <inkml:trace contextRef="#ctx0" brushRef="#br0" timeOffset="68270.27">33655 8986 7533,'-35'6'3276,"-1"6"-1638,14 1 0,1 4-102,3 7 0,-1 2-1446,-8 5 0,3 1-225,12-2 0,3-2-45,-5-3 0,4-2-449,10 13 449,16-4 360,-5 10 134,-1-18 1,-2 2 135,-9 7 0,-6 1-315,-4 2 0,-5-2-765,-6 0 1,-1-5-451,4-6 1,1-8 1079,0-21 0,20-16 0,16-21 0</inkml:trace>
  <inkml:trace contextRef="#ctx0" brushRef="#br0" timeOffset="68570.27">33584 8862 10501,'31'0'1574,"-1"0"0,9 11-1394,-13 25 0,-38-6 0,-9 3 314,4 6 1,0 0-720,-8-3 1,7-3-1036,34 4 1260,31-26 0,-23-16 0,1-3 0,-1-1 0,1-1 0</inkml:trace>
  <inkml:trace contextRef="#ctx0" brushRef="#br0" timeOffset="68787.27">33831 8676 7533,'8'36'0,"2"-9"0,7 7 0</inkml:trace>
  <inkml:trace contextRef="#ctx0" brushRef="#br0" timeOffset="70086.27">33426 10026 12480,'27'-19'3276,"6"-15"-2954,-5 12-52,-10-5 0,-1-4-226,2-1 1,-3 0-45,-5 5 0,-2-1 180,7-11 0,-1-1-225,-5 7 0,0 2 90,4 2 0,-1-2-90,1-9 0,-2-1 225,1 1 0,-1 0-90,2-5 0,0-1-45,-5 7 0,1 1 0,6 0 0,0 2-225,-4-4 180,5-4 0,-1 19 0,-7 15 0</inkml:trace>
  <inkml:trace contextRef="#ctx0" brushRef="#br0" timeOffset="71053.27">33708 9036 7533,'10'-14'2248,"-2"-3"-629,-8 16-89,0-10-1171,0 10 1260,0-5 1,-8 1-1351,6 3 451,-22-3-90,-3 16-450,-3-3 89,3 7 1,-2 4-90,1 3 0,1 1-180,2-3 0,1 1-1619,-4 4 0,7 2 1619,11 16 0,2-14 0,8 5 0</inkml:trace>
  <inkml:trace contextRef="#ctx0" brushRef="#br0" timeOffset="71687.27">33514 9580 8792,'-20'0'3276,"5"6"-1335,22 1-1491,3 11-270,8-10-540,0 14-180,-9-14 630,-1 10-90,-16 0 630,-17 7 629,-12 6-899,-1-4 1079,13-9-899,17-13-1350,32 1-2467,5 0 2994,16 1 1,-10 4-1,-9-4 1</inkml:trace>
  <inkml:trace contextRef="#ctx0" brushRef="#br0" timeOffset="72536.27">33743 8936 10231,'-8'13'3276,"-1"-6"-76,-25 4-1850,-11 7-541,11-4 1,-2 3-226,-5 10 1,1 2-540,6-3 0,4 0-180,6-4 0,4 0-1664,-3 12-1478,44-9 2457,-15-4 1,28-3 0,-17-13 0</inkml:trace>
  <inkml:trace contextRef="#ctx0" brushRef="#br0" timeOffset="73154.27">33496 9532 10231,'-10'-7'3276,"10"-4"-1605,18 15-1941,2 2-89,-3 25-991,-25 7 901,-11 6 1618,-9-7 90,3-12 1,15-7-1440,18-6-3097,19 17 3106,3-7 1,3 8 0,-15-12 0</inkml:trace>
  <inkml:trace contextRef="#ctx0" brushRef="#br0" timeOffset="87136.27">19738 14811 7533,'-20'-25'3276,"-3"6"-436,21 6-2120,-6 8 539,32 38-1079,-11-14 179,-2 9 1,1 8 0,-1-3-762,-2-10 1,-1 2 550,-1 19 1,-2 9 0,1-7-60,3-14 0,-1-1-30,-4 11 0,-2 4 0,2-7 120,12 5 180,-8-13 0,2-4-1,9-13 46,2-29 0,-1-9-135,10-16-723,-14 10 1,2-9 0,-1-1-1,-2 5 453,2-6 0,0-1-90,-1 3 0,4-5 0,-1 0 1,-2 3-1004,-3 3 1,-2 4 0,1 0-1,2 2 1,0 2 0,0 1 1079,6-7 0,0 10 0,-2 19 1,7 2-1</inkml:trace>
  <inkml:trace contextRef="#ctx0" brushRef="#br0" timeOffset="87486.27">20602 14488 7533,'-17'9'1169,"-1"2"-570,7 13 1,0 11 0,0 4-1217,-3 1 0,-2 4 1,0 1-1,1-2 767,-3 3 0,1-2 0,1 5 137,3-4 1,0 5 0,1 1 0,0-3 0,3-8 180,-2 0 0,4-3-1128,9 8 1,4 3-1,10-9 660,20-10 0,6-9 0,-6-2 0,1-5 0,13-11 0,0-1 0</inkml:trace>
  <inkml:trace contextRef="#ctx0" brushRef="#br0" timeOffset="88703.27">21078 14588 7443,'0'-14'3276,"-7"3"-2486,-8 25 1,-4 10-297,-14 9 1,-4 5-1439,8-5 0,1 2 0,0 0 1034,6-6 0,0-2 0,2 1 269,-9 11 1,11-4 1461,24 4-1461,8-17 0,5 0 265,3 3 0,5-2-580,15-3 0,2-1 45,-14-1 0,-3 1 45,0-4 0,-3 0-405,1 21 270,-23-14 915,-7 3 0,-7 1-1815,-22 0 1,-9-1 899,10 0 0,-1 1 0,-1-1 0,2-4 0,-2-2 0,2 0 0,2-1 0,0-1 0,0 0 0</inkml:trace>
  <inkml:trace contextRef="#ctx0" brushRef="#br0" timeOffset="89436.27">21237 15220 7533,'0'-14'3276,"0"-3"-2595,16 21-771,-4-8-629,21 26 449,-13-18-360,5 24-89,-23-3 1978,-20 19-1079,-3-4 2159,-5 1-1980,19-27 631,14 3-810,3-16-3238,31-6 2068,-17-3 990,4-6 0,1-1 0,0-6 0,-7 6 0,-1-1 0</inkml:trace>
  <inkml:trace contextRef="#ctx0" brushRef="#br0" timeOffset="89686.27">21731 14526 7533,'24'-40'3276,"-18"11"0,33 29-833,-28 12-1859,7 15 1,-2 4-405,-4 14-427,-6-6 1,0 8 0,-3 0-234,-5-3 1,-4 0-1,-1 3-340,-1-2 1,0 4 0,-2-1 0,0-2 454,-2 4 1,0-2 0,-3-2 0,-1-3 0,-2-1 0,1-5 0,-1-6 0,1 0 0</inkml:trace>
  <inkml:trace contextRef="#ctx0" brushRef="#br0" timeOffset="91303.27">12188 8528 6723,'-35'-9'-899,"8"16"899,-14 20 449,11 4-224,6-13 0,-3 0 899,-8 7 1,2 3 359,5 3 0,5 3-225,-3 10 1,16-1-226,38-6 1,19-9-811,-11-17 1,6-5 0,4-5 0,0-4-753,-6-3 0,1-2 0,2-4 0,0-2 0,1-2 1,-2-1 398,-1-2 1,1-2-1,-1-2 1,1-2-1,-1-1 1,-2-1-1,-1-2-141,0-1 0,-1-2 0,-1-1 0,-1-2 1,-1-1-1,-3 0 0,-1-1 180,-2 0 0,-2-1 0,0-1 0,-3 0 0,-1-2 0,-3 1 1,-2 0 283,0-5 1,-2-1 0,-2 0 0,-4 0 0,-3 0 0,-5 2 231,-5-5 1,-6 0 0,-4 1-1,-4 3 1,-5 3 166,-2 6 1,-4 1 0,-4 4-1,-3 5 1,-3 7-280,-2 8 1,-5 6 0,-2 5 0,-2 5 0,1 3 0,2 3-451,6 3 1,0 3 0,1 3-1,0 3 1,1 3 0,1 1 0,1 2-57,3 0 1,0 3 0,0 2 0,2 2 0,1 1 0,3 1 0,2 1-1,4 0-277,2 5 1,2 2 0,4 1 0,2 2 0,3-2 0,3 0 0,3-2 272,2 7 0,5-2 1,4 0-1,3-3 0,2-1 1,2-5-1,2-2 0,3-1 1,1-3-1,2-4 1,14-1-1,-1 0 0,1 0 1</inkml:trace>
  <inkml:trace contextRef="#ctx0" brushRef="#br0" timeOffset="128970.27">11836 15381 7533,'-34'-6'2338,"21"5"-1888,13-4 314,29 5 1,18 5-226,-4-4 1,5 0 0,4-2-798,-9 0 0,4-1 0,1 0 0,2-1 1,-1 0 361,-4 1 1,1-1 0,0 1 0,1-1 0,0 1 0,1-1-93,-5 1 1,2 0 0,-1-1 0,1 1 0,0 0 0,-1 1 0,-1-1-28,3 2 0,-1 0 0,0 0 0,-1 0 0,0 1 0,1 0 90,1 1 0,2 0 0,0 0 0,-2 1 0,-1-1 0,-4 1-75,0 0 0,-4 0 0,0 1 0,3-2 179,5 0 1,4-1 0,0 0 0,-1 0 0,-4 0-77,3-2 0,-3 1 0,2 1-14,-5 2 1,4 1 0,1 1 0,-2 0 0,-4 0-60,3-2 0,-4-1 0,2 4-120,0 3 0,1 3 0,0 1 1,-4-2-72,10 1 1,0-2 160,-9-3 0,3 0 0,1-1 0,-4-1-45,10-1 0,0-3 22,-13-3 1,4-3 0,0 0-1,-1-1 173,4 0 0,-1-1 0,0 0-90,-4 0 0,0 0 0,2 2 179,8 0 1,3 2 0,-3 5-60,-13 6 0,-2 3 0,-1-1-135,10-1 0,2 0 105,-3 4 0,2 3 0,2-5 269,3-8 1,1-5 0,3-2-424,-13 1 0,2-1 1,1-1-1,2-1 1,0-1 137,-1 0 1,3-1 0,0-1 0,0 0 0,0 0 0,-1-1-27,4-1 0,-1-1 0,0-1 0,0 2 0,2 0 360,-8 4 0,1 0 0,0 1 0,1 0 0,0 0 0,-2 1 0,-2 0-224,4-2 0,-3 1 1,0 0-1,0 1 0,2 0-199,1 1 0,4 0 0,0 2 0,-1-1 0,-3 0 0,-5-1-45,4-2 0,-5-1 0,1 1-135,1 1 0,3 1 0,-1-1 0,-6 1-1504,0-3 1,-4 2-1,1 1 1,-1 1 1552,15-3 1,-45 12-1,6 1 1</inkml:trace>
  <inkml:trace contextRef="#ctx0" brushRef="#br0" timeOffset="129653.27">12771 13757 7533,'-4'-25'764,"0"-1"1,2-11 1214,-14 8-1620,14 21 361,-6-3 90,-7 33-900,3-5 225,-4 11 0,-1 7-495,2-3 0,2 1 225,0 5 0,-1 1 45,-4 1 0,2-2 180,9-11 0,3-3 180,4 19 0,19-13-180,13-14 0,3-2-180,0 7 180,-2-12 0,-1 0-180,-13 2 0,-1-10 539,-34 27-718,-5-11-361,-15 8 0,-3 2-404,13-10 0,1 0 378,-2 2 1,1-1-1,-5 11 1,21-9 0</inkml:trace>
  <inkml:trace contextRef="#ctx0" brushRef="#br0" timeOffset="129886.27">13264 14266 7533,'-19'-7'3276,"-5"1"-436,15 12-1850,-17 6-1710,6 7 225,0 4 1,-1 1 584,0 6-90,7-6 0,2-1 0,4-4 0,8-1 0</inkml:trace>
  <inkml:trace contextRef="#ctx0" brushRef="#br0" timeOffset="130270.27">13882 13794 7533,'-31'-6'1638,"1"-1"0,-17 1-353,14 17 0,-1 7-610,1 9 0,4 3-913,7-7 1,3 3 552,-9 15 0,8-2-315,19-14-180,16 20-90,-1-36-360,20-9 1,4-6-1,6-9-180,-10-6 1,5-7 0,-5 3 449,-6 5 0,-3-2 0,4-7 0,1-5 1,-6 5 719,-3-7-450,3 0 3016,-24 31-2746,0 12 218,-11 19 1,-2 4-39,7-1-136,-8 7 1,5 3-1864,22-8 1,5-2-1639,-2 15 2766,8-16 0,1-4 0,-6-6 0,7-5 0</inkml:trace>
  <inkml:trace contextRef="#ctx0" brushRef="#br0" timeOffset="130438.27">14446 14067 13829,'-15'25'1529,"3"0"-2249,-8-7 1,-1 0 89,-1 9 630,-2-1 0,-1 1 0,-4 1 0,7-7 0,1-1 0</inkml:trace>
  <inkml:trace contextRef="#ctx0" brushRef="#br0" timeOffset="130920.27">14852 13695 7533,'0'-27'3276,"0"5"-166,16 39-2256,-2 13 1,-1 4-863,-2-11 0,0 2 187,-1 15 1,-2 6 0,-3-1-270,-5-9 0,-4-1 1,0-1 34,0 14 0,-1-1 100,0 9 0,0-21 225,-3-48-180,8 6-180,5-25 0,6-11-1003,5 6 1,6-1 0,-2 2 713,1-5 0,3 1-441,0 10 1,4-1 0,1 1 0,-4 7 272,-3 7 1,-1 3 0,13-6 0,-1 3 0,2 4 0</inkml:trace>
  <inkml:trace contextRef="#ctx0" brushRef="#br0" timeOffset="131187.26">15575 14166 11490,'0'18'3276,"0"-4"-4753,-16 26 1298,5-22 179,-7 16 0,-5-16 0,3 1 0</inkml:trace>
  <inkml:trace contextRef="#ctx0" brushRef="#br0" timeOffset="132170.26">16387 13683 7533,'-10'-14'1799,"-6"3"-1619,6 11 1169,-15 11-1169,5-2 179,-1 12 1,1 3-180,-2 1 45,-3 6 0,1 1-45,11-3 45,-3-5 0,0-1 44,7-2 361,-1 8-450,10-21 360,10 14-360,15-14 179,3 15-269,7-15-270,8 9 90,-22-10 90,11 0-179,-30 4-1,-2-4-1080,-34 16 1080,11-2-1079,-6-6 0,1 0 269,7 4 990,-5-1 0,18-11 0,8-1 0</inkml:trace>
  <inkml:trace contextRef="#ctx0" brushRef="#br0" timeOffset="132438.26">16528 14030 11311,'43'-14'2068,"-14"3"-2337,4 11-1,-23 17 180,-2-8 180,-17 13 0,-5 2 179,0-6 136,-3 5 0,1-1-135,6-7 90,2 9-270,24-17 809,11-2-899,10-11 0,2-4 0,7 0 0,-14-2 0,0 0 0</inkml:trace>
  <inkml:trace contextRef="#ctx0" brushRef="#br0" timeOffset="148670.26">29457 13113 7533,'-10'-7'3276,"2"1"0,16 6-1103,18 0-1813,3 0-136,0 1 1,1-2-585,17-4 270,-22-1 1,3-1-1216,13-4 1,0-2-335,-14 0 1,-1 0 83,10 2 1,-3 2 1554,-8-2 0,-17 11 0,-8 0 0</inkml:trace>
  <inkml:trace contextRef="#ctx0" brushRef="#br0" timeOffset="148870.26">29545 13323 7533,'-8'7'3276,"6"-1"0,18 0-2010,12-8 1,5 0-1133,-8 4 1,3 0-540,19-7 1,4-2-1235,-11 6 1,0 1 1091,3-1 1,-2 2 0,-4 1 0,-3 3 0,7 7 0</inkml:trace>
  <inkml:trace contextRef="#ctx0" brushRef="#br0" timeOffset="149503.26">29774 12666 7533,'-17'-13'3238,"7"2"-2609,-14 16-718,-3 30 89,-2-16 44,7 9 1,2 1 135,1-13-180,1 18 180,10-25-90,8 1 360,24-10-270,21 0-180,-4 0 0,-4 1 0,-1-2-720,3-4 720,6-2 90,-20-11 90,-17-12-180,-8 8-360,-15-12-1349,-13 14 1709,-1 7 0,-5 7 0,17 13 0</inkml:trace>
  <inkml:trace contextRef="#ctx0" brushRef="#br0" timeOffset="150070.26">29633 13150 7533,'-9'-25'3276,"32"0"-1695,24 12-1446,-5 8 0,4 4-675,3 1 0,0 1-315,1 0 1,-2-2-630,-10 1 0,-3-1 1484,8-4 0,-27 5 0,-16 0 0</inkml:trace>
  <inkml:trace contextRef="#ctx0" brushRef="#br0" timeOffset="150220.26">29616 13348 7533,'-28'14'3276,"42"3"-2306,16-14 1,11-5-971,-4 4 0,4 0 0,0 0 0,-1-3 0,0-2 0,0 1 0,-4 0 0,1 0 0,-1-1 0</inkml:trace>
  <inkml:trace contextRef="#ctx0" brushRef="#br0" timeOffset="150986.26">30833 12716 7533,'-16'-30'3276,"-11"4"-1515,-18 23-1402,14 19 1,1 10-150,8 1 0,1 3 0,1 3-132,0 5 1,2 3 0,1 0 101,2 2 0,3 1 0,4-1-31,6-5 1,5 0 0,4-2-60,5 0 0,3 0 0,3-3-128,0-3 0,1-1 1,1-1 37,13 9 0,-6 0 179,-16-3 1,-10 0 45,-7-7 0,-7-3-360,-19-3 0,-7-5-405,2-6 1,0-8 169,1-9 1,9-9 9,17-10 0,10-5 135,13-5 0,11 1-45,0 10 0,3 1 1,3 4-1126,15-4 1,0 5 1153,-12 8 1,-1 4 0,-3 6 0,-2 2 0,1 6 0</inkml:trace>
  <inkml:trace contextRef="#ctx0" brushRef="#br0" timeOffset="164003.26">1041 16856 7533,'-20'-34'3276,"4"6"-706,16 28-411,-7 33-1575,1 1 1,2 6-345,0-2 0,1 4 0,0 0-390,-2 4 0,-1 1 0,1-1 120,3-8 0,2-2 0,0-3-330,2 5 0,4-15 45,9-36 0,5-13-45,11-2 0,1-3 270,-8 3 0,0-1 1,1 3 403,6 0 1,0 11 675,13 27-181,-11 11 271,2 1-630,-9-19 0,1-4 360,12 3-1440,2 8-1349,-31 20-1298,6 7 3062,-6-19 0,7-21 0,1-25 0</inkml:trace>
  <inkml:trace contextRef="#ctx0" brushRef="#br0" timeOffset="164169.26">1588 16596 7533,'-20'-26'3276,"4"2"0,16 23-2621,16 41 0,-12-2 1,4-2-1,0 0 0</inkml:trace>
  <inkml:trace contextRef="#ctx0" brushRef="#br0" timeOffset="164436.26">1676 17166 15808,'0'29'1439,"0"20"-1349,0-20 0,0 2-1729,0 3 1,0-1-1639,0 6 2959,0-16 0,15-23 0,5-7 1</inkml:trace>
  <inkml:trace contextRef="#ctx0" brushRef="#br0" timeOffset="164753.26">1887 17166 9062,'0'12'3276,"0"6"0,0 18-1553,0 10-2038,4-18 0,0 0 136,-2 5-1441,14-6 451,9-53 719,-3 5 1,1-3 359,9-6 0,-1-1 1349,-8 3 0,1 7 2017,25 21-3295,-41 21 0,-4 7 19,8 7 0,-1 2 0,-9-4 0,-2-1 0,4-6 0,0 0 0</inkml:trace>
  <inkml:trace contextRef="#ctx0" brushRef="#br0" timeOffset="165753.26">2522 17191 7533,'-17'0'3276,"7"0"0,26 0 0,29 0-1638,-10 0 0,2 0-1759,-5 0 0,1 0-419,9 0 1,-2 0-2738,9 0 0,-4 0 2801,-13 0 1,-23 0 0,9 0 0</inkml:trace>
  <inkml:trace contextRef="#ctx0" brushRef="#br0" timeOffset="166087.26">2558 17513 7533,'-30'0'3276,"7"0"0,38 0 0,-3 5-3030,37 2-1146,-10 6 361,6-1-631,-11 6 631,-40 18 359,10-7 764,-24-1 1,-7 2 764,11-10 1,0-1 44,-4 1 0,3-1-1214,9 5-360,12-19-1259,43-10-200,-19-1 1,-1-1-1,-2 1 1,1-2 1267,8-3 0,-3-1 0,-12-2 0,7-4 0</inkml:trace>
  <inkml:trace contextRef="#ctx0" brushRef="#br0" timeOffset="166320.26">2769 16484 9332,'-12'22'1092,"-1"0"0,5 16 0,4 7-146,-1 0 1,-1 5 0,1-1-1312,2-1 1,1 0 0,0-2 0,-1-5 0,0-2 0,-1-2 0,-5 2 0,0-1 0</inkml:trace>
  <inkml:trace contextRef="#ctx0" brushRef="#br0" timeOffset="167020.26">3475 16869 7533,'-35'-27'3276,"-9"9"-1638,18 26 0,0 6 0,-6 6 0,1 6-571,1 7 1,5 4-664,4-3 1,7 1-225,10-2 0,8 0-45,7-1 0,5-2-180,2-7 0,1 1-315,3 9 1,-1 3 44,-2-5 0,-2 1 495,-6 9 0,-3 0-135,2-10 0,-4-2 539,-6 4 1,-8-4 314,-33-1-989,17-13 1,-1-4-1126,-7-13 1,1-7-225,-4-26 1169,27-10-809,26-2-1080,17 15 1439,2 11-919,-11 9 1,-1 2 977,13 9 1,-3-4 0,-10 5 0</inkml:trace>
  <inkml:trace contextRef="#ctx0" brushRef="#br0" timeOffset="167404.26">3598 16596 7533,'8'-7'3276,"25"18"0,-1 9-1965,-12-1 0,-5 5-816,-11 8 0,-8 2-46,-11 7 1,-5 1 584,3-3 1,2 0-855,6-3 0,9-5-3457,37-7 0,4-13 2942,-8-8 0,-1 0 0,-3 9 0,14 8 0</inkml:trace>
  <inkml:trace contextRef="#ctx0" brushRef="#br0" timeOffset="188120.27">5168 17265 7533,'-27'-7'3276,"1"-9"-2145,16 13-141,-13-8-4267,-12 44 3471,3-8 46,11-2 0,-2 6 0,3 0-360,3 7 1,2 0 208,-7-3 1,1-1 90,9 2 0,7-4-90,12-4-270,36-12-585,-11-23 1,1-5 1358,-4 3 1,-1-3-1270,7-19 1,-5-9 134,-16 11 0,-3-3 1,1 2 1808,7-7 0,-1-2-1404,-6 6 0,-1-5 0,-1-1 0,-2 3-958,0-6 1,-3 1 0,2 1 1018,1 3 0,2 1 1,-3 0 492,-3-5 1,-2 1 0,2 5 2189,12-8-630,-22 19-630,4 66-1169,-8-4 20,3 1 0,-2 10 1,2 0 38,0-1 1,1 1 0,-1-1-420,0-5 0,1 0 1,0 2 179,0-2 0,1 4 0,1-2 0,3-5-1530,4 3 1,2-3 1394,-2 2 0,3-4-1504,9-6 1,4-8 1130,10-13 1,-1-5 0,-13-17-1</inkml:trace>
  <inkml:trace contextRef="#ctx0" brushRef="#br0" timeOffset="188803.27">5715 16844 7533,'-35'-7'3276,"-1"18"-1811,18 5 0,1 5-1465,-2 11 0,3 5-225,1 9 0,2 2-496,4-6 0,1 0 721,2-8 0,4-1-1342,9 1 1,2-5 1341,-5-4-45,11 2 0,1 3-495,-12 14 405,8-18 0,-1 0 135,-9 18-360,-10 1 1094,-19-28-644,-18 1 3186,0-36-3160,25-26-116,19 15 0,4 0-90,17-17-180,-2 19 0,5 4-1708,22 6 1978,-6-6 0,2 23 0,-23 7 0</inkml:trace>
  <inkml:trace contextRef="#ctx0" brushRef="#br0" timeOffset="189203.27">4974 17860 7533,'-19'5'3276,"58"2"-2184,-10-3 0,5-2 0,3-1-662,2-3 1,4-2 0,1-1 0,0 0-1251,0 0 1,0 0 0,0-1 0,-3 0 272,2-2 1,-1-1 0,-2 0-504,0 1 1,-1 1 0,-4 0 1177,-8 0 0,-3 1 0,4 0 0,-3-2 0,-2-10 1</inkml:trace>
  <inkml:trace contextRef="#ctx0" brushRef="#br0" timeOffset="189886.27">5133 18046 7892,'-20'-14'2609,"20"3"-1979,36 39-361,-13-9 1,1 2-180,-4 0 0,-3 4 90,-4 4 0,-2 5 0,-4 0 224,-4 11 1,-4 2-126,0-4 1,-1 2 0,-3-1 49,-1-6 1,-3-1 0,-3-4-100,-8 5 1,-5-9-321,-20-11 90,9-21 135,22-19 0,3-7 944,-7-8-584,15 4 0,4 0-495,9-5 90,10 13-810,4 17 0,1 5 630,-2 3-1549,17-1 1,1 2 1448,-6 10 0,-5-8 0,-1 2 0,-4 13 0</inkml:trace>
  <inkml:trace contextRef="#ctx0" brushRef="#br0" timeOffset="190753.27">5239 18381 7533,'-45'4'3276,"9"-2"-526,3 33-1986,8-9 1,-1 3-180,1 3 0,1 2-986,-3 7 0,1-2 581,8-16 0,3-1 583,5 4 1,2-1-134,-2 3-450,10 3-540,26-2 450,-12-20-765,17-4 1,0-5 584,-13-7-495,17-10 0,3-5 1084,-7-9-1249,-14 6 0,1-5 1,-2-1 449,-3-2 0,-1-1 0,-2 0 210,1-10 0,-2-2-445,-3 5 1,0-2-1,-3 6 535,-3-7 0,4 2 0,0-1-135,-3 12 1,0 3 269,7-2 0,0 0-81,-7-6 1,0 3 35,7 10 279,-8-3 0,0 1 1520,0 3-1350,0-3 1538,-8 14-548,-2 39-129,-8-11-1041,12 14 1,3 8 180,-2 2 0,2 4-936,2-2 0,1 2 0,1 0 426,-1-9 0,0-2 0,0 3-120,0 10 0,0 2 0,0-8 0,-1-14 0,2-1-1529,0 21 0,6-2-1658,18-9 0,-3 0 2917,11-25 1,-8-22 0,3-3 0</inkml:trace>
  <inkml:trace contextRef="#ctx0" brushRef="#br0" timeOffset="191903.27">5309 18256 7533,'-9'-24'3276,"1"10"-1695,8 3-322,-8 49-630,3-2 1,0 4-270,-1 0 0,0 3 0,0 1-242,2 4 1,1 1 0,1-1-89,0-9 0,1 0 0,4-3-1110,7 7 1,5-8-2198,14-4 3050,15-20 0,-25-17 1,-3-1-1</inkml:trace>
  <inkml:trace contextRef="#ctx0" brushRef="#br0" timeOffset="196553.27">5697 18158 7533,'-9'-20'3276,"-15"13"-1811,10 27 0,1 11-611,-6 4 1,0 5-507,7-8 1,1 5 0,0 2 0,2-2 430,0 11 1,3 0 0,2-3-508,1-7 0,2-1 0,5-2-92,8 16 0,11-15-360,10-36 0,4-12-495,-6 1 1,-3-9 426,-7-8 1,-2-10 0,-3-3-1,-5 1 103,-7-4 0,-7 1 1,-2-1 413,1-4 1,-1 0 0,-8 7-945,-15 1 1,-6 15-2603,-13 26 0,13 20 2966,27 3 1,22 0 0,5-5 0</inkml:trace>
  <inkml:trace contextRef="#ctx0" brushRef="#br0" timeOffset="196736.27">5715 18517 14729,'8'25'-510,"0"-1"0,4 7 0,3-1-37,7-6 1,1-1 0,-7-1 0,-2-1 0,9 2 0</inkml:trace>
  <inkml:trace contextRef="#ctx0" brushRef="#br0" timeOffset="197803.27">6227 17674 7533,'-20'5'3276,"12"2"0,34 6-2685,2-11 1,4-3-2231,9-2 1,1-1 1091,-8 1 1,-2-2 0,-4-3 0,-7-1 0,-13 3 0</inkml:trace>
  <inkml:trace contextRef="#ctx0" brushRef="#br0" timeOffset="197936.27">6262 17885 9152,'-20'13'3276,"36"-2"0,23-11-3196,-8 0 1,6 0-1,-3 0 1,-2 3-1,-1 0 1,10 1-1,0-1 1</inkml:trace>
  <inkml:trace contextRef="#ctx0" brushRef="#br0" timeOffset="200519.27">31238 13423 7533,'-27'0'3276,"17"0"-6553,44-6 0,-9-1 3124,3 2 0,1-2 1,-2-5-1,9-1 0</inkml:trace>
  <inkml:trace contextRef="#ctx0" brushRef="#br0" timeOffset="200669.27">31291 13547 0,'-35'23'3276,"8"-14"0,9 8 0,34-17-3791,12-8 0,4-1-1059,-5 8 0,-1-2 1560,12-7 1,-1-2-1,6 0 1,2-7-1</inkml:trace>
  <inkml:trace contextRef="#ctx0" brushRef="#br0" timeOffset="200852.27">31697 13175 7533,'-20'-13'3276,"5"1"0,38-6-2415,6 3 1,3 0-2077,-6 4 1,1 0 1214,7-1 0,5 1 0,-6-1 0,10-7 0,-10 7 0,1-1 0</inkml:trace>
  <inkml:trace contextRef="#ctx0" brushRef="#br0" timeOffset="201019.27">31997 13125 7533,'-22'26'1638,"1"1"0,-9 4 0,8 11 0,3 7-1542,11-12 1,2 1 0,1-1-187,-5 9 0,2 1 157,4-9 1,2 5-1,0-1 1,2-5-1707,4 9 1,0-4 1360,-4 2 0,2-4 0,5-8 0,2-7 0,0-13 0</inkml:trace>
  <inkml:trace contextRef="#ctx0" brushRef="#br0" timeOffset="201186.27">32244 13497 7533,'-20'-6'3276,"5"5"0,30-10-3089,16-1 0,5 1-2527,11 0 2340,-6-3 0,0 0 0,2 2 0,2-7 0</inkml:trace>
  <inkml:trace contextRef="#ctx0" brushRef="#br0" timeOffset="201668.27">32879 13063 7533,'-22'14'1638,"1"0"0,-9 9-546,13 4 0,0 7 0,2 3-1058,3 8 1,3 3 0,1 2 77,1-8 1,1 1-1,1 0 1,3 0-46,4-2 1,2 0-1,2-2 1,0-3 199,2 13 1,8-14-43,15-27 0,2-16-45,-14-14 0,-5-10 0,0-4-113,1 4 0,-1-3 1,0-1-1,-2-2-153,1-8 1,0-2 0,-3 0-1,-3 1-432,-4 6 1,-3 0 0,-1 1 0,1 4 292,6-18 1,-8 8-991,-16 16 1,-3 15-2063,-1 48 2506,-5-12 771,12 15 0,6 2 0,7-8 0,-5 17 0</inkml:trace>
  <inkml:trace contextRef="#ctx0" brushRef="#br0" timeOffset="201786.27">32844 13361 7533,'-18'42'1638,"12"-17"0,2 0 1638,-4 9-1638,10-6 0,4 1-1470,6-6 0,2-1-888,7 20-919,3-12 1,1-4 1085,-3-9 1,11 6 0,-15-17-1</inkml:trace>
  <inkml:trace contextRef="#ctx0" brushRef="#br0" timeOffset="-211076.46">32473 13968 7533,'-10'0'0,"-5"0"0,5 0 0,-8 0 0</inkml:trace>
  <inkml:trace contextRef="#ctx0" brushRef="#br0" timeOffset="-210326.46">32420 13956 7263,'-27'7'1169,"9"-2"180,-5-10-899,19 3 540,-12-3 449,8 10-1259,6-3 719,-6 14 1,32-2-720,-10 5 179,14-11 1,8-4-45,5 0 0,-1-2-270,-9-2 0,0 0 134,4 0 1,2 0 0,-5 0-539,17 0 314,-21 0 0,-1 0-225,14-6 630,-31 5-180,-2-10 269,-16 10-179,-33-10-180,15 9-270,-14-1 0,-8 1 45,7 1 0,0 2 180,6-1 0,-1 0 270,-13 0 0,2 0 405,0 0 89,0 0 720,-2 0-539,38 5-990,-5-3 90,32 9 314,7-7 1,5-1-225,15 3 60,-11-3 0,5-1 0,-1-1-1667,15-1 1,-2 0 1471,-9 0 0,1 0-105,-4 0 0,2 0 0,-4 0-1297,-1-3 1,-3 0 1311,-2 3 0,1-1-45,9-6 0,-6-3 90,-11-3 90,4-6 270,-34 1-450,-15 10 0,-5 3 0,-15-2-180,10 7 0,-4 3 0,1 0 135,-8 3 1,4 2 89,5-2 0,1 1 1581,-10 3 1,17-3-907,39-6 269,31 5-764,-18-6 0,3 0 224,21-1 1,2 2-1529,-6 1 0,-2 1 764,-8-2 0,-1 0-1034,12 1 0,-2 1-200,-15 0 1,-3 0-212,21-2 1850,-14 16 0,-17-4 0,-6 12 0</inkml:trace>
  <inkml:trace contextRef="#ctx0" brushRef="#br0" timeOffset="-208493.46">6844 17748 17337,'25'0'1304,"0"0"1,1 0-1125,15 0-225,-15 1 0,-1-2 135,17-10-810,-5-8-90,8-2-1438,-18 3 2248,-27 13 0,-4 10 0,-11 3 0</inkml:trace>
  <inkml:trace contextRef="#ctx0" brushRef="#br0" timeOffset="-207826.46">7620 17153 7533,'-10'-19'3276,"-5"7"0,-11 39-2184,13 1 0,2 8 0,-2 2-849,-2 2 0,-1 4 0,0 2 0,2 2-9,4-4 0,2 2 0,0 1 0,1-1 0,1-1-700,-2 4 0,0-2 1,2-1-1,2-2 376,3 7 0,3-3 0,7-5-1549,12 1 1,9-9 1487,9-12 1,2-5 0,-6-1 0,-1-5 0,3-13 0,1 1 0</inkml:trace>
  <inkml:trace contextRef="#ctx0" brushRef="#br0" timeOffset="-207476.46">8061 17377 7533,'-14'-23'1638,"1"0"0,-13 4 0,9 44 0,1 19-819,5-12 0,2 3 0,0 4 0,1 1-164,0-2 0,2 2 1,0 1-1,0 0 0,2-1-419,0 7 1,0 0-1,2-1 1,4-4-57,3 3 0,3-4 0,7-16-73,13-22 0,4-16-857,-5-13 1,-2-13-1,-4-3 98,-6 2 0,-2-4 0,-3-1 0,1 0 226,1-1 1,1-1 0,-2 0-1,-8 4 246,-8-3 0,-6 2 1,-4 9-1460,-3 8 1,-3 11 1564,-7 16 0,1 11 0,7 9 0,4 4 0,1 19 1</inkml:trace>
  <inkml:trace contextRef="#ctx0" brushRef="#br0" timeOffset="-207310.46">8079 17724 7533,'3'27'1092,"-1"1"0,7 8 0,2 1 546,7 5 0,1-1-2185,-4-8 1,-2-1 0,-4-3 0,-3-5 0,-6-6 0</inkml:trace>
  <inkml:trace contextRef="#ctx0" brushRef="#br0" timeOffset="-206643.46">7726 17364 7533,'-20'6'3276,"12"-5"-1638,30-2 0,13-3 0,-5-2 0,1-2-546,1-1 0,3-2 0,2 0-174,5 1 1,1-1-1,-1 1-1608,-4-1 1,0 0-1,0 1-403,4 1 1,1 1 0,-5 1-547,3 0 1,-11 1-1639,-20 1 2535,-16 5 1,-27 5 0,15 2 0</inkml:trace>
  <inkml:trace contextRef="#ctx0" brushRef="#br0" timeOffset="-206293.46">7990 17290 7533,'-33'23'3276,"4"-8"0,1 9-1823,5-17 526,13-7-270,-31-2-989,2-3-316,12 10 1,1 1 495,-2-3 899,36 8-540,23-19 0,7-6-899,9 3-947,-12-2 0,6-2 0,-6 2 766,9 4-494,0-3 1,4 2-1325,-12 6 1,0 1-1,5-1 1,-1 1-1639,7 3 2457,-32 7 1,-27 11 0,-13 1 0</inkml:trace>
  <inkml:trace contextRef="#ctx0" brushRef="#br0" timeOffset="-206060.46">8061 17327 8072,'-35'5'3276,"7"35"-1638,17 2 0,5 9-819,2-13 0,1 4 0,2 2 0,1 0-24,2 4 1,2 2 0,1 0 0,-1 0-976,-1-3 0,-1 0 0,1-1 1,1-3-541,4 2 0,2-3 1,-2-6-2558,1 12 0,-16-71 3249,5-8 0,2-9 0,-2 2 0,-10-9 0,0-1 0,9 3 0,0 0 1,-1 0-1</inkml:trace>
  <inkml:trace contextRef="#ctx0" brushRef="#br0" timeOffset="-205543.46">8008 17562 7533,'0'-45'3276,"-8"4"0,6 38 0,2 50-2184,0-14 0,1 6 0,0 2-1004,2-3 1,2 2-1,0 1 1,-2-1-629,-2 11 1,-2 0-1,3-5-1099,5 13 1,2-26-158,0-55 1076,1-15 360,-5 6 0,-1-9 1,-1-2-1,1 1-354,0-9 1,-1 1 0,0-1 802,-1 9 1,1-1 0,-1 1 0,0 1 989,2-8 1,-1 2 0,-2 12 2196,-1 15-1638,-3 45 0,-2 22-819,3-14 0,-1 3 0,1 3 0,0 0-369,-1 8 1,1 1 0,-1 1 0,1-1-474,-1-4 1,1-1-1,0-1 1,1-3-308,3 4 0,1-2 0,0-16-1423,-1-19 733,1-28 1,0-25-1,-1-3 200,-2 6 1,0-2 0,0-2 0,0 0 640,-1 1 0,1-1 0,0 2 0,1 1 838,1-4 1,1 3 0,-1 12 1859,0 15-1215,3 44 0,-2 21-1424,-6-5 0,-3 5 0,0 3-700,2-7 1,2 3 0,-1-1 0,0-1-274,-3 1 1,0-2 0,0 0 586,2 0 1,0 0 0,4-10 0,8-2-1,2 9 1</inkml:trace>
  <inkml:trace contextRef="#ctx0" brushRef="#br0" timeOffset="-205293.46">8467 17823 7533,'-12'-30'3276,"30"3"-1638,13 14 0,8 2-1229,-7 2 1,3 2-1,-2-1 1,10-1-1,-2-1 1,-3-3 0,-1 1-1</inkml:trace>
  <inkml:trace contextRef="#ctx0" brushRef="#br0" timeOffset="-204843.46">9031 17414 7533,'-25'-21'3276,"5"21"-1638,-2 30 0,3 16-546,11-5 0,4 4 0,2 3-1133,0-7 1,0 1 0,2 1-1,4-1 153,3-4 1,3 1 0,2-2-1,4-7-157,18 11 0,5-20-105,-10-27 0,2-12 1,-3-6-91,0-12 0,-4-8 0,-4-4 217,-3 3 1,-2-2-1,-3-2 1,-3 1 112,-3 5 0,-2 0 0,-2 2 0,-4 1 239,-3-4 1,-5 2 0,-2 6-240,-5 3 0,-5 12-1366,-11 20 0,-1 13 1276,9 14 0,3 5 0,-2-4 0,3 2 0,4 6 0,0 0 0</inkml:trace>
  <inkml:trace contextRef="#ctx0" brushRef="#br0" timeOffset="-204676.46">9102 17674 15088,'21'30'1092,"1"1"0,0 0 0,1 1-2731,0-2 1,-1-2 1512,-4-6 0,-1-2 1,9 4-1,-9-12 1</inkml:trace>
  <inkml:trace contextRef="#ctx0" brushRef="#br0" timeOffset="-204360.46">9472 17129 7533,'16'-25'3276,"11"11"-1638,-4 21 0,-1 8 0,3 17 0,-5 11-546,-5-2 0,-4 6 0,-1 2-273,-3-7 0,-2 2 0,-1 1 0,-3 1-903,-3 2 0,-2 2 0,-4 0 0,-1 0-572,-1-10 1,-2 2-1,-1-2 1,-1-1 0,0-2 290,-5 10 1,-1-4 0,-2-1 0,-4 1 0,-3-1 0,2-6 0,4-7 0,1-1 0</inkml:trace>
  <inkml:trace contextRef="#ctx0" brushRef="#br0" timeOffset="-203276.46">9948 17649 7533,'-9'-18'3276,"24"-12"-1638,9 15 0,5 3-1047,11-5 1,2 3-592,0 7 0,-1 2 0,-9 2 0,-3 1 0,4 2 0</inkml:trace>
  <inkml:trace contextRef="#ctx0" brushRef="#br0" timeOffset="-203126.46">10019 17748 7533,'-20'13'3276,"36"-6"-1638,20-3 0,6-3-1434,-6 0 0,1-2 0,-4-1 0,2-2 0,-3-1 1,-6-2-1,1 0 0</inkml:trace>
  <inkml:trace contextRef="#ctx0" brushRef="#br0" timeOffset="-202893.46">10601 17562 7533,'-20'-7'3276,"28"-3"-1638,15 5 0,7 3-1170,7-4 0,1-1 0,-2 1 0,0 0 0,-6 0 0,-1 0 0</inkml:trace>
  <inkml:trace contextRef="#ctx0" brushRef="#br0" timeOffset="-202077.46">11359 17216 7713,'-33'-21'3276,"-12"26"-1638,17 19 0,1 8-822,-1 2 1,3 4-637,5 6 0,5-1 44,7-8 1,6-2 0,8-2 0,6-2-45,12 2 0,5 0-135,-1 3 0,1 1-180,0 1 0,-6 2 135,-9-3 0,-10-1-180,-12-4 0,-9-3-360,-8-4 1,-5-9-406,-3-17 1,1-9 494,5-6 1,9-6 179,16-12 0,12-3-270,6 7 0,7 6 540,4 5 0,1 6 0,15 9 0,-17 14 0</inkml:trace>
  <inkml:trace contextRef="#ctx0" brushRef="#br0" timeOffset="-181375.46">22454 17538 7533,'-27'-14'2518,"1"-3"-719,-7 11-1439,12-1 359,-8 9 1,1 7-450,4 11-1115,1 5 0,-3 6 1,3 0 1068,5 0 1,2 4 116,1 2 1,-2 8 0,-1 3 0,0-1 0,4-6-252,1-6 0,3-5 0,0 7 209,1-1 1,0 6 0,1 3 0,0 1 0,3-3 0,3-5-482,4 9 0,4-6 0,1 1 272,-3 0 0,1 1 0,8-6 209,11-3 1,8-5 0,2-13-310,-2-19 1,3-12 0,0 1 39,2 8 0,0 0 0,1-8-492,-7-10 1,1-8-1,-1-5 1,-2 1-1,-3 5 72,-3 5 0,-2 3 1,-1-6 155,1-7 0,2-6 0,-1-4 0,-3 1 0,-6 3-528,-6-7 1,-8 1 0,1 2 671,6 3 0,1 0 0,-8 1 139,-9 5 1,-5-1-1,-4 3 1,-2 8-860,-11 9 1,-2 5 539,-3-11 0,-1 8-1304,-5 22 0,4 10 1574,7 2 0,11 2 0,1 1 0,3 4 0</inkml:trace>
  <inkml:trace contextRef="#ctx0" brushRef="#br0" timeOffset="-181192.46">22454 18120 7533,'0'26'1092,"0"0"0,7 3 0,2 1 546,3 14 0,3-1-1088,4-15 0,0 1-730,-7 7 0,-2 4 0,3-2-1459,11 8 1,1-5 1135,-9-11 0,-1-1 0,3 10 0,0-4 0,-3-16 1</inkml:trace>
  <inkml:trace contextRef="#ctx0" brushRef="#br0" timeOffset="-180725.46">22807 17216 7533,'-10'-21'3276,"2"15"-2774,8 20 352,0 22 1,0 8-766,0-6 1,0 1-252,0 6 1,0 0 71,0-5 0,0-6-360,0-12 372,0 1-327,14-38 1,4-14-91,-3-3 0,1-3 555,1 5 0,1-2 0,0 3 749,4-9 1,-1 14 180,-1 29-721,-5 42-1753,-13-7 0,-4 2-155,2-6 1,0-2 1134,8 10 1,2-17 0,8-20 0</inkml:trace>
  <inkml:trace contextRef="#ctx0" brushRef="#br0" timeOffset="-180425.46">23160 17352 9691,'16'24'3276,"3"-10"-4419,7-15 0,-1-9-1735,-1-34 2248,-12 7 0,-9-2 1664,-15 5 1,-11 8 603,-11 15 0,-3 14 0,2 25 0,4 14-944,7-5 1,3 6-1,5 0-1431,6-3 1,4 2-1,4-3 557,4 3 1,6-4-1460,4-9 1,4-7 147,19-13-148,-5-2 1,-1-3 1232,-4-11 0,3 0 0,-1-4 0,-7-8 0</inkml:trace>
  <inkml:trace contextRef="#ctx0" brushRef="#br0" timeOffset="-180074.46">23389 17364 7533,'-8'-25'3276,"6"12"0,-5 23 0,7 35-5189,7-3-1364,11 0 0,17-75 3175,-5 5 2800,-5-3 578,-25 73-2171,-1-14 1,0 2-926,-1 5 0,4-2 0,24 1-90,-5-49 0,3-13-540,1-3 0,-3-5-643,-8-2 1,-2-4 0,-3 2 634,1-4 0,-4 3 0,-5 6 0,-2 6 0,1 11 0</inkml:trace>
  <inkml:trace contextRef="#ctx0" brushRef="#br0" timeOffset="-179187.46">23777 18021 7533,'-27'-6'3276,"1"5"0,24 1 0,4 7-1638,20 1 0,13-4-580,5-2 1,5-2 0,-1 0-1555,-9 2 1,-1 0-1,3-2 729,2-3 1,4-2 0,2-2 0,-1 1 0,-3-1-482,-2 2 1,-3 0 0,1-1 0,0 0-573,6-1 1,1-2 0,0 1 0,-3 1 502,4 0 0,-3 0 0,-5 3-1024,-5 0 0,-5 2-1268,-4 2-539,-29 0 3148,12 0 0,-29 0 0,3 0 0</inkml:trace>
  <inkml:trace contextRef="#ctx0" brushRef="#br0" timeOffset="-178825.46">24218 17624 7533,'-10'-13'3276,"-5"18"0,-11 32-3032,9-11 1,-4 3 0,-2 2-1338,-7 5 1,-5 1 0,2-2 724,7-5 0,1-1 0,-2-1 158,-9 6 0,-4 0 1,2-5 1487,0-7 1,2-3-1099,2 4 0,1-2 1415,2-7 0,13-4 1554,42-5 89,23 1-2879,-13-1 1,4 2-1429,4 1 0,4 2 0,0 2-24,0 4 1,1 1 0,-1 0 774,-2-3 1,1-1 0,-3 1 0,-3 2 0,-2 0 0,-5-1 0,11 10 0</inkml:trace>
  <inkml:trace contextRef="#ctx0" brushRef="#br0" timeOffset="-177058.46">25365 17488 7533,'-8'-37'1889,"6"5"-540,-2 6 0,0 0 900,-4-10-1889,6-7 809,-21 42-989,9 25 0,4 17 0,-2-3 44,-3-1 1,-1 2-227,4-2 0,-3 6 0,1 3 1,1 1-1,2-2 541,4 1 1,1 0 0,2-2 0,-2 0-1119,-2-4 1,-2 0 0,1-1 0,3-1 728,0 13 0,2 0 0,6-10 570,13 2-269,11-25 1,7-10-662,1-17 0,4-11 1,-2 1 209,10 3 0,-2-7-768,-11-7 0,0-9 0,-2-4 0,-6 0 430,-10 5 1,-4-2 0,-3 0 0,-1-1-483,0-2 1,-2-3 0,-1 2 0,-1 1 502,2-4 0,-2 2 0,-9 5-313,-22-6 1,-8 19-1010,12 34 1,-1 7 1494,-4-12 0,3 2 1,6 15-1,7 2 0,5-1 1</inkml:trace>
  <inkml:trace contextRef="#ctx0" brushRef="#br0" timeOffset="-176891.46">25453 17835 7533,'-5'27'1092,"0"-1"0,3 5 0,4 1 546,5-2 0,4 2-584,3-4 0,4 2 0,1 0-2147,-1-1 1,1 0 0,1-3 545,7 4 1,0-3 0,-5-9 0,-2-3 0,-3-9 0</inkml:trace>
  <inkml:trace contextRef="#ctx0" brushRef="#br0" timeOffset="-170925.46">26176 17959 7533,'-10'7'3276,"-5"4"0,28-4 0,15-11-1638,12-4 0,6-3 0,0-5 0,2-2-2105,-9 7 1,0 0 0,-3 2 0,-6 1 0,-3 3 0,12 7 0</inkml:trace>
  <inkml:trace contextRef="#ctx0" brushRef="#br0" timeOffset="-170241.46">27040 17526 7533,'0'-27'3058,"0"-2"-180,8 10-899,26 5-990,-5 16 1,4 7-421,-5 6 1,0 6 0,-1 4-620,2 8 1,-1 5 0,-5 4 206,-7-4 1,-3 4-1,-3 2 1,-4 0-1,-3 1 1,-4 1-1,-2 0 1,-4 0-226,-2-1 1,-3 0-1,-3-1 1,-4-3-248,-1-6 0,-5-1 0,-1-4 1,-1-4 67,-5 0 1,-3-6 0,2-9-249,-7-14 1,8-14 1798,20-15 0,14-7 90,19-3 1,13 5-1425,-4 15 0,4 5 0,2 6-1063,4 13 1,2 8 0,-1 2 1083,-3 0 1,-2 3 0,-2 2 0,-5 3 0,-3 2 0,0-2 0,3 1 0,0-1 0</inkml:trace>
  <inkml:trace contextRef="#ctx0" brushRef="#br0" timeOffset="-169024.46">27781 17352 9062,'28'-14'1638,"-5"7"0,3 3-1342,8 0 0,2 2-296,-6 2 0,1-1-405,19-1 0,-2-1 405,1-3 0,-18 3 0,-1-1 0,13-8 0</inkml:trace>
  <inkml:trace contextRef="#ctx0" brushRef="#br0" timeOffset="-168774.46">27993 17364 7533,'-18'23'1638,"1"0"0,-3 3-546,11 3 0,1 9 0,2 2-2165,1 8 1,3 3-1,-1-1 1073,-3-6 0,-1-1 0,2 5 54,3-5 0,1 5 0,0 2 0,2-3 0,0-5-383,1-4 0,2-3 0,0-1 329,0 8 0,1 0 0,6-5 583,10 0 1,7-10-1754,1-17 1,4-5 1169,8 2 0,1-3 0,-5-6 0,-2-3 0,-6-1 0,1 0 0</inkml:trace>
  <inkml:trace contextRef="#ctx0" brushRef="#br1" timeOffset="-165391.46">10742 18058 9909,'-18'-1'1328,"1"8"783,7 34-1338,14-13 1,8 2-66,13 7 0,10-4-405,-3-13 1,5-3 0,2-3-475,-3-4 1,1-1 0,2-3 0,0-2 205,3-3 1,0-4 0,1-2 0,-1 1-227,-1 0 1,-1 0-1,1-1 1,-3-3-206,9-5 1,-2-3 0,-3-3 165,-7 1 0,-3-2 1,-3-4 198,-5-5 0,-4-4 0,-4-3 150,-3-5 1,-4-3 0,-3-2-387,-3 6 0,-2-2 0,-2-1 0,-2 1 166,-3-4 1,-2 0 0,-2 1 0,-1 0 119,-2 0 1,-2 1-1,-2 0 1,-1 2 16,-2 3 1,-2 1 0,-1 1 0,0 2 203,-6-5 1,-1 3-1,-1 3 185,-3 6 1,-1 3 0,0 3-195,2 5 1,1 3-1,-1 3-93,-16 0 0,0 9-99,12 7 0,-1 5 0,1 4 21,-2 5 0,0 4 0,1 4-105,6-2 1,1 3 0,0 1 0,0 2 224,-2 2 0,1 2 0,1 2 0,3 1 157,4 4 0,3 3 0,2 0 1,1 1-623,3-3 0,1 1 0,2-1 0,2-1 375,1 5 0,2-1 0,8 1-180,5 0 0,5 2 0,6-1 0,3-3-730,6-7 1,6-3 0,1-1 0,0 1 521,-3 1 0,-1 1 0,1-1 0,2-2 0,7-2 0,2-1 0,0-3 0,-3-4 1,6-2-1,0 0 0</inkml:trace>
  <inkml:trace contextRef="#ctx0" brushRef="#br0" timeOffset="-164524.46">28328 17897 7533,'-35'-7'3276,"7"7"0,3 7-1013,23 0-1184,20-7-315,5-2 1,6-3-765,14-6 0,3-1-1050,-11 6 1,3 2 0,-4-1 814,6-4 1,-3 0 0,-2 3-1,-5 1 1,-13-2 0</inkml:trace>
  <inkml:trace contextRef="#ctx0" brushRef="#br0" timeOffset="-163891.46">29122 17414 7533,'-26'-25'3276,"-1"6"0,-8 17-2370,5 21 1,1 9-952,7 9 0,3 5-69,0-5 0,0 4 1,6-1-7,8-2 0,5 0 0,3-1 38,3 11 0,7-2 142,5-10 0,4 0 0,-1-2 165,0 3 0,-1 0-75,-3-5 0,-1 1 0,-8-2 29,-11 2 1,-9-2-540,-8-2 1,-5-3-271,-2-7 0,-3-7-359,-11-5 0,5-12 359,13-27 792,20 7 1,8-2-298,14-5 0,9 2-405,10 6 1,2 4 539,-7 4 0,-1 2 0,-1 1 0,-1 2 0,13-8 0</inkml:trace>
  <inkml:trace contextRef="#ctx0" brushRef="#br0" timeOffset="-162958.46">29333 17265 7533,'-17'0'2968,"7"0"308,2 0-2414,24 6 577,11 0-810,18 1-494,-14-4 0,-1 0-135,17-3 45,-20-3 0,-3 0-405,4 2 91,-3 1 269,-15 7 719,-10 16-269,-10 14-450,0-8 0,6-1 0,0 1 0,-3 11-135,5 3 0,2 3 135,-4-15 0,0 2-175,3 4 1,1 4-1,1 2 295,-1 2 0,0 2 0,0-3-391,0-8 0,0-1 0,0 2 473,0 1 0,0 4 1,1 0-1,-2-5 563,-2 13 0,-2-3-136,-3-12 1,-1 0 0,0-2-630,5 7 0,-5-6 179,-12-8 1,-5-6-1819,0-9 1,-1-3 803,-2 2 0,-1-1 664,-5 0 0,1 0 0,-9 9 0,8 1 1</inkml:trace>
  <inkml:trace contextRef="#ctx0" brushRef="#br0" timeOffset="-161124.46">30145 17897 7533,'-35'-18'3276,"15"4"0,4 2 0,16 1-1141,32 4-3080,-7 1 1,5 0-695,17-1 1,4 1 1169,-17 4 1,0 0 0,-3 0 0,4-1 0,-5 0 0,9 3 0</inkml:trace>
  <inkml:trace contextRef="#ctx0" brushRef="#br0" timeOffset="-160958.46">30198 18133 7533,'-33'13'1638,"1"0"0,28 5 0,32-29 0,17-12-1539,-9 11 0,5-1 1,2-1-1,-3 0 1,4-6-1,-2 0 1,0-1-1,2 2 0,-1 0 1,1-1-1</inkml:trace>
  <inkml:trace contextRef="#ctx0" brushRef="#br0" timeOffset="-160491.46">31044 17315 7533,'-43'-13'2338,"6"39"-1709,21-2 1,1 7 0,3 5-396,4-1 0,2 4 0,1 3 0,1 1 0,0 2-566,-2 1 1,1 2-1,-1 1 1,2 1-1,0-1 1,3 0 525,2-4 1,0 0 0,2-1 0,1 0 0,2-1 0,1-3 165,2 16 0,1 0 0,4-8 0,7-19 117,10-22 0,4-13 1,-1-10-456,-2-10 1,-1-12-1,-3-6 1,-3-2-53,-8 6 0,-2-2 0,-3-3 0,-1-1 0,-1-1 0,0 1-246,-2-1 0,1-1 0,-2 0 0,-2 0 0,-2 1 0,-2 1-84,-3-2 0,-3 0 0,-3 2 0,-1 2 1,-2 4-121,-7-11 0,-3 5 1,-5 14-1160,-14 14 1,0 18 1540,10 19 1,5 10 0,5 3 0,6 2-1,10-1 1,1-1 0</inkml:trace>
  <inkml:trace contextRef="#ctx0" brushRef="#br0" timeOffset="-160308.46">31080 17736 7533,'-5'30'1092,"0"1"0,10 2 0,6 2 0,-1-3 0,3 1 0,1 0-448,3 1 1,2 0 0,0 0-1725,0 4 1,2 0 0,-1-2 1079,1-7 0,0-2 0,-2-1 0,1 4 0,-1-5 0,2-10 0,0 0 0</inkml:trace>
  <inkml:trace contextRef="#ctx0" brushRef="#br0" timeOffset="-159974.46">31627 17823 7533,'-38'-6'3276,"21"5"-1638,34-7 0,15-1 0,7 3 0,6-1-2246,-4-4 1,2-1-1,-2-1-485,-6 0 1,-1 0 0,-3 0 436,7-2 1,-7-3-1,-6-16 1,-17 14 0</inkml:trace>
  <inkml:trace contextRef="#ctx0" brushRef="#br0" timeOffset="-159824.46">31838 17426 7533,'-10'36'819,"1"0"0,0-4 0,1 3 0,1 1 273,3 4 0,1 1 0,0 2-1551,0-3 1,1 2 0,-1 0 0,1 1 458,1 0 0,1 1 0,0-1 0,1-3 0,2 1 0,0-3 0,1-4 0,5 1 0,0-1 0</inkml:trace>
  <inkml:trace contextRef="#ctx0" brushRef="#br0" timeOffset="-158941.46">32332 17377 7533,'0'-25'3276,"-8"5"-1335,14 19-322,27 26-1035,-5 0 1,1 7-255,-4-3 0,0 4 0,-2 2-547,-2 7 1,-3 4 0,-4 3 351,-7-7 0,-4 4 0,-2 0 0,-2 0-224,-3 1 0,-2 1 0,-2 0 0,-2-1 111,-1 0 0,-1 0 1,-3-2-1,-2-4-472,-6 4 1,-4-4-1,-1-7-585,-9 0 1,1-18 539,6-33 1,5-15 554,12 3 0,5-5 0,4-2 539,5-2 1,6-2 0,3 3 492,2 3 0,3 2 0,3 7 546,7 5 0,5 8-872,8 10 1,0 11-498,-5 15 1,-1 7-600,-4-5 0,2 1 1,-2 3-764,-6 1 1,-1 2 0,1-2 917,3-6 1,2-2 0,-3-1-1,-4 4 1,-1-5 0,22-3 0</inkml:trace>
  <inkml:trace contextRef="#ctx0" brushRef="#br0" timeOffset="-158624.46">32844 17922 7533,'-45'-6'3276,"17"0"0,28-13-743,4 11-5810,27-3 3196,-19 11 1,14-5 0,-9-2 0</inkml:trace>
  <inkml:trace contextRef="#ctx0" brushRef="#br0" timeOffset="-157340.46">33373 17352 7533,'0'-20'1619,"0"-9"1529,-16 9-989,-3-5-1799,-1 13 629,-19 12-809,24 20 0,0 5-225,-7-12 0,-1 2 45,7 12 0,2 8 0,1-1 90,-2 6 0,3-1-90,1-2 0,4 0-45,4 7 0,6-3-135,8-11 0,4-3 180,-1-3 0,1 0-45,5 10 0,3 1 0,3-7 0,-1 0 45,-8-2 0,-3 2 0,5 12 0,-4 1 315,-8-3 0,-6 0 134,-12 5 1,-2-2-405,8-10 0,-4-4-180,-9-3 0,-5-9-674,-12-25-630,5-26 764,16 11 0,3-4 810,4-5 0,6-1 45,11 4 0,4 2-180,-1-4-225,10 17 0,3 3 225,12 0 0,7 7 0,-2 0 0</inkml:trace>
  <inkml:trace contextRef="#ctx0" brushRef="#br0" timeOffset="-92824.46">1482 17984 7533,'-28'-15'599,"1"0"1,3 2 0,5-1 929,9-16-450,28 16-450,6 9 1,4 5-135,5 7 0,7 4-950,-1-3 1,7 2-1,5 0 1,-2 0-1,-5 0 575,0 1 0,-4-1 0,8 1-30,-12-5 0,7 1 0,3 1 0,3-1 0,-1 0 0,-1-1 0,-5-1 0,-5 0-129,10-1 1,-7-2-1,7 0 193,-7 0 0,6 0 0,4 0 1,1 0-1,0-1 0,-5 1 1,-5-2-95,8-1 0,-6-1 0,6-1 68,-9 2 1,6-2-1,2 1 1,3-1-1,-2 0 1,-4 1-1,-4-1-38,10-2 0,-6 0 0,6-1 89,-8 2 1,5-1 0,3 0 0,0 0 0,-2 0 0,-3 1-68,2-1 1,-3 2-1,-2 0 1,1-1-68,-1 1 0,1 0 0,-1 0 0,-1 0-158,4 1 1,0 0 0,-2 1-1,-9 0-1596,14 1 70,1-1 1,-4 2-1639,-24 5 3251,3-4 1,-17 9-1,-8-5 1</inkml:trace>
  <inkml:trace contextRef="#ctx0" brushRef="#br0" timeOffset="-91337.46">1094 18145 7533,'0'-14'2248,"0"3"-629,0 17-1439,-8 6 585,3 11 0,0 6-271,-10 10 1,-3 5-1167,3 1 1,-1 5 0,2-3 701,3-13 0,1-3 0,-1 2 60,-5 10 0,-1 2 0,3-8 254,2 6-974,10-22-270,13-47 1,6-20 179,-2 14 1,3-4-1,1-1 1,-1 0 610,-1-1 0,-1-1 0,1 1 0,0 1 498,6-5 1,2 3 0,-4 5-390,-7 4 0,-1 14 1259,3 33 379,-14 8 0,-4 5 0,1 3 0,2 1-1469,1-1 1,4-2 190,11 9-360,3-33 0,21-7-360,-19-11 0,1-2 343,24 2 916,-4 22-584,-31 17 0,-6 7-495,-1-1 0,-2 1-152,-3 8 1,0-3-1827,0-1 2158,23 2 0,-1-20 0,21 2 0</inkml:trace>
  <inkml:trace contextRef="#ctx0" brushRef="#br0" timeOffset="-90907.46">1976 18319 7533,'-18'-6'3276,"0"5"-436,8-5-1760,-5 6-361,-11 28-449,8-4 0,-1 3 45,-4 7 0,1 3-136,7 4 1,3-2-90,-4 1-270,16-1 180,23-31-90,-1 10 180,5-11-629,5 4-631,-5 7 631,3 2 179,-5 11 180,-25 4-135,-10-12 0,-5-2-450,-11 0 1,-1-2 494,-7 17-1743,-13-23 2013,38-8 0,-1-16 0,2-3 0</inkml:trace>
  <inkml:trace contextRef="#ctx0" brushRef="#br0" timeOffset="-90340.46">2152 18430 12120,'27'-13'449,"1"0"1,2-3 0,-1 3-899,8 5-406,-11 0 1,-1-1 854,4 2 0,5 0 0,-17-9 0,1 2 0</inkml:trace>
  <inkml:trace contextRef="#ctx0" brushRef="#br0" timeOffset="-90124.46">2311 18294 7533,'-18'18'1092,"0"1"0,0-2 0,1 3 546,-2 15 0,3 6-734,7-9 0,2 2 0,3 2-1121,4 4 1,2 2 0,4-2-174,3 0 0,3-1 1,4-6-839,13-1 1,5-8 13,2-8 0,-1-10 1214,4-23 0,0-4 0,-29-10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6:14:36.526"/>
    </inkml:context>
    <inkml:brush xml:id="br0">
      <inkml:brushProperty name="width" value="0.09071" units="cm"/>
      <inkml:brushProperty name="height" value="0.09071" units="cm"/>
      <inkml:brushProperty name="color" value="#002060"/>
    </inkml:brush>
  </inkml:definitions>
  <inkml:trace contextRef="#ctx0" brushRef="#br0">5680 16781 7533,'-10'-19'3276,"2"7"0,8 34 0,-8 23-2184,-3-9 0,-5 6 0,2 0-363,3 1 0,1 0 0,-2 2-695,-4-5 1,-2 1 0,-1 0 0,5-2 145,5 1 0,3-3 0,0 0 209,-3 2 1,0 0 0,3-5 1075,6 15-26,0-2-989,8-36-450,10-11 0,9-11 0,16-8 0,-21 4 0,1-1 322,3 2 1,1 1-413,11-2 0,1 1-1549,-6 9 1,0 2-1,7-3 1,-1 1-1,-11 6 1,-4-2 818,4-10 1,-12-8 0,-16-13 0</inkml:trace>
  <inkml:trace contextRef="#ctx0" brushRef="#br0" timeOffset="401">5768 16769 9242,'-10'-7'3276,"-6"2"-2505,7 16 398,-3 18 1,-2 5-810,1-9 0,-1 4-181,0 7 1,-1 10 0,-1 1 0,2-4-198,0-2 1,1-3-1,-1 3 265,-1-2 1,-1 3-1,0 0 1,4-5 291,-2 9 1,8-6-104,22 7-1515,31-34-560,-4-12 1,2-2 1479,-11-3 1,-1 1-1,-2 1 1,-3 2 0,-3 2-1</inkml:trace>
  <inkml:trace contextRef="#ctx0" brushRef="#br0" timeOffset="2017">3775 17364 9152,'-18'-5'3276,"8"3"0,18-3-2362,27-1-2553,-8 3 1,1-1 1483,0-1 1,-1-2 0,16-5 0,-17-1 0</inkml:trace>
  <inkml:trace contextRef="#ctx0" brushRef="#br0" timeOffset="2150">3775 17501 8342,'-30'13'3276,"-1"-1"0,45-12-4915,9-8 1,5-1 1324,1 4 0,2 0 1,9-6-1,-1-1 1,-14 6-1,1-1 1</inkml:trace>
  <inkml:trace contextRef="#ctx0" brushRef="#br0" timeOffset="2517">4269 16980 7982,'17'-32'3276,"-7"13"0,6 19 0,-14 25-2973,-1 5 0,-2 6-303,-9 9 0,-6 5-235,3-10 0,-2 4 0,-2 1 0,1-5 744,-1-2 1,0-3 0,0 1 92,-1 9 1,-1 0 0,6-8-693,5-5-180,33-9-1369,8-18 1,3-3 982,9 3 1,-11-3-1,-3 2 1,-14 2 0</inkml:trace>
  <inkml:trace contextRef="#ctx0" brushRef="#br0" timeOffset="4783">2328 16497 7533,'-27'-25'2158,"1"-6"-89,9 5-450,15 35-989,5 27 0,4 17-563,-3-12 0,2 6 1,-1 2-1,-1 3-409,-1-9 0,-1 4 1,-1 0-1,1 2 0,-1-1 1,0 0 431,0 0 0,1 0 0,-1 1 0,0-1 0,0-1 0,-1-1-360,-1 5 0,-1-1 0,-1 0 0,2-3 0,0-2-423,2-2 0,0-1 0,1-3 0,2-5 693,3 8 0,4-9 0,8-10 0,7-31 0</inkml:trace>
  <inkml:trace contextRef="#ctx0" brushRef="#br0" timeOffset="5383">2258 16471 7533,'-8'-31'3276,"37"1"-1638,6 14 0,9 1-1343,-6 3 1,6-2 0,3 1 0,0-1-832,-2 1 0,1 0 0,2 0 0,0 0 0,0 0 566,-5 1 0,0 0 0,1 0 0,-1 0 0,1 0 0,-2 2-102,5-2 0,0 2 0,-1 0 0,-1 0 0,-1 2-22,2 0 1,-1 2 0,-1 0 0,-2 3 33,6 1 0,-1 3 0,-3 0 322,7-1 1,-4 1-263,-6 4 0,-4 1 180,-9-3 0,-3 1-540,10 14 1105,-9 1-745,-8 12 1424,-16 6-975,-2-9 1,-2 4-330,-5 1 0,-3 2 0,1 1-270,2 2 0,1 1 0,-1 1-115,1 4 1,1 1 0,-1 2 219,0-6 0,1 0 0,-1 2 0,-1-1-428,1-2 1,-1 0-1,0 0 1,0 1 494,0 5 1,-1 1-1,1 0 1,-1 0-46,0 0 1,0 1-1,-1-1 1,1 0-206,1-3 1,1 1 0,0-2-1,0 0-102,-1 7 0,1-1 1,-1-1-1,-1 0 0,0-1 0,-1-4-1309,-4 3 1,0-4 1448,4-11 0,-1-4 0,-16 13 0,8-28 0</inkml:trace>
  <inkml:trace contextRef="#ctx0" brushRef="#br0" timeOffset="5700">2522 18021 7533,'-27'0'1638,"-1"0"0,1 0 1638,68 6-2184,-4-6 0,8-2 0,5-1-1284,-8 0 1,3-1 0,3-2-1,0 1 1,0 0-223,-2 1 0,1-1 1,0 0-1,-1 1 0,1-1-242,1-1 1,1-1-1,0 1 1,-3-1 0,-5 2 186,2 1 1,-4 0 0,-3 1 0,5 3 0,-8 0 0,-7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40:22.23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0070C0"/>
    </inkml:brush>
    <inkml:brush xml:id="br3">
      <inkml:brushProperty name="width" value="0.12095" units="cm"/>
      <inkml:brushProperty name="height" value="0.12095" units="cm"/>
      <inkml:brushProperty name="color" value="#0070C0"/>
    </inkml:brush>
  </inkml:definitions>
  <inkml:trace contextRef="#ctx0" brushRef="#br0">21572 1214 7533,'-23'-44'929,"-1"0"1,6 4-1,3 8 960,7 19-450,8 50-720,-1 8 1,-6 10-540,-2-17 0,-4 5 0,-1 3 0,-1 0 0,2-3-1000,1 1 1,2-2 0,-1 1 0,-3 3 760,-1-9 0,-3 4 0,-2 2 0,-1 0 0,0-2 0,2-4 0,1-4 89,-3 5 0,1-5 0,-1 2 129,0 0 1,-1 5-1,-1 0 1,0-2 0,4-6-70,-14 11 0,17-16-1799,28-27 1205,4-17 0,6-16 0,5-10 1,2-3-1,0 3 88,-2 8 0,2 0 0,1-2 0,2 0 1,-1-1-1,1 1 0,-1 0 557,-1-1 0,1-2 1,-1 0-1,1 1 1,-1 1-1,0 3 1,-1 3 240,13-9 0,-1 0 0,-1 10 1,-8 19 1092,-2 25 1,-9 14-697,-12 5 1,-7 7 0,1 2-571,-1 2 1,1 1 0,8-5-270,8-8 0,8-5 0,3-7-450,4-11 1,4-9-1,2-1-120,5-1 1,2-2-1,-4 5 225,7 10 1,-10 13 1055,-22 9 0,-8 9 0,-5 2-1168,-4-3 0,-5 2 0,-1 1 0,2 0-303,0-1 1,0 1 0,2-2 0,4-4 810,7 12 1,7-10-1,24-12 1,-11-37-1,-1 0 1</inkml:trace>
  <inkml:trace contextRef="#ctx0" brushRef="#br0" timeOffset="167">22701 1524 0,'8'-24'3276,"2"38"-1638,-4 16 0,-2 12-819,-1-4 0,-1 5 0,0 3 0,-1 1-854,-3 0 0,-1 2 0,-1 1 0,0 1 0,1-1-367,2-1 0,0 1 1,1 0-1,0-2 0,-2-2 402,-2 3 0,-1-2 0,0-2 0,3-5 0,4 10 0,4-12 0,4-16 0</inkml:trace>
  <inkml:trace contextRef="#ctx0" brushRef="#br0" timeOffset="417">22860 1500 7533,'20'-31'1092,"-1"0"0,10 3 0,7 5 0,0 10 0,4 6 0,0 6-752,-2 8 0,-1 7 1,-3 7-341,-1 8 0,-5 8 0,-8 4-798,-13-2 1,-6 5-1,-4 1 1,0-4 797,0 3 0,-1-2 0,-7 0 44,-7 1 1,-6 2 0,-3-2 0,-2-3-83,0-8 1,-2-4 0,-1 0 0,0 1-783,1 5 1,0 1 0,-1-1 0,1-2 477,-9 2 1,1-3 0,4-2-1,7-1 1,7-5 0,14-11 0</inkml:trace>
  <inkml:trace contextRef="#ctx0" brushRef="#br0" timeOffset="667">23707 1413 7533,'-20'36'1092,"11"-3"0,1 9 0,2 5-546,2-7 0,1 4 0,0 3 0,1 2 0,-1 1 0,0-1-489,-1-4 0,-1 1 1,0 0-1,-1 1 1,1 0-1,0 0 1,0 0-527,0-1 1,2 1 0,-1 0 0,1 0 0,-1-1 0,-1-2 0,-1-2-188,-3 4 1,-1-1-1,-2-3 1,2-3 0,2-3-1,3 16 1,-3-13-1,-24-17 1,22-36 0</inkml:trace>
  <inkml:trace contextRef="#ctx0" brushRef="#br0" timeOffset="917">23707 1351 7533,'28'-32'1092,"1"1"0,9 5 0,6 7 0,-5 13 0,4 6 0,0 5-302,3 6 0,0 6 0,-4 5-760,-7 3 0,-4 5 0,-5 4 0,-6 8 0,-6 3 0,-5-2-30,-6 2 0,-10-2-279,-10-3 1,-9 2 0,-6-4 165,3-11 1,-5-2-1,-3-1 1,-2 0-435,6-2 1,-2 0 0,-2 0 0,0-1 0,0 0 0,1-1 378,-3 1 1,0-2 0,1 0 0,1-2 0,0 0 0,-6 1 0,0 0 0,3-3 0,5-5 0,1-7 0,1 0 0</inkml:trace>
  <inkml:trace contextRef="#ctx0" brushRef="#br0" timeOffset="1834">25400 1512 7533,'-35'-26'1638,"0"23"0,-5 10-546,6 6 0,-2 7 0,-2 2-915,5-1 1,-2 1 0,0 2 0,1 0 271,1 2 1,0 1 0,1 0 0,5 1-180,0 0 0,3 1 0,12 0 239,17 11 0,16-2-599,6-14 0,8-2 0,3 0-675,-4 1 1,2 0-1,1 0 1,1 1-56,2 0 1,1 0 0,0 0 0,-5-1 350,-2-1 1,-3 0 0,-2 0 0,15 8 0,-7-4 0,-10-6 0</inkml:trace>
  <inkml:trace contextRef="#ctx0" brushRef="#br0" timeOffset="2151">26441 1178 7533,'-36'-24'1638,"9"16"0,-4 6 0,-12 9 0,-3 8-546,10 5 0,-1 6 0,1 4-1874,2 3 0,-1 6 0,2 0 1,3-1 811,2-1 0,3-1 0,2 2-255,4-2 0,0 1 0,3 0 0,5-3 167,7 5 0,6-1-122,7 9 0,8 0 270,3-16 0,5 0 0,0-1 90,0-2 0,1-1 0,0-1-120,1-1 0,-1-1 0,-9 2-15,-13 12 0,-14 2-975,-5-10 1,-8-1-1,-3-1 737,-6 0 0,-4-2 0,2-2 0,-9 7 0,4-5 1,10-13-1,1 1 0</inkml:trace>
  <inkml:trace contextRef="#ctx0" brushRef="#br0" timeOffset="2317">26741 2045 7533,'-18'24'819,"0"-1"0,-7 1 0,-4 3 0,1 2 273,2 7 0,1 3 0,-2 0-1169,1-8 0,-3 0 0,2-1 1,3-1 76,3 2 0,3-1 0,2-3 0,-3 2 0,7-5 0,12-6 0</inkml:trace>
  <inkml:trace contextRef="#ctx0" brushRef="#br0" timeOffset="2517">27605 1029 6736,'-30'22'655,"1"0"0,6 2 1,-1 6-1,0 2 0,-1 3 0,0 3 0,-1 3 1,0 3-1,1 1 0,0 2-565,4-7 1,1 2 0,0 1 0,1 1 0,-1-1 0,2 0 0,0-3-379,-2 5 0,1-3 0,1 0 0,1 0 0,1 0-368,2 2 1,1 3-1,1-1 1,2-5 0,2-7-710,3-3 1,1-4 1364,-1 7 0,2-5 0,3-11 0,0-5 0</inkml:trace>
  <inkml:trace contextRef="#ctx0" brushRef="#br0" timeOffset="2667">27446 1277 9781,'-5'29'1092,"0"-1"0,0 14 0,2 3-145,6-11 0,3 1 0,1 2-1767,1 5 1,1 5 0,0 0 0,0-4-274,2 2 1,-1-2 0,1 1 831,-1 0 1,2 2-1,-1-1 1,-3-7-1,-2-5 1,-2-3-1,0 11 1,0 1-1</inkml:trace>
  <inkml:trace contextRef="#ctx0" brushRef="#br0" timeOffset="2816">27305 1896 7533,'-10'-13'3276,"2"-4"-1155,40 16-2121,5-4 0,4-1 0,-5 2 0,1 1 0,-4-1 0,0-1 0,1 1 0</inkml:trace>
  <inkml:trace contextRef="#ctx0" brushRef="#br0" timeOffset="2967">28046 2206 7533,'-10'42'1638,"-1"-13"0,-1 4 0,3 5 0,-2 1-1096,-10 0 0,-1-3 0,7-9 0,0-4 0,-18 6 0</inkml:trace>
  <inkml:trace contextRef="#ctx0" brushRef="#br0" timeOffset="3234">28928 1128 7533,'-22'-3'1638,"13"25"0,5 14-819,1-3 0,2 6 0,0 4 0,0 2-501,-2-5 0,1 4 0,-1 2 1,-1 0-1,0-1 0,0-2-246,-1 1 0,-1-3 0,0 0 0,0 1 0,0 2-12,0 3 0,0 3 0,0 1 0,1 0 0,-1-3 0,1-4-880,0 0 1,1-4 0,-1-2 0,2 1 761,0-1 1,1 0 0,0 0 0,-1-2-1036,-2 10 1,-1-1 0,1-12 323,3-15-1839,-13 4 719,13-40 1889,-2-12 0,0-5 0,3 2 0,2-2 0,-1 0 0,0 1 0,0-1 0</inkml:trace>
  <inkml:trace contextRef="#ctx0" brushRef="#br0" timeOffset="3434">28998 1227 7533,'29'-20'1092,"-1"-1"0,7 8 0,5 2 0,-3 2 0,3 1 0,-2 2 219,5 4 0,-1 5-457,2 8 1,-6 7-495,-17 8 0,-5 3-630,0-5 0,-4 2-823,-8 8 1,-4 6 0,-4-5-142,-7-9 0,-6 1 414,-2 6 1,-4 7 0,-2 0 0,0-4-274,-4-3 1,0-4 0,-1 1-1,-3 8 1,-1 0 0,3-2 1058,-5 2 1,5-6 0,4 0 0,1-2 0</inkml:trace>
  <inkml:trace contextRef="#ctx0" brushRef="#br0" timeOffset="3634">29616 2306 7533,'-10'29'1092,"0"1"0,-9 14 0,-1 2 546,2-4 0,-1 0-2019,-3-2 1,-3 2 0,1-4 380,-1 4 0,1-4-1639,-1 1 1,1-10 1218,6-21 420,1 3 0,-1-16 0,1-2 0</inkml:trace>
  <inkml:trace contextRef="#ctx0" brushRef="#br0" timeOffset="4201">30163 942 9691,'0'40'546,"1"1"0,-1-1 0,-2 0 0,-1 2 0,-3 1 0,0 5-78,-1-10 0,0 3 0,-2 2 0,0 2 0,-1 0 0,0 0 0,1-1-504,0 2 1,-1 1-1,1 1 1,0-1-1,-1 0 1,0-1-1,0-2 36,0 0 0,-1-2 0,1-1 0,-1-1 0,1 1 0,0-1 90,-1 8 0,2 2 0,0-2 0,-1-4 0,0-6-150,-7 7 0,-2-7-750,2-2 1,-3-9 269,-7-13-553,21-38 1,8-22 0,2 2 227,0-2 0,4-4 355,-1 11 0,4-6 1,1-3-1,1-3 1,2 2-1,-1 2 158,0 7 1,0 1-1,1 0 1,1 1-1,0-1 1,1 0 665,2-4 1,1-1 0,0 0 0,1 1 0,-1 1 0,0 3-315,2-5 0,0 2 0,0 4 0,2 5 179,3 7 1,2 5 0,-5 6 1260,0 9 171,9 2 1,-2 2-352,-15 2-631,12 3 1,-1 5-540,-13 17-270,11-3 1389,-20 4 0,-10 4-2109,-20 8 1,-7-1 674,14-5 0,-1 1-290,-9 2 1,-6 1 0,6-4 155,-3 5 1258,1-7 0,3-2-265,13-8 2604,-9 4-2788,23-17 1349,0 4-1440,0-4 1171,15 22-1261,-11-7 1,12 6 0,-1 1-1079,-11 7 843,11-2 1,2 3-1674,-7-3 1,-1 0 892,4-6 1,2-1-874,1 10 0,1-5 360,3-15 1259,5 10 0,-7-31 0,-1 3 0</inkml:trace>
  <inkml:trace contextRef="#ctx0" brushRef="#br0" timeOffset="4500">30815 1624 7533,'20'0'3276,"11"16"0,4 10-1638,1-4 0,7 1-546,-7-6 0,3-1 0,1 0-1007,-3-4 0,2-1 1,0 0-1,-3-1 35,-2 0 0,-2 0 0,0 2 491,13 5 1,0 3 0,-15-1-162,-20 2-271,-10 12 1,-10 1-180,-11-18 0,-9-3-820,-7 6 1,-8 2 0,-3 1 0,5-3 309,8-3 0,2-2 0,-6 2 510,3-2 0,-4 3 0,-5 1 0,-1 1 0,0-1 0,3 0 0,5-2 0,-5 1 0,6-1 0,-1 0 0,-3 1 0,-1 1 0,0 0 0,-1 0 0,1 0 0,0 0 0,0-1 0</inkml:trace>
  <inkml:trace contextRef="#ctx0" brushRef="#br0" timeOffset="43950">15434 5354 8702,'-37'29'819,"26"5"0,5 12 0,2 5 0,-1-5 273,-1-4 0,1-1 0,1 5-1038,2-4 0,1 5 0,2 4 0,-1 0 0,0-1 1,0-5-145,-2 7 0,0-3 0,-1-1 0,2 0-522,0-7 0,1 1 1,0-1-1,0-1 1,1-1-482,0 12 1,2-2 0,1-4 1045,4 1 1,1-10 0,3-12 0,4-19 0</inkml:trace>
  <inkml:trace contextRef="#ctx0" brushRef="#br0" timeOffset="44352">15416 5168 7533,'24'-28'1092,"-1"0"0,-4 7 0,6 4-273,9 6 0,10 5 0,4 3 0,-2-1-100,-3 1 0,0 1 1,2 2-1,2 0-569,-2 0 0,3 1 0,1 1 0,1 0 0,0 1 0,-4 0-418,3 0 0,-2 2 0,-1 0 1,-1 0-1,0 1 358,5 1 0,0-1 0,-2 3 0,-4 3 209,3 5 1,-4 3 0,-8 7 279,-14 4 0,-6 4 0,-2 3-332,1-5 0,0 3 1,-1 1-1,-5 2-265,-5-1 0,-3 2 0,-2 1 0,-2 1 0,1 1-529,1 1 1,-1 1 0,0 1 0,0 0 0,-1-1 0,0-2 295,-1-2 1,-1-2-1,0 0 1,-1 0-1,1 1-235,0 9 0,-1 2 1,1 1-1,-1-3 1,0-4-608,-1 1 1,0-3 0,-1-3-1,-2-4 1,0-1 0,-3-4 858,-7 3 0,-3-11 0,-21-17 0,2-13 0</inkml:trace>
  <inkml:trace contextRef="#ctx0" brushRef="#br0" timeOffset="44550">15505 6643 0,'-28'3'1092,"1"0"0,44 1 0,17-1-273,3-2 0,9-2 0,5-1 0,1 0-273,-9-1 0,2 0 0,1-1 0,1 0 0,2-1 0,1-1-137,-4 1 1,1-2-1,3 1 1,0-2-1,-1 1 1,0-1 0,-2 0-1,-3 1 137,2-2 0,-3 0 0,-1 0 0,-1 0 0,-1 0 0,1 0-1202,7-1 1,0 0-1,-1 0 1,-2 0 0,-6 2 647,1-1 0,-5 1 0,-4 1 1,3 1-1,-5 0 0,12-6 1</inkml:trace>
  <inkml:trace contextRef="#ctx0" brushRef="#br0" timeOffset="66867">18556 5925 7533,'-43'-14'3276,"14"14"-2666,4 4 1,1 6-271,-6 26 110,9-11 0,-1 5-537,5-3 0,0 3 0,0 5 518,2 5 1,1 6 0,0 4 0,0 0 0,1-1-342,0-2 1,0 0 0,1 0 0,1 1 0,1 2-310,2-8 1,1 1-1,-1 2 1,2 0 0,2-1-1,1-1 1,3-2-196,4 3 0,1-1 1,4-1-1,2-3 0,4-3-406,5-1 1,5-2 0,3-4 0,-1-4 657,1-2 1,2-5-1,0-4 1,17-1 0,-4-9-1,-8-11 1</inkml:trace>
  <inkml:trace contextRef="#ctx0" brushRef="#br0" timeOffset="67267">19085 6284 7533,'8'-21'3276,"-6"16"0,6 24-2542,-8 18-690,-11 4 1,-2 1 45,7-15 0,-1 0-636,-10 10 0,-4 5 1,2-7 725,-5 5 224,0 3 1,-1-1 379,6-11-155,1 16-629,34-11-90,13-15 90,-4-3 0,3-1-135,-1-5 0,-1 0 45,-2 1 1,-3 1 268,7 16 271,-28 11-90,-20-6-360,0-11 0,-3 0-1349,-3-2 0,-1-2-181,3-5 1,1-2 1807,-12 11 0,27-24 1,18-8-1</inkml:trace>
  <inkml:trace contextRef="#ctx0" brushRef="#br0" timeOffset="67487">19279 7139 7533,'0'47'3276,"0"-17"0,16 12-5954,27-35 1958,-2-14 540,-14-3 1,-3-5 371,-8-13 0,-6-3-282,-1-8 328,-17 9 1,-7 2-150,-9 9-674,-22 18 0,-6 6 855,5 5-990,4 4 1,4 8-677,23 1 1,5 2 1395,-7 11 0,18 5 0,10-23 0</inkml:trace>
  <inkml:trace contextRef="#ctx0" brushRef="#br0" timeOffset="67667">19738 7288 15538,'-8'14'3276,"-2"8"-2144,-7-8-3651,-9 10 2519,-1 1 0,-1 0 0,3 0 0</inkml:trace>
  <inkml:trace contextRef="#ctx0" brushRef="#br0" timeOffset="68350">20355 6371 7533,'-43'-7'3238,"-2"1"-1259,0 18-675,8 7 0,0 8-615,8 3 1,1 4 0,2 2-1391,2-3 1,2 0 0,0 2 910,-4 5 0,2 1 0,9-2-75,14 4 0,8-6-124,5 4-686,14-21 1,6-12-540,8-28 0,1-17 494,-10 7 0,0-5 1,-1-2 455,-8 6 0,-1-2 0,-1-1 0,-3 2 264,0-4 0,-2 1 0,-4 4 764,1-5 1,-8 15 2511,-20 49-75,5 8-2617,-3 0 1,2 6-202,7-6 0,1 1 1,3-1-789,4 6 0,2 0 225,-3-5 0,0 2 0,6-4-1459,18 8 1,5-6-1,-11-8 1,1-2 1006,1 1 0,1-4 0,16-12 0,-19-6 0</inkml:trace>
  <inkml:trace contextRef="#ctx0" brushRef="#br0" timeOffset="68584">20620 6966 7533,'-19'32'1092,"1"1"0,2-6 0,6-1 2184,18 10-474,19-21-3971,19-15 449,-19-20 1,-2-8 494,-4 4 0,-4-1 90,0-9 0,-9 1 225,-31-9 450,-17 21-270,14 13 0,-2 5-1125,0 10 1,5 4-1215,3 4 2069,12 8 0,26-16 0,9-1 0</inkml:trace>
  <inkml:trace contextRef="#ctx0" brushRef="#br0" timeOffset="69220">21061 7288 11131,'-10'25'1638,"6"5"0,0 3-1631,1-5 0,-2 1 1,-2 8-1,-3 0 1,-4-10-1,0 0 1</inkml:trace>
  <inkml:trace contextRef="#ctx0" brushRef="#br0" timeOffset="82134">21273 6371 7533,'9'-26'1439,"-1"8"180,-8 12-360,8 6-449,2 11-1,3 28 1,-1 8-1343,-6-21 1,0 2 532,2 14 0,1 7 0,-2-3 90,-6-1 0,-1 0 67,2-7 1,1 5-1,-1 0 1,-1-5 111,0 6 1,-2-2-60,1-2 0,-1 1 0,2-22 432,5-44 0,4-22-418,2 11 1,4-6 0,0-1 0,-1 2-495,-3-4 0,-2 1 0,5-2-386,5 3 1,4-6-1,4 1 1,-2 5 0,-4 11-984,-3 11 1,1 4 1512,8-8 1,6-1 0,-6 10-1,1 22 1,5 1 0</inkml:trace>
  <inkml:trace contextRef="#ctx0" brushRef="#br0" timeOffset="82517">21713 6966 7533,'-27'11'1638,"12"13"0,5 4 932,0 1-2255,4 5 0,4-1-45,10-12-90,2 4-90,15-13 180,18-34-270,-4 4-90,-17-15 0,-2-13 0,-3 7 180,5 0 209,-18 3 1,-5-7 0,-2 11-30,-3 15-450,-31 14 0,-5 11-180,13 20-187,-3 7 1,5 4 0,19 9 0,13-22 0,0 0 0</inkml:trace>
  <inkml:trace contextRef="#ctx0" brushRef="#br0" timeOffset="83220">22243 7151 12030,'0'13'1638,"0"22"0,0 3-1676,0-5-502,-6-1 1,-3 7-1,0-8 540,-5-1 0,-2-6 0,-1-1 0,-1 2 0</inkml:trace>
  <inkml:trace contextRef="#ctx0" brushRef="#br0" timeOffset="84417">22931 6210 7533,'-16'-21'3276,"-4"10"-2184,-6 28 0,-7 17 0,2-1-276,-2-5 1,1 3-323,6 4 1,-1 8 0,1 0 0,4-7-270,0-5 0,6-1-46,1 16 1,15-1 135,28-15 0,8-5-405,-13-4 0,1 1-230,3-3 1,4 1 0,-4-2 364,-4-1 0,-3-2 135,7 17 383,-1 3-23,-24-3-270,-4 11-46,-13-23 1,-4-1-559,-2 3 1,-3-2-747,1-3 1,-1-2 314,-6 1 1,1-2-2513,-8 5 3151,10-6 1,3-2 0,14-5 0</inkml:trace>
  <inkml:trace contextRef="#ctx0" brushRef="#br0" timeOffset="84753">23072 7078 7533,'-10'-7'3276,"2"12"0,8 42 0,0-3-2363,0-6 0,0 1-913,1-13 0,-2-1-855,-3 0 1,0 0 41,2 23 813,-6-10 0,1-6 0,-3-9 0</inkml:trace>
  <inkml:trace contextRef="#ctx0" brushRef="#br0" timeOffset="85137">23442 6074 7533,'-2'-21'3276,"43"15"0,2 31-2917,-4-1 0,-1 7-30,-18-5 1,-3 4 0,-1 1 59,-2 5 1,-2 2 0,-1 1-30,1 3 0,0 2 0,-3 1-536,-4 1 0,-2 2 0,-1 0 416,3-4 0,-1 0 0,-5 5-405,-5-10 0,-5 3 0,-1 2 0,-3 1 0,1-2 1,1-4-39,0 3 1,1-4-1,-2 0 1,-3 3-345,-2-3 1,-3 5 0,-2 0 0,-1-1 0,1-3 0,2-5 193,-3 2 0,0-5 1,-1-1-1,-7 2 0,-1 0 1,1-1-1,-3 3 0,-1 0 1</inkml:trace>
  <inkml:trace contextRef="#ctx0" brushRef="#br1" timeOffset="87100">18115 5950 10138,'-27'-21'-556,"9"5"1565,6 33 0,1 15-677,4-2 1,3 7-1,1 3 1,-3 3-880,-2 0 1,-2 3 0,0 3 0,-1 2 0,0 1 0,2 0 448,3-7 1,0 1 0,1 2 0,0 0 0,0 0-1,1 0 1,-1 0 0,0-2-22,-1 0 1,1-1 0,-2 1 0,1-1 0,0 0 0,1-1 0,1-1 0,0-1-94,1 5 1,0 0 0,1 0 0,0-4 0,3-2 0,0-4 156,3 4 1,1-4 0,4-9 0,10-2 0,7-59 0</inkml:trace>
  <inkml:trace contextRef="#ctx0" brushRef="#br0" timeOffset="87650">17921 5950 0,'-5'-33'0,"0"1"0,-3-7 1638,18-6 0,12-1-891,2 23 1,7 4 0,0 1-689,-3-3 1,1 1 0,4 1-36,2 6 0,6 1 0,2 2 0,-1 1 0,-5 3-54,-1 1 0,-4 4 0,6-2 15,3 0 1,6-2-1,5 0 1,0 0 0,-3 0-1,-6 1 15,3-1 0,-5 0 0,7 0 0,-8 0 0,6 1 0,4-1 0,3-1 0,0 1 0,-2-1 0,-3 1 0,-6-1-23,3 0 1,-7-1 0,1 0-1,7 0-66,-5 1 0,7 0 0,3 0 0,3 0 1,2 0-1,-2 0 0,-2 0 0,-4 1 1,-5-1 110,8-1 1,-7 0-1,-1 0 1,9-1-43,-12 3 1,4-1-1,4 0 1,3 0 0,1 0-1,0 0 1,0 0 0,-2 0-1,-2 0 1,-5 1 49,7 0 0,-4 0 0,-1 0 0,-2 1 0,3-1 0,3 1-4,-7 0 1,3-1 0,1 1 0,1 0 0,1-1-1,0 1 1,0 0 0,1 1 0,-1 0-9,-2 0 0,1 1 0,0 0 0,1 1 0,0 0 0,0 0 0,-1 0 0,-2 0 0,-2 1 0,-1-1-33,6 1 0,-3 1 0,-2 0 0,0 0 0,1 0 0,5 1-12,-7-1 0,4 1 0,3 0 0,2 0 0,-1 0 0,0 1 0,-1-1 0,-4 2 0,-3-1 0,-5 1 40,5 2 0,-6 1 1,-2 0-1,6 0-39,2 0 0,4-1 1,4 1-1,1 0 1,-1-1-1,-3 1 1,-5 0 25,1 1 0,-4 1 0,-1-1 0,2 0 89,2-1 1,1 0 0,1 0 0,0 1 0,-3 0 226,2 5 0,-1 0 0,-2 1 1,-2-1-228,-4-3 1,-3-1 0,2 2 368,9 9 0,2 4 0,-7-5-323,-12-7 0,-1 0 588,18 12 0,-2-3-543,2-11-150,-11-3 0,4 2 0,-3-3 60,13-5-45,4 2 0,0-1-45,-8-2 179,-7 5 1,-2 2 180,-2 1 90,-11 15 0,-5 5-91,-4 9-84,-10 3 1,-3 11 0,-2-4-96,1-1 0,-4 3-76,1-12 1,-2 7 0,-2 4 0,0 1 0,1-3 0,2-4-138,1-3 1,1-4 0,1 0 0,-3 6 99,0-3 0,-2 4 1,-1 5-1,-1 0 1,0 1-1,1-1 1,2-4-1,2-4-22,1 5 0,2-5 0,1 0 0,-2 4-84,-1-1 1,-1 5-1,-1 3 1,0 1-1,0-2 1,2-4-1,2-5 39,2 5 0,2-6 0,0 4-270,-1-2 0,-1 6 0,0 1 1,0-4-1,1-7 421,1 2 1,0-4-1022,-1 7 1,0 4-1,-5-7-524,-5-6 0,-3-5 269,4-2 1,-2-1 1124,-6-3 0,-5-6 0,-20-7 0,16 0 0,-1-1 0</inkml:trace>
  <inkml:trace contextRef="#ctx0" brushRef="#br0" timeOffset="88269">17798 7660 7533,'-34'-11'719,"21"8"1,-11-13-91,49 13 1,13 4-270,1-1-921,-4 0 0,11 1 1,1-1-1,-4 1 741,3 2 0,4-1-60,-13-2 0,6-1 0,4-1 0,3-1 0,0 0 0,1 1 26,-8 0 0,1-1 0,0 1 0,2-1 1,0 1-1,2-1 0,1 1 0,1 0-252,-7 0 1,2 1-1,0 0 1,2-1-1,0 1 1,1 0-1,1 0 1,0 1-1,1-1 1,0 1 0,0 0-1,0 0 170,-3 1 0,2 0 0,1 0 1,1 0-1,0 1 0,0 0 1,0 0-1,1 0 0,-1 0 0,-1 0 1,0 0-1,-2 0 0,0 0 1,-2 0-220,7-1 1,-1 1 0,-2 0-1,-1-1 1,-1 1 0,1-1-1,-1 1 1,1 1 0,0 0-1,2 0 230,-4 1 0,0 1 0,1 0 0,1 1 0,0 0 0,0 0 0,-1 0 0,0 0 0,0-1 0,-2 0 0,0 0 0,-3-2 5,10 1 1,-2-1 0,-1-1 0,-2-1 0,0 1 0,0-1-1,-1 1 1,0 0 34,4 0 1,-2 2 0,-1-1 0,1 0-1,0 0 1,1-1 0,1-1 40,-4-1 0,2 0 0,1-1 1,0 0-1,1 0 0,-1-1 1,-1 0-1,-1-1 0,-3 0 24,2 0 0,-1-1 0,-2-1 0,-1 0 0,0 0 0,0 0 0,-1 1-151,4 0 1,-2 0 0,1 0 0,-1 1 0,1-1 0,2 1 72,-1-1 1,3 0 0,1 1 0,0-1 0,-1 1 0,-2 0 0,-3 1 166,1 1 1,-2 1 0,-2 1 0,0-1 0,-2 0-225,5 0 0,-1 0 0,-1 0 0,2 0 63,-4 0 0,1 1 0,1-1 0,-1 0 0,-3-1 12,9 0 0,-2-1 0,-2 0-60,-4 0 0,-1 0 0,3-1 119,-3-1 1,2 0 0,0-1 0,-4 0 32,12-2 1,-4 1-1113,-5-1 1,-1 1 785,2 0 0,-8 7 114,-20 15 0,-4-1 0,-18 15 0</inkml:trace>
  <inkml:trace contextRef="#ctx0" brushRef="#br0" timeOffset="107117">16457 10237 7533,'-8'-45'1638,"-9"24"0,-7 11-819,-6 24 0,-8 20 0,-1 10 0,3 2-351,11-10 0,1 4 0,0 3 0,1 3 0,2 0 0,3 0 0,4-1 9,2 2 1,4 1 0,2 0 0,3-1 0,2 0 0,4-3-514,0 3 0,2 2 0,4-2 0,5-10 0,8-13-198,12-17 0,12-13 0,5-11 0,-2-7 1,-8-5-200,-12-4 0,-2-8 0,-2-6 1,-4-3-1,-3-2 0,-4 3 1,-3 5-388,-4-7 1,-7 1 0,-4 3 0,-1 0 673,2-2 0,0-1 1,-4 6-1,-9 15 1,-31 14-1,0 24 0,31 20 1,0 0-1</inkml:trace>
  <inkml:trace contextRef="#ctx0" brushRef="#br0" timeOffset="107284">16369 10609 0,'-18'29'1638,"16"9"0,10 7-546,7-6 0,7 2 0,0 1-728,-2 4 0,0 1 0,3-4 0,2-5 0,3-3 0,-3-3 0,-4-3 0,-1 0 0</inkml:trace>
  <inkml:trace contextRef="#ctx0" brushRef="#br0" timeOffset="108667">16651 9952 7892,'0'-14'3276,"8"31"-1638,-6 11 0,-2 6-1226,3 8 0,2 1-97,-2 1 0,2-5-135,4-2-675,11-46 0,2-12 315,-6-10 1,-1-4 313,7 1 1,-1 2 1125,-3-10 809,-10 66-3239,-8 23-179,1-13 0,5 0 1349,6-9 0,2-4 0,7 8 0,13-24 0</inkml:trace>
  <inkml:trace contextRef="#ctx0" brushRef="#br0" timeOffset="108950">17057 10039 7533,'10'41'3276,"5"-12"0,11-4-3352,11-38-869,-20-6 1,-5-6 449,-3-2 1,-10 2 584,-17 6 0,-7 11 1259,-7 22 0,-1 13-225,-1 4 1,4 8-856,11-1 1,3 6 0,8-5-1909,7-2 1,9-6-1,13-9 1,4-8 1473,16-13 1,-12-16 0,-1-4 0,-1-7-1</inkml:trace>
  <inkml:trace contextRef="#ctx0" brushRef="#br0" timeOffset="109284">17321 10051 8792,'-19'11'3276,"3"14"0,16 8-1553,16-1-4871,3-25 1709,17-32 449,-1-10 2160,-15 15 1528,-5 34 271,-23 26-2610,6-2-179,18-14-2249,21-57 430,-6 17 1,1 0 1299,-7-8 1,-3-2 0,0 8 0,-3 2 0,-1-4-1</inkml:trace>
  <inkml:trace contextRef="#ctx0" brushRef="#br0" timeOffset="109550">17921 10026 7533,'-34'13'819,"0"-1"0,3 15 0,2 9 0,0 5-164,7-5 0,-1 6 1,1 2-1,1 1 0,2 1-109,2-5 0,0 2 0,2 0 0,1 1 0,2-1 0,2 1-1157,3 6 1,3 1 0,2-1 0,2-2 0,1-4 307,1 7 0,3-4 0,8-7 0,11-10 0,6-5 0,0-7 0,2-12 0,-1 1 0</inkml:trace>
  <inkml:trace contextRef="#ctx0" brushRef="#br0" timeOffset="110750">18168 10262 10231,'-26'8'1092,"-1"0"0,0 4 0,1 3-661,3 3 0,1 2-117,0-1 1,1 0 180,3-1 0,1-1-495,-11 4 0,19 2-90,26-5 90,13-4-90,-2 0 0,2 1-90,10 6 270,-9 0 0,-4 4 90,-5 15 180,-14-1 0,-8 0-518,-20 4 203,1-10 0,-5-2-630,-2-8 1,-1-4-1575,-12 5-90,-2 4 2249,31-40 0,10-1 0,10-12 0</inkml:trace>
  <inkml:trace contextRef="#ctx0" brushRef="#br0" timeOffset="111000">18309 10894 7533,'-10'30'1638,"1"0"0,-7 1 1638,16 9-2273,39-45-1542,-13-20 449,0 5 0,-1-4-1549,-10-10 1,-5 0-1136,0-8 3634,-18 1-770,-35 53-90,10 3-680,2 9 1,5 4 679,14 8 0,4 12 0,18-18 0</inkml:trace>
  <inkml:trace contextRef="#ctx0" brushRef="#br0" timeOffset="111200">18697 11018 7533,'-17'17'3276,"7"-13"0,-6 23 0,6-13-4559,-15 11-66,5-6 629,-5 5 720,7-16 0,0 8 0,1-9 0</inkml:trace>
  <inkml:trace contextRef="#ctx0" brushRef="#br0" timeOffset="111583">19015 10423 9691,'-27'1'1638,"1"1"0,-11-3 0,15 16 0,2 9 0,5 11 0,3 2-930,2-11 0,0 2-1243,1 5 0,1 5 0,2-6 175,4 11 199,3-14 0,6-4-1638,28-12 295,-4-20 694,-1-12 1,-3-10 314,-14-8 1,-4-2 314,8 6 0,-1-1 270,-6-14 0,-2 4 1092,2 12-1092,-3-14 3186,-7 56-255,0 0-1582,0 37-1170,0-22 1,0 1-1125,-1 4 1,2 3-239,5 0 1,3 3 0,0-4 190,-3-5 0,2-1 902,7 14 0,3-5 0,7-16 0,3-1 0</inkml:trace>
  <inkml:trace contextRef="#ctx0" brushRef="#br0" timeOffset="111803">19279 10832 7533,'-8'25'3276,"7"-11"0,-7-3 0,23-22-2400,-3-3-2316,21-22 451,-13 3 359,-2 1-359,-18 4 539,-10 19-2827,-23-2 3162,11 11 295,-11 6-180,15-5 0,24-6 0,6-9 0</inkml:trace>
  <inkml:trace contextRef="#ctx0" brushRef="#br0" timeOffset="112066">19562 10051 10411,'17'13'1638,"-4"6"0,0 7-546,-3 6 0,-2 4 0,1 0 546,5 6 0,0 4-819,-7-7 0,0 6 0,-1 1 0,-1-4-361,-1-3 1,-1-3 0,0 2-399,1 6 0,0 3 0,-4-1-1153,-9 3 1,-6-1 0,-1-1-1,2-7 1,-2-2 0,-3-1 727,-3-1 1,-3-2 0,0-2 0,0-1 0,-1-1 0,0-3 0,-5 1 0,0 1 0</inkml:trace>
  <inkml:trace contextRef="#ctx0" brushRef="#br0" timeOffset="113583">19315 10683 7533,'-18'0'1619,"-8"22"-1259,7-11-91,5 10 1,2 4 270,-5 8-540,7 0-90,10-4 90,10-22-1169,15-7 89,3-12 181,-1-13 899,6 4 0,-13-8 0,6 10 0</inkml:trace>
  <inkml:trace contextRef="#ctx0" brushRef="#br0" timeOffset="113853">20214 10547 7533,'-19'-27'3276,"3"4"0,32 29-1823,11-5-3881,18 10 2428,-3-9 0,0-2 0,-15 3 0,-1-1 0,12-2 0,-1 0 0</inkml:trace>
  <inkml:trace contextRef="#ctx0" brushRef="#br0" timeOffset="114017">20197 10783 7533,'-4'18'3276,"8"-5"0,39 0-3961,-8-14 0,7-4 0,-4 0-954,-6 0 1,-1 0 1195,6-2 1,5-1 0,-7-1 0,8-8 0,2-2 0</inkml:trace>
  <inkml:trace contextRef="#ctx0" brushRef="#br0" timeOffset="116017">18962 7400 7533,'-37'0'3276,"-12"0"0,27 5-1638,29 16 0,8 4-43,-4-3-1176,13-4 1,9 1 0,-1-5 300,17-8-248,-17-8 0,7-4 1,2-1-1,-5 0-292,12-1 0,1-2 44,-6 2 1,6-2 0,0 1 0,-8 1-556,-4 1 0,-2 1 690,1 4 1,1 0 0,-4 1 270,14 1-151,-15-7 1,4-4 0,-4 1-390,15-2 0,-13 0 0,4-3 0,-6 2-90,1-1-213,5 5 1,-1 0 212,-6 2-45,17 6 0,0 2 135,-16 6 135,8-1 0,0 1-45,-13 0-135,5-3 0,3-3-90,-2-5 0,1-3 45,2 4 0,0-2 0,-5-4 0,-3 0 180,-1 2 0,-1-4-180,-8 21 812,-1-8-812,3 22 0,1 3 0,11-12 0,-4 8 0,2-7 182,5-29 1,-1-7-1353,-8 13 1,-1 0 1169,6-9 0,-3 3 0,-11 15 0,-9 10 0</inkml:trace>
  <inkml:trace contextRef="#ctx0" brushRef="#br1" timeOffset="126467">18062 5813 8523,'0'-25'3276,"0"12"-1639,0 29-1350,1 9 0,0 12 1,0 10-1,0 5 0,1 2 1,-1-1-1,0-6-810,0 0 1,-1-4-1,0 0 1,0 2 0,0 4-1,1 5 521,0-15 0,0 3 0,0 3 1,1 3-1,-1 3 0,1 1 1,0 1-1,0 1 0,-1 0 0,1-1 1,0-1-1,0-1 0,-1-2 1,0-3-1,1-3 0,-1-3 2,-1 10 0,0-4 0,0-4 0,-1-2 0,2 1 1,0 1-1,1 5-328,2 0 0,0 6 0,0 4 1,2 2-1,-1-1 0,2-2 1,0-4-1,1-6 0,1-9 1,0-10-323,7-2 1,3-12 357,24-3 0,-1-16 1,-20-18-1,-5-11 0,-3-1 1,-1 0-1,1-1 0</inkml:trace>
  <inkml:trace contextRef="#ctx0" brushRef="#br0" timeOffset="126967">18292 5875 7533,'-20'-29'819,"0"0"0,1 0 0,29-20 0,19 7-23,-3 28 1,7 7 0,8-1-1125,-8 2 0,6-1 0,6 0 1,3-1-1,3 1 0,2 0 1,-1 0-1,-1 0 0,-2 1 1,-4 0 166,4-1 1,-4 2-1,-1 0 1,-1 0-1,3 0 1,4 0-1,7-1 89,-20 3 0,4 0 0,2-1 0,3 0 0,1 1 1,3-1-1,1 0 0,1 0 0,1 0 0,1 1 1,0-1-1,0 0 0,-1 0 0,0 1 0,-1-1 0,-2 1 1,-1 0-1,-2 0 0,-2 0 0,-2 0 31,8 0 0,-2 0 0,-4 0 0,-1 1 0,-2-1 1,1 1-1,0 0 0,1 0 0,3-1 0,2 0 0,5 0 11,-14 1 0,2 0 1,3-1-1,1 1 1,2-1-1,1 0 1,2 1-1,0-1 1,2 0-1,0 0 1,0 0-1,1 1 1,0-1-1,-1 0 1,0 0-1,0 0 1,-1 0-1,-2 0 1,0 0-1,-2 0 1,-2 0-1,-1 0 1,-2 0-1,-3 0 79,15-2 0,-3 1 0,-4 0 0,-3 0 0,0 0 0,-2 0 0,1-1 0,2 1 1,1-1-1,3 0 0,4 1-22,-13 0 0,3 0 1,1 0-1,2 0 1,2 0-1,2 0 1,0 0-1,1 0 1,1-1-1,0 1 1,0 0-1,0-1 1,0 1-1,-2 0 1,0-1-1,-2 1 1,-1 0-1,-2 0 1,-2-1-1,-2 1 1,-3 0-1,-3 1 140,22-4 0,-8-1 0,-4 0 0,-2 1 0,0 1 1,3 1-1,5 2 12,-7 1 1,5 2 0,4 0 0,3 1 0,1 1 0,-1 1 0,-1 0 0,-3 1 0,-4 0 0,-5 1 0,-7 1-1,-7 1-134,10 7 0,-10 7 492,0 11 1,2 9-1,-5 3 1,-14-8-403,-19-5 0,-9 1-171,2 0 0,-4 6 0,-1 4 0,0-2 0,1-4 6,0-1 0,0-3 0,-2 6-86,3-1 0,-2 8 1,-1 3-1,-1 3 1,2 0-1,0-4 0,4-5 3,0 0 1,3-5 0,1 0 0,-2 6-226,1-2 1,-2 4 0,0 5-1,-1 2 1,1-1 0,1-3 0,1-4-1,2-7-112,0 5 1,2-8-1,-1 6-97,-1 1 1,-2 7 0,-1 3 0,-1-1 0,2-6 0,3-10 410,0-5 0,0-3 0,-8 17 1,-3 6-1,-1-11 0,-9-6 0</inkml:trace>
  <inkml:trace contextRef="#ctx0" brushRef="#br0" timeOffset="127203">21696 7933 6891,'44'-9'0,"0"0"0,1 0 0,-1 0 0,0 0 0,0-1 0,0 1 0,2 1 0,-1 0 0,1 0 0,-1 0 0,1 0 0,-1 0 0</inkml:trace>
  <inkml:trace contextRef="#ctx0" brushRef="#br0" timeOffset="128317">25876 6916 7533,'-33'0'1304,"8"7"0,-3 8-465,-5 14 1,-3 9 0,1 0-1608,8-12 0,1 0 0,-1 7 1140,6-1 1,-1 7 0,-1 4 0,0 2-1,1-1 1,2-3 0,4-5 46,-3 5 1,4-4 0,0 5-136,0-1 1,-3 7 0,0 3 0,2 0 0,3-3 0,5-7 15,6-3 0,5-4 0,0 1-240,-6 8 0,0 2 0,12-12 359,23-17 1,11-12 0,-4-5-240,-12-4 0,1-8-270,3-3 0,6-6 0,2-4 0,-1-2 0,-7-1-90,-4-3 0,-5-3 0,-2 0 0,2-1 90,5 0 0,1 1 0,0-3 1,-4-3-217,-5-2 0,-2-6 0,-2-1 0,-2 3 0,-2 6 126,1-8 1,-5 0-91,-3 3 0,-1-8 0,-4 0 0,-5 9-1369,-13-2 1,-5 6 1603,6-4 1,-5 7-101,-16 10 0,-4 16-1504,10 26 1,1 6 16,3-8 0,1 3-17,0 21 1,7 2 1539,12-8 1,1 17-1,8-22 1</inkml:trace>
  <inkml:trace contextRef="#ctx0" brushRef="#br0" timeOffset="128466">25665 7263 7533,'4'34'1638,"-1"0"0,7 13 0,3-4 0,0-1 257,-2-2-803,4-6 0,3 5 0,-4-3-257,-6-10 1,0 0-522,9 6 1,7 5 0,1 1 0,-3-1-1335,-1-1 1,-2 0 0,2 0 1019,4-1 0,3 0 0,-1 1 0,-3-4 0,2 11 0,-3-5 0,-3-15 0,-1-1 0</inkml:trace>
  <inkml:trace contextRef="#ctx0" brushRef="#br0" timeOffset="129134">26599 6768 7533,'-17'-7'1394,"-3"22"0,-1 8 45,-11 16-1304,18-13 1,-2 9 0,-3 8 0,0 4 0,-1 1-1,2-1 1,1-4 0,3-6 134,-5 11 0,4-7 0,0 10-270,7-12 0,-1 6 0,-1 6 0,1 4 0,1 2 0,0-1 0,2-2 0,2-5 0,1-5 0,3-9 316,4 5 0,4-9 1,6 3-317,6 7 0,7 8 0,4-1 0,1-8 0,-3-17 0,5-20 0,3-11 0,4 1 0,0 0 0,0 0 0</inkml:trace>
  <inkml:trace contextRef="#ctx0" brushRef="#br0" timeOffset="130917">6421 5007 0,'-26'-20'210,"1"-1"0,-7-2 1428,2 4 0,11-2-211,32-1 0,17 3-906,0 8 1,9 4 0,5 2-1,4 1 1,1 0-331,-6 1 0,3 0 0,2 0 0,1 1 1,3 1-1,0 0 0,2 0 0,0 1-76,-9 1 0,0 0 1,3 0-1,-1 1 0,2 0 1,1 1-1,-1-1 0,1 1 1,0 0-1,0 0 1,0 1-1,-1-1-26,-3 0 1,1 1 0,1-1 0,-1 1 0,1 0 0,0 0 0,0 1 0,-1-1 0,-1 0 0,-1 1 0,0-1 0,-2 0 0,-1 0-172,10 2 0,-3 0 0,-1-1 1,-1 1-1,-1 0 0,0-1 0,0 1 1,0-2 148,-1 1 0,1-1 1,-1-1-1,1 1 1,-2-1-1,-1 0 1,-1 1-1,-2-1 5,6 2 0,-2 0 0,-2 0 0,0-1 0,-1 1 328,8 0 1,-1-1-1,1 2 1,3-1-350,-11 1 0,4-1 1,2 2-1,-1-1 1,-1 1-1,-3-1 0,-6-1 99,6 1 0,-7-1 0,6 0 164,-3-2 1,7 0 0,2-1 0,0 0 0,-2-1 0,-7-1-105,3-1 0,-5-2 0,5-1-121,-1 1 1,6-1 0,3 0 0,0 0 0,-3-1 0,-6 2-30,2-2 0,-6 1 0,6-1 194,-2 1 1,6-1 0,2 0 0,1 0 0,-3 0 0,-7 0 15,2-2 0,-5 0 0,5 0 59,-2 2 1,5-1 0,4 1 0,0-1 0,-1 2 0,-2 0-330,-3 2 0,-2 1 0,0 0 0,0 0 0,3-2 0,4-3 0,2-3 0,2 0 0,-1-1 0,-2 1 0,-3 3-186,4 3 1,-4 3 0,-2-1 0,1-4 185,1-6 0,2-3 0,-4-1 0,-8 4 0,-9 3 0,-3 2-405,15-1 0,-1 1 1210,-6 1-4082,10 5 4394,-31 0-4394,-2 11 0,-8-8 3094,0 19 0,-8-14 0,-2 10 0</inkml:trace>
  <inkml:trace contextRef="#ctx0" brushRef="#br0" timeOffset="131667">11818 1959 7533,'-27'-20'3276,"-7"35"-2621,26 11 0,4 12 1,4 8-1,1 5 0,-1-1-246,-2-9 1,1 3-1,1 3 1,-1 0-1,1 2 1,1-1 0,0 0-1,1 0-819,0-1 0,1 1 1,1 0-1,0-1 1,0 1-1,2-1 0,-1-1 1,2-1 153,0 1 0,0 2 1,1 0-1,0-2 1,2-3-1,0-6 0,3-6 1,13 14-1,4-23 1,0-44-1,-1 0 0</inkml:trace>
  <inkml:trace contextRef="#ctx0" brushRef="#br0" timeOffset="132000">12541 2045 7533,'-10'-20'3276,"-37"20"0,22 26-2184,-2 5 0,-6 9 0,3-1-830,9-11 0,2 0 0,0 4-217,-2 6 0,-2 5 0,5 1 0,9-4 164,14-3 1,8-3 0,5 0 90,6 6 0,7 0 0,2-4-210,3-10 0,3-4 0,-6 5-1161,-9 12 0,-6 4 0,-9-4 1161,-12-6 0,-12-2-910,-12 3 1,-12 5 0,-4-3 0,5-13 522,2-17 0,0-5 0,-2 9 0,-2 1 0,10-12 0,18-26 0,0-1 0</inkml:trace>
  <inkml:trace contextRef="#ctx0" brushRef="#br0" timeOffset="132250">12876 1810 7533,'-3'44'364,"0"0"0,0 0 0,1-4 0,0 6 0,1 3 0,0 2 0,0 1 0,0-1 0,1-4 182,-1-1 0,1-3 0,0 0 0,0 0 0,0 2 0,1 3-869,0-1 1,0 3 0,0 4 0,1 1 0,0 0-1,0-2 1,0-3 0,0-6 0,0-7-88,2 7 0,-1-9 1,2 1-1,2 13 1,2 1-1,1-12 0,7-9 1</inkml:trace>
  <inkml:trace contextRef="#ctx0" brushRef="#br0" timeOffset="132666">13194 2516 7533,'-18'0'472,"8"0"0,10 0 0,10 0 1</inkml:trace>
  <inkml:trace contextRef="#ctx0" brushRef="#br0" timeOffset="132950">13476 1834 7533,'-10'-21'3276,"10"49"-2457,0 5 0,1 11 0,-1 7 0,1 3-455,0-16 0,1 3 0,0 3 0,-1 1 0,2 2 0,-1 1 0,0-1 0,-1-1 0,1-1-774,-1 1 0,0 1 1,0-1-1,0-1 1,-1 1-1,2-1 0,-1 0 1,2 0 111,0 6 0,1 2 0,1 0 0,0-2 0,0-2 0,1-6 0,-1-6 0,4 23 1,4-27-1,20-67 0</inkml:trace>
  <inkml:trace contextRef="#ctx0" brushRef="#br0" timeOffset="133384">13899 1871 8972,'0'-19'3276,"0"68"0,0-23-2621,-2 5 0,-3 14 1,-2 6-1,-1 3 0,-1-5-876,-1-4 0,-3-1 1,0 1-1,0-1 1,-1 1-436,0 8 1,-2 7-1,0-3 1,3-15 0,4-26-2622,3-60 3361,15 11 0,11-4 735,4 1 0,8-6 0,1 8 0,-2 21-1002,-4 30 0,-1 21 0,-2 9 0,-1-3 138,-2-6 0,-2 0 0,-1 1 0,-2 1-775,1 9 1,-1 3 0,-3-5 0,-2-14-1,-1-12 1,-2-10 0,-8-19 0</inkml:trace>
  <inkml:trace contextRef="#ctx0" brushRef="#br0" timeOffset="133517">13899 2640 7533,'-3'-45'364,"19"19"0,10-2 0,-2 0 0,1-8 0,1 1 0,7 6 0,-1 0 0,1 0 0</inkml:trace>
  <inkml:trace contextRef="#ctx0" brushRef="#br0" timeOffset="133717">14323 1785 10051,'-3'49'252,"0"1"0,0-1 0,1 0 0,-1 1 0,0-1 0,0 0 0,1 1 0,-1-1 0,0 0 0,1 0 0,0 0 0,0-1 0,1 0-487,0-2 1,0-1 0,1 0 0,1 0 0,-1-1 0,0-2 0,1-1 0,-1 9 0,-1 0 0,2-3 0,-1-6 0,0-9 0,0 5 0</inkml:trace>
  <inkml:trace contextRef="#ctx0" brushRef="#br0" timeOffset="147333">15734 1562 0,'-35'-18'780,"-1"4"2496,1-4 0,0 0 0,39 10 0,25 13-1638,0 0 0,7 0-928,4 1 1,6 1 0,1-2-327,-7-2 0,1-1 0,2-2 0,4 0-130,-4-1 1,4-2 0,2 0 0,0 0 0,-1-1 0,-4 2-188,4 1 1,-4 0 0,0 0-1,2 0 23,-1-2 0,2-1 0,1 0 0,-3 1 0,-5 1 150,-2 1 0,-5 1 0,4 1-102,3 1 0,5 1 1,3 1-1,1-1 1,-1 1-139,-7-1 0,1-1 0,1 0 0,-1 1 0,0-1 0,-2 1 0,3 1 0,-1-1 0,-2 1 0,1 0 0,1 0 0,3 1 0,2 0 0,-1-1 0,-1 1 0,-4-2 0,4 1 0,-4-2 0,2 1 0,-5 0 0,0 0 0,2 0 0,1 0 0,-2-1 0,1-1 0,1-1 0,1 1 0,-2 0-11,6 2 0,-1-1 1,0 1-1,-1 1 11,-2-2 0,0 1 0,0 0 0,-1 2-450,-1 2 0,1 1 0,-2 0 0,-7 0 450,-1-1 0,-5 1-3277,13 14 2457,-39-15 1,-23 0 0,-6-2 0</inkml:trace>
  <inkml:trace contextRef="#ctx0" brushRef="#br0" timeOffset="149134">15134 1141 8702,'-26'14'1092,"-1"0"0,5-1 0,-1 2-437,-7 13 1,1 3-341,9-11 0,1 1 135,-4 12 0,3-1-271,2-3-179,25-6 0,10 0-135,12-9 1,5-2 134,4 5 0,0 3 45,0 5 0,-5 4 179,-16-7 1,-9 2-405,-22 15 0,-13-1-1459,-5-4 1,-3-3 1539,2-4 1,0-2 0,-1-2-1,3-6 1,4-4 0</inkml:trace>
  <inkml:trace contextRef="#ctx0" brushRef="#br0" timeOffset="149650">15363 1612 8252,'-27'23'3276,"9"8"-1638,13-2 0,3 3-2890,1-5 0,2 0 1252,-1 1 0,0-1 0,0 9 0,0-12 0</inkml:trace>
  <inkml:trace contextRef="#ctx0" brushRef="#br0" timeOffset="150450">15222 2144 7803,'-19'-5'1638,"-8"6"0,-1 2 393,2-2-1672,1 13 1,-5 9 0,3 2-225,-2 10 0,9 5-315,17 5 0,8 0 90,-3-11 0,8-7 90,26-12 0,4-8 180,-10-1-270,-39 16 0,-14 7-1549,-5-3 1,-4-1 1501,-2 5 1,1-2 0,-14 5 0,47-33 0</inkml:trace>
  <inkml:trace contextRef="#ctx0" brushRef="#br0" timeOffset="150717">15311 2442 9781,'0'14'1638,"25"-17"0,4 0-1226,-15 21 532,-18 15 1,-8 6-810,5-13 0,-3 1-915,-12 7 1,-3 3-1,17-11 780,43-23 0,12-9 0,-21 5 0,-1-2 0,8-7 0,0 0 0,-1 0 0</inkml:trace>
  <inkml:trace contextRef="#ctx0" brushRef="#br0" timeOffset="151270">16034 2467 7533,'2'-18'1638,"35"10"0,20 7-819,-16-1 0,6 1 0,1 0 0,0 0-799,-2 1 0,-1 0 0,1 1 0,5-1 448,-9 1 0,4 0 0,1 0 0,2 0 0,-1 0 0,0 0 0,-2-1 78,-1-1 0,-1 0 0,-1-1 0,0 1 0,2 0 0,1 1-137,-3 2 1,1 0-1,3 1 1,-1 0-1,1 0 1,-2 0 0,-1 0-1,-3-1 166,7-1 1,-2-1 0,-1 0 0,-2 1 0,2 2-666,3 4 0,1 3 0,0 1 0,-3-1 1,-5-2-1004,0-4 1,-5-1 0,-1 1-547,15 8 1,-6-2 982,-3-10 1,-60 0-1,-13 0 1,-13 0 0</inkml:trace>
  <inkml:trace contextRef="#ctx0" brushRef="#br0" timeOffset="151884">15187 2863 7533,'-29'-7'1638,"2"9"0,-1 8-578,-5 24 1,3 7-882,7-16 1,1 1-60,-2 7 0,0 4 0,17-9 15,41-15 0,11-4-135,-20 11 0,0-2 135,25-12 0,-13 4-585,-55 27 0,-19 5 450,16-19 0,-3-3 0,-7 4 0,-3 1 0,7-4 0,3 2 0</inkml:trace>
  <inkml:trace contextRef="#ctx0" brushRef="#br0" timeOffset="152250">15381 3210 10861,'41'0'0,"-32"23"0,-2 4 0,16-4 0,-31 18 0,-9 4 2698,3-4-719,22-3-1709,8-15 539,16-23 1,0-6-540,-16 5-1909,-23 27 1,-9 8-1639,-6-6 2808,-7 3 1,-8 8 0,7-7 0,5-2 0,0-7 0,1 1 0</inkml:trace>
  <inkml:trace contextRef="#ctx0" brushRef="#br0" timeOffset="153033">15946 2504 7533,'-18'-13'2968,"8"1"-539,2-6-91,47 10-1978,-16 0 0,3-1-343,10 2 1,8 0 0,4-1 0,-1 1 126,-8 1 0,0 1 0,1-1 0,2 0 0,2 0-352,-3 1 1,2-1 0,2 0-1,1 1 1,0-1 0,-2 1-1,-2 1 496,7 0 0,-4 2 0,0-1 0,1 1 0,3 1 58,-6-1 1,2 1 0,1 0 0,1 0 0,-1 1 0,-2 0 0,-2 1-266,3 1 0,-3 2 0,-2 0 1,1-1-1,1 0-117,4-2 0,2-1 0,0 0 0,-2 0 0,-3 2-834,10 3 1,-3 2-1,-6-2-769,-2-5 1,-7 1 818,-8 4 1,-27-5 0,-20 0 0</inkml:trace>
  <inkml:trace contextRef="#ctx0" brushRef="#br0" timeOffset="153567">15769 3248 8072,'21'-20'1092,"-1"1"0,2 3 0,3 2 0,11 2 0,7 3 0,4 1-1265,-6 1 1,4 0-1,3 1 1,1 0-1,1 0 430,-9 1 0,2 0 0,1 1 0,0-1 0,0 0 0,1 1 0,-2-1-137,5 0 0,0-1 0,-1 0 0,1 1 0,-1 0 0,1 1 29,0 2 1,1 0 0,0 2 0,-1-1 0,-2 1 0,-4-1 71,3-1 0,-4 1 0,-2 0 0,1 1-401,-1 0 0,0 2 0,0 0 1,-3-1-541,1 0 1,-1-2-1,-5 1 0,12 0-1470,-12 0 1111,-27 0-1710,12 6 2789,-32 0 0,4 7 0,-13-1 0</inkml:trace>
  <inkml:trace contextRef="#ctx0" brushRef="#br0" timeOffset="154383">15857 3656 0,'-9'-7'3276,"40"7"0,2 2-2468,6-1 1,11-1 0,0-1-450,-12-2 1,1-2 0,0 0 0,2 0-100,0 0 1,1 0 0,2 0 0,0-1 0,1 1-112,-4 0 1,2-1 0,1 1 0,-1-1 0,-2 1 0,-2 0-127,1 0 0,-3 0 1,0 0-1,3 1 372,5 1 1,3 0 0,2 1 0,-2 0 0,-3 1-36,-5 1 0,-3 0 0,-1 0 0,4 0 35,0 0 1,3 0 0,0 0 0,1 0-1,-3 0-103,5 0 1,-2 1-1,0-1 1,-1-1 126,8 0 1,-1-1 0,-2-1 538,-11 1 1,-1-2-1,-2-2-2597,9-4 1,-7-5-32,-1-16-1607,-35-6 2457,-12 10 1,-21 4 0,5 10 0</inkml:trace>
  <inkml:trace contextRef="#ctx0" brushRef="#br0" timeOffset="154784">17180 3111 7533,'-39'-19'3276,"8"-4"0,62 8-1638,9 6 0,6 1-627,-10 4 1,2 2-1,2 1-885,8-2 0,3 1 1,-1 1 382,-1 4 1,0 1 0,0 0-263,-9-1 0,0-2 1,0 1-1,-1 1-427,3 1 0,-2 1 1,1-2-131,3-2 0,0-1 0,-6-1-1329,-8-1 1,-6-3-1639,-4-7 2457,-16-1 1,-37 1 0,5-1 0</inkml:trace>
  <inkml:trace contextRef="#ctx0" brushRef="#br0" timeOffset="154983">17480 2442 7982,'43'9'78,"0"0"1,-5 0 0,-1 1 0,-1-1 0,-2 1-1,-8-1 1,-1 0 0</inkml:trace>
  <inkml:trace contextRef="#ctx0" brushRef="#br0" timeOffset="155901">15946 1103 8882,'-10'-7'3276,"-6"40"-1638,13 6 0,4 9-819,0-13 0,2 2 0,-1 3 0,0 0-885,-1 4 0,-1 1 0,1 1 0,1 2 192,2-4 0,0 1 0,2 2 0,-1 0 0,-1 0 89,-1 1 1,-1 2 0,0-1 0,-1 0 0,1-1-387,0-7 1,0-1-1,-1-1 1,1 2-1,1 1 276,0 5 0,2 3 0,-1 2 0,1-1 0,-1-2 0,-1-3-38,-2 3 0,-1-4 1,0-1-1,2 4 23,2-6 0,2 2 0,0 1 0,0 0 0,0-1 0,-2-4 0,-2 3 0,-2-4 0,0 0 0,2 0 134,1 3 1,2-1 0,0 1 0,-3-2 216,-3 7 1,-2-2 0,0 1-292,-1 1 0,1 0 0,0-1-60,-1-3 0,1-1 0,0-3-180,-2 11 0,2-3-450,6-6 0,2-2-315,0-6 1,0-2-270,0 1 0,0-3 94,2 3-2247,-7-14 3248,0-35 1,-7-10 0,2 2 0,0 0 0</inkml:trace>
  <inkml:trace contextRef="#ctx0" brushRef="#br0" timeOffset="157250">15275 1116 7533,'0'-26'2788,"0"8"-809,-23 12-1259,9 17-451,-9 0 1,-3 3 0,-4 17 0,-1 4-90,2-4 0,-1 0 149,4-5 1,-1 1 0,4-2-15,6-2 0,5-2-135,-4 15-90,36-17 0,9-2-450,6 11 315,7-3 0,-1 2 135,-24-8 0,-3 2-180,3 8 0,-9 2-1260,-20 1 1,-9-2 809,6-8 1,-3-2-1100,-20 3 1,1-6 1333,14-10 0,-9-2 0,32-5 0</inkml:trace>
  <inkml:trace contextRef="#ctx0" brushRef="#br0" timeOffset="157467">15363 1574 12480,'-8'39'-1093,"-1"-1"1,0 11 0,0-4 812,-1-7 0,8-10 0,4-5 0,8-10 0</inkml:trace>
  <inkml:trace contextRef="#ctx0" brushRef="#br0" timeOffset="158517">15981 1425 7803,'-43'-6'1638,"16"13"0,1 8 0,-3 8 0,3 5 0,5-2 0,5 3-1111,6 8 1,12-4-1157,33-11 449,12-17-945,-7-21 1,-3-10 179,-19-3 1,-3-1 1124,8-3 0,-7 2 180,-24-11 1529,-25 46-405,9 22 0,1 8-765,2-3 1,3 3-585,-3 13 0,10-5-675,27-14 270,11-41-989,-3-12 0,-2-7 809,-6 1 0,-3 1 181,-5-18-2250,-43 48 2519,-5 15 0,5 15 0,19-5 0</inkml:trace>
  <inkml:trace contextRef="#ctx0" brushRef="#br0" timeOffset="159200">15981 396 7533,'-8'-20'3276,"6"14"-1638,-8 30 0,-3 16-1227,-5-1 1,0 3-352,6-5 0,-1 2 0,-1-2-390,-2-2 0,-2-2 1,1-3-1310,1-5 1,5-3 973,9 0 0,6-36 0,21-11 0</inkml:trace>
  <inkml:trace contextRef="#ctx0" brushRef="#br0" timeOffset="159401">15963 421 8972,'8'47'3276,"2"-11"-2576,2 8 1,1 5-791,-4-17 0,1 0 0,-1 0-900,5 15 1,-1 0-104,-6-13 1,-1 1 0,-1-5 272,3 4 1,-16-5 0,-2-23 0</inkml:trace>
  <inkml:trace contextRef="#ctx0" brushRef="#br0" timeOffset="159550">15910 769 11311,'25'-11'74,"-1"1"1,17-7 0,-10 14 0,-1 1 0,13-5 0</inkml:trace>
  <inkml:trace contextRef="#ctx0" brushRef="#br0" timeOffset="159767">16316 706 9332,'-27'6'3276,"1"23"-1856,19-5 0,4 3-2140,3-1 1,0 1 719,0 4 0,2-2 0,14 2 0,-6 0 0</inkml:trace>
  <inkml:trace contextRef="#ctx0" brushRef="#br0" timeOffset="160650">16775 1004 8792,'-18'28'1638,"11"13"0,4 13-983,1-17 0,0 5 1,0 3-1,1 1 0,0-2-58,2-2 1,1-2 0,0 0 0,0 3-1,-1 5-457,0-6 0,-1 4 0,0 3 0,0 1 0,0 2 0,0 0 0,0-1 0,1-1 0,-1-3-166,1 2 1,0-3 0,0-1 0,0 0 0,1 1 0,-1 1 0,0 2 97,0-3 0,0 2 0,0 1 0,0 2 0,-1 0 0,1 1 0,0-2 0,0-1 0,-1-2 0,1-3-57,-1 8 0,0-2 0,1-2 0,-1-2 0,0 0 0,1 1 45,0 0 0,0 1 0,1 0 0,-1-2 0,1-4 0,-1-4-411,-1 1 0,0-6 0,0-1-1288,0 9 1,0-9-1639,0-15 3121,0-37 0,0-13 0,0 9 0,0-2 0,0-17 1,0 1-1</inkml:trace>
  <inkml:trace contextRef="#ctx0" brushRef="#br0" timeOffset="161017">16898 99 5775,'-25'17'1638,"4"14"0,-2 8-752,1-3 1,-3 4 0,2 0-917,5-3 0,2 1 0,-1 1-1063,-6 6 1,-1 1 0,6-9 742,7 0 0,-5-4 0,16-39 0</inkml:trace>
  <inkml:trace contextRef="#ctx0" brushRef="#br0" timeOffset="161167">16810 198 7533,'14'28'1638,"-1"-1"0,5 15-752,-10-8 1,-1 8 0,1-1-1637,1-5 1,0 0 0,1-1 553,-1-1 1,1-1-1,0-1 1,7 13-1,0-6 1,0 3-1</inkml:trace>
  <inkml:trace contextRef="#ctx0" brushRef="#br0" timeOffset="161333">16880 521 7353,'26'7'0,"1"-2"0</inkml:trace>
  <inkml:trace contextRef="#ctx0" brushRef="#br0" timeOffset="161783">16880 533 7533,'-27'-12'1638,"0"-1"0,-17-1 1638,27 4-2093,25 20-1992,27 10-830,-12-10 1,1 0 488,2 3 0,1-2 1150,16-4 0,-23-2 0,-5-5 0</inkml:trace>
  <inkml:trace contextRef="#ctx0" brushRef="#br0" timeOffset="162067">17163 521 7533,'-10'0'3276,"2"0"-526,47 0-3739,-13 11 629,17 13 270,-43 20 495,-8-18 0,-4-1-46,-1 0 1,-1 0-90,-7 3 0,8-2-1889,33 3 0,4-11 963,23-21 1,-22-5-1,-1-2 1,3-2 0</inkml:trace>
  <inkml:trace contextRef="#ctx0" brushRef="#br0" timeOffset="162767">16863 1153 7803,'-30'18'3276,"7"23"-2184,20-11 0,4 5 0,1 2-1962,0 10 0,1 3 1,0 0 981,-2-11 1,-1 1-1,0 0 1,1 2 174,-1 4 1,0 3 0,0 1 0,0-2 0,0-6-228,-1-4 0,1-5 0,-1 4 119,-1 1 1,1 3 0,-1 3 0,0-2 0,1-3 139,0 7 1,2-4 0,-1 4-285,0-7 1,0 3 0,0 2 0,0 0 0,0-3-36,0 4 0,0-1 0,0 0 0,0 1 90,-1-5 0,-1 2 0,1 0 0,-1 0 0,0-1 67,0 6 1,-1-1-1,1 0 1,-1-1 221,1-2 0,-1 0 0,1 0 0,-1-1-109,1 0 0,0 0 0,0 0 0,1-3-61,0 4 1,1-2 0,1-5-120,-1-5 0,0-2-90,0 7 0,0-2 2564,0 9-2249,0-17 0,0 0-1,0 1 1,0 1 376,-4 1 0,0 2-556,3 7 0,0-1-10,-7-9 0,0-1-1294,6 19-2108,-6-46 1638,10-22 1,4-8 982,-4-4 1,5-3-1,2-1 1,1 0 0</inkml:trace>
  <inkml:trace contextRef="#ctx0" brushRef="#br0" timeOffset="164317">16016 347 12480,'-27'-7'2968,"-22"13"-2204,25 12 1,1 5-225,-9 3 0,1 2-91,3 5 1,3 3 224,5 5 1,5 0-225,4-8 0,4 0-270,3 10 0,8-1-675,14-5 0,5-5 270,-8-8 1,4-8-496,21-8 0,2-16-90,-16-21 1,-3-9 404,5 2 1,-3-4 194,-11 4 0,-3-3 0,-3 1 345,-2-1 0,-2 1 269,0 2 1,0 3 405,-4-4 449,-8 20 180,6 62-89,-14-7-511,13-1 1,3 7-1,1-2-974,2 4 0,2-3 0,1 6 1,8-4-1505,13-11 1,5-10 982,9-10 1,-15-8-1,-1-1 1,0-5 0</inkml:trace>
  <inkml:trace contextRef="#ctx0" brushRef="#br0" timeOffset="164600">16387 682 0,'-28'0'3276,"3"11"0,15 14-1638,5 0 0,2 5-2063,2 10 0,2 1 245,-1-10 0,0 0 180,-1 3 0,2-5 0,7-10 0,2-1 0</inkml:trace>
  <inkml:trace contextRef="#ctx0" brushRef="#br0" timeOffset="165333">16951 211 7533,'-29'-19'1638,"6"5"0,-1 4 1638,-14 13-2820,15 6 1,-1 7 322,-1 4 1,-2 5 0,5 4 59,5 12 1,5 4 0,0-1-391,-3-11 1,-1-2 0,4 2 89,0 11 1,5 2 0,10-9-720,17-12 0,7-7-1124,-3-2 0,3-8 584,12-15 0,2-12 150,-11-1 1,-1-5-1,-4-4-30,-5-6 1,-5-3-1,-1-1 58,2 2 1,-1 0 0,-2 1 1081,-2-10 0,-7 4 179,-5 9 1,-6 14 2556,-10 34-1721,2 10 0,2 6-971,2 2 1,3 3-555,0 3 0,1 5 0,6-5-1669,10 1 1,6-4 1124,1 7 0,5-6 0,18-6 0,2-27 1</inkml:trace>
  <inkml:trace contextRef="#ctx0" brushRef="#br0" timeOffset="165634">17180 484 0,'-27'0'3276,"9"0"0,26 0 0,27 10-2327,-3-1-1039,9 9 1319,-31 5-1049,-18 20 629,-11-4 1,-5 2-46,3-7 1,1 0-245,-9 5 0,14-6-3797,55-8 2730,5-20 1,-6-6 0,0-5 0,-13 0 0,-1 0 0</inkml:trace>
  <inkml:trace contextRef="#ctx0" brushRef="#br0" timeOffset="166400">17657 1178 9961,'0'35'1638,"0"-9"0,0 3-571,-2 9 0,-1 5 0,0 2-1887,-1-10 1,-1 2 0,1 1 0,-1 2 613,1 3 0,1 3 0,-1 1 1,0-1-1,-1-2 251,-1-3 0,-1-3 0,0 1 0,2 2-303,2 7 1,1 4-1,1 1 1,0-2-1,-2-6 288,-2-4 0,-1-5 0,1 6-330,4 0 0,1 6 0,0 4 1,1 1-1,-1-2 0,-1-5 297,-3 3 0,0-4 1,0 0-1,0 3 257,1-5 1,0 3 0,1 2 0,-1-2 0,0-1 0,-1-4 134,-1 13 1,-1-6 0,-2-1-330,-3-7 0,-1-1 0,1-8-150,0 0 90,-5 4-629,16-9 2034,-8 22-1855,7-17 1,0 0 303,-5 2 1,4-6 145,18-17 0,-4-23 0,0-21 0,1 0 0</inkml:trace>
  <inkml:trace contextRef="#ctx0" brushRef="#br0" timeOffset="166601">18027 1314 7533,'-37'-7'3276,"11"2"-4096,42 5 1,-2-6 0,19-1 0</inkml:trace>
  <inkml:trace contextRef="#ctx0" brushRef="#br0" timeOffset="166750">18256 1214 7623,'18'13'0</inkml:trace>
  <inkml:trace contextRef="#ctx0" brushRef="#br0" timeOffset="166883">18521 1227 12480,'45'0'-360,"-18"0"0,-11 0 0</inkml:trace>
  <inkml:trace contextRef="#ctx0" brushRef="#br0" timeOffset="167600">18856 409 7982,'-33'-15'3276,"-5"27"-2184,13 13 0,-2 10 0,3 0 546,1 4 0,3 4-1746,6-9 1,0 6 0,2-1 0,3-6 197,2-6 0,6-2 170,8 16 1,10-9-2959,20-34 1438,-3-8 1,2-10 599,-10-6 1,-2-8 0,-1 0 599,-3 5 0,-1 0 0,-3-2 209,-3-4 1,-1-1 0,-4 6 584,0-2 1065,-8 4 1169,-8 43-1259,6 6-765,-4 22 1,4 7-2584,12-8 1,4 0 545,-6-6 1,1 1 0,3-5 495,10-4 1,1-6 0,13 5 0,-11-20 0</inkml:trace>
  <inkml:trace contextRef="#ctx0" brushRef="#br0" timeOffset="168033">19156 694 12390,'0'33'1092,"0"-1"0,-4 3 0,0 1-1111,4 9 0,-2-1 19,-6-14 0,0-3 0,8 1 0,-2-5 0,-5-7 0,7 7 0</inkml:trace>
  <inkml:trace contextRef="#ctx0" brushRef="#br0" timeOffset="168300">19403 706 7533,'-9'24'1638,"0"1"0,-16 15-938,8-10 1,-2-1-701,-10 0 494,1-3 1,-1-1 1304,-2-3 540,-4 8-2159,50-6-720,17-5-1099,-6-7 1,0 1-482,2 6 2120,-12-1 0,-9-6 0,3 1 0</inkml:trace>
  <inkml:trace contextRef="#ctx0" brushRef="#br0" timeOffset="168900">18733 1339 9422,'-18'36'1638,"5"1"0,0 8-546,4-6 0,0 4 0,0 2-927,-1 0 0,-1 2 0,0 2 0,0 3 44,3-12 1,0 3 0,1 0 0,-1 1 0,1 0 0,0-1-379,0 0 1,1 0 0,-1 0 0,1-1 0,0 1-1,1 0 229,-1-1 0,0 1 0,0 0 0,0-1 0,1-2 0,0-1-15,0 4 0,1-3 0,0 0 0,0-1-45,-1 2 0,1 0 0,-1-2 0,1-4 110,-1-2 1,0 1-179,-2 2 1,-1 5-1,0 2 1,0-3 72,1 2 0,0-1 0,-1 1 174,-2 0 1,-1 2 0,-1 1 0,2-1-68,2 0 1,1-1-1,1 0 1,0-1-136,0-3 1,2 0-1,0-2 1,0-1 22,-1 14 0,2-3-90,4-2 0,-2-4 498,-7 3-948,-1-4 504,-1-5-3241,2-33 2457,8-10 1,0-17 0,0 0 0</inkml:trace>
  <inkml:trace contextRef="#ctx0" brushRef="#br0" timeOffset="213633">27040 6929 7533,'-43'0'3276,"22"5"-166,-18 8-2076,13 17 1,1 8-825,5-12 0,1 1 0,-1 2 29,-5 7 1,0 2 0,4 1-150,8-6 0,3-1 0,6 0-135,8 10 0,9-4 45,8-3 0,5-1 270,7 2 0,-3 1 44,-8-1 1,-7 2 539,-10 2 1,-10 2-316,-5-11 1,-6 0 0,-3-1-900,-5-1 1,-4-1-1,0-3-1034,-9 9 0,0-4 449,3-8 1,7-8 944,17-14 0,22-14 0,23-11 0</inkml:trace>
  <inkml:trace contextRef="#ctx0" brushRef="#br0" timeOffset="213883">27040 7908 7533,'-9'34'1092,"-1"1"0,8-6 0,4-2 2184,10 5-923,29-16-3992,-15-32 1,1-6 573,14 1 1585,-12-13 0,-9-6-341,-21 10 1,-4 2-90,1-20 450,-16 18 0,-9 8-1405,-2 22 1,-1 3 954,6-8 0,1 2-7,-6 17 0,6 5 0,15-2 0,2 19 0</inkml:trace>
  <inkml:trace contextRef="#ctx0" brushRef="#br0" timeOffset="214483">27499 8069 11850,'-18'26'3276,"1"8"-4915,-3-15 1,-1 0-1639,-3 9 1638,0-4 1,-1-2 1522,5-7 1,-5 9 0,7-12 0</inkml:trace>
  <inkml:trace contextRef="#ctx0" brushRef="#br0" timeOffset="-214379.73">28116 7251 7533,'-23'-10'1092,"-1"-1"0,-4 5 0,0 7 193,-3 11 0,1 6-1105,5-5 0,-1 3 124,-4 6 0,-2 6 1,4 2 414,4 5 1,4 4 0,-1-2-601,-1-7 1,-1-3 0,3 5 240,6 2 0,1 6 0,3-1 0,4-5-91,4 2 1,4-3-276,0 4 1,8-4 95,18-9 0,9-14-840,-6-21 0,3-12 1,-1 1 111,8 6 1,0-5 254,-11-5 1,1-7 0,-2-3 0,-5 0-158,-5-4 1,-5-1-1,0 1 480,-1 5 0,-1 1 0,0-2 60,1-8 0,-1-1 0,-6 9 1799,-12 0-1529,4 6 2968,-31 53-2339,17 14 1,3 6-682,-6-8 1,2 2-219,8 2 0,4 5 0,2-1-750,3-4 1,4-1-1,0-2-824,0 9 0,3 1 481,5-3 1,2 2 0,2-8 752,-2-13 0,1-4 0,6 9 0,1-4 0,13-2 0</inkml:trace>
  <inkml:trace contextRef="#ctx0" brushRef="#br0" timeOffset="-214129.73">28328 7920 7533,'-27'33'1638,"9"-5"0,2 1 1638,-3 7 0,9 8-2490,28-15-1326,27-39 540,-6 0-360,-15-8 0,-7-5-719,-23-21 719,10 15 135,-23 9 0,-9 7-180,1 13 1,-1 4 359,2-3 0,1-1-1214,-24 7 1259,49-1 0,10-17 0,8-3 0</inkml:trace>
  <inkml:trace contextRef="#ctx0" brushRef="#br0" timeOffset="-213879.73">28698 6892 7533,'25'-11'1638,"-1"0"0,2 1 0,7 25 0,-1 17-546,-18 6 0,-7 9 0,1-2-50,2-9 0,-1-1 0,-1 5-719,-2 3 1,-1 6 0,-2 3 0,-1 1 0,-2-3-805,-2-3 1,-3 0 0,0-1 0,-1 0 0,1-1 524,0 5 1,2-2 0,-2 1 0,-4 2-135,0-9 0,-3 2 0,-1 1 0,-1-1 1,-2-2-1,-2-3-730,-8 4 1,-4-4 0,0-2 0,0 0-1,3-1 1,1-1 0,-1 0 0,-1-1 551,-1-1 1,-1 0 0,0-3 0,2-5 0,-11-1 0,1-5 0,2-1 0,0 1 0</inkml:trace>
  <inkml:trace contextRef="#ctx0" brushRef="#br0" timeOffset="-205080.73">15275 2739 7533,'-37'-19'3276,"-4"1"-1638,13 16 0,-3 8-584,2 12 0,-2 7 0,1 1-754,-2-4 0,1 0 0,0 7-260,8 2 1,0 6 0,0 4 0,2 2-1,2 0 1,2-1 498,4 2 1,3 0 0,3 0 0,0 0 0,-1 0-451,-2 1 1,-3 0 0,2 0 0,5-1 0,7-1 0,10 0 0,6 2 0,6-3 0,4-5 0,1-8 60,15-7 0,6-12 0,2-2-330,-3 0 0,2-1 0,1-2 0,-2-5 157,-6-3 1,0-5 0,-2-2-1,-1-3-292,-4-5 0,0-3 1,-3-1-1,-1 0 255,1 1 0,-3 0 0,-1-4 419,-5-2 1,0-4 0,-3-2 0,-4 0 239,-2-14 1,-6-1 0,-3-1-240,-1 4 0,-1 0 0,-8-4-127,-4 6 1,-5-4 0,-4-2 0,-4 3 0,-2 4-90,-2 8 0,-5 3 0,-1 2 0,-2 0 0,1 0-126,1-2 0,1-1 0,-1 1 0,-2 3 0,-4 6-565,-4 6 1,-4 3 0,-2 3 0,-1 4 0,3 4 0,4 4 272,0 7 1,4 7 0,1 3 0,-1-1 0,-5-3 0,-2-1 0,3 2 0,5 3 0,12 11 0,-1-1 0,0 0 0</inkml:trace>
  <inkml:trace contextRef="#ctx0" brushRef="#br0" timeOffset="-203629.73">15928 3074 7263,'-8'-14'1979,"-2"3"-180,-15 11 989,13-5-1619,-4-2 91,32 0-361,4 1-180,11 11 1,4 1-540,-10-4 0,1-1 210,10 1 0,4 0 0,0 0 239,6-2 1,2-2-248,-11 0 0,2-1 1,2-1-1,-3 2-384,0 1 1,-2 1-1,3 0 227,3-2 0,4-1 0,-1 0 0,-3 0-195,-3 0 0,-2 1 0,3 0 217,4-1 0,5 0 1,0-1-1,-5 2-127,-7-1 0,-3 0 0,2 1 120,13 2 0,2 0 0,-2 0-91,-9 1 1,-3-1 0,2 1 30,5 1 0,1 0 0,1-1 60,4 0 0,1-1 0,-3-1-31,-8 1 1,-1 0 0,0 0-210,6 1 0,1-1 0,-2-1 0,3-1 0,0-1 0,-8 2 0,2 1 0,-1-1 0,9-1 0,0-1 0,-9 1 0,1 0 0,-1 1 0,8 0 0,-2 0 0,-10 0 0,0-2 0,-6 2 0,9 1 0,-2 0 0,-3 0-7,-16 0 7,19 0 0,6 0 0,-15-3 0,1 0 0,14 3 0,2-1 0,-8-2 0,-2 1 0,5 1 0,-3 2 0,10-1 0,-9 0 0,-2 0 0,6 0 0,-13 0 0,0 0 182,-2 0 0,-3 0-182,16 0 4,-14 0 0,-1 0-4,-6 0-3277,-19 5 2457,-19-4 1,-25 10 0,-1-4 0</inkml:trace>
  <inkml:trace contextRef="#ctx0" brushRef="#br0" timeOffset="-202779.73">15734 3161 7533,'-45'-6'1638,"19"6"0,1-1 303,-5-16-862,21 9-270,26-6 1,17-1-61,7 4 1,8 3 0,0 1-540,-7-1 0,-1 1 0,5 1-257,-1 1 1,4 1 0,2 0 0,1 2 0,-2 1 208,-5 1 0,-1 2 0,0 2 0,-1-2 0,1 1-144,-2-3 0,1 0 0,-1 0 0,1 1 0,2 0 146,1 3 1,2 0 0,1 1 0,-1 0 0,-1 1 0,-5-2 37,2 0 0,-4 0 1,-1-1-1,3 1-22,1 1 0,3 0 0,1 0 0,-2 1 0,-3-2-90,9 1 0,-4-1 0,1-1-113,-10-1 1,2 0-1,-1-1 1,-4 0 67,13-1 0,-2 0 75,-7 0 0,2 0 0,-3 0 83,7 0 1,0 0-54,-7-2 0,0 0 0,0 0-60,9 2 0,-2-1-316,-5-4 1,-2-1 270,-8 5 0,-1 1 90,6-6 0,-1 0-180,-9 6 0,1-1 90,22-7 0,2 0 180,-13 3 0,0 1-16,-3 0 1,2 0 0,0 0 150,2 1 0,1 2 0,-2-1-136,9 2 1,0 0 76,2 0 0,-2 0-391,-14 0 0,-1 0-495,-4 0 1,-1 0-1443,17 0-1250,-8 0 2888,-15 0 0,-13 6 1,-16 1-1</inkml:trace>
  <inkml:trace contextRef="#ctx0" brushRef="#br0" timeOffset="-199944.73">28346 8019 7533,'-28'0'3238,"11"-5"-1439,1 4-1889,14-5 720,-14 23-451,10 7 1,3 5 0,-3 10 0,2 1-180,-1-6 0,2-1 0,5 7 0,4-7 90,4-16 360,23 6-360,-4-17 269,4-20 1,1-6-270,-1 1-1101,-8-4 1,2-7-1,-6 3 1191,-6-6-1314,10-10 0,-3 1 1134,-18 16-169,6-9 1,-4 2 78,-14 15 359,-17-22-628,3 27 134,-5 5 0,-3 3 45,-1 5-450,1 7 1,1 4-91,8 10 505,3 9 1,4 3 0,12 6 0,-2-7-1,0 0 1</inkml:trace>
  <inkml:trace contextRef="#ctx0" brushRef="#br0" timeOffset="-196214.73">16845 2826 7892,'-19'-26'3276,"-13"8"-525,-3 23-1987,12 3 1,-1 4 44,-7 9 1,1 6-136,5 8 1,5 4-450,5 0 0,3 1-270,1 0 0,6 0 90,11-10 0,4 0-45,1 10 0,5-3-90,9-10 0,3-3 17,-2 8 1,3-5 117,4-13 0,2-10-45,5-13 0,-1-9-45,-5 0 0,-2-5 90,1-10 0,-5-3 90,-5-2 0,-5-3 44,-6-4 1,-4-2-1522,1 4 0,0 1 1747,-3 0 0,-5 4-91,-6 12 1,-5 3 944,-18-7-1259,0 21 0,-4 4 180,3 4 0,1 2-101,-3 5 0,1 8-169,8 8 0,2 8 0,3-1-360,4 1 0,3 1 360,-6 15 1,8-3-91,26-6-270,9-13-315,5-20 1,3-7 224,-5-6 0,-1-6 270,3-2 1,-2-5 179,-6-5 0,-6-3 1728,-11 1 0,-5-2-1221,-3-3 1,-6 0 77,-4 3 0,-5 3-225,-4 4 0,-5 4 179,-8 4 1,-3 10 89,4 17 1,0 5-405,-4-6 0,1 4 195,8 11 0,1 7 0,3-2-555,1-7 0,3 0 359,-9 18 1,7-1-225,11 5 90,2-1-450,23-20 1,9-5-91,6-16 1,5-8 179,11-3 0,0-6-39,-3-9 0,-6-6 354,-12-1 0,-7-1 90,-2 3 0,-8 1 1124,-30-7-382,24 16-337,-33 35 0,-8 18-225,24-10 0,2 2-315,-10 8 0,-4 3 0,11-5-3187,20 11 988,17-9 985,5-35 0,3-8 648,2-6 1,-1-3-1,7-3 1,-4-4 0</inkml:trace>
  <inkml:trace contextRef="#ctx0" brushRef="#br2" timeOffset="-181663.73">16863 2851 7533,'-9'-27'1034,"0"0"1,-1-18-586,-5 27 451,13 9 134,-15 20 1,-5 12-181,-2 6 1,0 8-166,1 3 1,-2 5-1,1-1-569,4-10 0,1-2 0,3 3 0,2 6 0,3 2 0,11-5-390,14-3 0,13-9-180,19-13 1,6-10 404,-11-3 0,0-8-391,-3-11 1,0-8-1,-8 1 391,-13 6 0,-5-1 90,7-13 0,-4-1 45,-9 9 0,-3 0 225,2-2 0,-2-2 187,-1-3 0,-4 1-52,-13-8-45,3 17 0,-4 4-270,-13 6 0,-3 6 494,-17 2-584,23 6 0,1 5 270,3 6 0,3 5-45,-2 16-180,-1 0 0,3 5-225,8 3 0,10 1-495,17-1 0,7-3 495,-7-9 1,5-9 469,24-18 0,2-16-335,-17-14 0,-5-8 90,-5 7 0,-2-4 0,-3 0 3,1-12 0,-4 1 177,-5 8 0,-7 4 224,-13 8 1,-7 7-45,-11 14-360,-7 21 0,1 11 45,15 9 0,3 4-312,-8-2 0,3 0 132,13-1 0,5-4-45,-2-3 321,16-1-1760,17-11-1748,20-31 1458,2-6 1504,-24-4 0,-3-4 225,-1 6 0,-4-1-270,-8-12 1,-3-2 1798,4-14 553,-33 5-1003,-20 54-674,20 3 0,3 6-16,3 7 1,2 5 0,2-1-255,-1 4 0,4-1-675,4 4 1,6-3-181,12 0 3753,10-28-3303,5-14 0,1-23-90,-7-8 495,-5 10 0,-2 1 495,-2-8-90,-18 12-270,-12 41 89,-15 15-89,15 5 180,7-8 0,3-2-720,8-3 180,2 9-360,10-34 91,7-12 359,1-2-720,7-26 181,-13 0 539,-14 15 0,-4-1-990,-7-11-559,-16 34 1,1 10 982,12 10 1,-4 5-1,1 4 1,9 18 0</inkml:trace>
  <inkml:trace contextRef="#ctx0" brushRef="#br2" timeOffset="-178430.73">26547 5131 7533,'-26'-37'1709,"14"5"1169,-19 2-1619,19 16-1079,-14 22 0,-5 12-240,7 6 0,0 8 0,0-2-348,1-5 0,0-2 0,0 5 250,3 2 1,-1 6 0,2-2 0,5-5 67,2-5 0,4-1 90,-2 20 0,4-3 90,6-12-249,17-3 0,6-3 249,2-8-90,15-4 0,2-1 0,-8-4-197,0 0 0,-4 2-73,-16-1 180,10 27 0,-32-19 90,-7 12 0,-3 1 0,-6-4-340,-11 7 0,-2-1 250,3-8-692,8-4 0,1-3 512,8-9 270,9-1 0,16-23 0,1-4 0</inkml:trace>
  <inkml:trace contextRef="#ctx0" brushRef="#br2" timeOffset="-178197.73">26582 5776 7533,'0'38'1638,"-7"-6"0,-2 0 663,-3 16-2032,-5-2 91,32-13-180,-1-43-315,14-6 0,1-4-674,-6-12 629,3-7 0,-3-2-720,-11 10 360,-3-2 1,-10 2 224,-23 17 0,-9 7-135,0 1 1,-2 4 359,-3 2 0,1 5 90,3 7 0,11-1 0,21-10 0,4-2 0</inkml:trace>
  <inkml:trace contextRef="#ctx0" brushRef="#br2" timeOffset="-178030.73">26899 5293 7533,'-19'0'2788,"3"0"270,40 11-4317,21-3 1169,-22-2 0,3 0 90,11-2 0,0-2 0,2-2 0,-13 0 0,-1 0 0</inkml:trace>
  <inkml:trace contextRef="#ctx0" brushRef="#br2" timeOffset="-177913.73">26952 5515 7533,'-10'20'3238,"50"-8"-3238,3-12 0,-5-4 0,2-4 0,-9-2 0,-1 0 0</inkml:trace>
  <inkml:trace contextRef="#ctx0" brushRef="#br2" timeOffset="-177330.73">27922 4933 8342,'-17'-7'2969,"-17"13"-2025,13 13 0,-3 9-674,-1-4 0,-2 4 0,1 2-1363,0 9 1,1 2 0,1-1 787,5-9 1,0 0-1,3-1 455,0 3 0,2-1 0,4-4 1008,8 0-978,-5 18-360,14-31 545,19 19-365,-1-14 0,3-2 0,-8-4 0,1 0 0,9 11 0,-3 2-90,-8 16 180,-16-8 0,-4 0-360,-3 13 135,-20-13 0,-8-3-1124,7-13 0,1-3 809,-4 3 0,1 0 1117,-7 5 0,27-24 0,7-7 0</inkml:trace>
  <inkml:trace contextRef="#ctx0" brushRef="#br2" timeOffset="-177012.73">28028 5590 10951,'0'12'2428,"16"1"-1708,11-1-720,-5 1 540,17-1-360,-35 0-1080,12 12 180,-40 18 541,10-11 673,-3-5 1,1-1 315,6-5-721,10 0 631,18-4-270,7-14 0,1-2-271,-1 5-44,7-6 0,-9 2-315,-34 21 90,7-5-600,-14 3 1,-10 5 0,-1-1 415,-1-4 1,-1 0-1,0 0 1,0 3 0,-1 1-1,1-1 1,0-3 0,1 0-1,-1-1 1</inkml:trace>
  <inkml:trace contextRef="#ctx0" brushRef="#br2" timeOffset="-176060.73">28698 6111 7533,'0'-14'1889,"0"-3"-540,-23 60-2654,5-24 1,-1 1 1304,-1 8 0,1 1 0,-3-4 0,2-4 0,3-2 0</inkml:trace>
  <inkml:trace contextRef="#ctx0" brushRef="#br2" timeOffset="-175593.73">29369 5293 7533,'-45'21'819,"0"0"0,9 6 0,0 5 0,6 4 0,11-2 0,3 3 0,3 2 0,2 0-635,-4 12 1,3 0 0,11-7-365,18-4 0,12-15-240,2-28 0,8-15 1,-2-5-9,-4-2 1,0-5 0,-1-4 0,-2-1 211,-6 0 0,-1-3 0,-1-1 0,-4 2 0,-5 5 980,-1-8 1,-13 15 2024,-34 41-2587,17 9 0,1 13 1,1 5-1,2-1-504,3 2 0,2 1 1,4 0-1,5-2-791,8 8 1,7-2 0,5-6 1063,0-12 0,2-4 0,3-4 0,10 1 0,2-8 1,-7-13-1,-1-1 0</inkml:trace>
  <inkml:trace contextRef="#ctx0" brushRef="#br2" timeOffset="-175189.73">29704 5900 7533,'-22'36'1092,"1"1"0,8-7 0,4-1 39,1 15-411,44-55-765,-8-6 0,-1-7-315,-5-10 0,-5-1 90,-9-10 270,-35 40 0,-7 8 0,-3 4 0,9 11 0,1-1 0</inkml:trace>
  <inkml:trace contextRef="#ctx0" brushRef="#br2" timeOffset="-174845.73">30145 5491 7533,'14'0'3276,"31"0"-3970,-6-5 1,4-1 693,3 0 0,-2-2 0,-7-1 0,-3-1 0,-9 1 0,1 0 0</inkml:trace>
  <inkml:trace contextRef="#ctx0" brushRef="#br2" timeOffset="-174696.73">30215 5727 7533,'6'-6'1638,"15"4"0,9 2-2281,1-1 1,4-2 0,-1 2 95,10 1 1,0 0 0,8-4 0,-6-3 0,-1-7 0</inkml:trace>
  <inkml:trace contextRef="#ctx0" brushRef="#br2" timeOffset="-173313.73">31150 5007 7533,'-41'9'1092,"0"-1"0,13 0 0,3 5-32,-4 17 1,3 10-2109,9-5 0,2 4 0,0-2 1167,1-6 1,0-1 0,1 2-75,-1 2 0,-2 5 0,4-2 0,7-4 77,14 0 0,3-3-122,-12 5 0,6-8-517,35-18 0,7-18-788,-16-16 1,-2-12 872,-6 10 0,4-4 1,0-3-1,-2-1 1,-4 0 174,-5-5 0,-4 0 0,-2-2 1,1 1 435,3-2 1,2-1 0,-3 1 0,-6 5 1259,-8-7 1,-7 12 1836,-3 18-1638,-10 48 0,-1 24-1269,11-19 0,2 2 0,2 2-407,1 3 1,1 2 0,2 2-1,3-2-782,5-5 1,2 1 0,3-3 0,2-1 745,6 4 0,3-4 0,1-3 0,5 1 1,-1-8-1,-6-15 0,-1 1 0</inkml:trace>
  <inkml:trace contextRef="#ctx0" brushRef="#br2" timeOffset="-171844.73">31627 5441 7533,'-28'0'899,"10"0"2339,3 0-2608,13 0 2338,17 0-2968,-1 0-180,27 6-2878,-5 12 2608,-15-3-45,-17 13 1,-8 6 674,-5-7 0,-3 1 629,-8 10 1,4 0-496,11-9 1,8-3-2473,25-1 2158,11-14 0,4-6 0,-17 2 0</inkml:trace>
  <inkml:trace contextRef="#ctx0" brushRef="#br2" timeOffset="-161296.74">15275 4499 7533,'-29'-26'3276,"-2"3"-796,21 5-1940,-8 10 0,-23 30-271,24 4 1,3 6-315,-5 6 1,2 2-136,5-2 0,9-2-360,18-6 0,9-6 270,-5-7 1,3-2 404,5-2 0,1-2 764,13 13 720,-63 6-1934,-3-5 0,-4 0-180,-2-4 1,1-1 494,-2 2 0,5-3 0,11-6 0,16-8 0</inkml:trace>
  <inkml:trace contextRef="#ctx0" brushRef="#br2" timeOffset="-160962.74">15434 4871 9602,'-9'24'1638,"0"0"0,0 11 33,1 0-2301,39-44-2428,0-24 3058,-5 9 0,1 1 1124,-4-1 1,-2 11 1663,-2 40-2338,-11 7-1710,-8 6 1,-2 2 439,2-1 1,10 1 0,7-24 0</inkml:trace>
  <inkml:trace contextRef="#ctx0" brushRef="#br2" timeOffset="-160363.74">16228 4673 7533,'-28'0'1638,"1"0"0,23 5 1638,35-3-2770,0-2 1,10 1-1,6-1 1,0 0 0,-7-1-1600,0-1 1,-3-1 0,6 1 1156,-7 0 0,4 1 0,4-1 1,1 0-1,2 1 0,-2-1 1,-2-1 234,0 1 1,0-1 0,-2-1 0,1 1 0,2 0 0,1 0-158,-2 2 1,2-1 0,1 1 0,1 1 0,1-1-1,-1 0 1,0 0 0,-1 0-2,3 0 0,1-1 1,-1 0-1,0 0 1,-1 0-1,0 1 0,-2 0-146,1 1 0,1-1 1,-2 1-1,-1 1 0,-2-1 1,-4 0-1089,15 0 1,-6 0 0,-5 0-547,-4 0 1,-7 0 818,3 0 1,-19 6 0,-16 1 0</inkml:trace>
  <inkml:trace contextRef="#ctx0" brushRef="#br2" timeOffset="-116296.73">21273 10101 7533,'-20'-19'2788,"-4"6"-989,-9 13-945,10 27 1,-1 14-473,3-10 0,-1 4 1,-1 2-1,3 3-418,4-2 0,1 3 0,2 1 0,1 1 0,1-1 216,0 1 0,0 1 0,1-1 0,5-1 0,5-4-60,9 10 0,8-4 0,8-16-208,8-23 0,6-13 1,1-7-71,-3-7 1,1-8-1,-2-5 1,-2-2 31,-9 2 0,-1-4 0,-2-1 0,-2-1 0,-4 0-122,1-4 1,-4-1 0,-4 2 0,-4 2-413,-6-3 1,-5 3-1,-7 10-979,-12 13 1,-5 13 1509,1 17 1,3 9-1,6 4 1,5 4 0,-1 19-1</inkml:trace>
  <inkml:trace contextRef="#ctx0" brushRef="#br2" timeOffset="-116129.73">21290 10361 7533,'-13'29'1092,"1"0"0,5 0 0,2 3 546,-2 15 0,6 3-546,9-16 0,4-1 0,1 0-2185,2-3 1,1 0 0,0-1 939,8 11 1,-1-5-1,-1-12 1,-2-4-1,-3 5 1</inkml:trace>
  <inkml:trace contextRef="#ctx0" brushRef="#br2" timeOffset="-115729.73">21978 9903 7533,'-26'6'819,"-1"1"0,3 14 0,1 8 0,2 5-164,5-2 0,3 5 1,0 3-1,1 2 0,1 0-595,0-1 1,0 1 0,0 1 0,2 1 0,1-1 0,3 0-583,1 6 0,2 0 1,3-1-1,2-1 1,5-3-299,5 2 1,4-2 0,3-4 0,2-6 593,3-6 0,2-6 0,2-7 1,18-7-1,-2-11 0,-2-10 1</inkml:trace>
  <inkml:trace contextRef="#ctx0" brushRef="#br2" timeOffset="-115312.73">22401 10237 7533,'-25'-19'1638,"1"20"0,-3 8 0,-9 12 0,-1 7-546,9-4 0,0 3 0,2 1-681,2-1 1,1 1 0,7-1-1132,10 5 1,10-3 224,16-9 1,7-4 179,10-1 0,1 0 405,-3 4 0,-7 5 404,-14 5 1,-11 4-45,-19 8 0,-11-1-360,-4-3 0,-4-2-1183,8-13 1,-2-2 0,4-2 539,-12 7 1,31-14-1,34-11 1</inkml:trace>
  <inkml:trace contextRef="#ctx0" brushRef="#br2" timeOffset="-115130.73">22507 10907 13110,'-17'18'299,"-1"1"1,-4 5 0,1 0 0,-9 5 0,-3 5-1</inkml:trace>
  <inkml:trace contextRef="#ctx0" brushRef="#br2" timeOffset="-114529.73">23160 10225 7533,'-39'8'1092,"-1"0"0,0 13 0,0 6-56,10-2 1,-1 3 0,4 2-318,3 4 1,3 3 0,1 0-540,2-5 0,2 0 0,7-1-225,12 4 0,10-8-765,34-26-360,-7-23 1,0-12 389,-16 4 1,-3-3 0,-1-1 839,-1 1 0,-1 0 0,-4 3 344,-3-6 1,-5 15 2871,-6 50-2184,-2 1 0,-2 8 0,1 2-1058,0 6 1,1 3 0,5-1-765,4 2 1,4-1 0,4-5-910,7 1 1,5-9 982,4-14 1,1-9-1,11-15 1,-18-10 0</inkml:trace>
  <inkml:trace contextRef="#ctx0" brushRef="#br2" timeOffset="-114096.73">22454 10758 7533,'-31'2'1092,"0"1"0,3 9 0,3 5 103,4 4 0,6 4-1150,10 4 0,8 0 315,33 4-585,-8-37 0,1-10-180,1-12 1,-6-8 494,-9-2 0,-12 1-180,-20 6 0,-9 8-90,-17 16-476,18 20 1,7 7-1,12 8 1,23 10 0</inkml:trace>
  <inkml:trace contextRef="#ctx0" brushRef="#br2" timeOffset="-113713.73">23407 10746 7533,'-44'23'1092,"0"0"0,9 2 0,5 2 546,3 5 0,11 0-365,24 7-2082,37-39 134,-20-17 0,-1-5 225,5-3 1,-7-2 314,-20-1 0,-10 6-674,-29 14-136,8 10 1,1 5 944,4 6 0,3 0 0,-11 5 0,23-12 0</inkml:trace>
  <inkml:trace contextRef="#ctx0" brushRef="#br2" timeOffset="-113479.73">23707 9940 10051,'16'28'1092,"1"0"0,2 8 0,-1 7-273,-4-2 0,-1 8 0,-2 2 0,-4-1-853,-3-3 1,-3 0 0,-4 1 0,-3 2-207,0-8 0,-2 2 0,-2 1 1,-2 0-1,-3-1 0,-4-3-229,-2-5 1,-5-1 0,-2-1 0,-2-1 0,-1-1 0,2-1 0,2 0 233,-3 4 1,3-1 0,-1-1 0,-1-1 0,-2-3 0,-8 2 0,-3-2 0,-2-2 0,2-2 0,5-3 0,4-4 0,-1 1 0,1-1 0</inkml:trace>
  <inkml:trace contextRef="#ctx0" brushRef="#br2" timeOffset="-112963.73">21202 11043 0,'-30'0'1092,"-1"0"0,7 10 0,1 2 2184,-12-1-1299,19 23-898,39-17 0,9-3-899,-12-3 0,5 0 54,10-4 0,12-2 1,4 0-1,0-2 0,-8 0 156,-2 0 0,-5-2 0,7 0-185,-3 0 1,6-2-1,4 0 1,3 0 0,1 0-1,0 0 1,-2 0 166,-7 0 0,1 0 1,1 1-1,-1-1 0,0 0 1,0 0-1,-1 0 0,-2 0-192,8 0 0,-3 0 0,-1 0 0,1 0 0,1-1 0,4 1-37,-8 1 1,2-1 0,3 0 0,1 1 0,1-1 0,-1 1 0,0-1 0,-2 1 0,-3-1 0,-4 1 5,5 0 1,-4 0 0,-2 0 0,-2 0 0,2 0 0,1 0-179,0 1 0,2-1 0,0 1 0,0 0 0,1 0 0,-2 0 0,-1-1-136,2 1 0,1-1 0,-1 0 1,-2 0-1,-2 0 0,-2 1-585,12 1 1,-4 0-1,-3-1 570,-5 0 0,-2-2 1,-4 1-1460,0 0 1,-7 0-1639,-15 0 3392,-10 0 0,-18 6 0,-10 0 1</inkml:trace>
  <inkml:trace contextRef="#ctx0" brushRef="#br3" timeOffset="-110894.73">6438 4821 8191,'-29'-39'2819,"5"4"-2020,62 26 1,18 6-648,-18-1 1,3 1-575,-5 1 1,4 1 0,3-1-1,0 1 831,0 1 1,2 0-1,0 0 1,-1 0-1,-3 0-1053,3 0 1,-3 0-1,5 0 807,-5 1 0,6-1 0,2 1 0,1 0 0,-3 0 0,-4 1-117,-2 0 1,-4 1 0,0 1 0,2-1 7,3 2 0,2-1 0,2 1 0,1 1 0,0-1-113,-2 0 0,1 0 1,0 1-1,2-1 0,-1 1 1,1-1 122,-6 0 0,0-1 0,0 1 1,0 0-1,2-1 0,0 1 1,2-2 54,-2 0 1,1 0 0,2-1 0,0 0 0,1-1 0,0 1 0,0 0 0,-1 0 0,-2 1 3,2 0 1,-1 0 0,0 0-1,-1 1 1,1-1 0,-1 1 0,0 0-1,0-1-90,0 0 1,1 0 0,0 0 0,-1 0 0,0 0 0,0 0-1,-2 1 1,-1 0-139,3 3 0,-2 0 0,-1 0 0,0 1 0,0 0 1,0-1 14,3 1 0,1 0 0,1-1 0,-2 1 0,-2-1 0,-4 0 90,10 2 0,-5 0 0,4-1 197,-5-3 1,3 1 0,2-2 0,-1 0 0,-6-1-133,3-2 0,-5-1 0,4 0 47,4 1 0,4 1 1,1-1-1,-2 1-247,-7-2 0,0 0 0,-1 0 1,0 0-136,0 0 0,0 0 0,0 0 0,-1 0 180,-1 0 0,-1 1 0,0-1 1,0-1 426,9-4 1,-1-1 0,1 0-181,-9 3 1,0 1-1,1 0 1,-2-1-278,8-2 0,-1-2 0,0 2 0,1 1 0,1 1 0,-1-1 90,-4-2 0,-2-2 0,1-2 120,3-5 0,1-3 0,-2-4-68,-11 4 1,0-3-1,-1 0 1,-1-2 37,10-7 0,-1-1 0,-2-2 0,-5-1 0,-2 0 0,-4-2 752,-6 3 1,-2-1 0,-3-3-364,-4-7 1,-2-4 0,-2-1 0,-1 5 116,-2 9 1,-1 3 0,0-4-365,1-11 0,0-6 1,-2 1-1,-4 7-22,-8 2 0,-4 3-240,2-1 0,-2-4 0,-5 3-120,-6 5 0,-6 2 0,-1 1 11,5 6 1,-1 0-1,-2 1 1,-1 0 190,-2 0 1,-2 0-1,-1 1 1,-1 0 8,5 3 1,-1 1-1,0-1 1,-1 1-1,0 0 95,-1 0 0,0 1 0,0-1 0,-1 1 0,-2 1-252,-3-1 0,-2 0 0,-1 1 0,0 1 0,-1 1-294,6 3 1,0 1 0,0 0 0,-1 1-1,-1 0 1,0 1 299,-5-1 0,0 1 0,-1 1 0,-1 0 0,0 1 1,0-1 93,6 2 0,-1 0 0,0 0 1,0 1-1,0-1 0,-1 1 1,1 0-49,-2-1 1,0 1-1,-1-1 1,1 1-1,-1 0 1,1 1-1,-1-1 164,0 1 0,0 0 0,-1 1 0,1 0 0,-1-1 0,0 1 0,1 0-13,-1-1 0,1 0 0,-1 0 0,0-1 0,1 2 0,-1-1 0,-1 2-65,0 0 1,-1 1 0,0 0 0,-1 1 0,1-1 0,0 1 0,0 0-1,2-1 1,0 0 0,0 1 0,0-1 0,0 1 0,0-1 0,0 1 38,0-1 1,-1 1-1,0-1 1,0 0-1,1 1 1,-1 0-1,1 1-26,1 0 1,1 0 0,-1 0 0,1 1-1,0 0 1,0 1 0,0-1-52,-1 1 0,1 0 1,-1 0-1,1 1 0,-1 0 1,1 0-1,0 2 0,0 0 0,1 2 1,-1-1-1,1 2 0,0 0 1,0 0-1,0 1 56,-4 1 0,0 1 0,0 0 0,0 1 0,2 0 0,0 2-12,5 0 1,0 0-1,0 1 1,2 0-1,0 2 1,1 0 71,-4 2 0,1 2 0,1 0 0,1 2 0,1 1-54,3 0 0,1 1 0,0 2 0,2 1 0,1 1 0,-2 4 0,2 1 0,0 2 0,2 1 0,2 0-19,2 0 1,1 1 0,3 0 0,0 2 0,2 0 108,0 3 0,1 2 0,2 0 0,3 1 0,3 0 0,3-1 0,3 0 0,3 1 0,1 0 0,2 0-252,1 3 0,2 2 0,3-1 0,0 1 0,3-2-223,-1-6 1,2-1-1,1-1 1,2 1 0,0 0-1,0-1-198,2 2 1,1-1 0,0 1 0,2-1 0,1 0 0,1-1-1,3 1 1,2 1 0,2-1 0,0-1 0,-1-1 0,-1-2 293,3 6 1,-2-2 0,0-1 0,3-2 0,-2-5 0,1-1 0,2-1 0,-2-2 0,-2-3 0,2 0 0,0 0 0,0 0 0</inkml:trace>
  <inkml:trace contextRef="#ctx0" brushRef="#br2" timeOffset="-109878.73">23954 10708 7533,'-30'6'3276,"7"12"0,46 8 0,-1 0-1638,2-13 0,3-3-171,10-3-3106,-12-3 1,1-2 1557,19-8 1,-8 5 0,-3-5 0</inkml:trace>
  <inkml:trace contextRef="#ctx0" brushRef="#br2" timeOffset="-109713.73">23989 10919 7533,'-20'14'3276,"5"2"-1155,15-9 1155,0 11-526,23 1-2480,-9-5-1909,9-4 1,3-3-1112,3-6 2750,-4 2 0,1-1 0,11-7 0,7-2 0</inkml:trace>
  <inkml:trace contextRef="#ctx0" brushRef="#br2" timeOffset="-109462.73">24465 10869 7533,'-10'25'3276,"3"17"0,-1-14-1638,4-2 0,6 1 1638,21 11-2528,-7-10-1198,19-20 0,2-11-158,-11-12-22,7-13 1,-1-7-324,-20 8 0,-3-1 593,8-9 1,-8-1 718,-21 3 1,-8 4-270,-5 2 674,-15 16 1,-3 10-495,2 22-360,-2 6 0,4 4 450,14 14-360,3-14 0,4 1 0,10 12 0,-1 2 0</inkml:trace>
  <inkml:trace contextRef="#ctx0" brushRef="#br2" timeOffset="-107464.73">10213 12245 7533,'-26'-12'1304,"1"-1"0,1 0 1972,-7 35-2499,53-14 1,28-1 0,13-2 0,-2-1-689,-18 0 1,2-1 0,3-1 0,0 1 0,3-1 0,1 1 0,0 1-304,-6 0 1,2-1 0,1 2 0,1-1 0,1 0 0,0 1 0,0 0 0,0 0 0,-1 0 0,-1 1 540,-3-1 1,1 0 0,0 0-1,0 1 1,0-1 0,-2 1-1,0 0 1,-2 0 0,-1 1-1,-2-1-154,8 3 1,-2-1-1,-1 0 1,-3 2 0,-2 1-1,-1 4 402,3 6 1,-1 5 0,-3 2 0,-4-3 0,-6-7-397,15 6-161,-11-16 0,11 0 0,4-2 0,-3-2 0,-10-3-333,-8-5 1,1-3-342,8 1 1,10-2-1,4 0 1,-5 1 0,-12 2-1,6 2 1,12-2-1,-4 6 1,-29 12 0</inkml:trace>
  <inkml:trace contextRef="#ctx0" brushRef="#br2" timeOffset="-107096.73">12982 12431 7533,'-47'-12'3276,"14"-1"-616,33 6-1941,20 10 1,9 5-809,6 2-1004,-4-1 1,5 2 0,-5-2-2185,4-1 2986,-8 1 1,-5-1 0,-14-7-1,-8 5 1</inkml:trace>
  <inkml:trace contextRef="#ctx0" brushRef="#br2" timeOffset="-106929.73">12965 12629 7533,'-20'14'3276,"36"3"-3179,27-12 0,8-3 1,-21 1-1,0 1 1,19-2-1,-1 1 0</inkml:trace>
  <inkml:trace contextRef="#ctx0" brushRef="#br2" timeOffset="-106730.73">13317 12568 6633,'0'44'1092,"0"0"0,25-7 0,5-18-2101,3-48 1,-13-16 1548,-30 17 0,-9 3-1009,-20-2 1,3 22 0,-7 8 0,6 7 0,5 28 0,-1 0 0</inkml:trace>
  <inkml:trace contextRef="#ctx0" brushRef="#br2" timeOffset="-103480.73">23865 12419 7533,'40'-14'819,"-6"10"0,11 3 0,5 1 0,3-1-351,-10 0 0,4-1 0,1 0 0,3 0 0,1 1 0,2 0 0,0 1-141,-8 0 1,1 1 0,2 1-1,0 0 1,2 0 0,0 0-1,0 1 1,0-1 0,1 1-1,-1-1-30,-3 0 1,2 0 0,0 0 0,0 0 0,0 0 0,1 1 0,-1-1 0,-1 0-1,0 1 1,-1 0 0,-1 0 25,4 1 1,-1 0-1,0 1 1,-1-1-1,-1 1 1,0 0-1,-2 0 1,-1 0-1,-2 0-870,8 1 1,-1 0 0,-1 1 0,-3-1 0,-5 0 0,-6 0 447,16 2 1,-24 0 0,-30-2 0,-36-3-1,1 1 1</inkml:trace>
  <inkml:trace contextRef="#ctx0" brushRef="#br3" timeOffset="-103197.73">25188 12679 10554,'-15'8'99,"47"-5"0,20 0-171,-20 6 0,3 1 0,6-4 0,4-3 1,-10-2-1,-9-7 0</inkml:trace>
  <inkml:trace contextRef="#ctx0" brushRef="#br2" timeOffset="-103063.73">25241 12877 7533,'8'39'409,"24"-24"1,11-5-1,2-3 1,4-3-1,-8-4 1,0 0 0,0 0-1</inkml:trace>
  <inkml:trace contextRef="#ctx0" brushRef="#br2" timeOffset="-102830.73">25841 12840 7533,'-13'46'1092,"0"0"0,42-12 0,9-17 546,-8-28 0,-9-12-185,-25-16-1453,-7 6 0,-9 4 0,-26 18 0,0 20 0,28 25 0,0 1 0</inkml:trace>
  <inkml:trace contextRef="#ctx0" brushRef="#br2" timeOffset="-99294.73">15522 12444 7533,'-17'-33'989,"-1"9"1080,-8 35-720,15 32-899,17-13 0,11-1-91,11-10 1,8-4 0,4-2-618,-4-4 0,3-1 0,1-2 0,2-2 258,-3-2 0,2-3 0,1 0 0,-1 0 0,0 1-135,6 3 0,0 0 0,-1 2 0,0 1-76,-3-1 1,-1 2 0,0 0 0,-3 1 480,7 4 0,-2 2 0,0-1-1,-4-3 1,-1 1 0,3-2 22,4-2 1,3-1-1,1 0 1,-3-2-406,-7-1 1,-2 0-1,1-2 1,3 1-119,-2-2 1,2 0 0,2 0 0,0 0 0,0 0 0,-3 0 95,8-1 0,-1 0 0,-2 0 1,1 1 66,2 0 1,0 0-1,0 2 1,-2 1 12,-4 2 0,-1 2 0,-1 0 0,0 1 257,-2 0 1,0 1-1,0-1 1,0-1-203,4-1 0,1-2 0,-1-1 0,2-1-135,1-3 0,2-1 0,-1-1 0,0 0-68,-1 0 1,0 0 0,-1 0 0,-2 3 262,6 1 0,-1 3 0,-4 3 271,-5 2 1,-3 4-1,-1-1-151,-3 1 0,-1 1 0,2-2-150,9-4 0,2-2 0,1-2-121,3-3 0,1-2 1,0-1 45,-12 1 0,2-2 0,-1 1 0,-2 1 105,7 2 0,-3 1 0,1 1 367,-1-1 1,0 1 0,-1 0-458,-3 2 0,0 0 0,0-3 30,7-3 0,1-3 0,1-2-30,-1 0 0,0-1 0,1 0 134,2-2 0,0 0 0,0 1-74,-2 1 0,-1 0 0,0 3-60,0 1 0,-1 1 0,2 1 90,1 1 0,1 0 0,-1 0 29,-4 2 1,1 0 0,-1 0 60,2-2 0,0 0 0,-1 1-150,1 1 0,-1 0 0,0-1 30,-4-2 0,0-1 0,0 0 0,2 1 0,0 0 0,1 2-8,-5 2 1,2 1-1,0 1 1,-1-1 157,3-1 0,-1-2 0,2 1-46,-2 0 1,1 0 0,0 0 0,0-3 285,7-3 0,-2-3 0,1-2-218,-10 0 0,1-1 1,0 0-1,0 2-135,-1 0 1,1 1-1,0 1 1,0 0-113,1 2 0,0-1 0,1 1 0,-1 0-75,9-3 0,-1 0 0,1-2-150,-9 2 0,0-2 1,1 0-1,-2-3-550,1-3 1,-1-2 0,0-1 0,-2-1 770,9-5 0,-2-2 1,-3-1-1,-10 3 1,-3-1-1,-4 0 1,-3-5-1,-1 0 1</inkml:trace>
  <inkml:trace contextRef="#ctx0" brushRef="#br2" timeOffset="-98611.73">17480 13187 7533,'-19'-14'3276,"42"-2"-1425,3 15-2181,8-4 0,11-1 0,-3 0 330,3 2 0,0 0 0,-9 0 0,1-1 0,-2 1 0,2 2 0,0-1 0</inkml:trace>
  <inkml:trace contextRef="#ctx0" brushRef="#br2" timeOffset="-98443.73">17798 13076 7533,'-28'11'1092,"1"1"0,-1 9 0,5 6 546,6 10 0,6 8-2623,5 1 0,4 5 1,1-3 984,0 1 0,4-2 0,0-10 0,3 0 0,2-8 0,10-6 0</inkml:trace>
  <inkml:trace contextRef="#ctx0" brushRef="#br2" timeOffset="-97778.73">17992 13249 7982,'-20'-14'2699,"4"-8"-2789,32 14-630,-12-10 720,12 11 180,-16 7 450,-16 18 269,4 14-449,-4-3 0,-1 2-1,2 4 1,2 1 45,2 2 0,3-1-585,4-8 0,8-7-2519,23-9 1709,0-31 1,-1-12 224,-1-5 1,-3-3 584,-2-7 0,-4 2 1079,-7 11 1,-3 7 1709,-6 13-1170,0 43-1619,-1-5 0,2 1-1549,9-1 1,4-1 1422,15 5 1,8-25 0,-3-11 0</inkml:trace>
  <inkml:trace contextRef="#ctx0" brushRef="#br2" timeOffset="-97577.73">18256 13212 8072,'0'-8'3276,"0"26"-2036,0 5 1,0 5-1376,0 4 0,0 0 180,2-2 0,4-9-135,4-20-585,2-18 1,1-11-855,8-7 0,1-1 1529,2 3 0,0 2 0,-2 6 0,1 3 0,10-3 0</inkml:trace>
  <inkml:trace contextRef="#ctx0" brushRef="#br2" timeOffset="-97210.73">18591 13137 7533,'-25'30'819,"-1"0"0,8-2 0,-1 2 0,2-2 819,-4 2 0,2 0-1406,1 14 0,13-10-862,30-30-2608,5-16 2248,-8-6 1,-1-4 899,-7-3 0,-1 5 1709,5 17-450,-15 23 1,-6 11-481,-1 1 1,-2 6 0,-2-1-429,1 4 0,-2 0 0,-2-2 68,-4-1 1,-3-2 0,0-4-150,-4 1 0,-3-9-945,-4-10 1,5-12-2513,20-48 3025,12 21 1,6 0-1,4-7 1,3 2 0,-1 10-1,1-1 1</inkml:trace>
  <inkml:trace contextRef="#ctx0" brushRef="#br2" timeOffset="-96927.73">18644 13410 7533,'10'18'3276,"-2"-4"0,8-2-2542,3-23-1544,-1-5 0,0-5-449,-2-6 0,-5-4 1304,-10 0 0,-8 4 2204,-14 7-675,-6 32 0,1 13-540,4 9 1,6 5-1350,7 3 0,9-1-990,9-12 1,9-9-335,11-23 1,5-10 1254,-5 2 1,-1-5 0,-1-12 0,-4-3 0,3-6 0</inkml:trace>
  <inkml:trace contextRef="#ctx0" brushRef="#br2" timeOffset="-96777.73">18891 13237 12750,'34'7'674,"-9"-9"1,2-2-2314,10-4 1,-1-3 1539,-7-4 1,-1-2-1,-2 4 1,-3 0 0,-6-11-1</inkml:trace>
  <inkml:trace contextRef="#ctx0" brushRef="#br2" timeOffset="-96627.73">19191 12902 7533,'-35'29'1638,"5"5"0,1 9-819,13-11 0,2 3 0,0 3 0,1 0 0,-3 8 0,0 2 0,2 1 0,5 0-1018,5-1 1,3 2 0,4-2 0,5-4 198,9 3 0,5-5 0,4-6 0,7-1 0,4-12 0,5-21 0,-1 0 0</inkml:trace>
  <inkml:trace contextRef="#ctx0" brushRef="#br2" timeOffset="-93412.73">19685 12431 7533,'-5'-39'1092,"0"1"0,1 8 0,0 5-411,4 1 939,16 30-1171,-12 2 1260,27 27-719,-11-2-361,-1-9 1,5 1 179,12 4 1,4-3-707,-8-9 1,1-2 0,2-1 8,0-4 1,3-2-1,0-1 1,0-1-611,12 0 1,-1-2 0,-3-3 557,-8-1 0,-2-3 0,0 0-90,6-3 0,1 0 0,-6 0-479,8-3 464,0 0 0,0 2 135,-6 6 270,-13 2 0,-1 3 539,10 10 1,1 11-361,7-6-404,-18-12 0,3-2-270,6-1 0,2-2 140,-4-2 1,1 0-186,12 0 1,2 0-91,1-3 0,2 0 868,-12 3 0,2 0 0,0-1-239,-1-1 1,0 0 0,-2 1 465,8 2 1,-2 3-107,-3 1 1,-3 2-540,10 7 45,-21-3 0,-1 2-135,18 6-225,-14-6 0,3-1-180,13-1 1,6-3 44,-11-4 0,3-2 0,-1-1 240,1-1 0,-1 0 0,1-2 569,-2 0 1,0-1 0,-2 2 205,10 2 1,-2 3-746,-6 2 0,-2 2 0,-3 1 0,-1 1 0,4 2 0,-2-1 0,12-2 0,-10 2 0,-3 0 0,-5-8 0,2 3 0,-1-1-90,-9-5 135,9-5 0,1-1-45,-1-2-1239,9-8 1,0-3 1058,-6-3 180,2 6 0,-1 1 0,-7-2 0,14 4 0</inkml:trace>
  <inkml:trace contextRef="#ctx0" brushRef="#br2" timeOffset="-66080.73">24553 10547 7533,'-19'0'3148,"3"0"-2878,40 6 989,21-5-1349,-7 2 0,4-1-261,7-3 1,0-3-646,-7-2 0,-2 0 1140,-7 0 0,-5-2 0,-2-10 0,-19 5 0</inkml:trace>
  <inkml:trace contextRef="#ctx0" brushRef="#br3" timeOffset="-65913.73">24924 10275 12076,'-13'33'730,"0"1"1,2 13-473,-2-1 1,2 4-1898,9-12 1,2 0 451,-5 3 1,2 2 1167,9-8 0,4 1 1,-2-5-1,-2 3 1,5-2-1,1-1 1</inkml:trace>
  <inkml:trace contextRef="#ctx0" brushRef="#br2" timeOffset="-65596.73">25400 10250 8612,'0'35'819,"0"0"0,0 1 0,0 2 0,0 1-532,2-1 0,0 3 1,2-6-922,1-10 0,0 0 184,1 23 0,-3 1 292,-4-13 1,-5-4-608,-10-8 1,-4-4 539,2 1 0,-3-8 45,-22-21 990,25-33 89,11 12-404,16 2 0,5 2-225,0 3-91,9 3 1,3 3-180,3 8-810,8 2 1,1 1 809,-3 5 0,-2 4 0,-1 3 0,-5 7 0</inkml:trace>
  <inkml:trace contextRef="#ctx0" brushRef="#br2" timeOffset="-65580.73">25612 10659 7533,'35'0'0</inkml:trace>
  <inkml:trace contextRef="#ctx0" brushRef="#br2" timeOffset="-65328.73">25788 10225 7533,'0'7'3276,"0"4"-1605,16-10-1671,3 5-1439,24-6 1439,-5-6 0,5-1 0,-8-5 0</inkml:trace>
  <inkml:trace contextRef="#ctx0" brushRef="#br2" timeOffset="-65159.73">25894 10237 7533,'-19'23'819,"1"0"0,-5 10 0,0 6 0,4-4-29,10-9 0,0 0-520,-3 7 0,-5 6 0,2 1 0,4-3-470,8 14 1,3-3 49,-7-11 0,-1 0 0,7-2-480,10-2 1,8-1-1,4-7 630,17-4 0,6-9 0,0-4 0,0-5 0,-10-8 0,-1 0 0,0 1 0</inkml:trace>
  <inkml:trace contextRef="#ctx0" brushRef="#br2" timeOffset="-64694.73">27481 10386 7533,'-19'-19'3276,"19"6"-2055,12 13-141,29 7-721,-20 6-89,11-4 0,1-1-90,0 6-180,1 5 0,-1 2 90,-13-5 0,-3 2 179,8 18 1,-7 6 225,-13 7 0,-6 1-528,5-12 1,-4 1 481,-10-1 1,-7 3 0,-5-6-210,-1-10 0,-4-4 0,-1 0-1140,-3 5 1,0 0 0,-1-3 899,1-5 0,0-4 0,2-2 0,1 0 0,6-7 0,6-12 0</inkml:trace>
  <inkml:trace contextRef="#ctx0" brushRef="#br2" timeOffset="-64296.73">28663 10659 7533,'-43'5'3276,"22"-3"0,28 3-2730,23-5 1,11-5-1640,-7 0 1,4-2 0,0 1-1,4-1 1,1 0 0,-3 0 690,4-2 0,-6-1 0,-10 2 0,-7-1 0,-13 3 0</inkml:trace>
  <inkml:trace contextRef="#ctx0" brushRef="#br2" timeOffset="-64177.73">28822 10783 7533,'-29'37'1638,"-1"0"0,5-6 0,28 11 0,17-5-1564,14-29 1,12-13 0,0 1 0,-6 5 0,0 1 0,1-2 0,-4-7 0,1 1 0,-1 0 0,0 0-1</inkml:trace>
  <inkml:trace contextRef="#ctx0" brushRef="#br2" timeOffset="-62877.73">29827 10336 7533,'-7'-31'-360,"5"6"3238,-6-4-1169,16 19-899,33 32-571,-22 1 1,0 8 0,0 2-548,1 2 0,1 4 0,0 2 0,-3 1 263,-3 4 0,-1 1 0,-4 2 0,-2-1 45,-3 1 0,-3 0 0,-3 0 0,-5-3 108,-4-4 1,-5-1-1,-3-3 1,-2-3-79,-8 6 0,-4-5 0,0-18-210,-11-37 0,4-15 270,4 3 0,31-14 0,12-13 0,7 13 45,2 27 0,5 5 164,6-5 1,4 0 0,-2 8-435,4 16 1,1 9-676,-1-2 0,2 4 1,-2 4 455,-5 6 0,-2 4 1,-3 0-1,5 6 0,-3-1 1,-5-4-1,-1 0 0</inkml:trace>
  <inkml:trace contextRef="#ctx0" brushRef="#br2" timeOffset="-62361.73">30445 10708 7533,'-36'0'2158,"17"6"-1168,11 1-1620,26-1-359,1-11 629,-1-3 1080,-26 1 809,-12 14 180,-15 12-1439,31-5-180,-8-9-810,44-17 0,-28-7 1350,4 5 270,-26 14-900,6 14 0,4 5 0,18-1 0</inkml:trace>
  <inkml:trace contextRef="#ctx0" brushRef="#br2" timeOffset="-61263.73">30709 10250 7533,'-9'-20'2338,"1"2"-1978,16 12 809,9 22-494,1 12 0,-1 5-495,-1-9 0,-2 4-333,-2 11 0,0 6 0,-3 2 213,-1-1 0,-3 1 0,0-1-304,-1-5 0,-1 0 0,0 2 266,-2-1 1,0 3-1,-1-2 1,-2-6 291,-6 0 1,-2-5-315,1 3 0,-2-8 1529,-6-22-1409,14-28 0,8-19 0,1 3-435,-2 3 1,3-3-127,4-1 0,2-7 1,3-1-1,1 6-369,3 2 1,2 3 0,1 2 449,-2 1 0,0 1 0,3 1 360,6 0 0,2 1 0,-3 9 0,12 7 0,-12 6 0,1 1 0</inkml:trace>
  <inkml:trace contextRef="#ctx0" brushRef="#br2" timeOffset="-60663.73">31203 10956 7533,'-21'14'1638,"-1"0"0,1 3-713,2 13 1,6 4-342,13-8 1,6 0-405,2-2 0,2-1-270,11 12 180,3-41 0,1-10-45,-8-10 0,-4-5-315,3-5 0,-5-1 225,-14-3 0,-10 6-1844,-26 7 1889,-8 30 0,14 29 0,25 5 0</inkml:trace>
  <inkml:trace contextRef="#ctx0" brushRef="#br2" timeOffset="-29280.73">17110 2999 7173,'-22'-13'539,"1"0"1,-1-10 1709,-17 11-810,35-1 720,-20 6-521,52 26 0,21 12-781,-15-8 0,3 1 0,6 3-1025,-11-7 1,3 1 0,3 2 0,2 0 0,1 1 0,0 0 0,0 0 223,-1-2 0,1 1 0,1 1 1,1-1-1,0 0 0,-1 0 1,-1-1-1,-2-1-26,4 2 0,-3-1 0,-2-1 0,2-1 0,3 2 0,4 0 243,-9-5 0,5 1 0,2 1 0,3 1 0,2 0 0,0 0 0,-1-1 0,0 0 0,-3-2 0,-3 0 0,-3-2 0,-6-3 527,11 5 0,-9-5 0,0 0 0,10 2-697,-12-3 1,7 2 0,4 0 0,4 2 0,2 0 0,2 1-1,0 0 1,0-1 0,-2 0 0,-3 0 0,-3-2 0,-5-1 0,-5-2-104,9 4 0,-8-2 0,-2-1 0,8 2 0,-4-2 0,5 3 0,4 0 0,3 1 0,0-1 0,-1 1 0,-3-2 0,-5-2 0,-7-2-1093,9 2 1,-8-2 0,-1-7 782,20-12 0,-16-11 0,-38-2 0,-12-5 0,-13-5 0,-1 0 0,1 0 0</inkml:trace>
  <inkml:trace contextRef="#ctx0" brushRef="#br2" timeOffset="-28829.73">17251 2752 7533,'-33'4'1092,"1"0"0,6 4 0,-1 6-273,-7 7 0,-7 8 0,2 2 0,12 0 819,14 5 0,7 3-546,-9-2 0,-1 2 0,15-3-2185,29-5 1,18-5 0,0 0 1038,-6 1 0,1 1 1,-1 0-1,-8-3 1,0 0-1,0 0 1,-2 1-1,4 7 1,0-1-1,0 1 1</inkml:trace>
  <inkml:trace contextRef="#ctx0" brushRef="#br2" timeOffset="-27511.73">20214 3582 7533,'8'-32'1638,"28"37"0,8 21-983,-23 0 0,-3 9 1,-2 7-1,-2 1 0,0 0-338,-3-5 0,-1 2 0,-1 2 0,-1 0 1,0-1-1,-1 1-263,2 5 0,2 2 0,-2-1 0,-5-2 0,-8-1 35,-10 0 1,-9 1 0,-4-2 0,0-8 0,4-12-90,-18-7-135,0-20 1,10-12 493,36-10 1,17-8 0,-2-1 89,-9-14 1,7 7-60,18 16 0,12 7 0,-3 13-1483,-11 18 1,-2 9 0,-2 0 545,15 1 1,-3 2 0,-2 11 0,-10-4 0,-20-20 0</inkml:trace>
  <inkml:trace contextRef="#ctx0" brushRef="#br2" timeOffset="-27347.73">20867 4140 7533,'-28'-13'3276,"11"1"-2457,32 5 0,7 7 0,21 7 0</inkml:trace>
  <inkml:trace contextRef="#ctx0" brushRef="#br2" timeOffset="-26894.73">21096 3681 7533,'-10'-19'3276,"26"56"-2184,-8-7 0,-2 5 0,2 6-999,-3-4 0,2 6 1,-1 2-1,0 1 1,0-1-1,-1-5-71,0 2 1,0-4-1,-1-1 1,-1 2 292,0 12 0,0 6 1,-2-11-1,0-27 135,-1-32-554,3-19 0,3-17 0,1-5 0,1 7-76,0 10 0,2 4 0,1-4 112,2-5 0,1-6 0,2-2 0,1 5 0,0 9 0,7 2 0,3 8 0,6 0 0,0 1 0</inkml:trace>
  <inkml:trace contextRef="#ctx0" brushRef="#br2" timeOffset="-25313.73">21078 3681 8162,'-19'-14'3276,"11"14"-1638,20 26 0,9 12-282,-8-11 1,-2 5-2013,-2 4 1,0 8-1,0 5 1,-1-2 0,-2-5 694,-1-3 1,-2-4-1,-1 5 248,-1 5 1,-1 7 0,0 2 0,-1-4 0,1-9 389,-1-1 0,0-4-498,-1 19 1,-4-19-90,-10-51 0,12-3-421,0-14 1,0-11-1,5-2 83,7 7 1,5-3 0,2 1 0,-2-1 291,-5 4 1,-2-1 0,2 1 0,5-2 350,6-2 1,6-3 0,2 0 0,0 5 0,-4 6-441,5 0 0,1 4-775,1 2 1,5-2 0,1 2 0,-5 8-820,-4 8 1,-2 4 1527,14-9 1,-3 4 0,-9 12 0,-1 0-1</inkml:trace>
  <inkml:trace contextRef="#ctx0" brushRef="#br2" timeOffset="-24927.73">21484 4363 7533,'-27'37'1638,"8"-2"0,4 0 1638,11 5-2550,22-18 1,6-8-997,13-29-180,-11-8 1,2-7-1,-8 0-180,-8-18 405,-26 20 1,-5 9 224,-1 24 0,-9 9 0,3 7 0,17 11 0</inkml:trace>
  <inkml:trace contextRef="#ctx0" brushRef="#br2" timeOffset="-24027.73">16193 1388 0,'-36'-18'660,"12"3"0,-3 0 978,0 2 0,-1 10 0,-1 26 0,4 14-1240,9-7 1,4 2 0,4 4-264,6 3 0,4 4 0,4 0 0,4-6-45,6 0 0,5-5 0,5-14-300,7-19 0,6-15 0,-4-7 97,-9-3 1,-4-6 0,-1-3-1,-3-1 425,0-2 0,-2-2 1,-4 0-1,-7 1-312,-12-13 0,-11 1 0,-8 19-420,-10 27 0,-6 15 1,2 6-674,9-1 1,2 5 0,5 4 816,4 5 1,5 5 0,11-2 0,18 10 0,15-8 0,14-26-1,0 0 1</inkml:trace>
  <inkml:trace contextRef="#ctx0" brushRef="#br2" timeOffset="-23759.73">16951 1252 7242,'-26'40'468,"-1"0"0,1 1 0,-1-1 0,4-5 0,-1 0 0,3 0 0,7 0 624,5 12 0,7 0 0,7-8 546,5-9 0,7-12-1307,10-22 1,10-15-1,1-8 1,-4 0-895,-8-2 1,-2-4 0,-3-2 0,-2 0 584,-2-2 1,0-3 0,-6 2-1,-9 4-52,-13-2 0,-9 4 0,-6 13-173,-5 20 1,-7 14 0,-2 6 0,4 0-891,-4 3 1,2 3 0,8 6 833,8 12 0,7 5 1,11-6-1,13-12 1,9-6-1,21-10 1,-1 1-1</inkml:trace>
  <inkml:trace contextRef="#ctx0" brushRef="#br2" timeOffset="-23444.73">17692 1351 7533,'-27'21'819,"0"-1"0,0 1 0,-3 6 0,6 4 273,6 6 0,4 7 0,12-5 399,23 3 0,13-10-1311,6-13 0,6-10-300,-6-10 0,3-7 0,-6-8 65,-3-17 0,-6-11 0,-10 1 549,-11-1 1,-14 3-802,-8 9 1,-8 3 0,-3 6 171,-19 3 0,-3 17-958,11 23 1,0 14 0,8-4 545,9-9 1,6 1 0,-3 26 0,15-4 0,37-20 0</inkml:trace>
  <inkml:trace contextRef="#ctx0" brushRef="#br2" timeOffset="-23127.73">18733 1388 7533,'-33'11'819,"1"-1"0,0 1 0,-7 12 0,4 8 273,12-2 0,3 4 0,10 0 546,16 10 0,12-4-886,-4-10 1,7-8-483,23-15 0,4-18-45,-12-18 0,-7-13-315,-9 11 0,-2-4 0,-9 0-300,-11-5 0,-9 0 0,-8 8-1249,-20 9 1,-8 13 1273,13 11 1,-2 7 0,2 5 0,1 6 0,1 5 0,5 2 0,6 11 0,-1-1 0</inkml:trace>
  <inkml:trace contextRef="#ctx0" brushRef="#br2" timeOffset="-22561.73">15998 2057 0,'-25'26'819,"0"-1"0,13 18 0,7 8 0,-2-1 273,-5-12 0,-1-1 0,7 2-947,7 8 0,5 6 0,6-4 0,8-18-145,10-21 0,7-12 0,0-6-120,2-1 0,1-6 0,-2-6 165,-7-2 0,0-5 0,-5-2 0,-6-2 225,-4-11 0,-9-3 0,-14 8-31,-18 13 1,-14 6 0,-1 10-300,-6 11 0,-2 11 0,1 5-1033,3 0 1,1 4 0,8 5 947,8 8 1,7 5 0,10-3-1,16-1 1,10-5 0,10-10 0,1-1-1</inkml:trace>
  <inkml:trace contextRef="#ctx0" brushRef="#br2" timeOffset="-22227.73">16863 2231 7533,'-32'0'1092,"1"-1"0,2 16 0,5 9 546,9 13 0,11 4-777,10 7 1,13-4-622,5-19 0,7-5 0,2-7-330,1-8 0,1-7 0,0-4-145,-1-5 1,0-5 0,-4-4 264,-4-3 0,-3-5 0,-5 1 285,-5-5 0,-7-1 127,-2 2 0,-8 0 142,-19-2 1,-12 7-720,-9 14 0,-5 12-958,14 3 1,0 5 0,3 5-547,-4 18 1,10 6 1169,13-1 1,12-1 0,15-3 0,7-6 0,2-14 0,-1 1 0</inkml:trace>
  <inkml:trace contextRef="#ctx0" brushRef="#br2" timeOffset="-21943.73">17533 2330 7533,'-25'17'3276,"13"3"-1638,0 7 0,8 0 0,23-5 0,9-8-1200,8-10 0,3-11-528,-7-5 0,0-7 0,-2-4 449,-1-7 1,-3-5 0,-11-2 59,-12 1 1,-9-1 0,-6 4-308,-16-4 1,-11 10-443,-4 16 0,-6 9 1,2 8-764,8 7 1,3 7 0,5 5 1006,5 3 1,4 3 0,7 1 0,8 7 0,12-1 0,22-9 0,-1 0 0</inkml:trace>
  <inkml:trace contextRef="#ctx0" brushRef="#br2" timeOffset="-21611.73">18609 2120 7533,'-35'16'1092,"-1"1"0,-1 6 0,4 6 546,9 10 0,9 5 0,4 3 0,14-2 0,21-13 0,13-10-1219,11-14 0,4-15-449,-17-7 0,0-6 0,-3-5-90,-3-6 0,-3-4 0,-11-1-780,-14 0 1,-9-2 0,-8 6-194,-11 6 1,-9 6 0,-1 7 893,-5 8 0,-3 9 0,0 2 0,2 1 0,1 4 0,4 4 0,10 9 0,0 0 0,0-1 0</inkml:trace>
  <inkml:trace contextRef="#ctx0" brushRef="#br2" timeOffset="-21113.73">15963 2838 7533,'-25'40'1638,"14"-13"0,2 4-572,0 13 1,2 6 0,5 0-558,7-8 1,5-2 0,7-4-300,7-5 0,7-5 0,2-10-478,4-14 0,3-12 1,-3-8 222,-6-7 0,-2-9 0,-3-3 0,-5 1 314,0-7 1,-6 0 0,-15 5-518,-23 5 0,-15 5 0,-1 13-592,4 18 1,0 12 0,-1 3 839,-7 4 0,-1 4 0,8 4 0,11 2 0,6 3 0,8-1 0,11 1 0,0 0 0</inkml:trace>
  <inkml:trace contextRef="#ctx0" brushRef="#br2" timeOffset="-20677.73">17604 2702 7533,'-30'14'819,"1"0"0,6 7 0,1 6 0,2 3 0,1 3 0,1 3 0,2 2 0,4 0-1090,5 7 1,5 1-1,8-2 361,4-4 0,5-2 0,9-13-120,14-23 0,10-15 0,-3-5 30,-8 2 0,-2-4 0,-1-5-203,-6 0 1,0-3 0,-3-3 0,-4 1-188,-3-5 0,-4 0 0,-11 2 963,-19-8 0,-15 7-483,2 18 0,-7 7 0,-1 7-518,-2 10 1,-4 9 0,0 4 0,5 2-666,-2 4 1,5 4 0,4 3 849,5 2 0,5 3 1,14-5-1,20-7 0,11-6 1,7-9-1,1 0 0</inkml:trace>
  <inkml:trace contextRef="#ctx0" brushRef="#br2" timeOffset="-20377.73">18362 2963 7533,'-47'16'1638,"23"7"0,7 8-713,14 6 1,12 4-657,2-7 1,6 0 0,6-12 449,12-22 1,6-14 0,-2-4-1,-8 2 1,-2-3 0,-4-7-158,-3-6 0,-2-9 0,-7 0 1,-12 7-653,-19 2 0,-14 5 0,-4 8-1003,-2 10 1,-5 8 0,1 6 727,-5 9 1,1 7 0,4 3 0,9-2 0,4 3 0,4 1 0,5 13 0,-1-1 0</inkml:trace>
  <inkml:trace contextRef="#ctx0" brushRef="#br2" timeOffset="-19829.73">16016 3619 5530,'-20'28'655,"0"1"0,-1-1 1,5 6-1,2 2 0,5 1 437,7 5 0,6 2 0,8-6 546,20 2 0,10-17-1739,-6-28 1,3-13 0,-2-3-20,0-1 0,-2-4 0,-9-5 90,-12-8 0,-9-5 0,-12 8 434,-26 2 1,-15 14-525,3 17 0,-7 9 1,2 6-974,6 3 1,2 4 0,5 5-1,8 2 1,4 3 0,12 0 1045,21 6 1,14-6 0,7-16 0,6-6 0,5-2 0,-1 1 0</inkml:trace>
  <inkml:trace contextRef="#ctx0" brushRef="#br2" timeOffset="-19561.73">16775 3805 7533,'-18'41'1092,"0"1"0,7-5 0,3 0 546,-2 4 0,12-6 0,26-15 0,9-15-1021,-2-30 1,0-15-1428,0 10 1,1-4 0,-9-2 539,-11-7 0,-7-2 0,-12 6 495,-22 0 0,-13 13-225,-6 20 0,-2 15-510,7 7 0,0 9 1,13 4 509,22 12 0,12 2 0,-2-9 0,7-5 0,26-9 0,-1 0 0</inkml:trace>
  <inkml:trace contextRef="#ctx0" brushRef="#br2" timeOffset="-19378.73">18133 4003 7533,'-10'0'3276,"18"11"0,-4-2 0,35 3-4199,-25-12-716,17-11 1,2-7 1573,-7-22 1,-4 18 0,-3-1 0,-11-19 0</inkml:trace>
  <inkml:trace contextRef="#ctx0" brushRef="#br2" timeOffset="-18979.73">16316 4388 7311,'-32'-10'819,"0"0"0,0 1 0,-12-4 0,15 11-423,34 25 0,14 6-396,6-10 0,8-3 0,3-1-360,7 0 0,4-2 1,2-7-445,-7-7 0,3-5 0,-2-2 0,-2-3 564,1-2 0,-2-3 0,-5-6 180,1-8 0,-5-6 0,-15 3 824,-24 4 1,-12 3 873,-12-1 0,-10 9-819,8 17 0,-5 7 0,-1 5 0,0 2-368,4 3 0,-2 3 0,1 2 1,2 1-1,2 1-856,1 1 0,1 1 1,3 1-1,6 2-688,-1 13 1,7 2 0,14-8-547,17-14 1,11-8 1379,20-3 0,4-10 0,-12-11 1,-2-4-1,3-4 0,-1 0 1</inkml:trace>
  <inkml:trace contextRef="#ctx0" brushRef="#br2" timeOffset="-18513.73">17110 4611 7533,'-2'41'3276,"4"-1"0,23-7-1638,13-26 0,7-14-2731,-16-9 1,0-9 0,1 0-1,4 1 1,1-1 0,-4-2 1110,-5-1 0,-4-2 0,-12 7 2500,-17 9 758,-15 54-2890,12-2 0,8 1-2025,14-6 1,12-6 545,6-17 1,7-7 0,1-4-1,2-5 1,1-5 0,0-1 736,1-2 1,0-2-1,-3 1 1525,3-2 1,-5 3-91,6 3 2197,-10 22 0,-5-2-1638,-4 3 0,3-1-1110,0-9 0,1-7-1518,8-14 1,-2-9-405,-7-4 0,-7-4 565,-5-12 0,-12 2 649,-12 14 0,-10 7-450,-16 10 1,-8 13 629,7 11 0,-1 9 0,2 1 0,5-3 0,1 0 0,2 3 0,-1 9 0,1 0 0,0 0 0</inkml:trace>
  <inkml:trace contextRef="#ctx0" brushRef="#br2" timeOffset="11720.27">10231 15034 7533,'-46'-6'1638,"21"6"0,0-1-237,-21-4-637,6 14 1,-4 9-405,9 1 0,-2 4 0,1 3-585,6-2 0,0 3 0,0 1 0,1 2 427,0 0 1,0 1-1,3 2 1,4-1-24,2 5 1,4 1 0,7-1 30,7 12 0,14-2-270,6-18 0,7-2 1,2-2-1,7 3 0,3-1 0,0-1 0,3 1 0,1-1 0,-4 1 120,-8-2 0,-3 2 0,-7 1 704,-7 18 1,-16 1-376,-15-14 1,-11-1 0,-1-2-732,5-6 1,0-3 0,-3 0 251,-8 1 0,-4-2 0,4-6-1549,2-8 1,5-3 1220,-9 8 1,25-11 0,41 0-1</inkml:trace>
  <inkml:trace contextRef="#ctx0" brushRef="#br2" timeOffset="12019.27">10354 16174 7533,'-22'27'1092,"1"-1"0,8 0 0,4 1 546,4 8 0,10-6-777,19-19 1,5-11-1402,2-16 1,-3-11 673,-3-15 1,-13-5 1169,-21 0 1,-17 7-586,-4 21 1,-8 6 0,-2 9-1239,-4 9 0,-1 9 0,5 7 519,10 6 0,5 6 0,3 1 0,-5 10 0,11 1 0,29-4 0,0 1 0</inkml:trace>
  <inkml:trace contextRef="#ctx0" brushRef="#br2" timeOffset="12237.27">10971 16434 3521,'-25'-19'3276,"5"18"0,3 26-1638,2 6 0,-2 5-1635,0 1 1,-3-1 0,-2 0-1,-3-3 1,0-10 0,-1 1-1</inkml:trace>
  <inkml:trace contextRef="#ctx0" brushRef="#br2" timeOffset="12722.27">11571 15455 5824,'8'-19'0,"2"1"0</inkml:trace>
  <inkml:trace contextRef="#ctx0" brushRef="#br2" timeOffset="13422.27">11765 15195 7533,'-41'5'1638,"11"9"0,-3 7-812,-1 7 1,-2 7 0,0 4-1030,13-9 1,0 3 0,1 2 0,0 1 0,3 1 382,-1 1 0,1 2 0,1 1 0,3 0 0,4-2-91,2 6 1,4 0 0,4-2 0,7-6 99,16 12 0,12-18-699,-1-33 0,6-15 1,-3-6 81,-7 0 1,0-5 0,-3-3 0,-2-4 76,-4 0 1,-3-5-1,-2-1 1,0-1-1,-2 2 328,3-6 1,-2 0 0,-2 1-1,-3 1 1115,-2-6 0,-3 1 0,-5 11 2184,-9 0-2549,-3 67 0,-1 23-750,7-18 1,2 4-1,0 3 1,2 0-420,1 5 0,0 2 0,3 1 0,2-2-378,3-3 1,2 0 0,2-2 0,2-4 413,2-1 0,1-3 1,3-5-1,4 2 1,1-9-1,10-11 1</inkml:trace>
  <inkml:trace contextRef="#ctx0" brushRef="#br2" timeOffset="13672.27">12047 15939 7533,'-16'47'1092,"-1"0"0,18-2 0,8-2 546,3-13 0,5-9-1092,12-20 1,1-15-817,-10-10 0,-3-9 1,-9-1 673,-13-13 1,-15 5-225,-14 10 0,-7 14-1080,2 22 1,2 10 899,7 2 0,9 5 0,14 6 0,8 1 0,17 8 0</inkml:trace>
  <inkml:trace contextRef="#ctx0" brushRef="#br2" timeOffset="13922.27">12453 16336 7533,'-18'-14'3276,"9"14"0,-7 35-2415,8-4 1,-2 2-2167,-5 5 1,-5 1-335,-6 0 1,-1-4 982,8-11 1,-1-4-1,-21 4 1,23-19 0</inkml:trace>
  <inkml:trace contextRef="#ctx0" brushRef="#br2" timeOffset="14272.27">12788 15493 7533,'-27'1'3276,"9"43"-2184,13-7 0,3 8 0,1 2-528,2-1 1,1 3-1,1 1 1,-1 0-745,-1-1 0,0 1 0,-1-2 0,0-1 420,2 8 0,-1-3 0,-4-14 2314,-7-19-2255,8-42 1,5-26 0,2-3-498,1 15 0,1-1 0,2-2 1,1-1-1,1 1-458,3-3 1,1-2-1,1 1 1,2 1 0,2 3-165,5-1 1,2 2 0,1 3 0,-1 4 350,-2 2 1,0 3 0,0 7 0,9 5 0,-3 6 0,-4 4 0</inkml:trace>
  <inkml:trace contextRef="#ctx0" brushRef="#br2" timeOffset="14538.27">13088 16124 7533,'-23'36'1092,"-1"0"0,-1 8 0,9-1 546,20-18 0,6-2 1638,3 21-3288,14-30 0,5-11-1427,1-28 0,-3-7 1349,-8 18 0,-3-2-630,-2-12 1,-2-8-1,-8 4 990,-10 3 0,-10 4 89,-12-3 1,-8 9-90,-1 14 0,-1 10-270,0 12 0,5 7 0,14-1 0,9 1 0,27 16 0</inkml:trace>
  <inkml:trace contextRef="#ctx0" brushRef="#br2" timeOffset="14772.27">13653 16373 7533,'-30'-7'3276,"-1"12"0,13 26-1875,-2-5 0,-3 4-1401,-8 8 0,-1 0 0,4-8 0,-1-1 0,0-3 0,0 0 0</inkml:trace>
  <inkml:trace contextRef="#ctx0" brushRef="#br2" timeOffset="15405.27">14358 15443 7533,'-25'-7'1638,"1"10"0,-3 5-546,-1 8 0,-2 5 0,-1 2-424,-7 4 1,-3 4 0,3 1-279,2 4 0,2 1 0,2-1-181,4-8 1,1-1 0,13-1-70,19 5 0,14-4-50,18-9 0,8-4-210,-8 2 0,1 2 0,-1 2-90,-4-2 0,-1 3 1,-7 3 344,-4 20 0,-16 4-405,-16-14 0,-9 0 0,-2-1-330,-5 0 1,-2-1-1,0-2 600,-5 4 0,2-5 0,-8 0 0,50-30 0</inkml:trace>
  <inkml:trace contextRef="#ctx0" brushRef="#br2" timeOffset="15519.27">14358 16187 7533,'0'49'1092,"0"1"0,3 0 0,2-1-546,-1-6 0,2-3 0,2-8 0,1-2 0,9 11 0</inkml:trace>
  <inkml:trace contextRef="#ctx0" brushRef="#br2" timeOffset="16422.27">14817 15394 19136,'17'0'540,"-7"0"179,-2 0-179,-8 0-180,0 5-540,0-4 180,0 5-180,0-6 810,0 0-91,-8 0-179,6 5-540,-6 2-809,24 11 584,1-2 0,1 4 315,2 8 0,-1 6 270,0 3 0,-1 6 0,-4 4-376,-5-3 1,-4 4 0,-2 2 0,0 0 249,-1-3 0,-1 0 0,-1 2 0,-1 0 0,-1 0-144,-1-5 0,0 0 0,-1 0 0,-1 0 0,-1 0 0,0-2-566,-3 5 1,-1 0-1,-1-1 1,-1-3 0,1-2 419,-4 10 1,-1-5-1,0-2 1,-1-6-1,0-3 1,0-5-1,-1-8 1,0 1-1</inkml:trace>
  <inkml:trace contextRef="#ctx0" brushRef="#br2" timeOffset="16871.27">9525 14922 7533,'-44'11'546,"0"0"0,15 11 0,-1 7 0,1 5 0,0 5 0,3 3-137,6-5 1,1 4-1,2 2 1,1 3-1,0 2 1,1 2 0,0 0-1,-1 0-707,3-7 0,-1 2 0,-1 1 0,1 0 0,0 2 0,0 0 0,2 0 0,1 1 1,2-1-1,2 0 0,3-1 221,3 0 1,1 0 0,3 0 0,2 1-1,1-1 1,1 1 0,1-2 0,0 0 0,0-1-1,0-2 1,-1-1 0,0 10 0,-2-1-1,0-1 1,2-2 0,2-3 0,4-3 0,6-5-1,19-8 1,0 0 0,1 0 0,-1 0-1,1 0 1</inkml:trace>
  <inkml:trace contextRef="#ctx0" brushRef="#br2" timeOffset="17706.27">14076 16806 0,'-17'-20'1092,"1"-1"0,-2 0 0,-2 2 546,-5 0 0,-3 5 1638,-17 3 0,34 30-1638,29-9 0,14-5-546,3-3 0,6-5 0,1-1-949,-5 0 1,2-2 0,1 0 0,-1 0-279,1 0 0,1-1 0,-1 0 0,-2 1-675,3-1 1,-3 1 0,-2 2 1356,4 4 1,-9 0 442,-14 0-856,-34 5 1,-26 3 0,-10 2 0,6 0 0,10 0 0,1 0 0,-1 1 0,-4 0 58,0-2 0,-4 1 1,-3 0-1,1-1 0,2 1 1,4 0 625,1 1 0,3 1 0,2-1 0,2-3 286,-26 3 1,24-9-1106,49-15 0,13 4 0,10 1 0,5-1 0,-1 1 0,5-1 0,1 1 0,1 1-278,-5 2 0,2 1 0,1 0 0,-1 1 1,-1 0-543,7 0 1,0 0 0,-3 2 0,-2 2 439,2 5 0,-3 3 0,-4 0 0,1 0 0,-8 4 0,-1 23 0</inkml:trace>
  <inkml:trace contextRef="#ctx0" brushRef="#br2" timeOffset="19588.27">14270 17030 4699,'-18'0'3276,"8"38"-5566,3-12 2470,6 2 0,2 3 695,-2 8 0,2 4-935,5-5 0,3 4 0,-1-2 60,-2 9 0,2 0-720,4-5 1,3 1-1,-1-8 720,6-1 0,-3-6 0,-9-26 0</inkml:trace>
  <inkml:trace contextRef="#ctx0" brushRef="#br2" timeOffset="19770.27">14235 17129 7533,'-29'2'1529,"1"0"0,-15 1-810,8 9 1,1-1 539,-1-14-1079,25 0-360,25-22 1,19-7-361,1 13 0,6 4 0,-1-1 27,-9-2 1,-2-1 0,5 5-95,3 7 0,5 3 0,-1 3 0,-8 2 607,12 9 0,-7 3 0,-2 3 0,-1 3 0</inkml:trace>
  <inkml:trace contextRef="#ctx0" brushRef="#br2" timeOffset="20036.27">14482 17823 7533,'-12'7'3276,"22"4"-4915,21-16 1,6-5-694,8 6 1239,-13-8 1,3-6 0,-6 2 920,5-7 0,-12 2 1,-1 0-1,-6-3 1</inkml:trace>
  <inkml:trace contextRef="#ctx0" brushRef="#br2" timeOffset="20204.27">14711 17426 1875,'-25'43'1638,"1"0"0,6 2-819,5-13 0,-3 8 0,1 1 0,4-1-172,7 2 1,5-1 0,-2 0-648,-4-3 0,-1 1 0,2-1-180,2 7 0,4 1 0,6-11 373,25-5 1,-2 5-1,-5-33 1,-1 1 0</inkml:trace>
  <inkml:trace contextRef="#ctx0" brushRef="#br2" timeOffset="20486.27">14852 17909 7533,'-20'33'3276,"5"8"-256,23-26-3380,1 2 270,25-17-1439,-5-29 360,-2 12-360,-11-29 1529,-32 31 90,-3 3-270,-16 24 1818,0 18 0,3 5 303,5 1-2121,-3 2 0,12-3-2878,42-20 3058,-2 3 0,21-18 0,-8-7 0</inkml:trace>
  <inkml:trace contextRef="#ctx0" brushRef="#br2" timeOffset="20736.27">15028 17885 7533,'-19'26'3276,"3"8"-166,16-2-3200,-8-4 360,6 0 270,-6-21-720,8-7 180,0-17-270,7-7 0,2-1-1079,3-12-290,3 5 1,3 1 920,10 3 1,-9-2 0,-3 12 0</inkml:trace>
  <inkml:trace contextRef="#ctx0" brushRef="#br2" timeOffset="21170.27">15187 17860 7533,'-27'0'3276,"9"11"-1245,10-3-1672,8 16-538,0 11-1,0-17-1080,8 21 631,-6-36 89,6 2-359,7-23 809,-11 3-270,20-19 900,-14 18 449,0 4-809,5 8 899,-13 20 1,6-2-811,-8 0-179,8-3-180,9-22-179,3 8 179,-2-13-180,5 20 180,-19-3 0,12 23-360,-8-15 0,-6 13 450,5-20 0,-7 3 0,0-5 0</inkml:trace>
  <inkml:trace contextRef="#ctx0" brushRef="#br2" timeOffset="21320.27">15434 17562 7533,'-20'6'3276,"5"1"-2685,23 38-1490,-6-19 243,5 1 1,1-1-1,-6-1 1,6-1 0</inkml:trace>
  <inkml:trace contextRef="#ctx0" brushRef="#br2" timeOffset="21953.27">15505 17971 9422,'-8'31'2338,"6"-10"-179,-6-4-2519,8-11-1079,8-6 809,-6 0-1708,13-6 989,3-11 899,-6 7 810,11-12 539,-21 20-359,6-3 2248,0 10-2248,-6 2 179,14 6-89,-14 5-450,5-10-360,-7 3-180,8-11 90,-6 0-539,14-6 719,-14 5-540,6-4 450,0-1-269,1 5 359,1-5 539,-2 12 1440,-8 12-1529,0-3 810,-8 14-811,6-16 451,-6 11-1800,8-10 541,8-2-2828,18-18 1337,-13-2 1220,4-9 0,-2-6-45,-9-2 1,-2-1 405,5-22 269,-1 11 0,0 0 180,1 8 0,0 0 1034,-3-9 0,-1 0-315,4 5 1,-2 3-360,-7-8 2518,0 33-1528,0 24-811,-3 7 1,-2 8-1,3 3 1,-1 8 0,1 2-1,-1-6-799,0-6 1,-1-3-1,2 3 80,1 4 0,0 7 0,1 0 0,3-2 1,3-9-44,10 0 0,4-6 0,1 10 0,5-5 0,4-16 1,1-1-1</inkml:trace>
  <inkml:trace contextRef="#ctx0" brushRef="#br2" timeOffset="22820.27">8643 15009 7533,'-22'-14'1169,"-1"-1"0,-12-1 1710,1-13-1800,9 45 0,-1 10-899,6-13 0,-1 3-275,2 13 0,0 10 1,0 5-1,2-1 140,1-1 0,3 2 0,0 0 0,0-1-397,0-4 0,1-2 0,0 0 0,2 3 334,1 1 0,2 4 0,0 0 0,1-5 0,2-7 18,-1-7 0,2-1-60,2 11 0,1 4 0,1-9-30,-1-6 0,9-1 0,5-2 90,8-9 45,6 0 0,3 3 405,1 10 0,-2 2-405,-4-8 0,-3 4 699,-1 7 1,-2 7 0,-5 2 184,-7 4 1,-6 3-1,0-2-772,1-7 1,1-2-1,-3 5 148,-2-4 1,-2 4 0,-1 2 0,-1-2 0,0-4-764,-4 3 1,0-3 0,0 2-330,2 0 0,1 2 0,1 1 0,3 1 787,3 4 0,3 1 0,1-1 0,1-3 0,0-1 0,2-2 0,1 0 0,4-3 0,0 1 0,-1-1 0,1 0 0</inkml:trace>
  <inkml:trace contextRef="#ctx0" brushRef="#br2" timeOffset="23503.27">15487 15108 2132,'-43'-23'3276,"21"13"0,-17 16-1638,31 25 0,4 9-55,-5-11 0,1 3-1283,3 9 1,2 5 0,3-1-242,4-9 1,2-2 0,0-1-91,-1 11 0,1 1-179,4-8 0,3 1 1,-2 0-16,-1 7 0,-1-2 135,5-3 0,-2 2 659,-7 0 1,-2 4 0,-2-1-121,-2-5 1,-2 1 0,0-3-270,1 11 0,0 0 449,-3-2 1,-2 3 0,3-5 449,3-4 1,2-2-901,2-1 1,2 2 180,-1 11 0,2-5-180,3-13 135,-3 12 0,-4 6-226,-6-17 1,-2 0 0,1-1-135,3 11 0,0 3-795,-6-1 1,-3 3 0,-2-1-254,0-5 1,-2-1 0,0-2 727,4-5 1,1 0 0,-2 0 0,-4 6 0,-2 2 0,3-6 0,6-9 0,0 0 0</inkml:trace>
  <inkml:trace contextRef="#ctx0" brushRef="#br2" timeOffset="51704.27">14270 17599 7533,'25'10'3276,"3"0"-1638,-11 8 0,1 5 0,7 10 0,1 0-534,-8-8 0,3 1-745,11 9 1,7 3 0,-4-7-270,-7-13 0,1-2-135,2 2 0,7 2 0,-1 0 0,-4-5 90,-2-3 0,1-2-825,8 2 1,4 0 0,-5 0 689,-11-2 0,-3-1-1549,14 3 1,-3 0-1588,-9 1 3226,-1 0 0,-17-13 0,-1-7 0</inkml:trace>
  <inkml:trace contextRef="#ctx0" brushRef="#br2" timeOffset="51921.27">15117 17538 7533,'-31'2'1092,"1"0"0,-6 16 0,1 5 546,7-4 0,-1 6-983,3 3 0,-4 8 1,-2 4-1,2-1 0,3-6-421,3-1 0,2-4 0,-4 5-209,1-4 1,-3 4 0,-4 4 0,-1 0-1,0 1 1,2-1 0,1-2-573,2-1 1,2 0 0,0-1 0,0 0 0,0-1 0,-1 1 444,-1 0 1,-2 1-1,0-1 1,0 0-1,1 0 1,2-1-1,0 2 1,1 1-1,1-2 1,2-1-1,2-3 1,-7 8-1,0 1 1</inkml:trace>
  <inkml:trace contextRef="#ctx0" brushRef="#br2" timeOffset="52936.27">15434 16583 7533,'29'-7'3276,"11"7"0,-36 18-1638,-13 13 0,-6 3 0,4-11 0,-3 1-1540,-11 11 0,-4 5 0,0-1-98,7-6 0,0-1 0,2-1 0,0-2 0,1-2 0,1 0 0,-7 13 0,1 0 0</inkml:trace>
  <inkml:trace contextRef="#ctx0" brushRef="#br2" timeOffset="53736.27">16475 15220 0,'-36'-30'2489,"9"14"787,-14 16-2184,20 26 0,1 16 0,0 5-437,2-7 0,0 4 1,0 3-1,0 2 0,0 2-246,5-10 1,0 2-1,-1 2 1,2 1-1,-1 1 1,1-1 0,0-1-1,1-3 82,-1 6 1,0-2 0,0-1 0,2 0 0,0 0 0,1 2-338,2-3 0,-1 2 0,0 1 1,2-1-1,2-1 0,3-4 1,4-3-531,7 1 1,5-4-1,2-2 1,-2 0 75,-4 12 0,-2-1 0,8-3-520,6-11 1,5-1 0,4-4 0,-1-7 794,2-10 0,0-6 0,1-1 0,14 5 0,0-2 0,-15-11 0,0 1 0,1-1 0</inkml:trace>
  <inkml:trace contextRef="#ctx0" brushRef="#br2" timeOffset="54169.27">17268 15406 413,'-35'-18'3276,"8"10"0,-14 13 0,19 10-1638,-1 11 0,-3 6-546,1-1 0,-1 3 0,1-1-1008,-2 6 0,-1 2-39,2-8 0,-4 3 0,-1 0 0,4-3 704,3-4 1,2-1 0,1 0 342,-1 3 0,1 2 0,8-2-163,12 5 1,9-4-660,20 3 444,4-27 1,9-6 0,0 1-715,6 3 0,0 4-90,-7 0 0,2 3 0,-7 5 0,-6 18 0,-9 4 90,-2-6 0,-10 1-60,-23 0 0,-13 1 0,-2-4-360,4-8 0,-3-3 1,2 0-1092,-8 13 0,-1-3 418,2-13 1,-3-2 0,12-3 698,17-1 0,3-12 1,42-6-1</inkml:trace>
  <inkml:trace contextRef="#ctx0" brushRef="#br2" timeOffset="54353.27">17445 16360 7533,'-10'6'3276,"-6"6"0,7 18-1638,-4 1 0,0 4 0,2 9 0,3 2-1850,1-12 0,1 1 1,1-2-1,0 9 1,2-3-1,3-9 0,0-1 1</inkml:trace>
  <inkml:trace contextRef="#ctx0" brushRef="#br2" timeOffset="54603.27">17956 16769 22104,'-2'28'1638,"-3"-5"0,-3 5-3277,-3 17 1,-4 3 1273,0-11 1,-4-1 0,-2-1 0,1-6 0,-2-1 0,0-1 0,-13 8 0,1 0 0</inkml:trace>
  <inkml:trace contextRef="#ctx0" brushRef="#br2" timeOffset="59021.27">18821 15517 7533,'0'-24'3276,"0"-1"-1335,-8 11-142,-25 3-765,3 22 1,-3 11-436,-3 3 1,-3 6-1,0 4-404,6-1 0,1 4 1,0 2-1,2 1 362,5-6 1,1 2 0,1 0 0,2 1-1,4-1-220,1 6 1,3 1-1,5-1 1,8-5-215,8 1 1,8-4 0,7-8-814,13-11 0,8-10 1,1-9-131,-6-6 1,0-6 0,0-6 0,-3-3-1,0-6 1,-3-5 0,-2-4 0,-4-1 297,-5 4 1,-2-1-1,-2-2 1,-3 0-1,-3 1 612,-3-3 0,-4-1 0,-3 2 0,-1 2 1002,2-4 0,-3 2 0,-7 12 2184,-26 10-1638,18 45 0,3 19-1017,-1-2 1,1 5 0,1 2-877,5-7 0,0 1 0,2 0 0,1 0-565,0 0 1,2 0 0,1-2 0,4-1 520,4 6 0,5-2 1,1-5-1,4 0 0,3-6 1,5-9-1,-1 1 0</inkml:trace>
  <inkml:trace contextRef="#ctx0" brushRef="#br2" timeOffset="59202.27">19315 16310 7533,'-45'17'3276,"9"9"-1638,21 4 0,5 6 0,3 13 0,4 1-2185,-1-11 1,0 0 0,-2 6 0,-4-3 0,-9-5 0</inkml:trace>
  <inkml:trace contextRef="#ctx0" brushRef="#br2" timeOffset="59436.27">19650 16819 7533,'0'-14'3276,"-8"3"0,-2 28-1638,-9 2 0,-3 4-1372,6 3 1,1 2-1,-11 6 1,1-1-1,7-5 1,0 0-1</inkml:trace>
  <inkml:trace contextRef="#ctx0" brushRef="#br2" timeOffset="61637.27">20232 15530 7533,'-18'-14'3276,"8"8"0,3 35-2222,5 2 0,3 8 0,0 3-807,-1-3 1,0 2-1,0 2 1,0 2-640,-3 2 1,0 3 0,0 1-1,-1 1 1,1-3 624,1-4 1,0 0 0,1 0 0,-2-3 0,-1-1 103,-3 5 0,-2 3 1,-1-11-1,3-21 1386,3-20-1783,7-27 0,11-24 0,2-2-102,-5 18 0,1-2 0,1 0 0,2-1 1,1 1-495,2 0 1,2-1-1,1 0 1,2 4 0,1 4-165,3 3 1,1 3 0,2 4 0,-2 5 272,15-4 1,-1 11 0,-6 11 0,-4 7 0,2 5 0</inkml:trace>
  <inkml:trace contextRef="#ctx0" brushRef="#br2" timeOffset="61838.27">20638 16273 7533,'-18'6'3276,"-8"23"0,15 16-1638,-2-4 0,2 4-256,9-4 1,2 2-1852,-4 7 1,0-3 0,4-16 0,0-2 0,0-3 0,0 0 0</inkml:trace>
  <inkml:trace contextRef="#ctx0" brushRef="#br2" timeOffset="62070.27">21131 16819 7533,'-9'-9'3276,"-15"22"0,20 25 0,-19 3-3288,15-11 0,-2 3-1627,-14-1 1,-3-1 1169,7-1 1,-1 1 0,-9 2 0,1-2 0,11-12 0,1 0 0</inkml:trace>
  <inkml:trace contextRef="#ctx0" brushRef="#br2" timeOffset="64471.27">22260 15505 7533,'-37'-14'1638,"8"12"0,1 4-417,5 12-637,-12 4 1,-3 5 180,5 10 0,1 2-736,-1-10 0,0 1 241,6 2 0,0 4 0,6-1 314,9 0 1,3 2-106,-1 1 1,0 2 0,6-1-210,14 8 0,4-1-1127,-8-7 1,0 0 0,3-4 946,9-6 0,0-2 495,-4 14 0,-3 1-271,-4-12 1,-4 0 90,-7 8 0,-8 1-585,-11 5 0,-7-2-1459,-6-4 1,-2-3-1,8-5 1,3-1 1473,3-5 1,9-6 0,15-12 0,0-4-1</inkml:trace>
  <inkml:trace contextRef="#ctx0" brushRef="#br2" timeOffset="64753.27">22225 16434 11940,'25'0'1638,"1"0"0,-1 0 753,9 0-2706,1 3 0,-6 5-1034,-23 23 989,-14 6 0,-9 4 1319,-7-5 1,-5 1 0,0-1-211,4-4 1,1 0 0,2-2-346,-11 10 1,17-10-1485,36-24 1,11-7-14,0-3 1,4-3 0,-1-1 692,14-2 0,0-1 0,-14 4 0,1-2 0,-4 2 1,-5 1-1,1 0 0</inkml:trace>
  <inkml:trace contextRef="#ctx0" brushRef="#br2" timeOffset="65053.27">22825 15394 0,'15'-47'1638,"9"46"0,3 10 0,7 10 0,-1 13-819,-11 4 0,-1 11 0,-2 2 0,-1-2 0,-2-10 0,-2-1 0,-2 0 0,-1 4-164,-2 3 0,-1 5 1,-3 1-1,-2 0 0,-2-3 164,-5 3 0,-4-1 0,-2-2 0,0 0-690,3-6 1,1-2 0,-3 1 0,-2 2-364,-4 3 0,-3 3 0,-2 1 1,-3-2-1,-1-2-422,-2-5 1,-4-2-1,-1-1 1,0-1 0,2 1 402,0 4 1,2-1 0,-1 1 0,-2-1 0,0-3 0,-2 1 0,-2-1 0,2-2 0,4-3 0,1-4 0,0 0 0,0 0 0</inkml:trace>
  <inkml:trace contextRef="#ctx0" brushRef="#br2" timeOffset="66587.27">21872 17315 4515,'-33'-9'1394,"0"0"1,-11 0 243,3 0 0,0 2 426,10 6 1212,-18 1-1638,70 13 0,17 3 0,-3-3 0,10-3-1194,-8-7 1,10 0 0,5-3 0,3 0-1,1-1 1,-2 0 0,-6 0-643,0-1 0,-3 1 0,-1-2 0,1 0 1,2-1-99,-2 0 0,4-2 1,2 0-1,-1-1 1,-3 0-1,-4 1 1,-8 0-1344,12-4 1,-14 0 1812,-13-1-356,-53 15 1,-25 9 113,21-4 1,-5 3 0,-1 2 0,-1-1-5,2-1 0,-1 1 0,0 1 0,-1-1 0,2 1 7,-5 2 0,2 1 0,0-1 0,-2 0 622,4-2 1,-3 0 0,1-1 0,4-1-1,6-2 118,2 0 0,4-3 249,-16-3 0,15-8-924,36-13 0,22-2 0,18-4 0,1 2 0,-13 7 0,1 0 0,0 1 0,3 0 59,-1 0 0,2 0 0,1 0 0,1 0 0,-1 2-715,4 0 1,0 0-1,1 1 1,-2 1 0,-3 2 245,7 0 0,-3 3 1,-2 1-1,-2 0 1,-2 1-1,-6 3 0,9 11 1</inkml:trace>
  <inkml:trace contextRef="#ctx0" brushRef="#br2" timeOffset="67070.27">22313 17240 7533,'-39'25'1638,"20"8"0,7 8 0,13 7 0,5 2-1380,-3-18 0,0 1 0,1 3-101,3 4 0,1 5 1,2-1-1,-1-3-337,0-3 0,1-2 1,0 2 21,1 5 1,0 3-1,0 1 1,-1-7-158,1 7 0,-2-5-90,-2 5 1,-6-16-709,-11-34-526,3-28 1,4-12 112,-1 12 0,0-3 1278,3 0 1,1-6 0,1-2 0,-1 1 179,0 2 1,0-1-1,0 1 1,0 3 97,1-2 0,0 3 0,-3-1 359,-5-15 1,-5-1 0,-8 19 1248,-13 32 0,-7 11-546,7-5 0,-2 1 0,1 3-786,-9 12 1,4 6 52,2 6 1,17-10-627,42-30 267,1 9-158,5-14 1,8-9 0,3-2 0,-2 4-644,0 6 0,0 3 0,0-2 951,7-9 0,1-1 0,0 7-180,-5 10 0,-1 6 0,-5 8-1609,-3 24 1,-3 4 1582,9-10 0,-3 2 1,-13 15-1,-7 0 1,2-1-1</inkml:trace>
  <inkml:trace contextRef="#ctx0" brushRef="#br3" timeOffset="72136.27">24871 16596 14069,'-37'-9'819,"1"0"0,-1 1 0,-10 1 0,8-6-2040,16-11 0,11-5 2723,13 0 1,13 4-1638,12 9 1,11 5-1,2 2-118,-2 3 1,2 2 0,2 1 0,-1 2 0,0 2 0,0 0 0,-1 3 0,1 1 0,-3 6 0,1 0 0,0-1 0,0 1 0</inkml:trace>
  <inkml:trace contextRef="#ctx0" brushRef="#br3" timeOffset="72286.27">26035 16434 11874,'-31'-16'192,"-1"-1"1,1 1 0,-7 0 0,17 4-2508,70 7 2375,-23 6 0,3 2 1,5 4-1,5 1 0,-2-1 1,3-4-1,0 1 1</inkml:trace>
  <inkml:trace contextRef="#ctx0" brushRef="#br3" timeOffset="72420.27">27658 16026 13132,'-24'4'2693,"5"4"-3239,49 12 1,20 1 468,-19-9 0,1 0 0,3 0 0,4 0 0,-2-2 0,8-4 0,-1 0 0</inkml:trace>
  <inkml:trace contextRef="#ctx0" brushRef="#br3" timeOffset="72936.27">30321 15047 14033,'-13'-44'512,"0"0"0,0 1 0,5-8 0,8 5 668,11 10 0,8 12-722,11 22 0,0 15-987,-5 20 0,-10 14 243,-14-3 1,-7 5 0,-3 2-43,-1-7 0,-2 0 0,-2 2 1,-1-2 560,-3-1 1,-3-1 0,1 0 0,4 0-27,5-3 0,2 1 1,3-1-1,5 0 79,6 0 1,4 0 0,3 1 0,-1 1-242,-1-4 1,1 2 0,0 0 0,-1 2 0,-1 1 186,-2-2 0,-1 2 1,-1 1-1,0 0 0,-2 0 1,-1 0-16,-2 1 1,-1-1-1,-2 1 1,0 0-1,0-1 1,-1 0-362,-1 6 0,-1 0 0,-1 0 1,1-1-1,0-1-512,2-5 1,0 0-1,0-1 1,2-2 0,1-2 290,3 10 1,1-2 0,2-3 0,-2-6 0,0-1 0,0-3 0,1 1 0,0 0 0</inkml:trace>
  <inkml:trace contextRef="#ctx0" brushRef="#br3" timeOffset="83853.27">2910 7425 9006,'-8'-32'252,"-1"0"0,-4 4 0,0 1 773,-6-16-192,-3 21 0,-5 1-198,-6 1 0,-5 2-718,3 4 0,-3 2 0,-4 6 247,4 7 0,-2 4 1,-3 4-1,0 1 1,1 2-511,-2 3 0,0 2 0,0 2 0,-1 3 0,0 2 429,6-1 0,-2 3 0,0 2 0,0 2 0,0 0 0,2 1 0,1-1 23,4-1 1,2 0 0,1 0-1,0 1 1,1 1 0,0 0 0,0 2 48,2 0 1,0 1 0,-1 1 0,2 1 0,-1 0 0,2 0-1,2 1 1,1-1 79,-3 7 0,3 1 0,1-1 1,2 2-1,1 0 0,-1 1-77,3-4 0,1 2 1,-1 0-1,2 1 0,1 0 1,1 0-1,2 0-87,1-2 0,2 0 0,1 0 0,2 1 0,0-1 0,0 1 1,1 0 31,1 1 0,1 0 0,1 1 1,0-1-1,1 1 0,0 0 1,0 0-61,-1 2 0,1-1 0,0 1 0,1-1 0,-1 1 1,1 0-1,0 0 142,0 2 1,0 0 0,0-1 0,1 1 0,-1 0 0,0 1-1,-1-1-44,0-5 0,-1 1 1,0 0-1,-1 0 1,1-1-1,-1 1 0,2 0 1,0-1-38,0 5 0,1 0 1,1 0-1,0-1 1,0 1-1,1-1 1,0 1-57,0-5 0,1-1 0,0 1 0,0 0 1,0 0-1,1-1 0,1 1 0,0-1-25,0 0 0,1 0 0,0-1 0,1 0 0,1 1 1,-1-1-1,2 1 0,-1-1-193,2 3 0,0-1 0,1 1 1,1 0-1,-1 0 0,1-1 0,-1 1 1,0-1 189,0 0 0,-1 0 0,0 0 0,0-1 0,0 1 0,0-1 0,1 0 0,-1 0-28,3 4 0,-1-1 0,1 0 0,0 0 1,0 0-1,0 0 0,0 0-133,-2 0 0,1 1 0,0-1 0,-1 0 0,0 0 1,1 0-1,0-1 134,-1-2 0,1-1 1,-1 0-1,1 0 1,0-1-1,-1 1 1,1 0-17,0-1 1,-1 1 0,1 0 0,0 0 0,-1 0 0,1-1-1,-1 0 9,2 5 1,-1-1 0,0 0 0,0 0 0,0-1 0,1-2 159,3 4 1,1-2-1,0 0 1,-1-1 0,0 0 68,-4-4 1,0 0 0,-1 0 0,0-1 0,2-3 110,4 3 1,2-3 0,0 0 0,-1-2-267,1 7 0,0-2 0,3-2-60,0-5 0,3-1 0,3-3 0,3-3 0,4-3 0,0-1 0,2 1 0,1-1 0,1-2 0,6-2 0,2-2 0,-1-2 0,-4-3 0,-1 0 0,-1 0 486,-2-1 0,-1 1 0,-1 0-486,11 2 0,0 2 0,-4 2 0,0 0 0,4-5 0,0-3-315,-3-2 1,0-7-676,-12-4 1,0-5-1,-3-3-649,5-10 1,-5-5-1,-2-9 1,-5-2 1091,-8 3 1,-5 2 0,-4 5 0,-2 2 0,4-9 0</inkml:trace>
  <inkml:trace contextRef="#ctx0" brushRef="#br2" timeOffset="84186.27">3210 14204 0,'-10'22'3276,"42"16"-2184,-11-12 0,3 3 0,3 1-273,1-2 0,2 0 0,0 1 0,0-1-609,-1 1 0,-1 0 0,0 0 0,-3 0 732,4 6 0,-3 0 1,-11 0-449,-14 9 1,-17-4-1125,-8-19 1,-9-5-1,-1-1 639,0 1 0,-1-1 1,-1-3-1,-4-7 1,-2-3-1,4-2 1,-1-4-1,0 0 1</inkml:trace>
  <inkml:trace contextRef="#ctx0" brushRef="#br3" timeOffset="84820.27">1870 7226 7794,'-41'-23'1092,"-1"1"0,10-1 0,11-1 540,37-13-761,22 13 0,12 4-724,-5 6 0,4 3 1,2 2-335,-7 5 0,1 0 1,0 3-1,0 4 331,-4 2 0,1 3 0,-2 3 0,-3 2-130,6 6 1,-4 4 0,-5 5 10,-5 3 1,-5 4 0,-8 4-474,-11 5 1,-9 3-1,-3 2 448,-1-4 1,-4 2 0,-1 1 0,-1-2-1,-1-4 1,-2-1 0,0 0 0,-1 0-1,-1 4 1,0 0 0,0 0 0,0 0-1</inkml:trace>
  <inkml:trace contextRef="#ctx0" brushRef="#br2" timeOffset="86554.27">2893 15852 7533,'-28'19'1304,"11"1"0,1 6-345,2 1 1,0 4 0,-1 2-974,-5 9 1,-1 3 0,-1 3 170,2-5 0,0 2 1,-1 0-1,2-3-187,-1-1 0,2-2 0,-1-1-120,0 3 0,-1-1 1,2-7-1977,-9 9 2126,15-16 0,6-35 0,24-29 0</inkml:trace>
  <inkml:trace contextRef="#ctx0" brushRef="#br2" timeOffset="86719.27">2787 15988 7533,'22'20'1092,"1"-1"0,0 17 0,-3 9 0,-6 0 0,-3 4 0,-1 2-1752,-2-12 1,-1 2-1,-1-1 1,1-1 659,2 9 0,0-1 0,-2-4 0,-1 0 0,-2-6 0,4 3 0</inkml:trace>
  <inkml:trace contextRef="#ctx0" brushRef="#br2" timeOffset="86837.27">2699 16447 7533,'-28'-6'3276,"11"5"-1638,39-2 0,18 0-1627,7 1 1,2-1-1,-11 0 1,0-2-1,0 0 1,-2-1 0,0 0-1,0-1 1</inkml:trace>
  <inkml:trace contextRef="#ctx0" brushRef="#br2" timeOffset="89469.27">3210 16298 7533,'0'-14'899,"0"3"-719,0 11 989,0 0-989,0-5 360,0-2-360,0 0-90,0 2-360,0 5 360,0 0 270,0 22 89,0 22-359,-3-16 0,-2 3 0,2 1 0,0 4 0,0-4-45,-2 1 0,0-2 90,1 10 0,0-5-45,-4-10-180,6-9-540,-6-39 271,16 0-91,3-15 0,4-2 495,-1 16 0,1 0-225,6-13 0,1 2 360,6 8 540,-3 19-46,-21 34 1,-6 9-765,8 8 90,-4-7 0,0 6 0,2-8 0,8-2 0,0-8 0,1 1 0</inkml:trace>
  <inkml:trace contextRef="#ctx0" brushRef="#br2" timeOffset="89937.27">4004 16497 0,'-37'30'3276,"27"-9"-1442,30-15-2284,5-13 1,3-10-586,4-18 1,-2-3 1079,-7 12 0,-7-1 1334,-10-10 0,-12 11 105,-17 40 1,-8 15-91,-3-6 0,1 6-735,8 7 1,4 7 0,6-1-600,9-7 0,6-1 0,4-1-1025,9 9 1,11-7 964,5-17 0,6-6 0,-3-6 0,0-7 0,-1-6 0,5-9 0,1 0 0</inkml:trace>
  <inkml:trace contextRef="#ctx0" brushRef="#br2" timeOffset="90637.27">4374 16497 8972,'-11'-31'3238,"13"-1"-3778,20 12 1,7 3 539,4-3 269,-10 30 1,-5 13 30,-17 17 0,-13 12 0,0 0-233,6-15 1,1-1-1,-1 1 1,-1 2-266,-2 0 0,-1 2 0,-2 1 0,2-2 0,0-4-642,0 7 1,1-3 0,1-5 839,-2-4 0,2-3 0,0 5 0,8-40 0</inkml:trace>
  <inkml:trace contextRef="#ctx0" brushRef="#br2" timeOffset="90853.27">4427 16596 7533,'22'-28'1092,"-1"-1"0,17 7 0,1 6-302,-13 4 1,1 6-881,9 7 0,-6 10 180,-19 13 0,-12 6 90,-15 10 0,-9 2-460,7-13 0,-1 0 0,-3-1 190,-3 1 0,-3-1 0,1-7 90,-1-9 0,3-9 0,0-12 0,17-35 0</inkml:trace>
  <inkml:trace contextRef="#ctx0" brushRef="#br2" timeOffset="91021.27">4727 15988 14639,'8'35'-18,"0"-1"0,-4 8 0,4-4 0,0-1 0</inkml:trace>
  <inkml:trace contextRef="#ctx0" brushRef="#br2" timeOffset="91153.27">4833 16459 9961,'-14'29'1092,"1"-1"0,2 4 0,4 2-1561,5 9 1,4-1 0,2-12 0,2-2 0,3 7 0,-1-1 0</inkml:trace>
  <inkml:trace contextRef="#ctx0" brushRef="#br2" timeOffset="91504.27">5168 16434 7533,'-45'6'3276,"2"12"-1638,17 6 0,1 6-1227,5-3 1,1 1-412,-3 6 0,9-1-989,28 10 719,9-18 0,4-18 1,3-2 269,6 6 269,-18 2 91,-28 6-1170,-19-6 1,-5-1-1620,-10 1 2429,9-24 0,46-11 0,6 1 0,-1 0 0</inkml:trace>
  <inkml:trace contextRef="#ctx0" brushRef="#br2" timeOffset="91737.27">5221 16534 7533,'0'48'1638,"-1"-20"0,2 0 1638,15 19-1823,19-33-1723,-4-47 45,-14 7 1,-8-2 988,-20-6 1,-11 8-1035,-5 20 0,-3 7-135,-5 1 0,5 7 405,12 20 0,9 3 0,13 4 0,13-16 0,1 0 0</inkml:trace>
  <inkml:trace contextRef="#ctx0" brushRef="#br2" timeOffset="92136.27">5486 16670 7533,'-31'20'1092,"1"0"0,1 0 0,3 1 546,5 7 0,5 1 1164,0 13-3881,37-43 0,7-11 44,-3-5 1,1-8 386,-3 1 0,2-6 0,-1-3 1,-2-1 444,-1-6 1,-3-4 0,-1-1-1,0 1 225,-2 2 1,-1 2-1,-1-2 1,0 0 381,-1-4 1,-1-2 0,-1 2 0,-2 6 1233,-2-3 0,-2 6 0,-3 5 0,-2 13-331,-14 51 0,-4 26-1307,8-20 0,1 2 0,0 4-313,2-1 1,-1 4 0,1 2-1,2 0 1,2-4-508,1-3 1,2-1 0,1-2 0,4 0-1,1 1 1,4 0 0,1-3 0,1-7 163,3-4 1,3-7-1,24 3 1,-23-22 0</inkml:trace>
  <inkml:trace contextRef="#ctx0" brushRef="#br2" timeOffset="92419.27">5821 16658 11490,'43'16'3276,"-14"-12"-1638,4 3 0,-1-3-2523,1-16-60,-8-14 1,-7-6 315,-18-13 1978,-24 9 0,-10 11-450,0 25 1,-1 15 192,6 11 0,1 9 0,5 2-895,3-2 0,4 3 1,9 0-1018,10-1 1,8 3 0,4-3 0,3-6 645,10 1 1,6-10-1,11-6 1,1-12-1,-13-17 1,0 0-1</inkml:trace>
  <inkml:trace contextRef="#ctx0" brushRef="#br2" timeOffset="108803.27">12894 13633 0,'-18'-30'330,"9"-1"2946,1-1-332,8 1-996,0 17-509,-16 31-899,4 7 29,0 7 1,-3 9 0,1-3-135,3-4 0,1 3-40,-2 3 1,-2 8 0,-1 4 0,1-2 0,4-6-187,3-6 1,2-4 0,-1 4-30,-2 0 0,-2 5 0,-1 3 0,1 0 0,1-1 0,2-4 149,4 11 1,3-4 0,-1 0-150,-3 1 0,-2-1 0,1 0 119,1 1 1,2-1 0,0-4 139,1 0 0,0-2-289,-4-7 0,-1 0 0,1-1-105,4 0 0,0-2-225,-2-3 0,-1-5-1529,-4-9 1439,6-2-1910,-6-6-1097,8-34 0,0 5 3118,10-21 0,3-5 0,-3 17 0,2 0 0,2-2 0,1 0 0,-1 0 1</inkml:trace>
  <inkml:trace contextRef="#ctx0" brushRef="#br2" timeOffset="109053.27">12735 13931 7533,'-13'-26'1638,"-1"-1"0,-4-8 1638,26 13-1638,21 8 0,9 3-1119,-9-2 1,4-2-215,1 4 1,6-1 0,4-1 0,-2 2 0,-6 0-932,11-1 1,0 0 661,-8 3 0,5-1 0,3 0 0,0 1 0,-4 1-396,-2 4 0,-2 1 0,-2 0 1,1 0-181,8-3 0,-2-1 1,1 2 59,1 0 0,0 2 1,-7 4-1160,-10 3 1,-5 3-1639,6 2 3393,-15 26 0,-32-14 0,-11 9 0</inkml:trace>
  <inkml:trace contextRef="#ctx0" brushRef="#br2" timeOffset="109303.27">12577 14749 7533,'-13'40'119,"0"0"1,6-14 0,2 2-1759,3 15 1,4-1 1504,10-9 1382,12-2 1,9-4 190,2-18 1,2-4-1126,0 2 1,3-3 202,-5-8 0,5-5 1,1-1-1,-2 0-1147,3-1 1,0-1-1,-1-1 577,5-4 1,0 0 0,-1 0 52,1 2 0,0 1 0,-6 1 0,-10 3 0,-2 1 0,11 0 0,-1 0 0</inkml:trace>
  <inkml:trace contextRef="#ctx0" brushRef="#br2" timeOffset="110003.27">3757 15356 7533,'-20'-20'270,"5"3"1439,46 34-1080,10 3 1,4 2-1391,-12-3 0,1 0 918,-2-4 1,4 2-1,2-1 1,1-1 89,3-2 0,2-2 1,0-1-1,-1 0-187,1 1 0,-1-2 0,7 0-256,-9-4 1,6 0 0,4 0 0,2-1 0,0 0 0,-1-2 0,-2 0 359,-1-1 1,-2-2 0,0 0 0,0-1 0,-1 1 0,2 0-487,1 0 1,1 1 0,0-1 0,0 1 0,0 0 0,1 0 385,-8 0 0,1 0 1,-1 1-1,1-1 0,-1 1 1,1 0-1,-2 2 26,7 1 0,0 2 0,-1 1 0,-1 0 0,-1-1 0,-2 0-291,3-1 0,-3 0 0,0-1 1,5 1 238,-8 1 1,5 1-1,2 0 1,0 1-1,-1-2 1,-2-2-1,-5-3 142,6-5 0,-4-3 0,-3-2 0,1 2-120,8 4 0,0 1 0,-1-5 97,-5-5 1,2-3-1,-3-3 1,-7 0 184,-2-11 0,-3 0-162,7 6 0,-2-2 730,-10-10 1,-7 2-731,-7 15 662,-2-27-1111,-8 35 269,0-12 0,-16 21 0,-3-5 0</inkml:trace>
  <inkml:trace contextRef="#ctx0" brushRef="#br2" timeOffset="111637.27">27993 13137 7533,'-18'-18'2608,"8"10"-2338,3 3 1439,7 39-1125,3-7 1,1 4-315,-2 5 0,-2 3 0,0 2-266,3 1 0,1 2 0,-3-2 266,-2-4 0,-3 0 0,1-4 267,2 5 1,0-17-493,0-43 0,2-16-585,7 1 0,3-5 1,4-1-281,0 4 1,2-2 0,2 1 0,0 2 698,5-4 0,1 3 0,3 4 0,0 9 0,1 3 0,0 6 0,1 7 0,1 0 0</inkml:trace>
  <inkml:trace contextRef="#ctx0" brushRef="#br2" timeOffset="111987.27">28293 13522 7533,'-14'5'-180,"2"2"1439,46 0-1079,-15-1 404,9-17 1,1-6-405,-3-6-896,-2 1 0,6-3 0,-4 1 536,-9 3 0,-1 0 90,6-7 0,2-3 0,-3 3 100,-5 6 1,-3 0-326,2-22 0,-4 1 315,-3 6 180,-18 4 0,-4 3 90,0 13 224,-26 21 1,-8 14 314,23 3 1,3 5 0,-1 4-947,-5 4 1,-3 5 0,2 0 0,3-2 226,3-2 0,4-2 0,4 4-30,0 13 0,5 3 0,12-9-1153,14-17 0,11-7 1093,10-3 0,9-4 0,-2-6 0,0-9 0,0-7 0,0-7 0,0-1 0,0 1 0</inkml:trace>
  <inkml:trace contextRef="#ctx0" brushRef="#br2" timeOffset="112369.27">28998 13125 7533,'-27'-40'3276,"1"11"-166,-7 62-3110,12-12-90,3 4 0,-2 8 0,1 0-135,-6 6 0,3 0-225,-1 1 1,6 0 44,14-4 0,6-7 315,13-11 180,17-14 0,7-3-45,-11 1 0,-1 2 225,-1 2 0,-6 6 0,-13 31-675,-33-14 0,-12 0 45,10-9 0,-2 0 1,0-3 186,-12 2 0,2-6 1,-4-9-1,27-23 1</inkml:trace>
  <inkml:trace contextRef="#ctx0" brushRef="#br2" timeOffset="112536.27">29051 13224 7533,'28'-19'3276,"5"1"-2351,-1 2 1,3-2-1556,2-1 0,2-2-463,-4 1 1,2-1 0,-3 0 799,5-7 1,-6-1 0,-8 7 0,-6 0 0,-4-13 0</inkml:trace>
  <inkml:trace contextRef="#ctx0" brushRef="#br2" timeOffset="112686.27">29351 12827 7533,'-21'31'655,"-1"-1"0,0 1 1,7-3-1,1 2 0,-2 2-125,-4 9 0,-3 5 0,0 0 1,5-3-964,6-8 0,3-2 0,1 2 193,-4 9 0,2 3 0,8-6-1251,15-5 0,6-6 1491,-5-4 0,3-5 0,8-9 0,3-9 0,-7-16 0,1 0 0</inkml:trace>
  <inkml:trace contextRef="#ctx0" brushRef="#br2" timeOffset="112953.27">29457 13224 7533,'-30'37'1092,"-1"0"0,3-5 0,1 0 328,2 6 0,5-3-3039,10 0-630,38-30 1710,11-16-316,-9-11 1,-1-2 1124,0 8 989,-3-2 90,-18 20 90,-8 15-989,0 8-2159,7-4 1709,19-3 0,-12-24 0,9-8 0</inkml:trace>
  <inkml:trace contextRef="#ctx0" brushRef="#br2" timeOffset="113186.27">29651 13286 7533,'-10'39'3276,"-6"8"-2216,16-19 1,-1-1-702,-15 10-224,16-5 0,-2-2-45,-14-13 0,14 0-540,2-40 180,7-7 1,4-2 224,-2 7 0,1-1-855,9-18 1,4 3-720,-1 19 0,1 2 1619,-4-2 0,1 0 0,1 6 0,-1 3 0,-2 1 0</inkml:trace>
  <inkml:trace contextRef="#ctx0" brushRef="#br2" timeOffset="113370.27">29792 13187 9062,'41'-18'1439,"-17"10"-1844,3-5 0,3-1 405,-3 4 0,-1-1 0,-6-4 0,1-2 0,3 2 0,1 0 0</inkml:trace>
  <inkml:trace contextRef="#ctx0" brushRef="#br2" timeOffset="113536.27">30039 12766 7533,'-20'31'819,"0"-1"0,-1 1 0,1-1 0,1 2 0,2 2 0,0 5 0,0 3 0,3-1-1639,6-2 1,3 1 0,1 0 0,-2-2 389,-6 2 0,-1-1 0,5 3-110,4 1 0,3 4 1,4-2-1,6-11 507,15-11 0,3-5 1,-2 11-1,1-5 0,13-22 1,-1 0-1</inkml:trace>
  <inkml:trace contextRef="#ctx0" brushRef="#br2" timeOffset="114087.27">30886 13113 7533,'-30'-14'1439,"3"10"0,-1 8 45,4 27 0,1 7-1304,-5-17 0,0 2-136,7 7 0,1 7 0,2 2 0,2-3 361,-1 10 0,3-3-435,0-10 0,1 0 0,6-2-285,10 7 0,10-13-540,11-28 1,5-9 539,-4 8 0,1-4-315,4-15 1,2-8 0,-4-1 29,-7 4 0,-3-1 1,0 1 509,11-13 0,-3 0 404,-4-1 1,-11 16 2434,-27 41-2389,11 3 1161,-13 17 0,4 6-2061,23-5 1,4-1 539,-12-3 0,4-3-229,20 0 0,6-7 0,9-16 0,-10-3 0,0 0 0</inkml:trace>
  <inkml:trace contextRef="#ctx0" brushRef="#br2" timeOffset="114553.27">31309 13137 10861,'-10'47'2069,"2"-16"-2159,8-3 0,0 2 90,0 3 90,0-7-450,8-15 360,10-46 0,9 11 0,-10-9 0,2-3 270,10 9 0,0 1-136,-16 2 1,0 2 90,17-4 0,-5 12 675,-21 18-631,11 4 991,-15 33-946,-3-10 1,-2 0-225,1-6 0,-1 0-45,0 10 0,0-1-2923,-3 10 179,8-15 2699,24 4 0,-11-38 0,21 4 0</inkml:trace>
  <inkml:trace contextRef="#ctx0" brushRef="#br2" timeOffset="114836.27">31768 13200 7533,'-14'21'1638,"0"0"0,-3 7 842,17 1-1940,25-28-900,-3-8 405,3-5 0,-1-6-585,-12-8 1,-3-3-181,5-1 1,-2 1 539,-5-17 90,-38 13 1169,9 48 1,-3 7-856,0-12 1,1 1 989,-7 25 1,5 9-631,14-4 1,5-1-495,0-11 0,4 0-270,3 14 0,10-7-1349,14-26 0,3-4-1259,6 18 2788,0-23 0,-1-8 0,-11-7 0,12-10 0</inkml:trace>
  <inkml:trace contextRef="#ctx0" brushRef="#br2" timeOffset="115203.27">32015 13175 9961,'-18'29'3276,"8"-13"-75,2 30-3291,16-8 90,2-9-720,15 4-1169,11-37 630,-13-6 0,-1-3 899,7-5 270,3-17 360,-31 28-270,7 7 2788,0 29 90,2 17-2788,8-5 450,-1-1-720,24-66 180,-17 12-495,2-21 1,-3-10-1145,-11 2 1,-4-2 1193,1 4 1,-1-1-1,0-6 1,0 3-1,-3 20 1,0 0-1</inkml:trace>
  <inkml:trace contextRef="#ctx0" brushRef="#br2" timeOffset="116087.27">30815 14080 7533,'-27'31'2518,"1"0"-1754,12 4 1,3 4 629,2-7 1,6 1-1350,9 6 0,12-8-360,11-24 0,6-14-315,-4-10 1,1-8-1,-3-3-150,-3 0 1,-2-1 0,-9-1 644,-8-13 0,-14 12 854,-21 31 1,-9 15 372,6 3 0,-2 7 0,5 5-1198,5 6 1,5 4 0,2-1-165,-4 5 0,11-4-765,26-1 1,15-10 824,10-20 1,4-8 0,-6 3-1,0-3 1,-6-6 0,-1 1-1,0-1 1</inkml:trace>
  <inkml:trace contextRef="#ctx0" brushRef="#br2" timeOffset="116373.27">31238 14191 7533,'-27'0'2698,"9"0"-989,11-5-719,46-2-990,-22-6-135,17 8 0,5 4-495,8 6 630,-8 3-585,-19 16 1,-8 9 793,-15-1 1,-8 5 0,1-2-693,0 11 0,-2 2 595,2-7 1,-3 5-1,0 1 1,-2-3 66,-2-1 1,-2-2 0,3 0-420,4-3 0,3 1 1,-2-3-616,-11 22 1,5-25 854,15-41 0,2-9 0,5-8 0,0 1 0</inkml:trace>
  <inkml:trace contextRef="#ctx0" brushRef="#br2" timeOffset="116587.27">31327 14253 7533,'18'-20'1049,"1"0"0,4-2 1,3 4-16,1 12 1,-1 4-1035,7-3 135,1 12 0,-5 9-135,-24 10 0,-4 3-90,22 15 0,-32 0 0,-13 3-270,-7-10 0,-5-3-432,5-3 1,-3 0 0,1-3 791,-3 4 0,1-6 0,5-7 0,9-11 0,19-15 0</inkml:trace>
  <inkml:trace contextRef="#ctx0" brushRef="#br2" timeOffset="117104.27">31909 14080 7533,'-28'12'3276,"3"11"-1638,4-2 0,1 1-1714,-4 14 31,-1-3 0,1 3 225,13-10 0,3 0-180,-10 21-630,18-7 1,33-22 359,6-5 90,-1 16 90,-15-13 180,-38 18 0,-21-8-540,5 1 180,3-14 0,-1-3 270,0-9 0,1-8 0,13-12 0</inkml:trace>
  <inkml:trace contextRef="#ctx0" brushRef="#br2" timeOffset="117270.27">31962 13720 7533,'-28'29'3276,"11"15"-2981,22-13 1,5 1-296,0-5 0,2-1 0,2-1 0,-1-3 0,3 2 0</inkml:trace>
  <inkml:trace contextRef="#ctx0" brushRef="#br2" timeOffset="117436.27">32050 14166 7533,'-9'28'1092,"0"-1"0,0 6 0,1 2 283,2 8 0,2 1-2634,-1-4 0,2-2 1259,6-5 0,2-4 0,5 0 0,7-23 0</inkml:trace>
  <inkml:trace contextRef="#ctx0" brushRef="#br2" timeOffset="118053.27">32244 14253 7533,'-18'18'1092,"1"0"0,2 6 0,2 2 328,-4 2 0,1 1-431,1 0 1,2-1-271,4-3 1,-1-2 180,-14 9-720,30 4-990,4-10-989,17-7 810,1-24 359,-3-27 810,-7-14-135,-14 19 0,2-1-495,17-16 0,-17 16 1,0-3 179,10-5 0,1-2-30,-7 4 0,-1-2 0,0-1 480,0 3 0,1-1 0,-2 1 270,2-14 0,-2 4-46,-3 14 1,-2 5 45,-3-5-180,0 12-180,0 11-180,0 1-450,0 6-90,0 0 271,-8 0-451,6-5-1439,-6-2 2249,8 0 0,0-4 0,0 4 0</inkml:trace>
  <inkml:trace contextRef="#ctx0" brushRef="#br2" timeOffset="119988.27">31627 13745 7533,'-30'12'1079,"-1"12"-89,21-9-541,3 13 1,4 6-1844,6-4 0,2 0 1394,-4 4 0,2-1 0,8-3 0,1-3 0,-2-2 0</inkml:trace>
  <inkml:trace contextRef="#ctx0" brushRef="#br2" timeOffset="120170.27">31574 14290 7533,'-15'27'1092,"0"0"0,-3 15 0,5 0-51,11 2-1896,1 4 1,2-1-765,9-3 1619,-1 2 0,15-41 0,-4-5 0</inkml:trace>
  <inkml:trace contextRef="#ctx0" brushRef="#br2" timeOffset="120703.27">32085 14104 8252,'-17'-1'3276,"-17"35"-2684,20-2 7,-5 0 1,-5 7 0,5-1 29,9 0 1,2 1-61,-7 1 1,-2 3 0,8-5-660,12-2 0,10-11-45,15-18 1,4-13-526,-8-12 0,-1-10 1,-1-3 218,4-4 1,-1-2 0,-5-3 320,-10-1 0,-6-2 0,-1 5 206,3 3 0,-8 5 4,-22 1 0,-7 13 0,-2 31-90,8 7 0,5 6 0,13-4 0,6 2 0,11 9 0,0 0 0</inkml:trace>
  <inkml:trace contextRef="#ctx0" brushRef="#br2" timeOffset="121169.27">32367 14290 7533,'-27'0'1638,"-1"0"0,-15 11 1638,18-2-2640,11 15 1,2 8-232,-2-3 0,1 3-16,5 1 1,1 4 0,2-3-435,-2 6 0,7-7-495,33-1 45,-6-51 1,1-17-196,-8 5 1,-2-4-1,1-4-130,0-3 1,1-6 0,-1 1 0,-3 2 31,-4 5 0,-2 3 0,-1-4 630,2-4 1,-1-5 0,1 1 0,-1 4 21,-1 7 0,0 2 1,-2 1 1169,-3-17 1,-4 7 1573,-2 17-1574,-10 58 1,-3 20-900,4-18 0,2 3-136,1 2 0,-1 6 1,1 1-1,2-3-149,1-6 0,2-2 1,-1 3-436,-2 6 0,-1 4 1,0 1-1,1-5-45,2-7 1,1-3-1,1 1-463,-2 4 1,0 0 0,4-8 1626,8-5 0,9-2 0,11-29 0</inkml:trace>
  <inkml:trace contextRef="#ctx0" brushRef="#br2" timeOffset="121437.27">32544 14365 7533,'0'37'3276,"8"-5"0,17-24-3982,12-33 616,-13 14 0,-3-3-495,-4-15 1,-6-4-675,-3-7 3508,-42 17-611,4 34 0,-2 14-546,8-1 0,1 6 0,3 2-1469,1 10 1,4 4 0,4-3 555,2 2 1,12-4-1437,20-3 0,13-13 1257,-3-26 0,4-12 0,-1 1 0,5 1 0,0-4 0,-8-7 0,-1 0 0,1 0 0</inkml:trace>
  <inkml:trace contextRef="#ctx0" brushRef="#br2" timeOffset="122238.27">32173 15034 7533,'-25'0'1799,"-3"0"-180,3 2 0,-1 1-900,-5 4-314,5 5 0,3 5-90,11 15 0,5 2-226,-3-8 1,2 1-30,3 5 0,3 4 0,1-1 165,4 10 0,2-2-253,-1-5 0,2 0-62,-1-4 0,0 1 0,2-1 90,6 5 0,0-2-90,-6-4 0,-2 1 180,-2 10 0,-6-1-585,-13-7 0,-4-3 45,5-8 1,-1-1-680,-7 7 0,-3-10 1129,0-25 0,1-8 0,-1-4 0,7-6 0,-1 1 0</inkml:trace>
  <inkml:trace contextRef="#ctx0" brushRef="#br2" timeOffset="122386.27">31785 15406 10591,'28'-7'2788,"5"2"-3103,3 4 1,3 2 89,-13-1 0,2 0-185,12 0 0,5 0 1,-6 0-1,-12 0 1,-1 0-1,11 0 0,0 0 1</inkml:trace>
  <inkml:trace contextRef="#ctx0" brushRef="#br2" timeOffset="122670.27">32367 15443 7533,'-17'27'1638,"-1"0"0,-2 3-758,9 1 1,7 0-431,19-2-450,5 3-540,23-21-45,-20-28 1,-1-6 404,16-4-180,-22-5 0,-7-4 1349,-17-10-539,-4 6-225,-10 22 0,-5 7 1124,-4 17-4626,-4 19 1787,19-3 1490,24 1 0,2-17 0,7-6 0</inkml:trace>
  <inkml:trace contextRef="#ctx0" brushRef="#br2" timeOffset="122903.27">32667 15356 7533,'-6'35'819,"-1"0"0,1 0 0,-3-1 0,2-1 331,6 12 1,2-4-1062,-1-5-89,0 1 270,0-32-45,3-25 0,2-12-135,5-3-270,-1-9 0,7-2-1459,9 17 1,1 4 1391,-10-2 0,1 2 1,12 2-1,-1 6 1,0 4-1</inkml:trace>
  <inkml:trace contextRef="#ctx0" brushRef="#br2" timeOffset="123287.27">31891 16397 7533,'-10'19'3276,"34"5"-4147,8-15 1,6-4 960,0 0 0,3-3-390,1-5 0,5-3 1,-3-3 287,-8-4 0,-3-2 1,0-1-1,-1 1 0,-1 0 1,-2-2-1,8-10 0,1 0 1</inkml:trace>
  <inkml:trace contextRef="#ctx0" brushRef="#br2" timeOffset="123486.27">32297 15951 7533,'-22'38'546,"0"0"0,0 0 0,0 0 0,4-4 0,2-1 0,1 3 273,-1 2 0,0 3 0,3 1 0,3-2-1912,6 2 1,4-1 0,0-1 632,-4-4 0,0 0 0,4-1-170,7 3 1,4-1-1,4-9 745,24-6 1,7-11 0,-13-24-1</inkml:trace>
  <inkml:trace contextRef="#ctx0" brushRef="#br2" timeOffset="124003.27">32508 16310 7533,'-30'27'1092,"0"-1"0,9-11 0,3 2 546,-6 14 0,6 1 85,9 1-2712,9-7 1078,9-15-1348,17-23-1079,-14 4 2338,3-9-540,-15 16 900,0-5 449,0 6 91,0 0-810,0 6-180,-8 1-90,6-1 180,-5 5 0,-1 13 314,3 2 1,0 3 45,0 1 0,0 0-225,1 0 0,0-3 584,4 7-539,0-27-180,0-1 90,0-23-360,0-14-45,8 3 1,0-1 224,-4-18-315,6 15 0,3 1-450,-1 8 1,2 1-450,7-12 0,3 0 1304,3 7 0,1 2 0,-5 0 0,-1 2 0,11-8 0</inkml:trace>
  <inkml:trace contextRef="#ctx0" brushRef="#br2" timeOffset="124403.27">32720 16447 7533,'-37'29'3276,"4"-13"-1901,22 8 0,4 3-655,-11 13-900,9 0 180,9-11-1709,9-40 225,7-9 0,2-3 1034,3-8-45,-8-1 0,0 2 1575,2 13-630,-13-1 1528,6 36 901,-8 26-2519,0-8-1,16 4-1888,3-39 1349,1-2 180,11-33 0,-19 5 0,1 5 0,0 0 0</inkml:trace>
  <inkml:trace contextRef="#ctx0" brushRef="#br2" timeOffset="124553.27">32914 16063 7533,'-19'41'3276,"-5"-1"0,30-1-4971,-4 0 1695,8-23 0,5 7 0,-5-11 0</inkml:trace>
  <inkml:trace contextRef="#ctx0" brushRef="#br2" timeOffset="125203.27">32949 16471 7533,'-17'29'1638,"-1"-1"0,-1 11 1638,3 1-2453,24-20-1632,2 0-2468,15-15 887,-5-17 2390,5-2 90,-15 2 540,6 6 1798,-14 23 91,5 3-900,-7 18-1619,0-12-180,16-20-2248,-4-19 89,13-14 2249,-7 3 540,-8 12 269,13 6 720,-19 0 810,12 5-450,-8 6-1529,-6 9-90,13 0-1799,11-25 134,-11-9 1,-1-4 1169,4-2 1,-1-2 763,-3-1 1,-2 3 2339,-2 13 487,-2 43-1991,-10 9 0,-4 9-1015,1-12 0,-2 3 0,0 3 0,0 0-587,1-1 1,-1 1 0,0 1-1,-1 1 1,-1 0-89,-1-4 0,0 0 0,-1 1 1,-1 0-1,-1 1 0,0-1 213,0 2 1,-2 0 0,0 1 0,0-1 0,0-2 0,0-2-1,-2 5 1,0-3 0,0-1 0,0-1 0,-2-4 0,0 0 0,1-1-1,-1 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51:17.465"/>
    </inkml:context>
    <inkml:brush xml:id="br0">
      <inkml:brushProperty name="width" value="0.09071" units="cm"/>
      <inkml:brushProperty name="height" value="0.09071" units="cm"/>
      <inkml:brushProperty name="color" value="#0070C0"/>
    </inkml:brush>
  </inkml:definitions>
  <inkml:trace contextRef="#ctx0" brushRef="#br0">16351 1264 8072,'-35'31'234,"-1"0"0,1-1 0,-1 1 0,1 0 0,-1-1 0,1 1 0,-1 0 0,1 1 0,-1 0 0,1 0 0,1 0 0,2 2 0,1 1 0,3 2-339,0 4 0,2 2 0,2 2 0,2 1 0,2 0 0,2 0 0,3-1 375,2 3 0,3 1 0,2-1 0,3 0 0,2-1 0,3-3-1,1 0 1,3-1 0,2-2 0,4-3 0,6-5-23,8 0 0,6-4 1,5-7-1,1-12-37,0-13 0,3-11 0,3-8 0,1-5 0,-2-3 0,-2 0-376,-5-1 1,-1-3-1,-1-3 1,-1-2 0,-1-1-1,0 0 1,-1 0 306,1 2 0,0-1 1,-1 0-1,0-1 1,-2-1-1,-2-1 0,-3-2-40,-4 0 0,-1-2 0,-2-1 1,-1-2-1,-3 1 0,-1 1 1,-3 2-1,-3 4-60,-2-4 1,-2 3 0,-4 3-1,-4 0 1,-3 2 120,-7-3 0,-4-1 0,-4 3 0,-2 6 0,-2 12-1255,-14 14 1,-5 15 0,3 2 682,7-7 0,1 0 1,5 8-1,4 13 1,4 8-1,7-4 0,0 15 1</inkml:trace>
  <inkml:trace contextRef="#ctx0" brushRef="#br0" timeOffset="202">16245 1773 7533,'-15'45'655,"-1"-1"0,0 1 1,7-11-1,3-3 0,4 5 0,5 1 0,5 4 1,3 3-1,3-1 0,1-4-921,5 1 1,3-3 0,1 0 0,1 0-230,0 4 0,1 0 1,0 0-1,-1 0 495,-3-1 0,1 1 0,-2-2 0,-1-5 0,7 6 0,-3-4 0,-6 5 0,-1-1 0</inkml:trace>
  <inkml:trace contextRef="#ctx0" brushRef="#br0" timeOffset="451">17321 1202 0,'-33'0'1638,"10"28"0,1 16-983,5-9 0,0 6 1,-1 4-1,0 2 0,2 1-187,3-8 0,0 2 0,1 0 0,0 2 0,0 0 0,1 1 0,-1 1-244,1-1 1,0 1 0,0 2 0,0-1 0,0 1 0,2 0 0,0 0 0,2-2-694,1 4 1,0 0 0,1 0 0,2 0 0,1-2 0,2-3 0,3-2 335,3 10 0,5-5 1,2-2-1,2-3 1,1 6-1,4-3 1,4-13-1,19-19 1,-1 0-1</inkml:trace>
  <inkml:trace contextRef="#ctx0" brushRef="#br0" timeOffset="784">17939 1524 7533,'-37'5'819,"1"0"0,-1 0 0,1 1 0,-1 5 0,4 7 0,-5 5 0,1 5 0,6 1 74,4 8 1,6 3 0,-1 0-984,-6-2 0,-1-1 0,7 3-690,11 2 1,7 3-1,10-6 823,15-4 1,10-5 165,-4-6 1,2-1 0,0-1 0,0-2 0,-1-1 0,-3 2 804,3 13 1,-13 4-566,-20-5 1,-12 3 0,-2-1-1543,-3 5 1,-4-1 0,-2 0 339,2-10 1,-2 1 0,0-2 0,2-2 752,-12 10 0,3-5 0,9-12 0,3-4 0,6-2 0</inkml:trace>
  <inkml:trace contextRef="#ctx0" brushRef="#br0" timeOffset="1001">18239 2591 7533,'-38'11'1638,"9"-1"0,2 4 1638,-5 25-1695,0-10 0,-2 2-1581,9-1 0,3-2 0,2-7 0,2-2 0,-5 9 0</inkml:trace>
  <inkml:trace contextRef="#ctx0" brushRef="#br0" timeOffset="1400">18856 1698 7533,'-39'9'1092,"0"0"0,9 0 0,3 8-273,0 15 0,0 13 0,2 5 0,6-4 273,5 0 0,6-1 0,0 1-273,-1-5 0,-2 2 0,4-3 0,11-9-1049,22 2 0,11-18-820,-3-28 1,4-17 0,-3-6 599,-7 0 0,-2-6 0,-1-2 1,-2 2 718,-1 8 1,-1 1 0,-2 0 0,-2 0 749,-2-23 1,-5 0-1,-2 30 2257,0 66 0,-8 4-2890,1-6 0,0 10 0,1 4 0,2-3-1206,0-8 1,2-2 0,1 1 0,1 0 491,2 5 0,1 1 0,1-1 1,0-5-1,0-3 0,1-3 1,1-6-1,7-6 0,0 0 1</inkml:trace>
  <inkml:trace contextRef="#ctx0" brushRef="#br0" timeOffset="1600">19614 1363 14639,'4'50'819,"0"0"0,-1-12 0,0 2 0,1 4-164,0-1 0,2 4 1,0 2-1,-1-1 0,0-5 437,0 6 0,-1-4 0,-2 6-1208,0-11 1,-1 5-1,0 4 1,-1 1-1,-1-1 1,-3-3-1,-3-4-704,-7 6 1,-5-4 0,-2-2 0,-1 5 636,6-8 1,0 3 0,-1 2 0,-1 0 0,-1 0 0,-1-3 0,-1-3 0,-7 4 0,-3-3 0,0-2 0,-2-2 0,1 0 0,-1-4 0,0 1 0,0-1 0,0 0 0,0 1 0</inkml:trace>
  <inkml:trace contextRef="#ctx0" brushRef="#br0" timeOffset="2800">17515 3012 7533,'-17'-7'3276,"7"18"-616,2 10-2075,6 16 0,4 7-361,5-4 1,2 1-165,-5-3 0,-1 3 0,2-3-285,4 8 1,-1-3-46,-3-8 0,-2-14-450,-3-31-30,0-20 1,0-15 0,0 0 539,0 10 0,0 1 0,0-3 749,-1-3 1,-1-6 0,0 3 0,-1 8 1259,-7-13-90,1 26-450,1 70-840,9-11 1,3 5 0,-1 1-618,-2-5 1,-1-1 0,1 5 233,0-2 0,1 5 0,0 2 0,-1-1 0,0-3-194,0-2 1,-1-2 0,0-1 0,-1 0-383,1 3 0,0 0 1,-1-1-1,2-5-1099,3 11 1,0-20-1639,-2-29 3262,3-20 0,-2-9 1,-6 0-1,-2-1 1,0-7-1,0 0 1</inkml:trace>
  <inkml:trace contextRef="#ctx0" brushRef="#br0" timeOffset="3050">17568 2913 7533,'-40'15'655,"-1"0"0,1 0 1,5-1-1,1-1 0,1 3 437,-4 5 0,1 1 0,5-3-718,-8 2-150,52-36 1,15-6 315,4 3 0,6 0 0,4 3-377,-1 3 0,4 0 0,2 5 1,-2 3-951,-1 7 0,-1 4 0,0 4 0,-2 1 665,-6 3 0,0 1 0,-3 3 0,-1 0 0,3 7 0,-3 2 0,-2-2 0,1 1 0,1 0 1</inkml:trace>
  <inkml:trace contextRef="#ctx0" brushRef="#br0" timeOffset="3850">21908 4821 0,'-36'7'1230,"9"-1"2046,17-6-1638,32 3 0,21 0-819,-8-3 0,5 0 0,4 0 0,3 1-510,-9 0 1,3 0 0,1 1 0,2 0 0,1-1 0,1 1 0,0 0-51,-3-1 1,0 0 0,2 1 0,0-1 0,1 0 0,0 1 0,1-1 0,0 1 0,1-1-57,-2 1 1,1 0-1,0-1 1,1 1-1,0 0 1,1 0-1,-1 0 1,0 0-1,1 0 1,-1 0 65,1 1 1,0-1 0,0 1 0,0 0 0,0-1 0,0 1 0,0-1 0,0 1 0,-1-1-1,0 0-109,3 0 0,-1 0 0,1-1 0,-1 0 0,0 1 0,-1-1 0,0 0 0,-1 1 0,-1 0-35,5 1 0,0 0 1,-1 1-1,-1-1 1,-1 0-1,-2 1 0,-1-2-125,5 0 0,-1-1 0,-2 1 0,-3-1 0,-4 1 0,4 2 0,-4 1 0,-6-1-1639,-1 0 1,-9-3 1735,-15-6 0,-12 3 1,-16-3-1</inkml:trace>
  <inkml:trace contextRef="#ctx0" brushRef="#br0" timeOffset="4718">17727 3086 0,'-35'-7'2759,"15"2"517,12 27-1638,36 1 0,17 3-1002,-15-5 1,2 1-1,3 1 1,3 0-593,-3-4 1,3 1-1,2 1 1,1-1-1,1-1 1,1 0 32,-1-2 0,0-1 0,2 0 0,0 0 0,2-1 0,0 0 1,0-1 53,-2-1 1,1 0 0,1-1 0,1 0-1,-1-1 1,2 0 0,-1 0 0,0-2-102,-3-1 0,0-1 0,0 0 0,0-1 0,1 0 0,0-1 0,0 1 0,-1-1 0,1 0-40,0 0 0,1 0 0,-1 0 0,0 0 0,1-1 0,-1 1 0,1-1 0,-1 0 0,0 0 21,4 1 0,0-1 0,0 0 1,0-1-1,0 1 0,-1 0 0,0 0 1,-1 0 114,2 1 0,-1 0 0,0 0 0,-1 0 1,-1 1-1,0-1 0,-1 1 54,2 1 0,0-1 0,-1 1 0,-1 0 0,-1 1 0,0 0 158,1 2 1,0 1 0,-1 0-1,-1 0 1,-3 1-92,1 1 1,-3 0-1,-1 0 1,0 0 56,8 5 1,-1-1 0,-4-2-1654,-1 1 0,-5-7-290,-5-13 1,-7-9 1243,-20-26 1,-6 10-1,-4-1 1,-10 0 0,1 0-1</inkml:trace>
  <inkml:trace contextRef="#ctx0" brushRef="#br0" timeOffset="5051">18115 3210 0,'-42'21'0,"1"0"0,-1 1 0,1-2 0,1 1 0,-3 0 715,3-2 1,-2 1-1,1-2 1,5-5-132,-1-4 1,14-10-225,29-18-630,22 1 0,19-1 0,8 0 1,-7 3-213,-6 2 0,-1 3 1,5 0 481,-3 3 0,5 1 0,4-1 0,0 2 0,-4 0 0,-7 1 0,2 2 0,-6 1 0,3 1 0,8-1 0,0 1 0,0 0 0,0-1 0</inkml:trace>
  <inkml:trace contextRef="#ctx0" brushRef="#br0" timeOffset="5517">20144 1797 7533,'-38'0'3276,"29"0"-1638,26-2 0,17-1-1274,-2 0 1,5 2-1,1-2-1457,9-3 1,3 0 0,-2 0 1055,-1 1 0,-1 1 0,-3-1 1,3-1-1,-4 0 0,7 0 0</inkml:trace>
  <inkml:trace contextRef="#ctx0" brushRef="#br0" timeOffset="5684">20338 2082 7533,'-20'0'3276,"12"0"-1638,29 3 0,15 0-3277,9-5 1,2 0 1631,1 2 1,0-2 0,1-5 0,-6-3 0,0-10 0</inkml:trace>
  <inkml:trace contextRef="#ctx0" brushRef="#br0" timeOffset="5918">21061 1834 7533,'-12'32'819,"0"0"0,1-1 0,0-1 0,2 0 273,-1 5 0,2 3 0,10-8 546,21-8 0,9-12-1560,9-19 0,2-14-303,-11 2 0,2-6 0,-1-3 1,-4-4-287,-2-5 1,-3-5-1,-5-1 1,-5 0 599,-6 2 1,-3-1 0,-7 2 0,-9 8 120,-15 6 0,-9 7 0,-4 10-1260,-6 14 1,-4 13 0,4 5 1049,7 3 0,4 5 0,4 3 0,4 2 0,4 2 0,7-3 0,15-3 0,0-1 0</inkml:trace>
  <inkml:trace contextRef="#ctx0" brushRef="#br0" timeOffset="6284">22278 1314 0,'-43'5'870,"21"24"-792,22 0 1,22 8-1,21-13 1</inkml:trace>
  <inkml:trace contextRef="#ctx0" brushRef="#br0" timeOffset="6417">22366 1735 7533,'-22'29'1092,"-1"0"0,14 4 0,6 0-679,2 1 0,6-2 1,10-3-1,5-5 1,16-6-1</inkml:trace>
  <inkml:trace contextRef="#ctx0" brushRef="#br0" timeOffset="8584">23283 1413 7713,'-19'13'2608,"11"-1"-1079,33-5-1439,7-8 0,5-4-135,8-7 0,2-6-893,-9 2 0,2-1 1,-2-1 937,-6 1 0,-2-1 0,-2 0 0,4-6 0,-3 0 0,4-6 0</inkml:trace>
  <inkml:trace contextRef="#ctx0" brushRef="#br0" timeOffset="8784">23566 992 7533,'-18'-9'3276,"8"49"-2240,5-8 1,-1 6 0,1 4-1833,2 1 1,1 4-1,0 2 1,0 0 381,-1-5 0,1 0 0,-1 2 1,2-2-1,0 0-306,1 7 0,2 0 1,1-3-1,0-2 291,-1-3 1,1-3-1,3-5 1,6 1 0,2-10-1,4-13 1</inkml:trace>
  <inkml:trace contextRef="#ctx0" brushRef="#br0" timeOffset="9033">23830 1549 7533,'-12'35'1092,"1"-1"0,3 3 0,2 1 508,-3 9 0,8-5-1420,29-3-270,-1-48 0,0-14-450,-7-11 1,-8-5 539,-7-2 0,-12 5-135,-17 12 0,-7 11-315,-3 15 0,3 10 450,2 16 0,25 3 0,39-20 0</inkml:trace>
  <inkml:trace contextRef="#ctx0" brushRef="#br0" timeOffset="9184">24059 1413 7317,'-19'0'3276,"27"0"-1811,18-13 1,8-7-2396,-2 5 1,2 0-1,0-2 586,-1 0 0,-2-1 0,-1 0 1,11-10-1,-5 3 0,-3 0 0</inkml:trace>
  <inkml:trace contextRef="#ctx0" brushRef="#br0" timeOffset="9351">24359 917 7533,'-17'23'1092,"-1"0"0,-5 17 0,3 7 0,8-5 0,3 5 0,1 2-1545,-2-2 1,1 3 0,0 1 0,3-2-368,3-4 1,2 0 0,1-2 0,2-1 631,2 7 1,2-2 0,2-5 0,0-2 0,5-10 0,21-13 0</inkml:trace>
  <inkml:trace contextRef="#ctx0" brushRef="#br0" timeOffset="9617">24448 1488 7533,'-23'37'1092,"0"0"0,2-10 0,7-2 669,20 5-4010,23-53 1259,-5 11 1,-1-1 2249,13-11 2016,-21 59-1901,-18-11 0,-1 2-1735,7 5 0,7-6-2698,18-12 3058,11-34 0,-16 3 0,-3-3 0,6-21 0</inkml:trace>
  <inkml:trace contextRef="#ctx0" brushRef="#br0" timeOffset="9967">24941 731 7533,'-20'44'468,"0"0"0,0 0 0,5-7 0,0 2 0,1 1 0,0 3 0,1 1 0,3-5 0,0 3 0,1 0 0,0 2 0,2 0 0,0 0 0,2-2-549,1 5 1,1 1 0,1-1-1,2-1 1,2-1 0,1-2 80,5 10 0,3-2 0,2-4 0,4-7 0,3-6 0,3-6 0,3-8 0,11-16 0,0 1 0</inkml:trace>
  <inkml:trace contextRef="#ctx0" brushRef="#br0" timeOffset="10517">25471 1450 7533,'-27'11'1638,"1"0"0,-4 17 1112,46 10-2705,9-29 0,7-9-345,0-9 0,2-6 1,-2-4-1,-4-5 0,-3-5 0,-4-2 30,-4-1 0,-3-2 1,-9 4 628,-14-5 1,-10 12 584,-19 28 1,-4 19-196,14 4 1,2 8 0,3 3-717,4-5 0,1 3 0,3 2 0,7-2-513,5 11 0,9 0 1,6-6-1160,12 3 1,9-15 1540,15-25 1,2-15 0,-11 0 0,-3-7-1,-3-16 1,0 1 0</inkml:trace>
  <inkml:trace contextRef="#ctx0" brushRef="#br0" timeOffset="10651">25841 1363 9422,'17'26'1092,"-1"-1"0,2 5 0,2 1-1156,5 10 0,2 0 64,1-2 0,-3-4 0,5 3 0,-7-9 0</inkml:trace>
  <inkml:trace contextRef="#ctx0" brushRef="#br0" timeOffset="10818">26123 1277 7533,'-29'27'819,"-1"1"0,4 1 0,-1 3 0,0 3 0,2-1 0,-1 3 0,1 1 0,1 0-1639,2 2 1,1 0 0,1 0 0,1-4 667,0-2 0,1-2 0,4-2 0,3 8 0,6-7 0,5-6 0</inkml:trace>
  <inkml:trace contextRef="#ctx0" brushRef="#br0" timeOffset="11117">26264 1339 7533,'-2'-32'2968,"20"7"-899,19 7-1710,-6 18 1,-1 10-360,-7 17 0,-7 10 120,-8 3 0,-5 5 0,-4 3-323,-2-11 1,-3 3 0,-2 1 0,-1 1 0,-2-1 310,-4 2 0,-2 1 0,-1-1 0,-2 0 0,2-1-198,-3 5 0,1-1 0,-1-2 0,-2-5-1003,-3-3 1,-2-4 0,4-6 926,-11 5 1,19-67 0,16-9 0</inkml:trace>
  <inkml:trace contextRef="#ctx0" brushRef="#br0" timeOffset="11333">26353 1314 7533,'34'-17'1092,"0"-1"0,1-1 0,3 5 0,-5 11 0,4 5 0,-4 3-725,4 4 0,-5 6-323,-5 10 1,-11 6 45,-24 7 0,-11 2-709,1-5 1,-5 0 168,-7-3 0,-6-1 0,4-2 450,4-3 0,3-1 0,-7 6 0,3-1 0,5-2 0</inkml:trace>
  <inkml:trace contextRef="#ctx0" brushRef="#br0" timeOffset="11634">26811 1574 7533,'-10'0'3276,"2"0"-2415,32-22-1220,-10 11-316,13-14 0,3-7-315,-9 4 1,-3-1 764,-4 0 1,-7 3 1213,-18-5 405,-21 48 1,-7 15-1126,9-11 1,1 4 776,2 11 1,1 8-1,5-4-776,3-2 0,6 0-225,2 10 0,11-2-1395,16-15 1,9-7-1259,17-7 2210,-14-14 0,1-7 0,11-19 0,-4-3 0</inkml:trace>
  <inkml:trace contextRef="#ctx0" brushRef="#br0" timeOffset="11834">27164 1450 7533,'-30'6'1638,"7"3"0,-1 5 0,5 15 0,1 3-192,3-10 0,-1 1-1941,-12 20 1,9 0-496,31-7-2287,-1 1 2859,27-32 1,5-19 0,-8-11-1</inkml:trace>
  <inkml:trace contextRef="#ctx0" brushRef="#br0" timeOffset="12034">27199 1450 7533,'0'-7'3276,"0"2"0,8 5-2992,25-6-1679,-6-5 1,1-1 945,13-5-1190,-6-7 1,-7-2 1429,-22 7 1,9 0 0,1-1 0,-6 0 0</inkml:trace>
  <inkml:trace contextRef="#ctx0" brushRef="#br0" timeOffset="12200">27376 1103 7533,'-26'17'3276,"14"20"-2184,0-3 0,-3 6 0,3-1-991,5 1 1,0 2-170,0-1 1,-2 5-1,0 2 1,1-5-203,1-3 0,1-3 0,1 0-270,2 1 1,0-1-1,0-2-270,-4 12 1,6-14 942,9-24 0,9-16 1,11-19-1</inkml:trace>
  <inkml:trace contextRef="#ctx0" brushRef="#br0" timeOffset="12434">27411 1574 7533,'0'30'3276,"8"2"0,1-6-3712,25-24 436,-20-6-3058,9-31 2158,-23 14 1440,-23 2 719,1 8 540,-21 33-989,15 0-630,11 10-2969,17-3 2789,17-21 0,11-2 0,7-13 0</inkml:trace>
  <inkml:trace contextRef="#ctx0" brushRef="#br0" timeOffset="12717">27570 1612 7533,'-8'46'3276,"-2"-10"0,0 7-1193,26-48-2758,-2-12 1,1-9 494,5-6 0,2-5 0,-3 1-397,-2-8 0,-3-2 172,-2 10 0,2-4 1,-2 1-1,-3 4 405,-2 0 0,-2 3 1638,10-20 0,-4 21 1638,-17 74-2184,2-8 0,0 6 0,0 4-1912,-1-2 1,0 3 0,0 1 0,0-1 454,2-5 1,0 1 0,2-3 0,1-2 0,1 1 0,2-4 0,2-5 0,13 5 0</inkml:trace>
  <inkml:trace contextRef="#ctx0" brushRef="#br0" timeOffset="13400">28205 1475 7533,'-20'18'3276,"4"7"-2325,16 1-411,0 10-360,0-16 90,0 20 0,0-23-180,8-10 89,2-39-989,13 1 1,3-1 719,-14 7 0,1 1 90,14 4 0,6 0 0,-4 4 0,6-5 0,-2 6 0,1 0 0</inkml:trace>
  <inkml:trace contextRef="#ctx0" brushRef="#br0" timeOffset="13884">28540 1574 7533,'-20'13'2878,"4"-1"-2878,16 0 90,16-5-450,19-23 180,-3 5 45,-6-10 0,-3-4-494,-11-13 449,3 9 270,-38-4 809,-15 54 135,3-2 1,0 5-540,12 10 0,5 4-361,-3 9 1,10-2-720,16-16 1,8-4-1055,17 0 1,7-10 1605,-8-18 0,2-5 0,9 2 0,-1-3 0,-14-6 0,1-1 0</inkml:trace>
  <inkml:trace contextRef="#ctx0" brushRef="#br0" timeOffset="14251">28822 1488 7533,'-18'-2'3276,"9"3"-1965,1 34-861,7-5 0,2 2-361,-2-7 1,2 1-45,5 15 0,3-2-494,3-10 359,14 1-1439,-1-30 944,-7-18 0,-1-6 225,5-7-135,-4-3 1,-5-1 1124,-11 6 179,6-1 540,-8 30-89,0 24-1170,0-7-180,16 5-1080,19-44 990,-4 11-1169,-2-13 0,-1-3 1349,2-2 0,-13 10 0,1 1 0,7-5 0</inkml:trace>
  <inkml:trace contextRef="#ctx0" brushRef="#br0" timeOffset="15101">29316 1524 7533,'-39'27'1638,"10"-6"0,3 3-3277,14-1 1,2 0 746,-17 18 1731,17-14 0,4-3-1648,6-14 859,8 6-770,10-27-315,-1-5 1,1-4 585,3-10 89,-4 4 0,-2 0 990,-5-1-630,-1 8 3276,-1 8-12,-8 33-2904,0-11 179,0 29-1708,0-14-180,8 0-90,2-2-450,7-17 1889,-7-7 0,6-7 0,-14-11 0,6 10 1619,-8-3 629,0 27-1798,0-6 450,0 13-91,0-10-269,0-6-810,15-29-719,-11 9-810,20-21-180,-6 21 1439,-7 6-449,21-3 989,-13-3 0,9 5 0,-11-3 180,-9 11-90,-8 5 2428,-8 8-89,-1 11-2070,-1-3 451,2 3-450,8-18-360,0-6-360,16-18-270,-7-5 1,1-2 89,18-12-180,-12-5 1,1-7 239,-2 11 0,0-2 1,-2 1 178,-4 6 1,-3 1-1,3-3 211,1-4 0,3-4 0,0 0 1,-2 6 673,-1-2 1,-1 3-540,0-4 0,2 5 2923,4 12-3100,-19 42 1,-10 21 0,1-3 311,2-4 0,-1 3-19,1-1 1,-2 6 0,0 3 0,1 1 0,2-3-784,1 1 0,1 0 0,1-2 0,1 0 502,-2 8 0,1-2 0,5 0-773,4 4 0,4-2 1,11-18 892,14-31 0,9-17 0,-1-1 0,-5 8 0,-1-1 0,2-3 0,3-12 0,0 0 0,1 0 0,-1 1 0</inkml:trace>
  <inkml:trace contextRef="#ctx0" brushRef="#br0" timeOffset="16001">30339 1413 8432,'0'-14'2069,"0"3"-630,-8 11-989,-2 6 359,-15 12-674,7-1 0,0 3-315,0 7 1,-1 2-136,-1-3 0,5 1-45,10 1 0,8-2-89,17 0 449,25-8 539,0-2 181,-33 3-180,-40 19-1305,5-18 0,-3-2-314,-6-3 0,3-4 1079,10-5 0,13-20 0,24-11 0</inkml:trace>
  <inkml:trace contextRef="#ctx0" brushRef="#br0" timeOffset="16134">30462 1438 10771,'34'-11'-90,"-1"-1"0,2-1-1009,-8 3 1,-1-2 1098,16-7 0,-1-2 0,-4-5 0,-16 7 0,1 1 0</inkml:trace>
  <inkml:trace contextRef="#ctx0" brushRef="#br0" timeOffset="16334">30798 1066 7533,'-35'26'1092,"1"1"0,13-13 0,1 3 58,-10 19 1,3 8-342,10-4 1,3 4-1,2-3-1270,-1-1 0,2 1 326,1-3 0,0 4 0,1 1 0,7-7-1169,12-1 0,3-3 1169,-4 2 0,4-3-1504,14-6 1,5-10 1467,15-26 1,-2-10 0,-12-16 0</inkml:trace>
  <inkml:trace contextRef="#ctx0" brushRef="#br0" timeOffset="16600">30868 1500 7533,'-23'20'1092,"-1"0"0,-2 8 0,3 0 2184,3 7-2273,3-2-2442,17-11-720,33-39 1710,-9 8-721,1-10 1,-1-2 539,-5-2 1350,-1-1-450,-2 18 2428,-15 35-1798,7-11 359,-8 22-2968,16-32 1439,-12 3-2878,27-16 3148,-19-2 0,14-6 0,-9 1 0</inkml:trace>
  <inkml:trace contextRef="#ctx0" brushRef="#br0" timeOffset="16850">31115 1351 7533,'-27'34'3276,"9"-10"-2621,12 3 1,4 4-341,5-5 0,2-1-315,-3 22-225,2-21 0,0 0-585,-4 17 720,0-20 180,0 4 630,0-60-540,0 14 45,1-11 0,6-3-1035,8 4 1,3 1-1260,5-14 1756,-3 15 1,2 3 0,3 4 0,2-4 0</inkml:trace>
  <inkml:trace contextRef="#ctx0" brushRef="#br0" timeOffset="17017">31291 1376 7533,'-29'14'3276,"5"-3"-3134,56-28-1761,-16 7 674,19-11 1,2-3 288,-11 1 1,2 0-1,0-1 1,0-8 0</inkml:trace>
  <inkml:trace contextRef="#ctx0" brushRef="#br0" timeOffset="17200">31468 955 7533,'-23'35'819,"1"1"0,6-5 0,2 2 0,1 1 157,2-1 1,2 1 0,1-1-1209,-1 11 0,1 2 277,2-7 0,1 4 0,1-1 0,3-7-180,3-7 0,2-2 135,-6 11 0,-1 4 0,10-11-1639,19-19 1,5-6 1142,4 6 0,-5-17 0,-1-7 0,-4-18 1</inkml:trace>
  <inkml:trace contextRef="#ctx0" brushRef="#br0" timeOffset="17634">31732 1016 7533,'-24'14'1638,"-1"0"0,8 4-488,-12 3 1,3 5-567,22 1 1,4 0-585,-16 10-720,22 0 1,4 0 629,-6-7-1305,11-3 1,1-2-1394,-4 2 3058,6-8-270,-11-2 1259,-7 12-629,-7-12 719,5 29 0,-6-14-1169,8-5 0,0-4 270,8-12-450,-6-9 0,21 4-90,-11-6-450,29-6 450,-27 4-450,25 2 1080,-27 13-90,5 17 89,-29 7 1,-7 3-450,11-11 0,-2 1-601,-9 4 0,-7 5 1,-2-1-1,5-5 466,4-4 0,1 0 75,-5 7 0,-3 5 0,1-4-333,-6-4 0,3-3 1,11-5-1,0-2 1,-7 0-1,0 0 1</inkml:trace>
  <inkml:trace contextRef="#ctx0" brushRef="#br0" timeOffset="18050">32420 955 7533,'0'-14'2248,"-8"3"-718,-9 16-901,-3 7-89,3 10 0,1 3-361,-4 12-777,11-5 0,0 6 0,2-4 688,1-8 0,2 1 29,0 20 1,2 7 0,0-6-75,2-13 0,0 0-23,0 4 1,0 6 0,0 0-1,0-7-22,0-3 0,0-1-150,-2 11 0,-1 5 1,0-7 59,1 3-315,-4-1 0,-3-4 771,-1-18-1175,-16 12 629,7-28-2249,-15-7 810,15-13 1619,-7-6 0,9-11 0,-1-2 0</inkml:trace>
  <inkml:trace contextRef="#ctx0" brushRef="#br0" timeOffset="18184">32050 1475 7533,'0'-14'3276,"0"3"0,16 11-2722,-5 0-824,38 0-135,-10-7 0,1-2 405,-9 2 0,0-1-313,2-3 1,3-1 0,-7-1 0,11-14 0,-15 12 0,1 0 0</inkml:trace>
  <inkml:trace contextRef="#ctx0" brushRef="#br0" timeOffset="18467">32561 1289 7533,'-17'36'2788,"7"-9"-1844,5 2 1,2 0-585,3 2-135,3 6 0,2 0-495,5-5 270,-5 5 0,0 0-90,2-12 135,-6 2 0,-2-3-45,1-14 809,-7 12-449,-3-27 899,-8-18-899,8-1-360,11 0 0,6-4-1349,9-3 0,3 2 809,13-10-553,-10 15 1,5-3 0,-4 5 871,11-1 1,-8 2-1,-1 0 1,0-4-1</inkml:trace>
  <inkml:trace contextRef="#ctx0" brushRef="#br0" timeOffset="18734">32826 1475 7533,'-22'27'1638,"1"0"0,-1 3-758,8-1 1,5-1-521,9-12-360,15 13 0,-3-22-990,29-18 900,-19 1-450,0-11 1,-3-3 449,-7 0-90,-3-2 0,-2 0 540,-7 4 0,-16-12 719,4 25 270,-29-7-1079,27 20-540,-25 3-179,27 7-2828,-5 14 2506,9-18 771,16 12 0,1-15 0,9 5 0</inkml:trace>
  <inkml:trace contextRef="#ctx0" brushRef="#br0" timeOffset="19117">32985 1463 7533,'-10'20'3276,"2"8"-1245,8-20-1851,0 21-270,0-14-180,8 14 270,-6-15-180,6 9 180,-8-14-990,0 7 721,8-14 179,-6-2 270,5-8-180,9-9 0,-12 8-180,19-7 0,-13 14 180,0-3 0,-2 5 270,0-6-180,2 5 449,7-16 181,1 4-450,-1-1 269,-7 3-449,6 11 270,-14 22-270,6-5 180,-7 10 0,-2 3-360,1 1 90,0-5 0,0 0-2159,0-5 2159,0-3 0,15-13 0,5-5 0</inkml:trace>
  <inkml:trace contextRef="#ctx0" brushRef="#br0" timeOffset="19784">30339 2157 7533,'-49'0'1349,"15"1"0,5 3-269,15 3-361,-9 3 1,-3 3-316,7 8 1,1 1-405,-11 8-45,7 0 0,5 2-584,13 9 629,-12-2-630,16 7 450,8-37 720,17 24-180,20-12-270,-5 5 44,-10-10 1,-4 3 225,-12 12 0,10-3-225,-32-6 0,-8 1-180,-1-2 0,-3-3 45,1 0 0,-1-2-720,-6 3 1,3-3 89,11-9-2647,4-7 3151,26-13 1,9-6 0,9-6 0</inkml:trace>
  <inkml:trace contextRef="#ctx0" brushRef="#br0" timeOffset="20067">30462 2454 7533,'-17'6'3276,"7"-5"-2145,18 5-1131,18-9 0,7-5-90,12-6-838,-14 2 0,5-2 1,-5-2 927,-10 0 0,-1-2 0,10-6 0,-1 0 0,-12 5 0,1 1 0</inkml:trace>
  <inkml:trace contextRef="#ctx0" brushRef="#br0" timeOffset="20250">30745 2070 7533,'-31'36'1092,"1"0"0,13-13 0,2 3-445,-1 7 0,0 4 0,1 2-1740,5-1 1,1 1 0,1-2 845,0-4 1,1-1 0,0 1-354,-2 11 1,1 1-1,10-8-946,16-14 1,5-4 1545,-7 5 0,1-5 0,12-12 0,1-9 0,5-12 0</inkml:trace>
  <inkml:trace contextRef="#ctx0" brushRef="#br0" timeOffset="20517">30903 2417 7533,'-23'29'655,"-1"0"0,1 0 1,1 0-1,0 1 0,3-2 765,-1-1 0,3-1-1825,0 3 1,10-7-1305,47-25 1439,-23 6-495,14-19 1,3-8-316,-10 4 1,-3 0 629,10-14 1170,8 6 1978,-44 61-1349,10-19-495,-13 13 1,1 2-1394,20-1 89,-16-2-1529,34-9 1979,-4-28 0,3-3 0,3-11 0</inkml:trace>
  <inkml:trace contextRef="#ctx0" brushRef="#br0" timeOffset="20651">31115 2417 7533,'-20'5'2878,"13"-3"-4407,40-8 809,-10-2 592,19-10 0,-25 0 1,1-1-1</inkml:trace>
  <inkml:trace contextRef="#ctx0" brushRef="#br0" timeOffset="20818">31291 2132 7533,'-20'36'819,"0"-1"0,0 1 0,3-3 0,2 0-289,1-1 0,-1 4 0,0 2 1,4-2-1624,5 7 1,3 0 0,-1-1 327,-5-3 1,-1-1-1,3 2-328,3 12 1,3 2 0,6-11 1061,21-3 0,-17-14 1,3-6-1,22-22 1</inkml:trace>
  <inkml:trace contextRef="#ctx0" brushRef="#br0" timeOffset="21067">31309 2653 7533,'-4'27'1214,"0"1"0,2 6 405,2 0-1709,26-32-89,-5-4-451,0-12 0,-1-6-225,-5-2 1,-2-2 404,6-11 181,-11-4 1978,-41 65-1619,9-13 1439,-5 20 0,2 8-585,15-11 1,2 1-990,-5 1 0,5 0-765,13-2 1,9-7 809,33-15 0,4-9 0,-19-9 0,-1 0 0</inkml:trace>
  <inkml:trace contextRef="#ctx0" brushRef="#br0" timeOffset="21434">31962 2392 7533,'0'-14'3276,"0"3"0,-16 22-204,12 3-2892,-10 7 0,-3 5 0,7 11 0,0 0-90,-4-11 0,1 1 269,-1 14 1,10-4-270,28-9-360,-17 3 225,26-17 0,5-4-134,-5 8 134,-5-13 0,-3 4 224,-7 25-314,-38-4 1,-9 1 134,12-6 0,-3 1-1093,-13 3 1,-6 2 0,5-5 828,12-10 1,1-1 0,-13 6 0,1-3 0,-2-5 0</inkml:trace>
  <inkml:trace contextRef="#ctx0" brushRef="#br0" timeOffset="71101">27076 6495 7533,'-20'-25'0,"4"6"2428,16 6 848,-7 30-1856,1 7 1,2 7-942,-2 10 1,0 8 0,0 0-813,3-12 1,1 1-1,-1 0 1,1 2-488,0 7 1,-1 3 0,1-1 0,2-5 605,1-4 1,1-4 0,2-2 0,3 8 0,4-8 0,16-11 0</inkml:trace>
  <inkml:trace contextRef="#ctx0" brushRef="#br0" timeOffset="71267">27411 6731 7533,'-2'-14'3276,"12"3"-1638,18 4 0,10 2-2683,-3 3 0,2 0 1,-1-2 575,9-4 1,0-2 0,-8 6 0,0 0 0,-5 0 0,13-9 0</inkml:trace>
  <inkml:trace contextRef="#ctx0" brushRef="#br0" timeOffset="71834">28363 6296 7533,'0'-24'3276,"0"5"-2595,0 6 1298,0 8 270,-8 5-1485,-9 19 1,-7 11-376,0-2 1,-4 2 0,0 2-319,5-4 0,-1 1 0,0 1 0,1 1 288,-1 1 1,1 2 0,1-1 0,3-4-450,-6 6 0,14-5-882,45 4 72,1-41 1,4-9 719,-4 8 0,-1-2-315,7-13 1,-10 12-46,-27 31 2178,-17 17 0,-7 5-1072,7-11 0,-1 1 183,-10 8 1,-3 5-1,5-5 240,9-8 1,4-3-810,1 1 0,7-2-675,17-4 1,11-8-599,2-17 1,6-9 0,-1 0 804,6 5 1,0-2-1,-6-6 1,0-4-1,-4 0 1,-7 1-1,-1 0 1</inkml:trace>
  <inkml:trace contextRef="#ctx0" brushRef="#br0" timeOffset="72651">28998 6545 7533,'0'-14'2248,"0"-8"-1888,0 13 540,16-8 89,19-2-809,-3 6-135,-1 3 0,2 2-135,7 1 90,-13 6 0,-2 8-135,-8 12 0,-6 8-75,-7 13 0,-5 7 1,-2-2-278,0-10 1,-1-2-1,-1 4 397,-1 2 0,-2 4 0,-1 2 0,0-1 1,0-3-151,-3 10 0,-1-3 0,1-2 0,1-3 0,2-1 0,-1 0-180,1 0 1,0 0-1,4-13 420,5-19 0,0-5 0,0-32 0</inkml:trace>
  <inkml:trace contextRef="#ctx0" brushRef="#br0" timeOffset="72883">29316 6358 5911,'23'-35'1304,"-1"23"1,1 2-1215,19-14 522,-7 21 1,2 6-568,-12 5 0,-3 2 229,17 5-319,-11 7 0,-9 7-495,-21 5 1,-7 1 494,8-4 0,-2 1-277,-11 4 0,-7 3 0,-3-5-8,-1-11 1,-4-3-1,3-1 404,-5 12 1,1-4-75,-6-7 0,7-12 0,19-26 0,2-8 0</inkml:trace>
  <inkml:trace contextRef="#ctx0" brushRef="#br0" timeOffset="73117">29722 6247 7533,'17'44'2788,"-7"-16"-2518,-6 2 0,-1 9 0,-2 0-1363,-3-1 1,-1 1 0,0-1 567,2-4 0,1 0 1,-1 1 494,-2 7 0,0 1 0,1-7-51,2 5 441,0-16 687,8-72-808,1 10 1,3-7 0,0 1-408,-2 9 0,0 2 0,2-3 10,0-4 1,2-3-1,1 2 1,2 6-1013,14 1 1,-1 4 1525,-13-3 1,0 2-357,11 13 0,-2 5 0,-14 1 0,14 5 0</inkml:trace>
  <inkml:trace contextRef="#ctx0" brushRef="#br0" timeOffset="73384">30039 6532 7533,'-18'30'1349,"1"-1"0,-3 3 225,8-2 0,8-4-494,36-11-1080,-9-2-90,13-22 0,3-11 45,-5-10 0,-3-3-45,-6 5 0,-2-1-585,4-12 1,-14 2-136,-45 10 630,17-1 45,-22 27 0,-7 11-135,14 7 1,2 2 44,-6-3 0,3 1-90,4 4 0,13-3 315,29-9 0,7-18 0,21-10 0</inkml:trace>
  <inkml:trace contextRef="#ctx0" brushRef="#br0" timeOffset="73718">30462 5764 7533,'10'13'3276,"-10"5"-2210,-3 10 1,-4 9 0,0 3-820,-3-1 0,-1 4 1,-1 0-1,1-2-984,1 6 1,0-1-1,-1 3 683,2-6 0,-2 3 0,0 2 0,1-2 1,2-4-157,0 5 0,2-4 0,0-1 180,1-1 0,-1-2 0,0-2-240,-5 14 0,6-22 768,11-38-588,-12-3 135,17-17 1,9-5-46,2 6 0,2 2-45,-5 2 0,3 2 90,11-1 0,-2 13-225,-9 26 360,3-6 675,-20 13 1,-10 5-676,-13-5 0,-5 0-225,8 4 0,-3-1-630,-15 2 1,-1-4 674,-3 2 0,2-1 0,9-7 0</inkml:trace>
  <inkml:trace contextRef="#ctx0" brushRef="#br0" timeOffset="73868">30709 6892 7533,'-39'19'3276,"0"4"-2634,37-9 1,2-2 0,10-6-1</inkml:trace>
  <inkml:trace contextRef="#ctx0" brushRef="#br0" timeOffset="77334">27111 8081 7533,'-20'13'3148,"13"27"-2429,19-19 1,9-1-540,11 6 0,6-7-270,8-14 0,1-8-162,-6-2 0,0-8 102,-6-15 0,-1-9 0,-5-2-300,-11 9 0,-4-1 1,-3-2 149,1-8 0,-3-2 0,-10 7 345,-21 0 0,-11 14 464,2 20 1,-5 12 0,1 7 119,7 4 1,-1 7 0,2 5 0,2 1 0,2 1-433,1 9 0,3 2 1,4 2-1,3 0-215,3-5 0,1 1 0,3 1 0,5-3 0,6-4-942,15 10 1,9-5 0,7-14-134,8-17 1,6-13 0,-2-3 778,-8 0 1,-2-4-1,-3-5 1,1-10-1,-3-7 1,-7 2-1,-14 6 1,0 0 0</inkml:trace>
  <inkml:trace contextRef="#ctx0" brushRef="#br0" timeOffset="77517">27711 7945 7533,'17'-1'3276,"1"30"-1245,0-5-1717,-1 12 1,-1 3-546,-2-2 141,13 3 0,1 1-179,-13 2-991,13-7 1,1-2 809,-7 0 450,-1-14 0,-1-4 0,-8-3 0,3-8 0</inkml:trace>
  <inkml:trace contextRef="#ctx0" brushRef="#br0" timeOffset="77683">28046 7970 7533,'-34'30'1092,"-1"-1"0,15-6 0,-1 2-236,-8 11 1,-3 5 0,5-2-1612,9-6 1,1 1 596,-2 0 1,-4 5 0,1-1-1,3-4 113,3-1 0,1 0-1048,0 4 1,0 3 0,4-7 966,1 4 1,2 9 0,8-34 0</inkml:trace>
  <inkml:trace contextRef="#ctx0" brushRef="#br0" timeOffset="78167">28169 8057 7713,'0'-13'1799,"0"6"-450,0 2-270,16 5-1079,4 0 225,4 0 0,3 0-315,4 0 135,2-5 0,-1-1 45,-9 3-135,3-8 0,-3 6 225,-11 25 90,4-4 89,-23 22 1,-10 11-1073,5-15 0,-2 2 0,0 1 0,1-2 743,1 4 0,2-2 0,-3 3 15,-6 5 0,-3 5 0,0-2 0,6-8-90,8-9 1,1-1-316,-7 5 0,-4 2 0,1-6-1978,-11 5 449,9 0 1889,3-42 0,16-20 0,0-18 0</inkml:trace>
  <inkml:trace contextRef="#ctx0" brushRef="#br0" timeOffset="78370">28434 7994 7533,'39'-24'1979,"-21"10"-945,13 12 0,2 4-584,-3 1 90,-8 10 0,-1 2-540,-1-6 539,11 20-494,-38-6 0,-6 1-225,7 7-417,-13-4 1,-12 4 0,-1-3 596,0-5 0,-2-1 0,0-1 0,4-1 0,1 1 0,0-2 0,-1-1 0,0-1 0,0 0 0</inkml:trace>
  <inkml:trace contextRef="#ctx0" brushRef="#br0" timeOffset="78816">28716 7598 7533,'0'-40'2788,"8"11"-629,2 57-1889,0 2-271,-6-1 1,-1 8 0,-3 2 247,-2 0 1,-2 3-1,-1 1 1,1-2-723,0 2 0,0-1 0,0 4 565,0-6 0,0 4 0,0 2 0,1-3 0,0-4-1183,2-2 1,1-4 0,1-1 167,1 16 0,6-7 1041,25-8 1,-3-53 0,-9 1 0,1 1 0</inkml:trace>
  <inkml:trace contextRef="#ctx0" brushRef="#br0" timeOffset="79034">28963 8007 7533,'-17'32'1638,"1"-1"0,2 4-1081,3-4 0,-2 6 0,6-3 117,8-8 1,4-1-720,-7 5 0,6-4 135,29-9-90,-4-31-180,-2-11 0,-3-8-225,-8-2 1,-2-2 359,1 6 0,-5 0-225,-16-7 0,-11 9 45,-9 26 0,-3 7 180,3-7 0,1 3-630,-15 15 1,7 6 674,19 7 0,-1-3 0,25-14 0</inkml:trace>
  <inkml:trace contextRef="#ctx0" brushRef="#br0" timeOffset="79201">29210 7586 7533,'-18'22'1079,"9"-6"-1574,0 14 1,2 4 494,5-7 0,2-1 0,-1 3 0,2 0 0,9 18 0</inkml:trace>
  <inkml:trace contextRef="#ctx0" brushRef="#br0" timeOffset="79367">29245 8081 7533,'-9'29'1638,"1"0"0,-2 4-938,5 6 1,2 2-656,3-14 0,0-2 135,0 22-180,16-12 0,-12-35 0,11-7 0</inkml:trace>
  <inkml:trace contextRef="#ctx0" brushRef="#br0" timeOffset="79517">29404 7920 7533,'37'-14'2878,"4"4"-2878,-15 1 0,-1 1 90,9-2-90,3-11 0,-2-3 0,-11 0 0,-4 4 0,1-1 0</inkml:trace>
  <inkml:trace contextRef="#ctx0" brushRef="#br0" timeOffset="79667">29616 7536 7533,'-17'41'819,"0"0"0,0-1 0,1-2 0,0 2-469,2-1 0,-1 7 1,0 1-1,3-2-1443,0 4 1,3-2 0,0-1 477,-1-3 1,0-1-1,3 1-15,0 5 1,3 0-1,7-12 919,22-5 1,-3 2 0,11-33 0</inkml:trace>
  <inkml:trace contextRef="#ctx0" brushRef="#br0" timeOffset="79917">29704 8057 7533,'-29'33'1092,"1"0"0,-2 2 0,3-2 2184,8 0-2902,1-1-1544,26-14-1078,35-29 988,-10 2 405,-3-6 1,-3 1 1124,-7 5 90,-3 4 989,-9 28 720,-16 5-1709,6 3-2159,-5-7 1799,22-34 0,-3 1 0,13-22 0</inkml:trace>
  <inkml:trace contextRef="#ctx0" brushRef="#br0" timeOffset="80067">29827 8032 9961,'34'24'3276,"-13"-10"-3565,3-6 1,1-5-477,-2-12 1,-1-4 764,18 2 0,-18-5 0,-3-2 0,-2-2 0</inkml:trace>
  <inkml:trace contextRef="#ctx0" brushRef="#br0" timeOffset="80250">30039 7586 7533,'-17'34'989,"1"1"1,5-13-1,0 2-270,-3 15 1,0 7 0,1 2-1813,3 0 1,1 1 0,1-2 901,-2-7 0,1-1 1,0 2 10,2 0 0,1 4 0,2-2 0,3-7-982,9-5 1,0-4 1161,-7 6 0,4-5 0,34-17 0,-19-25 0</inkml:trace>
  <inkml:trace contextRef="#ctx0" brushRef="#br0" timeOffset="80403">30127 7821 7533,'-27'35'3276,"1"-12"-2441,20 5 1,3 2-836,-5 10 0,16-2 0,1-9 0</inkml:trace>
  <inkml:trace contextRef="#ctx0" brushRef="#br0" timeOffset="80700">30110 8206 7533,'-20'38'3276,"4"-2"-2505,16-11-1670,0-6 449,16-7-629,-4-6 89,13-6-449,-7-6 1619,0-6 90,-9 3 809,7-2 810,-14 22-1619,6-2 1529,-8 25-1259,-16 5-360,12-5-180,-19-5 0,21-24 0,-6-5 0</inkml:trace>
  <inkml:trace contextRef="#ctx0" brushRef="#br0" timeOffset="81000">30833 7896 7533,'-18'-25'3276,"8"11"-886,10 14-4548,10 24 1978,0-1-2609,6 11 2789,-7-20 0,1 4 0,-2-6 0</inkml:trace>
  <inkml:trace contextRef="#ctx0" brushRef="#br0" timeOffset="81133">30921 8230 7533,'-29'6'3276,"13"22"-4663,34 18 1387,-7-5 0,13-1 0,-14-27 0</inkml:trace>
  <inkml:trace contextRef="#ctx0" brushRef="#br0" timeOffset="82517">31397 7896 7533,'-27'0'2608,"17"0"-1888,12 0 89,23 0-764,-1 0 0,3 0-540,12-6 1,3-5 44,-7-1 0,2-2 1,-1-3 151,-4-1 1,-1-2 0,-2-1 0,8-8 0,-6 0 0,-14 6 0,0-1-1</inkml:trace>
  <inkml:trace contextRef="#ctx0" brushRef="#br0" timeOffset="82683">31750 7499 7533,'-26'13'1092,"-1"1"0,-5 20 0,3 11-296,11-2 1,3 5 0,1 0-1572,1-7 1,1-2 0,2 3 796,3-1 1,1 3-1,3-1 1,3-4-173,6-2 0,3-2 0,0-2-705,-1 12 1,5-3 854,18-4 0,5-14 0,5-35 0,-11 0 0,-1 1 0</inkml:trace>
  <inkml:trace contextRef="#ctx0" brushRef="#br0" timeOffset="82934">31909 7933 7533,'-21'31'819,"1"-1"0,0 1 0,2 6 0,5-2-209,0-6 1,10-9-3489,46-31 2023,-19-5 1,1-4 674,7-6 0,-3 7 2159,-10 17 359,-5 37-1978,-14 12-2429,26-17 2069,3-37 0,-7-4 0,-1-4 0,-3-4 0,-1 1 0</inkml:trace>
  <inkml:trace contextRef="#ctx0" brushRef="#br0" timeOffset="83433">32209 7425 7533,'-20'11'3276,"4"13"-2261,18 0 1,4 2-657,4 15-89,-5-1 0,0 5-1363,-2-5 1,0 2 0,-1-1 297,-2-7 1,0-2 0,0 4 771,0 5 1,0 4-1,0 0 1,0-4 295,0-4 1,0-3 0,0 0-769,0 14 0,0-4 343,0-10 1,0-15-434,-1-38 1,2-15 134,6-13 1,1-4 359,-7 7 0,2-1-90,7 8 0,4-1 0,1 5 315,3 8 0,2 4-90,-2-3 0,3 2 45,4 3 0,-1 9 269,3 27-269,-7-6 1548,-12 12 0,-8 5-1182,-26 12-380,8-12 0,-1 0 463,0-7 1,1-3 359,-8 5-719,26-12-629,10-10-1171,16 16-1078,9-9 2698,-14 5 0,11-8 0,-22-5 0</inkml:trace>
  <inkml:trace contextRef="#ctx0" brushRef="#br0" timeOffset="83700">32508 8019 7533,'10'40'3276,"6"6"-2685,17-31-2120,14-8 450,-14-21 0,-3-8 584,-7-6 0,-9-3 495,-12-6 0,-12 4 1349,-10 13 1,-7 12 288,-10 24 0,2 16-1201,17-4 0,4 4 0,7 2-677,5 5 0,7 2 0,9-7 240,11-9 0,8-7 0,-1-3 0,8-1 0,1-9 0,4-17 0,0 0 0</inkml:trace>
  <inkml:trace contextRef="#ctx0" brushRef="#br0" timeOffset="84534">31785 8763 7533,'-35'-12'3148,"-8"10"-2294,12 17 1,1 10-466,7 4 1,2 5 0,0 2-354,-2 4 0,1 2 1,5 2-195,6-5 1,4 2-1,3 0 1,6-4-893,7-2 1,6-4 0,4-5 104,16 5 1,7-13 944,3-20 0,0-12 0,-9-3 0,-4-5 0,-10-2 0,0 0 0</inkml:trace>
  <inkml:trace contextRef="#ctx0" brushRef="#br0" timeOffset="84817">31944 8837 7533,'-18'23'1092,"1"0"0,6 4 0,2 5-236,0 3 1,0 3 0,4-1-1082,5 6 1,6-4-541,3-3 0,7-12-764,23-36 719,-11-16 1,-3-7 629,-10 7 0,-2-1 90,4-9 1,-3 7 988,-10 21 360,12 6 1,-24 45-541,7-12 1,0 0-1125,-4-2 0,2 0-495,8 7 1,6-5 899,8-12 0,16 10 0,1-20 0</inkml:trace>
  <inkml:trace contextRef="#ctx0" brushRef="#br0" timeOffset="85533">32297 8912 7533,'-30'19'3238,"7"4"-2698,23-14-271,0 2-269,0-11 360,0 5-270,0-3 270,0 9 90,0 7-270,0-3-90,0 14-270,0-10 0,0 0-450,0-6 450,0-8 90,0-5 270,0 0-450,0-5 0,0-2-359,0-11 269,0 4-270,8 2 540,-6 6 0,6 6-179,-8 0 89,0 0 360,-8 6-270,6-5 180,-6 5-1350,8-6 1260,0 0 0,8-6 0,2-1 0</inkml:trace>
  <inkml:trace contextRef="#ctx0" brushRef="#br0" timeOffset="86201">32262 8837 7443,'-10'6'2069,"2"17"-1485,6 4 1,4 1-495,2-4 0,0 2 60,-3 6 0,-1 5 0,1-3 119,3 1 1,0-1-270,-3 8 0,-2-3-90,-7 4 180,6-32-450,-2-31 1,0-11 179,4 2-90,5-1 0,4-8 0,0 4-450,1 6 1,2 0 719,4-2 0,2-2 0,-1 3 0,-2 2 0,-1 2 0,3 1 0,0 1 0</inkml:trace>
  <inkml:trace contextRef="#ctx0" brushRef="#br0" timeOffset="86667">32456 8862 7533,'0'-12'1889,"0"10"-900,0 42-719,0-11 0,0 3-91,0 3 1,0 4 0,0-3 0,-4 0 0,0-3-540,2 14-179,2-78 179,3 4 0,4-5-450,11-11 1,5 0-91,-8 9 1,1 3 776,1 4 0,1 6 0,14 3 0,-13 12 1</inkml:trace>
  <inkml:trace contextRef="#ctx0" brushRef="#br0" timeOffset="86984">32650 8999 7533,'-20'31'3276,"12"-11"-3584,34-15-97,-4-17 0,1-5 316,8-1-721,-4-8 0,-7-4-989,-24-5 1710,18-3-181,-45 14 1709,1 46-630,-7-4 270,14 13 1,5 7 44,7-6 1,2 1-945,-1-3 0,3 1-405,7 3 0,7-5-1304,21-9 1169,1-2-540,-4-22 1,-1-8 899,6-27 0,-3-2 0,-11-6 0</inkml:trace>
  <inkml:trace contextRef="#ctx0" brushRef="#br0" timeOffset="87251">32826 8900 8792,'-9'45'1049,"0"0"1,4-19-1,1-1-959,-1 11 0,2-4 90,3-17-180,0 3-1259,15-40 179,2-2 1,2-3 854,-4 2 0,1 0-135,8-9 1,1 5 988,2 14-269,-7 9 719,-4 36-314,-19-2 0,-2 1-586,3 14-584,-2-13 1,0-4-2115,4-11 2070,8 3 449,-6-12 0,14-12 0,-7-1 0</inkml:trace>
  <inkml:trace contextRef="#ctx0" brushRef="#br0" timeOffset="87403">33055 8936 7533,'0'14'3276,"8"-3"-2864,25-22-772,-9 3-315,8-6 1,1-6 674,-12-4 0,-3-2 0,1 3 0,-1-2 0,-6-5 0,0 1 0</inkml:trace>
  <inkml:trace contextRef="#ctx0" brushRef="#br0" timeOffset="87534">33249 8553 7533,'-20'34'599,"-1"0"1,9-12 0,1 3 164,-3 5 1,-1 6-1,0 3 1,2-1-1585,2-1 1,2 0 0,0 0 0,1 0 714,-3 6 0,0 0 0,3 1-233,2-4 1,0 3 0,4-3 0,8-8 305,21-7 0,5-6 0,-10 1 0,1-5 0,14-16 0,1 0 0</inkml:trace>
  <inkml:trace contextRef="#ctx0" brushRef="#br0" timeOffset="88217">31909 9655 7533,'-28'16'629,"11"5"-359,11 15 0,4 9 389,1-6 1,1 2 0,1-1-874,-1-4 0,0 0 0,0 2 529,0 0 0,0 2 0,0 1 0,0-4-181,0 14 1,0-4 85,-1-6 1,2-3-132,3 2 1,0-18-1169,-2-42 450,5 2 44,-4-17 0,2-6 180,11 8 1,2 0 684,-12 2 1,3 3-236,17 3 0,3 10 854,1 20-809,7 4 990,-12 30-496,-26-11 1,-6 1-450,3-4 0,-3-1-180,-15 15 0,-5-3-1594,4-12 1,-1-3 816,0 0 0,1-2-617,-11 10 1439,26-29 0,8-12 0,0-7 0</inkml:trace>
  <inkml:trace contextRef="#ctx0" brushRef="#br0" timeOffset="88518">32244 10150 7533,'0'47'1638,"-2"-19"0,4-5 1022,21-7-3019,-9 1 359,9-17 0,3-11-945,-6-11 1,-3-4 584,2 8 0,0-2-270,2-18 1,-9 1-451,-18 14 1080,2-6 540,-17 36 0,-7 13 674,0 13 0,1 3-989,6-7 0,1 2 344,-1 1 1,0 4 0,8-3-300,14-5 0,2-2-90,-17 21-900,30-21 1,8-8-2558,15-21 2217,-12 6 0,1-2 967,2-8 0,-2-4 0,2-8 0,3-6 0</inkml:trace>
  <inkml:trace contextRef="#ctx0" brushRef="#br0" timeOffset="88818">32650 10175 7533,'0'-26'3058,"-8"8"-1709,-2 18-629,-16 35-900,7-11 270,2 7 0,1 2-990,-4 12 720,2-5-179,10-11-91,32-24 360,-10-10 0,35-2-90,-20 0 180,-1 2 0,-13 10 90,-23 24-90,6-11-45,-15 5 0,-5 0-944,-1 3-1,-20-5 990,17-11 0,16-16 0,2-7 0</inkml:trace>
  <inkml:trace contextRef="#ctx0" brushRef="#br0" timeOffset="88984">32703 10150 7533,'27'0'3238,"6"-5"-2834,-7 2 1,-1-1-1034,9-8 449,-3 5 0,2-4-1170,-5-11 1,-3-3 837,-4 10 1,-1-2 511,10-14 0,-3-1 0,-7-1 0,5-10 0</inkml:trace>
  <inkml:trace contextRef="#ctx0" brushRef="#br0" timeOffset="89118">33002 9716 7533,'-21'24'1124,"-1"-1"0,-7 13-45,7 4 1,3 7-2173,10-6 1,4 3 0,-1-1 867,-1-9 0,1-1 1,1 2 224,4 6 0,1 5 0,3-1 0,3-5 4,14 7 1,3-6 0,-3 3-1,2-5 1,7-13 0,0-1 0</inkml:trace>
  <inkml:trace contextRef="#ctx0" brushRef="#br0" timeOffset="89883">32050 10969 7533,'-35'11'659,"-1"0"1,8-8 0,1 5 104,0 19 1,3 7-2404,5 1 1,3 1 941,5-5 0,3 1 877,-5 6 0,10-7-532,24-18 0,5-7 82,-6 1 165,18-15 0,4-13-795,-13-16 1,-3-6 681,-1 11 1,-1-2 7,-6-1 0,0-4 0,-5 4 570,-3-13-270,-3 4 3186,-14 33-1638,1 34 0,2 12-709,-6 6-614,3 7 0,6 2-765,11-22 1,4-2-361,-5 1 1,3-3 809,16-5 0,3-9 0,0-16 0,11-8 0</inkml:trace>
  <inkml:trace contextRef="#ctx0" brushRef="#br0" timeOffset="90067">32491 10919 7533,'-21'23'1638,"1"-1"0,-12 5-803,6 7 1,1 6 153,10-8 1,3-1-1125,2-3 0,2-1-540,4 7 1,8-4-2025,37-9 1620,-15-4-136,11-20 1,-2-10 1214,-19-4 0,7 0 0,1-2 0,-4-6 0</inkml:trace>
  <inkml:trace contextRef="#ctx0" brushRef="#br0" timeOffset="90201">32561 11068 7533,'0'-20'3276,"24"8"-2171,1 8 1,3 2-1331,-3 3 0,1-2-540,15-3 1,0-2-316,-8-3 1,-3-2 1079,-5 1 0,-1 0 0,2-2 0,-3 0 0,-6 0 0</inkml:trace>
  <inkml:trace contextRef="#ctx0" brushRef="#br0" timeOffset="90400">32826 10609 7533,'-28'23'819,"-1"0"0,6 0 0,0 4 0,4 2 273,7 4 0,3 1 0,1 0-1235,-7 10 0,3 3-217,3-1 1,3 5-1,5-5-1079,11 2 0,3-4 1304,-8-2 0,4-4 135,14-5 0,3-9 0,-4-19 0,11-5 0</inkml:trace>
  <inkml:trace contextRef="#ctx0" brushRef="#br0" timeOffset="90534">32967 10820 7533,'0'-21'3276,"-8"10"-2055,6 29-411,2 25-2609,2-13 1564,6 15 1,0-25 0,2 5-1</inkml:trace>
  <inkml:trace contextRef="#ctx0" brushRef="#br0" timeOffset="90984">33002 11093 7533,'-27'32'3276,"1"8"0,9-2-2273,7-4-1812,2 13-990,8-10 1709,0-15-3187,16 6 797,-4-32 1671,21-3 809,-6-35 0,1 17 45,-15 1 0,-1 3-135,6 13 1349,-8-3 1349,5 16-1888,-13 2 539,14 17-1079,-6-9 0,7 3-270,17-24 90,-20-2-180,3-11 0,-3-2 90,-12 3-89,6-27 808,-16 29 271,-10-2-91,-17 30-809,6 3 45,7 13 0,2 2-225,1-4-675,6 3 1,8-2-2423,21-12 2237,-2 3 1040,27-23 0,-14-15 0,8-11 0</inkml:trace>
  <inkml:trace contextRef="#ctx0" brushRef="#br0" timeOffset="91217">33302 11167 8612,'0'19'3058,"0"27"-2608,0-27-180,-3 6 0,-2 1-990,3-6 720,2 0-1079,2-10 179,22-20 630,-20 7-89,19-24 269,-13 22 1079,8-17-809,-1 21 1079,-7-4-989,6 10 270,-6 18-1799,-1-6 1259,7 23 0,-14-25 0,6 9 0</inkml:trace>
  <inkml:trace contextRef="#ctx0" brushRef="#br0" timeOffset="92684">27746 12121 7533,'16'-25'719,"-12"6"-629,11 7 1170,-15 6-91,0 12-1079,-15 1 449,-5 22-134,-8-2 0,-3 1-315,11-7 0,-1 2 179,-1 2 1,-2 3 0,3-1-90,2 2 0,1 0-90,-1-5 0,3 0 45,3 3 0,8-3-945,21-11 405,9-15 1,3-5 224,15 1-180,-5-8 0,-4-1-89,-12 8 808,3 13 451,-25 41-451,-10-19 1,-6 4 0,1 1-180,3 4 0,1 1 0,1-1-405,-9 13 0,11-5-899,19-14 0,13-10 31,9-22 1,8-12 0,-1 0 1074,6 4 0,0-3 1,-7-5-1,2-4 0,-6 1 1,-8 4-1,-1 0 1</inkml:trace>
  <inkml:trace contextRef="#ctx0" brushRef="#br0" timeOffset="93100">28540 12171 7533,'-30'-21'809,"7"16"-2428,31 24 1619,9 7 0,3-1 0,5-7 0</inkml:trace>
  <inkml:trace contextRef="#ctx0" brushRef="#br0" timeOffset="93233">28575 12505 7533,'-10'18'1079,"10"18"-1079,11-13 0,4 0 0,6 17 0,13-6 0</inkml:trace>
  <inkml:trace contextRef="#ctx0" brushRef="#br0" timeOffset="94467">27834 13745 7533,'-29'18'2698,"5"23"-2698,32-16 180,18 15-90,2-43 0,4-9-90,-6 5 0,-1-3-332,5-11 1,1-8 0,-2-2-149,-2-3 1,-4-3-1,0 0 420,-2 6 0,-2-1 0,0-1-120,1-9 0,-1-3 1,-9 5 313,-15 8 1,-6 4-180,3-1 1,-5 7 566,-22 16 0,-5 17-103,9 16 1,1 11 0,1-1-398,2-11 0,1-2 0,0 5 382,1 10 1,0 7 0,3 1 0,4-3-225,8-3 0,5-2 0,-1 0-210,-4-1 0,0-1 0,6 0 149,10 3 1,8 0 0,5-11-1759,19-13 1,5-8 1028,-8 3 0,2-6 610,4-15 0,3-10 0,-7-2 0,-14 0 0,-3-1 0,2-3 0,0 0 0,1 0 0</inkml:trace>
  <inkml:trace contextRef="#ctx0" brushRef="#br0" timeOffset="94618">28328 13410 7533,'20'13'3276,"11"21"-2486,-17-4 1,-1 2-701,2-4 0,0 1-60,1 2 0,1 3 0,-1-2-1380,3 8 1,-1-2 744,0-7 0,1-1 605,3 2 0,-3-7 0,-7-13 0,4 1 0</inkml:trace>
  <inkml:trace contextRef="#ctx0" brushRef="#br0" timeOffset="94784">28628 13398 7533,'-33'27'2878,"11"-9"-2668,2 7 0,-2 7 0,-1 2-1303,2 2 1,-1 1 0,1-1 237,-1-2 1,0 0-1,-1 1 338,2 1 0,-2 3 0,2-2 0,4-5 422,5-5 1,0-2 0,-11 14 0,-1-2 0,5 0 0</inkml:trace>
  <inkml:trace contextRef="#ctx0" brushRef="#br0" timeOffset="95234">28716 13621 7533,'0'-14'2158,"8"3"-2517,17 11 449,-3 0 90,19 11-91,-13 20 1,-9-3-180,-7 9 1,-8 6-1004,-11-10 1,-6 1 0,2 0 956,4 11 1,-2 1-105,-7-4 0,-5 3 1,1-6-529,1-4 0,1-3 768,-1-5 0,1-2 0,-8 8 0,18-33 0</inkml:trace>
  <inkml:trace contextRef="#ctx0" brushRef="#br0" timeOffset="95450">28875 13646 7533,'29'-19'584,"1"1"1,3-3-180,-2 8 0,3 4 854,11 13-899,-6-3-1,2 18-269,-39 22-359,-4-16 179,-14 10 0,-9 3-810,-9-13 1,-3-2 431,8 6 1,-2 0 77,-1-11 1,-3-2-1,4-4 390,-11-3 0,-1-11 0,28-17 0</inkml:trace>
  <inkml:trace contextRef="#ctx0" brushRef="#br0" timeOffset="95650">29210 12877 8252,'0'46'1304,"1"-4"1,-2 6-856,-3-7 1,-2 2 0,0-1-1145,2-5 1,1-1 0,-1 4 671,-1 3 1,1 4 0,-1 1-1,1-3-637,-2 4 1,0-3-1,2 0 600,3-7 0,0 0 1,1 0-811,0 5 1,0 1-1,0-9 870,2-7 0,6 0 0,-8-24 0</inkml:trace>
  <inkml:trace contextRef="#ctx0" brushRef="#br0" timeOffset="95900">29281 13584 7533,'0'29'1092,"0"1"0,-2 10 0,4 0-527,9-12 1,1-2-386,-6 20-135,12-24 0,3-11-135,7-44-180,-8 7 0,-3-5-180,-7-8 1,-8-1 179,-8 3 0,-8 5 45,-12 9 0,-3 10-1214,-10 19 1439,23 4 0,28 13 0,13-11 0</inkml:trace>
  <inkml:trace contextRef="#ctx0" brushRef="#br0" timeOffset="96401">29528 13447 7533,'0'46'1638,"0"-13"0,0 3-218,-4 2 0,0 0-1375,3-4 0,0 0 45,-3 14 0,0-3-270,4-4 90,8-4-360,-6-37-270,5-26 1,1-13 539,2-3-150,-4 9 0,2-4 1,4 5-886,9 6 1,1 4 1079,-7-5 0,1 3-675,12 4 1,1 5 360,8 3 449,0-1 0,-3 7 90,-24 6-90,-3 1 1529,-22 32 45,2-11 0,-2 1-1214,1 1 0,-1 1 629,-3 9 0,3 1 91,-3 4-900,8 0-720,10-16-719,18-23 1079,1-12-1080,1-6 1,1-5 224,-1-3 1,-2-1 1034,-3 6 0,-1 1 180,17-18 1260,-29 64-721,6-14-90,-10 13 1,-4 2-90,4 6-450,2-6-2069,10-16 1979,16-35 0,-7 2 0,7-14 0</inkml:trace>
  <inkml:trace contextRef="#ctx0" brushRef="#br0" timeOffset="96550">30039 13410 7533,'-20'21'1799,"20"-5"-2339,28-16 540,1-5-855,-4-6 1,-1-2 854,6-3 0,-12-3 0,-1-2 0,8-5 0</inkml:trace>
  <inkml:trace contextRef="#ctx0" brushRef="#br0" timeOffset="96718">30145 13088 7533,'-20'26'1092,"1"0"0,-7 12 0,5 4 13,9 2 1,4 0-1308,-2-6 1,0 1-39,3-1 0,1 2 1,4-3-1400,9-3 1,1-2 1477,-7-1 1,2-3 160,11-3 0,4-10 0,1-20 0,17-9 0</inkml:trace>
  <inkml:trace contextRef="#ctx0" brushRef="#br0" timeOffset="96867">30304 13187 7533,'0'-19'3276,"-8"29"-1785,6 23-2840,-2-3 0,0 3 1349,4-6 0,0-2 0,0 17 0,0-24 0</inkml:trace>
  <inkml:trace contextRef="#ctx0" brushRef="#br0" timeOffset="97204">30304 13484 7533,'-10'25'2698,"2"-11"-2068,0 3-1530,14-10 720,-12-1-1619,30 5 1350,-20-9-181,19 4-449,-21-1 1528,6-4-359,-8 10 1619,0-4-1529,0 0 540,16-1 629,3-6-989,1 0 899,3 0 180,-13 16-1079,0-6-360,-2 19-90,-8-21-1079,0 3-90,8-11 1259,-6-11 0,13 3 0,-5-10 0</inkml:trace>
  <inkml:trace contextRef="#ctx0" brushRef="#br0" timeOffset="98467">30903 13311 8342,'-9'-14'540,"1"-2"-630,16 14 90,1-8 0,1 8 0,-2-3 0</inkml:trace>
  <inkml:trace contextRef="#ctx0" brushRef="#br0" timeOffset="98601">30939 13534 7533,'-20'36'2158,"12"-3"-2158,26 10 0,9-17 0,9-3 0</inkml:trace>
  <inkml:trace contextRef="#ctx0" brushRef="#br0" timeOffset="99217">31485 13286 8972,'6'36'819,"0"0"0,0 0 0,0 12 0,-2 3-562,0-3 0,-1 3 1,-2-5-303,-4-5 0,-2-5-225,-5 5 0,8-87-540,9 6 1,5-7-1,2 1 60,3 7 1,3 3 0,0-1 332,1-1 0,0 0 1,2 5-1,7 2 1,-1 6-1,6-1 1</inkml:trace>
  <inkml:trace contextRef="#ctx0" brushRef="#br0" timeOffset="99517">31909 13386 7533,'-17'33'1092,"0"0"0,-1-1 0,-1 0 508,2 4 0,5-3-1780,12 6-1169,29-39 449,2-21 1,-1-8 719,-9 6 0,-3-3-540,6-12 1,-7 0 359,-13 11 0,-6 3 1080,-8-5 1798,-17 47-2113,11 4 0,5 5-1485,5 14 1,10-2-1169,23 1 2248,4-12 0,11-39 0,-25-3 0</inkml:trace>
  <inkml:trace contextRef="#ctx0" brushRef="#br0" timeOffset="99834">32138 13311 8072,'-25'43'1638,"18"-8"0,2 1-533,-4-4 1,2-2-1556,4 6 1,6-4-181,13-7 540,-12-21-765,14-16 1,3-11-1,-6-7 1,-1-2 674,5 10 0,0-1 180,-3-14 0,1 6 1080,8 22-451,-13-2 1260,4 40-180,-16 16-2249,-1-19 1,2 1-1710,7 21 2249,1-29 0,9-8 0,0-11 0</inkml:trace>
  <inkml:trace contextRef="#ctx0" brushRef="#br0" timeOffset="100667">32597 13361 7533,'-26'5'3276,"-9"29"-1425,13-9-1312,1 13 1,3 4-135,15-11 0,2-1-360,-8 0 0,3-1-315,13 11-90,13-51 0,2-11 270,3-4-730,-6 0 1,5-8 0,0-3 0,-3 3 151,-2 2 0,-3 1 1,0-5 433,0-2 0,0-6 0,1-1 0,-2 0 0,0 3 54,2-5 0,-2 2 1,-2 0 426,-5 3 0,0-3 1,-2 3-1,-3 10 2675,-3-6-943,-18 55-1440,9 10 1,0 12 0,1 7 0,-1-3-450,0 3 0,-1 1 0,1 2 0,0-1-242,1-5 1,0 0 0,0 1 0,1 0 0,3-3-669,0 5 1,3-1 0,1-2 0,3-6-820,4 3 1,5-8 1522,18 0 1,3-57 0,-15-7-1</inkml:trace>
  <inkml:trace contextRef="#ctx0" brushRef="#br0" timeOffset="100917">32914 13361 7533,'-14'36'819,"-1"1"0,1 0 0,3-5 0,0-1 781,-6 14 0,11-11-2320,29-29-539,15-28 269,-14-4 1,-1-7 224,-2-10 1,-7 0 764,-10 12 0,-8 6 990,-31 3-451,-4 48-899,11 15 360,22-8 0,16-10 0,-2-22 0</inkml:trace>
  <inkml:trace contextRef="#ctx0" brushRef="#br0" timeOffset="101350">33091 13410 7533,'-5'28'1092,"0"1"0,0-4 0,2-1 2184,3 24-2812,0-25-1184,0 4-179,16-25-271,-5 3 181,7-16 899,-10 8-90,8-13 0,-13 14 360,29-3-270,-28 5 720,19 0 449,-13-6-719,16-11-180,1 1 0,8-2 1169,-15 29-1529,-4 26 90,-16-1-720,3-6 1,1-2 809,-2-6 0,14 1 0,-6-17 0</inkml:trace>
  <inkml:trace contextRef="#ctx0" brushRef="#br0" timeOffset="102067">31644 14229 7533,'-26'11'539,"-1"0"1,0 2 0,1 6 299,2 14 1,1 8-1,2-3-965,0-4 0,1 2 485,-1 6 1,-1 6 0,8-6-585,10-7 0,4-3-45,-6-4 1,6-4-271,21-5 0,7-11 540,0-21 0,1-8 0,3 7 0,0-2 0,-2-11 0,-1 0 0</inkml:trace>
  <inkml:trace contextRef="#ctx0" brushRef="#br0" timeOffset="102400">31873 13794 7533,'-33'35'2608,"12"-12"-970,3 10 0,2 9-751,8-6 0,3 5 0,1-3-1520,-2 9 1,2 1 654,1-6 1,1 4-1,0 1 1,1-4-323,1-1 0,0-4 0,0 1 300,0-3 0,0-1 0,0 0-810,-3 15 1,6-15-479,13-32 838,-12-6 45,15-22 1,1-8 314,-14-5-90,15-6 0,5 1 584,-12 20 1,1 3-270,3-5 0,1 7 582,7 18-448,-16 21 1,-4 6-90,-5 18-900,3-7 1,0 0-2249,4 7 2338,2-12 842,0-11 0,5-28 0,-5-1 0</inkml:trace>
  <inkml:trace contextRef="#ctx0" brushRef="#br0" timeOffset="102634">32156 14402 7533,'-10'36'1092,"0"1"0,0 6 0,4-6 849,14-14-1851,10 6-360,9-51-270,-4-4 0,-3-5 450,-8 4 1,-2-2-406,5-12 0,-6 1-404,-25 0 1079,4 8 89,-37 26-224,29 25 0,1 4-854,-18 3 44,24 4 1,10-3 764,13-18 0,15 2 0,3-18 0</inkml:trace>
  <inkml:trace contextRef="#ctx0" brushRef="#br0" timeOffset="102851">32403 14315 7533,'-5'37'1092,"0"-1"0,-4 6 0,2-4 2184,5-4-3622,-6-2 256,32-26-1349,-3-48 1259,15 10-180,-25 3 1,-5 1-271,-6 7 450,-9 3 270,-25 29-1709,5 26 1349,1-6 270,21 3 0,9-29 0,5-5 0</inkml:trace>
  <inkml:trace contextRef="#ctx0" brushRef="#br0" timeOffset="103150">32703 14216 7533,'-28'29'3276,"3"-13"-1335,15 30-1671,2-8-270,8-3-1440,-8 5 541,6-16 989,-6-3-270,8 3 900,0-17-541,8-2 271,2-5-630,8 11-90,-9-3-269,-9 21-181,-17 8 540,-3-8-1079,-5 6 1259,15-28 0,2-2 0,8-5 0</inkml:trace>
  <inkml:trace contextRef="#ctx0" brushRef="#br0" timeOffset="103450">32826 14414 7533,'0'32'3276,"16"-13"-2145,11-13-1356,7-25 0,1-8 225,-13 14 0,-1-1-720,4-10 1,1-4 0,-5 0-920,-9 1 1,-2 2 431,5 0 0,-5 3 1707,-25-13-141,-9 47 1,-5 9 359,3-9 1,1 2 359,-1 12 1,0 7 0,3 1-847,6-3 0,2 1 1,2 0 80,-3 8 1,3 2-225,1-6 0,1 1 0,10-6-1091,19-9 0,4-3 1001,3 18 0,18-34 0,4-11 0,-4-9 0,-9-1 0,-1 0 0</inkml:trace>
  <inkml:trace contextRef="#ctx0" brushRef="#br0" timeOffset="104134">31768 15034 7533,'-38'25'809,"1"1"1,11-3-1,1 2 1,2 3-121,3 2 1,2 2 0,3-1-466,-2 8 1,2-1-135,-7 12 0,13-7-360,40-21 181,-7-11-811,12-27 1,2-15 29,-15 3 1,-2-6-1,0 2 500,1 6 1,0 1 0,-1-2 69,-2-11 0,-2-3 1,-2 5 523,-1 11 1,-3 2-315,-1-21 1384,-10 39 344,0 30 0,-2 14-56,-6 10-1193,6-15 1,1 5 0,4-4-2029,11 0 1,4-3 648,-4-4 0,3-3 990,4-2 0,3-7 0,17-11 0,-13 2 0</inkml:trace>
  <inkml:trace contextRef="#ctx0" brushRef="#br0" timeOffset="105900">32085 15096 7533,'-17'-7'3276,"7"7"-1335,2 29-1312,7 3 1,2 4-315,-1 1 0,0 0-225,0 2 0,0-4-1,0 1-1348,16-58 179,-3-7 1,1-6 779,0 4 0,2-2 1,-1 1 55,4-8 0,-1 2 109,-1 3 0,0 6 2384,0 10 269,-7 40-1844,-5 2 1,-2 6-900,-2 17 1,-2 3-316,-2-5 0,6-4 540,10-8 0,5-9 0,6-12 0,1-18 0,1 0 0</inkml:trace>
  <inkml:trace contextRef="#ctx0" brushRef="#br0" timeOffset="106567">31891 15889 7623,'-26'6'1092,"-1"-1"0,-7 10 0,0 6-505,11 2 0,2 5 0,0 1-78,-4 2 1,0 2 0,4 1-285,2 12 0,9-3-1125,20 5-45,17-52 1,8-15 104,-4-3 1,-1-6 0,0-3 127,-1-6 0,-2-2 0,-1-1 562,-3 3 0,-1-1 1,-6 4 976,-8-2 1,-6 16 2321,-14 50-1890,-2 2 0,0 5-810,6-1 1,2 2 0,3-2-630,0-1 1,6-4-1171,9 2 1,9-8 1349,16-17 0,4-8 0,-9 1 0,-1-3 0,10-8 0,0 1 0</inkml:trace>
  <inkml:trace contextRef="#ctx0" brushRef="#br0" timeOffset="106783">32367 15840 7533,'-41'16'1638,"18"3"0,-1 5 0,-8 9 0,1 4-644,12-7 0,1 3 0,3-2-904,-2 2 0,6 0-315,6 4 0,10-6-2383,23-14 969,8-21 1,4-8 1209,-13 3 1,-1-3 0,6-16 0,-5-2-1,-12-2 1</inkml:trace>
  <inkml:trace contextRef="#ctx0" brushRef="#br0" timeOffset="106934">32456 15852 7533,'0'44'3276,"0"-18"-166,39-4-5808,-6-31 2698,5 0 0,1-2 0,-15 1 0,-1-2 0,2-2 0,1 0 0</inkml:trace>
  <inkml:trace contextRef="#ctx0" brushRef="#br0" timeOffset="107134">32579 15567 7533,'-9'27'819,"0"1"0,-1 6 0,-2 5 0,1 0 273,3-6 0,1 1 0,1 2-1409,-2 4 1,0 4-1,2 0 1,2-4-14,4-4 0,3-3 0,2-1 330,6 11 0,5-8 0,14-13 0,3-29 0</inkml:trace>
  <inkml:trace contextRef="#ctx0" brushRef="#br0" timeOffset="107300">32791 15567 7533,'0'-14'3276,"-8"19"-1515,14 38-3111,-6-16 1,2 0 674,6 2 1,1-1 542,1 7 0,6-11 0,-6-5 0</inkml:trace>
  <inkml:trace contextRef="#ctx0" brushRef="#br0" timeOffset="107484">32826 15926 7533,'-17'26'1092,"1"1"0,0-1 0,2 1 546,-1 10 0,3 1-1406,2-3 0,4-3-862,14 8-2647,10-5 3151,1-28 1,7-2 0,-9-5 0</inkml:trace>
  <inkml:trace contextRef="#ctx0" brushRef="#br0" timeOffset="107750">32949 16001 7533,'-15'35'3276,"11"-12"-526,-12 6-2120,24-17-630,-6-5-360,14-2 0,-14-21 270,5 12-179,-7-24 898,-15 25-449,3-7 270,-21 15-1260,13 13-1528,10 2 1168,12 0 1170,16-10 0,0-20 0,-1-4 0</inkml:trace>
  <inkml:trace contextRef="#ctx0" brushRef="#br0" timeOffset="108067">33091 15963 8162,'-10'27'3276,"2"13"-1766,7-13 1,2 1-1151,-1 10-1,0-5 1,0-4-360,0-13 90,8-21-90,2-6-990,1-15 1,3-6-46,3 0 1,1 1 1034,-3 6 0,0 0-225,1-5 1,1 10 2203,1 29-1620,-9 1-359,-4 13 0,-2 6 0,5-2 0,0-2 0,4 22 0,13-7 0</inkml:trace>
  <inkml:trace contextRef="#ctx0" brushRef="#br0" timeOffset="176484">14975 9903 0,'-19'-7'0,"-20"-4"2502,17 9-1738,-7-1 1,-1 1-225,-1 2 1588,-18-6 211,29 5-1030,3-5 40,9 6 360,39 0-1439,-7 0 193,13 3 1,8 0-105,-10-1 1,1 0 0,-1 1-180,9 3 0,2 0 67,-10-3 0,3-2 1,1 1-1,0-1-577,-2 1 1,0-1-1,0 1 1,-1-1 299,8-1 0,0 0 0,2 0 120,-4-1 0,2 1 0,2 0 0,0 1-225,-3 0 0,1 2 1,1-1-1,-2 1 0,-3-1 135,2-2 0,-3 1 0,4 0 262,-2 2 0,4 1 1,2 1-1,-1 0 1,-5 0-144,11 3 1,-5 1 0,-2-1-90,-8-1 0,-1 0 0,2 1-148,7 2 1,4 1 0,0-1 0,-8-1 162,-1-1 0,-1-1-68,1 0 1,7 1-1,1 0 1,-7-2-23,2 1 0,0 0-23,-1-2 1,6-1 0,2 1-1,-6-1 38,-2 0 0,-4 0 0,1 0 30,-1 0 0,1 1 0,0-1 310,10 0 1,2-1-1,-7 2-310,-12 1 0,-1 0 30,15-1 0,6-2 0,-6 2 15,-15 1 0,1 0-68,4-2 1,7-1-1,1 0 1,-9 0-23,-5 0 0,-1 1-23,5-1 1,5 0 0,2 0-1,-6-1 873,4-2 1,-2 1-761,7 2 0,1-1 90,5-1 0,-4-2-135,-4 1 90,6 0 0,0 0 0,-6 0-120,-9-1 0,5-1 0,-6 0 120,4 1-120,-4-1 0,5 1 0,-5-2 30,2-2-389,2 2 0,8 1 0,-5 0 478,-12-2 1,0 1-30,8-1 0,4 0 0,0 1 226,-4 0 0,-1 1 0,-2 0-151,3-2 0,0 1 392,3 0 1,4-1 0,-3 0-214,2-2 1,-2 0-225,-2 1 0,1 1 45,11-1 0,-2 0 0,-19 1 0,-2 2-135,5 1 0,-1 0 135,4-2 0,-3 1-135,-1 2 0,5 2 0,1 1 0,-4-1 0,8 3 0,0 1 450,0-5-450,8 2 0,0 0 2231,-3-3-2231,-2-1 0,2 2 0,-17 1 0,-3 1 3276,13-1-3247,-9 3 1,-5 0-30,-19-3 171,33 9-891,-35-4 360,11 0-2917,-15 9 0,0-13 3274,-8 19 0,-9-14 0,-11 10 0</inkml:trace>
  <inkml:trace contextRef="#ctx0" brushRef="#br0" timeOffset="182550">17145 8255 7533,'-18'-40'2968,"-7"11"-270,-18 51-2069,21 5 1,1 8 0,1 4-877,2-3 1,1 4-1,2 1 1,0 3 443,4-3 1,0 3 0,2 2 0,1-1 0,2-1-468,1-3 0,1 1 0,1-1 0,3-2 1,4-1-200,5 1 1,4-1 0,4-2 0,3-6-625,12 2 1,6-5 0,0-7 1007,7-4 1,0-9 0,-9-5-1,2-5 1,-6-3 0,13-13-1</inkml:trace>
  <inkml:trace contextRef="#ctx0" brushRef="#br0" timeOffset="182950">17815 8255 7533,'-35'-7'3276,"0"24"-1638,5 4 0,1 7-1394,10-1 1,1 4 0,-2-1-36,-6 1 1,-2-1 0,4 0-30,-2 14 0,5-2 45,4-13 0,8-3 45,27 11-405,6-24 0,5-1-45,-1 2 0,1 1 135,1-2 0,-8 5 135,-19 11 0,-11 3-540,-9 6 0,-6 0-643,3-12 1,-3 0 0,2-2 650,-3 6 0,3-3 0,-3 7 0,24-21 1</inkml:trace>
  <inkml:trace contextRef="#ctx0" brushRef="#br0" timeOffset="183150">17903 8986 7533,'-19'11'3276,"3"-2"0,8 19-2453,-9 10-2462,3-10 1,0 0 1574,-5 13 0,6-17 0,2-2 0,1-3 0</inkml:trace>
  <inkml:trace contextRef="#ctx0" brushRef="#br0" timeOffset="183667">18468 8193 0,'-18'0'3276,"1"44"-1638,4-8 0,0 5-808,2 2 0,-1 4 0,0 1-920,1-8 0,0 1 0,-1 0 0,1-1-562,0 0 0,0 0 0,-1 0 0,1-3-441,-4 6 1,0-3 0,2-3 937,-1 3 1,0-7 0,-3-9 0,9-26 0</inkml:trace>
  <inkml:trace contextRef="#ctx0" brushRef="#br0" timeOffset="183850">18397 8379 9871,'-5'26'1092,"1"0"0,2 10 0,4 4-1165,2-2 1,3 4 0,-1 2-748,-1-5 1,0 2 0,0 0 0,0-1 791,1 9 0,0-1 0,-1-2 0,-1-7 0,-1-1 0,-2-3 0,-1-4 0,0 1 0</inkml:trace>
  <inkml:trace contextRef="#ctx0" brushRef="#br0" timeOffset="183984">18274 8924 7533,'0'-37'3276,"23"5"-1965,15 13-1806,0 14 1,2 5 494,-14 0 0,-1 1 0,9 4 0,-3 1 0,-4 1 0</inkml:trace>
  <inkml:trace contextRef="#ctx0" brushRef="#br0" timeOffset="184134">18733 8999 7533,'-16'33'3276,"4"7"-1638,-7-21 0,-3-1-1510,-7 16 1,11-13 0,0 0 0,-7 4 0</inkml:trace>
  <inkml:trace contextRef="#ctx0" brushRef="#br0" timeOffset="184850">19068 8218 7533,'0'-25'3276,"0"22"0,23 44-2462,-12-7 0,-2 7 1,1 2-1286,-1-5 0,2 2 0,-2 1 1,-1 1 290,-3 3 0,-1 2 0,-3-1 0,-1-2 0,-4 4 0,-2-1 0,-4-5 4,-6 7 0,-5-18-2433,-7-35 1589,21-25 1,9-18 0,3-2 587,1 12 0,2-3 0,1-1 1,1-1-1,0 1 335,1-3 0,-1-2 0,1 1 0,1 1 0,1 2 501,3-2 1,2 1 0,0 4 0,1 5 1233,7-7 0,1 19 1202,8 51-3020,-16-5 0,-5 6 0,-5 14 1,-6 4-991,-4-3 1,-6-2 494,-4 0 1,-7-5 1434,-8-8 0,-1-3 184,11-5 1,3-3 2024,-11 6-1530,48 11-1829,-7-15 1,3 2-780,11 8 0,1 0 1169,-9-7 0,1-1 0,1 1 0,-1-2 0,3 3 0</inkml:trace>
  <inkml:trace contextRef="#ctx0" brushRef="#br0" timeOffset="185017">19720 8825 7533,'-17'22'3276,"-1"6"-1638,13-4 0,0 1-1590,-10 19 1,13-12-1,-6-9 1</inkml:trace>
  <inkml:trace contextRef="#ctx0" brushRef="#br0" timeOffset="185433">20197 8243 7533,'0'-14'3276,"-16"8"-1638,-8 26 0,-3 11-546,3-7 0,-1 3 0,-1 1-561,-2 5 1,0 2 0,2 0-232,5-5 0,2-1 0,6-1 149,13 20 181,37-25-315,-6-14 0,1 0-270,-3 5 0,-3 3 89,-1-3 1,-7 4-990,-19 16 1,-12 3-495,-3-9 0,-7-1 256,-1-3 1,-5 0 0,2-5 686,-2-3 0,1-5 0,-21-7 0,31-23 0</inkml:trace>
  <inkml:trace contextRef="#ctx0" brushRef="#br0" timeOffset="185650">20408 8243 7533,'-8'-7'3276,"-9"17"0,-11 22-1695,10 0 0,1 4-1581,3 5 0,1 0 0,-4-7 0,0-2 0,4-3 0,-1 1 0</inkml:trace>
  <inkml:trace contextRef="#ctx0" brushRef="#br0" timeOffset="186217">20655 8354 7533,'-10'0'3276,"10"11"0,18 25-1638,-1-14 0,1 3-301,1 8 1,-1 1-439,4-2 1,0-2-451,-4-4 1,-1-1 44,-3 0 1,-1-2 225,5 4-90,-10-4-181,-8-11-179,-8 17 540,-18 4-855,9-8 0,-3 0-1529,-5-3 0,-3 0-65,-2 5 1,0 0 1540,2-4 1,1-1 0,0 0 0,1 0-1,4-4 1,1 0 0</inkml:trace>
  <inkml:trace contextRef="#ctx0" brushRef="#br0" timeOffset="187550">17074 8255 7173,'0'-19'1349,"16"-10"-719,-12 2 719,20 1 90,-30 8-809,-4 18-1,-10 18-269,-13 3 180,13 20-270,8-15 0,-1 3 89,4 1 1,0 4 0,1 0-132,1 3 1,0 1 0,2 3 41,0 2 0,1 3 0,2 1 0,3-3-1112,4 6 1,4-1 0,2-2-89,2 1 1,2-2-1,5-3 930,3-8 0,4-3 0,1-6 0,4-6 0,1-5 0,1 2 0,0 0 0</inkml:trace>
  <inkml:trace contextRef="#ctx0" brushRef="#br0" timeOffset="188250">20655 8404 0,'-17'-18'3276,"7"9"0,25 4 0,23 28-2082,-15 0 0,1 4-429,2 11 0,-1 5 5,-10-10 0,-1 1 1,0 0-861,-1-2 0,-1-1 0,0 1-278,6 11 1,-9-1-938,-16-8 1,-9-1 1304,-2-4 0,-4 0 0,-3-2 0,-1-7 0,-3-3 0,0 2 0,-2 4 0,-1 1 0,1-1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4:55:27.882"/>
    </inkml:context>
    <inkml:brush xml:id="br0">
      <inkml:brushProperty name="width" value="0.09071" units="cm"/>
      <inkml:brushProperty name="height" value="0.09071" units="cm"/>
      <inkml:brushProperty name="color" value="#0070C0"/>
    </inkml:brush>
  </inkml:definitions>
  <inkml:trace contextRef="#ctx0" brushRef="#br0">23566 2925 7533,'-10'-48'3276,"-6"9"0,-2 83-2003,7-5-2093,-1-9 1,-3 9 0,-1 1 0,4-4 761,3 7 0,0 3-68,-4-6 0,-6 7 0,-1 2 0,0-1 1,4-7 125,4-6 0,1-4 0,-1 4-540,-4 7 0,-3 7 0,-1 1 1,0-2-1,5-8 405,-3 4 0,2-3-495,2-4 1,-2 4-1,1-1 1,3-7 976,6-7 0,1-3-347,-11 24 0,32-52 0,3-16 0</inkml:trace>
  <inkml:trace contextRef="#ctx0" brushRef="#br0" timeOffset="150">23618 3111 7533,'-7'12'1638,"-2"12"0,0 5 0,3 3 0,0 6-1851,1-3 0,0 6 1,1 1-1,3 0-192,4-1 0,3 1 1,1 0-1,0 0 262,-2 0 0,0 0 0,0 0 1,2 0-1,2-2 0,1 1 1,2-2-1,0-5 0,5 1 1,1 1-1</inkml:trace>
  <inkml:trace contextRef="#ctx0" brushRef="#br0" timeOffset="283">23477 3818 7533,'-27'-37'1638,"29"13"0,10-1-488,22-2 1,10 3-1151,-8 6 0,3 2 0,-4 3 0,3 1 0,-4 4 0,-7 4 0,-1 1 0</inkml:trace>
  <inkml:trace contextRef="#ctx0" brushRef="#br0" timeOffset="483">24042 3632 7533,'29'-28'3276,"-19"6"-3025,28 16 0,4 6-907,-16-1 1,5-4-1,3-1 1,3-1 0</inkml:trace>
  <inkml:trace contextRef="#ctx0" brushRef="#br0" timeOffset="666">24412 3136 7533,'-28'32'819,"-1"-1"0,6 5 0,0 5 0,5 3 0,7-2 0,3 2 0,2 3 0,1 1-1176,1-3 0,1 2 1,1 1-1,0-1 1,2-1 108,-2 1 1,1 0-1,2-2 1,4-1 247,7 0 0,5 0 0,1-4 0,2-10 0,4-9 0,3-4 0,11 9 0,1 0 0</inkml:trace>
  <inkml:trace contextRef="#ctx0" brushRef="#br0" timeOffset="1133">24941 3619 7533,'-23'-14'3276,"35"-2"-2184,19 2 0,14 1 0,-2 0-1490,-4 1 0,1-2 70,0-3 0,7-5 0,-2 0 1,-9 3-1,-10 3 0,-3 0 1,7-1-1,0 0 0,0-1 1</inkml:trace>
  <inkml:trace contextRef="#ctx0" brushRef="#br0" timeOffset="1317">25400 3012 7533,'-27'33'468,"0"0"0,0 0 0,0 0 0,2 5 0,2 2 0,1 2 0,4 1 187,5-6 0,2 2 1,2 1-1,2 0 0,2-1-96,1 7 0,2 0 0,3-1 0,4-4-1652,7 2 1,4-2 0,1-7 545,-2-2 1,3-11 0,14-19 0,-1-11 0,-2-17 0</inkml:trace>
  <inkml:trace contextRef="#ctx0" brushRef="#br0" timeOffset="1467">25700 2888 9332,'-22'29'1092,"1"0"0,8 7 0,4 5 0,4-3 0,2 4 0,3-3-746,5 2 1,2-1 0,2 2 0,0-4 0,-1-7 0</inkml:trace>
  <inkml:trace contextRef="#ctx0" brushRef="#br0" timeOffset="1900">25718 3421 7533,'-17'20'1638,"0"1"0,-4 14 0,1 1 0,6 4-372,15-13 1,4 1-2752,-1 7 1,4-3-1793,19 5 1157,-1-19 2120,-16-12 180,5-12 180,-13-6 0,30-18-180,-26 7 179,12-3 1,3 1 1169,-10 7 540,7-11 90,-10 29-1889,-8 2 719,0 14-1169,8-2 360,2 0-2159,7 2 90,1-9 1080,-8 6-360,-2-6 809,-8-2-1979,7-5 2339,-5 0 0,14 6 0,-6 0 0</inkml:trace>
  <inkml:trace contextRef="#ctx0" brushRef="#br0" timeOffset="2284">26088 3632 7533,'6'26'3276,"-2"-8"0,45-13-3532,-10-32-239,-19 8 1,-3-2 179,0-8 0,-10 0 1124,-22 3 1,-10 8 1079,-24 27-360,12 18 0,2 10-1139,16-7 0,3 4 0,6 0-480,3 15 0,14-3 90,26-13 0,10-11 0,-11-13 0,1-7 0,0-7 0,1 1 0,-1-1 0</inkml:trace>
  <inkml:trace contextRef="#ctx0" brushRef="#br0" timeOffset="2817">27093 3297 7533,'-27'-7'1638,"-1"18"0,-1 6 1638,-4 2-2942,9 2 1,-3 7-1,3-3 71,3 0 0,3-2-315,-1 3 0,3 0 90,0 13 180,47-25-271,-7-2 91,1-6 0,1-1-90,1 8-360,-17 28 180,-12-11-495,-15 5 1,-7-1-765,1-9 0,-1-3 1124,1 2 0,-1-2 225,2-3 0,3-9 0,9-21 0,2-10 0</inkml:trace>
  <inkml:trace contextRef="#ctx0" brushRef="#br0" timeOffset="3100">27164 3532 10501,'16'14'1638,"14"-17"0,6-10-1567,-1-9 0,1-7-1164,-1 0 1,2-3 0,-5-1-547,-6-3 1,-5-2 545,-6 5 1,-2-2 0,-10 5 394,-17 7 0,-3 3 1508,1-23 119,-11 48 1,-9 15-1,3 5 163,10 0 0,4 5 0,-2 3-437,0-1 0,-2 4 1,0 2-1,2 1 0,5-1-269,5 9 0,4 2 0,4-1 0,1-1-1106,-1 4 0,3-2 1,9-5 719,11-4 0,8-5 0,2-10 0,3-15 0,1-10 0,4-7 0,0 0 0</inkml:trace>
  <inkml:trace contextRef="#ctx0" brushRef="#br0" timeOffset="3716">27552 3582 9242,'-10'5'3276,"2"-3"-616,24 9-4009,11-21 899,3 7-135,-9-9 1,-1-5-1035,7-19 989,-7 1 450,-4 5 1530,-32 13 629,4 21-1620,-5-8 631,9 21-1170,0-9 180,6 5-360,-6-8-629,8-5 1528,0 0 91,0-11-540,0 8 360,0-13-181,0 14-179,0-9 0,0 10 0,-8-4 630,-17 10 0,-5 24-181,-5-11-44,20 5 0,5 5 404,0 16-539,4-13 0,4 1-91,9-2 1,2-2-2338,2 9-1209,31-20 2938,-20-26 1,1-4 0,16-9-1,-19 0 1,1 1 0</inkml:trace>
  <inkml:trace contextRef="#ctx0" brushRef="#br0" timeOffset="3967">27799 3520 13829,'16'-14'3276,"11"-13"-3475,-1 18 0,1 3 110,12-14-586,-13 13 0,-3 4 765,-11 3-1349,4 38 1663,-25 6 1,-6 4-45,5-9 0,-2 3-605,3-7 1,-3 5-1,0 1 1,-1 0-1,1-5-295,-4 2 1,0-4-1,1 3-180,3 3 1,1 4-1,0-1 1,0-6 269,-7 5 0,2-7 450,6 10 0,-5-39 0,5-6 0</inkml:trace>
  <inkml:trace contextRef="#ctx0" brushRef="#br0" timeOffset="4150">28011 3595 7533,'33'-21'1092,"0"0"0,9-1 0,-3 11 2184,0 33-1740,-12-1 0,-1 2-1446,-10-3 0,-5 3-270,-2 11 0,-10 1-1439,-20-6 0,-7-2 1619,0 3 0,-3 0 0,3-9 0,-2-1 0,0-1 0,-9 2 0,0 1 0</inkml:trace>
  <inkml:trace contextRef="#ctx0" brushRef="#br0" timeOffset="4683">28822 3396 7533,'-29'6'1638,"-1"-1"0,5 4-578,-3 8 1,9 5-72,28 1 0,11 0-719,8 3 0,7-5-690,3-13 0,5-5 1,1-6-401,-8-4 1,1-3 0,0-4 0,-2-1 593,9-6 0,-1-4 0,-4-2 0,-8 3 0,-2-2 0,-3 2 0,-1-3 0,1 0 0</inkml:trace>
  <inkml:trace contextRef="#ctx0" brushRef="#br0" timeOffset="4850">29157 3074 7533,'-29'35'546,"-1"0"0,1-1 0,4 3 0,0 3 0,1 2 0,2 2 109,4-2 0,1 2 1,2 2-1,1 0 0,3-1-1161,2-1 1,2 1-1,1-1 1,4-1 0,5-3 505,5 1 0,4-3 0,4-3 0,3-5 0,17 5 0,8-12 0,-7-24 0,-1 0 0,1 0 0</inkml:trace>
  <inkml:trace contextRef="#ctx0" brushRef="#br0" timeOffset="5316">29739 3495 10411,'18'21'0,"-1"-5"0</inkml:trace>
  <inkml:trace contextRef="#ctx0" brushRef="#br0" timeOffset="5433">29722 3743 7533,'-9'31'1092,"0"-1"0,3-1 0,2 0-273,4 16 0,10-11 0,8-21 0</inkml:trace>
  <inkml:trace contextRef="#ctx0" brushRef="#br0" timeOffset="6066">24112 3644 7533,'-27'-18'3276,"1"4"0,40 2-2595,12 8 1,9 3-952,1-1 0,4 0 1,2 0-824,3-2 1,2 0 0,-2 0 828,-7 0 1,-2-1-1,-3 0 1,4-4 0,-7 0-1,-4-4 1</inkml:trace>
  <inkml:trace contextRef="#ctx0" brushRef="#br0" timeOffset="6200">24306 3161 7533,'-18'41'0,"-1"0"0,-2 2 0,1-2 0,6-6 0,1-1 0</inkml:trace>
  <inkml:trace contextRef="#ctx0" brushRef="#br0" timeOffset="8333">25347 4474 3386,'-8'-19'3276,"6"1"0,-21 39-1638,9 18 0,0 11-1418,0-14 1,-4 1 0,0 3 0,0 2-509,1-2 1,1 3-1,0 1 1,-1-1-1,0 0-360,1-1 1,-1-1-1,0 0 1,1-1-1,0-3-445,-6 11 1,1-3 0,3-4 764,-7 35 1,25-76-1,10-21 1</inkml:trace>
  <inkml:trace contextRef="#ctx0" brushRef="#br0" timeOffset="8483">25206 4710 7533,'27'-16'3276,"-1"40"-1638,-9 17 0,-1 12-1455,-5-17 1,1 3-1,-1 1 1,0 0-1004,1 1 1,0 0 0,0 0 0,-1-2 350,2 5 1,-2-1 0,1-4 0,0 3 0,-1-8 0,-1-11 0</inkml:trace>
  <inkml:trace contextRef="#ctx0" brushRef="#br0" timeOffset="8617">25294 5131 7533,'-10'-7'3276,"10"2"-2685,42 5-591,-15 0 0,2 0 0,0-2 0,-1-1 0,21-4 0</inkml:trace>
  <inkml:trace contextRef="#ctx0" brushRef="#br0" timeOffset="9000">25823 4909 7533,'-32'29'1092,"0"1"0,-1 6 0,7 3 546,12 3 0,8 0-1361,6-6 0,8-8-2976,29-16 1125,-9-27 0,-1-9 1169,1-2 0,-3-1 810,-10-1 0,-2 11 1934,2 45-701,-12 7 0,-6 9-1261,0 0 0,-3 6 0,0-1-304,-1-1 1,-1-1 0,-5-1 136,-6-4 0,-4-2 0,-3-4-270,0-8 0,-2-5 0,-1-7-1559,-9-10 0,2-10 1619,7-2 0,7-6 0,11-13 0,6-4 0,5-15 0</inkml:trace>
  <inkml:trace contextRef="#ctx0" brushRef="#br0" timeOffset="9900">26053 5119 9691,'6'19'1170,"29"-23"-3329,6-16 1709,-16-1 1,-7-2 988,-18-16 1350,-27 14 720,-11 25-990,3 25-1080,17 19-944,16-16 1,4 0-1235,5-1 1,4-3 1591,6-3 1,1-5 0,12-3 0,3-14 0</inkml:trace>
  <inkml:trace contextRef="#ctx0" brushRef="#br0" timeOffset="10167">26370 4995 9961,'-14'38'1092,"1"0"0,2-3 0,4-3 759,7 7-4639,18-38 1259,9-29 1304,-5 6 0,-1-1 585,1-8 899,9 14 1709,-29 50-3057,6-2-3188,0 18 3241,-6-24 1,13-14 0,-5-11-1</inkml:trace>
  <inkml:trace contextRef="#ctx0" brushRef="#br0" timeOffset="10317">26617 4896 14189,'41'-10'-1169,"-2"-5"1169,-8-4 0,-1-5 0,-10 6 0,-3-2 0,0-1 0,0-1 0</inkml:trace>
  <inkml:trace contextRef="#ctx0" brushRef="#br0" timeOffset="10466">26829 4536 7533,'-30'35'819,"1"-1"0,9-1 0,1 3 0,1 3 0,3-1 0,0 3 0,2 1 0,1 1-109,1 1 1,0 1 0,3-1 0,5-1-711,7 6 0,5-2 0,1-4 0,0 4 0,4-9 0,11-18 0,1 0 0</inkml:trace>
  <inkml:trace contextRef="#ctx0" brushRef="#br0" timeOffset="11167">27481 4760 7533,'-9'-14'3276,"-7"14"-3854,14 19 578,2 24 0,10-14 0,7 5 0</inkml:trace>
  <inkml:trace contextRef="#ctx0" brushRef="#br0" timeOffset="11333">27464 5045 7533,'-26'39'1638,"12"-16"0,1 1-1567,1 13 0,4 1-746,7-9 1,2-1 674,3 15 0,28-25 0,-13-12 0</inkml:trace>
  <inkml:trace contextRef="#ctx0" brushRef="#br0" timeOffset="11599">27869 5020 8252,'-20'29'819,"-1"-1"0,0 0 0,-8 11 0,5-1-208,7-5 0,6-2-881,11 10-270,36-23 720,3 0-90,-4 7-135,-38-2 0,-10 2-90,-3-4 0,-7-1 135,-15 7 0,-2-6 0,15-12 0,1-4 0,-25-1 0</inkml:trace>
  <inkml:trace contextRef="#ctx0" brushRef="#br0" timeOffset="11817">28452 4710 7533,'-36'-14'3276,"9"36"0,9 20-4915,13-3 1,2 2 1630,3 7 1,0-21 0,0-3-1,0-5 1</inkml:trace>
  <inkml:trace contextRef="#ctx0" brushRef="#br0" timeOffset="12000">28363 5193 7533,'-11'33'819,"-1"1"0,0-1 0,1 12 0,2-2 819,-1-10 0,5-3-4592,20 11 2504,-11-39 450,28-11 0,-21-21 0,15-1 0</inkml:trace>
  <inkml:trace contextRef="#ctx0" brushRef="#br0" timeOffset="12250">28575 5231 8792,'10'15'3276,"-10"18"-1638,-1-2 0,0 1-912,-5-4 1,4-4-1446,26 7 269,-3-49 495,4 4 0,1-1 675,11-11-1,6 44-3327,-15 23 2608,-16-18 0,1 0 0,13 5 0,1-22 0</inkml:trace>
  <inkml:trace contextRef="#ctx0" brushRef="#br0" timeOffset="13833">29792 4772 7533,'-33'-6'3276,"-4"16"-1856,6 2 0,1 6-970,1 11 0,3 6-91,1 7 1,5 4-45,3-2 0,8 0 0,14 0 0,6-3-181,-2-8 1,4-2-45,12 2 0,1 0-45,-14-8 0,-3 1 0,2 1 0,-6 1-540,-18 0 1,-8-1-631,3-1 1,-3-1-515,-2-5 1,1-2 1490,5 6 0,19-24 1,15-7-1</inkml:trace>
  <inkml:trace contextRef="#ctx0" brushRef="#br0" timeOffset="14000">29951 5354 7533,'14'13'2878,"23"-6"-4003,2-16 1,2-4 1124,-11 5 0,-1-2 0,5-10 0,-3-1 0,-4-4 0</inkml:trace>
  <inkml:trace contextRef="#ctx0" brushRef="#br0" timeOffset="14166">30145 5082 7533,'-35'35'546,"1"1"0,-1-1 0,10-5 0,2 1 0,0 2 0,2 1 273,-1 4 0,2 2 0,2 1 0,5-2-245,3 8 0,5-1 1,11-6-2214,24-3 1,10-11 1298,-8-12 0,1-9 0,14-18 1,-4-10-1,-25 4 0,-1 0 0</inkml:trace>
  <inkml:trace contextRef="#ctx0" brushRef="#br0" timeOffset="14950">29792 5379 7353,'-27'-7'3276,"-7"2"-2684,23 5 307,3 11 91,18-8 898,15 24-1348,-5-23-180,4 8 0,1-2-270,-2-8-585,9 1 0,1-1 405,-10-7-405,11-3 1,-3-2 134,-15-5-1279,13-2 1,-3-1 1512,-21 3 1,27-8 0,-22 10 0</inkml:trace>
  <inkml:trace contextRef="#ctx0" brushRef="#br0" timeOffset="15133">30127 5168 7533,'-17'-6'2788,"-1"0"-1439,-8 17-1079,15-2-405,-2 15 0,2 8 135,5 6 0,2 1 0,3-1 0,0 0 0,2 2 0,0 1 0</inkml:trace>
  <inkml:trace contextRef="#ctx0" brushRef="#br0" timeOffset="18216">29104 5950 7533,'-17'-20'2518,"-1"-3"-719,0 9 1477,8-15-2324,3 20 937,-1-8-630,21 23-989,-9 6 449,14 2 91,13 15 674,1-1 0,5 3-1064,-10-13 0,2 0 0,1 2-659,0 5 1,2 3-1,0 0 1,-4-3 417,7 3 1,-4 1 120,-5-1 0,0 4 0,-5 0-919,-4 12 0,-5-1 619,3-9 0,-2 2-80,-4 5 1,-3 5 0,-6-2 79,-7-10 0,-5-2 0,0 1 0,3 5 0,0 1 0,-4 0 0,-10 3 0,-4-1 0,0-6 0,3-9 0,-1-3 0,-8 14 0,0-6-3277,-5-14 0,11 6 2984,11-39 1,16-6 0,0-21 0</inkml:trace>
  <inkml:trace contextRef="#ctx0" brushRef="#br0" timeOffset="18450">29034 6879 7533,'-9'42'1092,"0"0"0,0-19 0,0 1 0,2 14 0,2 7 0,0-1-789,0-8 1,1-1-1,3-2 12,3 2 0,4-2 494,6 16 1,11-9-1061,18-33 1,4-10 340,-18 9 0,1-2-1097,8-9 1,4-6-1,-4-2 1007,-2-5 0,-2-2 0,6-3 0,-1 0 0,-4-1 0,1 0 0</inkml:trace>
  <inkml:trace contextRef="#ctx0" brushRef="#br0" timeOffset="19733">30127 6160 8072,'-35'-7'2249,"8"2"-1439,-7 16-271,5 8 1,-1 3-360,-5 10-51,7-7 0,-4 5 1,4 0 499,6 9 1,3-1-630,-5-4 0,3 1 0,6 8 0,14-6-450,42-9 91,-8-4-46,7-26 0,3-12-375,-15-3 1,-1-6-1,-2 1 555,6-5 1,-1-4-256,-2-4 0,1-5 0,-6 1 165,-6-7 1,-4 1 224,1 6 0,-1 2 225,-1-7 0,-8 15 2307,-20 43-2082,-3-9 1259,4 29 0,2 12-1140,1-14 1,0 0 0,3 1-683,2 11 1,2 1 262,-2-5 0,0 3 0,5-6-645,13-5 1,2-3 269,-8 0 0,4 0-1324,13-3 1,5-7 1513,10-11 0,0-2-1,-4-13 1</inkml:trace>
  <inkml:trace contextRef="#ctx0" brushRef="#br0" timeOffset="19919">30409 6507 7533,'-9'26'3276,"1"-2"-616,16-12-2660,9-5-1709,19-1 1709,-3-8 0,2-2 0,8-3 0,-14 1 0,-1 0 0</inkml:trace>
  <inkml:trace contextRef="#ctx0" brushRef="#br0" timeOffset="20133">30621 6408 7533,'-27'23'1092,"-1"-1"0,5-10 0,3 3 103,5 24 0,5 7-341,0-2 1,2 0-1229,2-6 1,2 1 253,1-2 0,2 2 0,5-6-1139,11-10 0,4-3 314,-5 4 1,3-6 944,16-15 0,1-11 0,-3-14 0,-11 1 0,1-1 0</inkml:trace>
  <inkml:trace contextRef="#ctx0" brushRef="#br0" timeOffset="21484">27376 7276 7533,'-30'30'1169,"12"11"0,5 10-809,8-16 0,3 2 0,1 2 0,-1 2-652,0-3 0,-1 2 0,1 1 0,0-1 0,1 0-158,2 9 0,1 0 1,1-2-1,-1-3-240,-2 1 1,0-3-1,4-6 803,8-4 1,-1-10-1,-9-17 1,6-19 0</inkml:trace>
  <inkml:trace contextRef="#ctx0" brushRef="#br0" timeOffset="21933">27411 7288 7533,'8'-33'3238,"17"4"-2159,11 21 1,5 4-811,-15 0 1,2 1-328,16 0 1,7 2 0,-1-1 477,-1 2 0,0 0 0,-1 0-782,-6 2 1,0 0 0,3 0 473,2 0 0,3 1 1,0 0-1,-3 1 128,-3 4 0,-2 0 0,1 1-187,-2-2 1,2 0 0,1-1 0,-1 0-32,-2 0 1,0-1 0,-1-1-1,-3 0-112,10 2 0,-2-1 45,1-2 0,-4 0 45,5 4 0,-8 0 135,-10 0 0,-3 2 405,-12 5-450,19 6 661,-23 14-661,-5-5 0,-2 3-45,-3-8 0,0 2 338,0 6 1,1 4 0,-2 0-429,-6 11 0,-2 1-135,0-8 0,0 1 0,-1-1 180,0 6 0,-1-1-990,-5-1 1,1-3-2249,5 4 1799,0-4 0,-14-2 1439,5-25 0,-9 4 0,3-6 0</inkml:trace>
  <inkml:trace contextRef="#ctx0" brushRef="#br0" timeOffset="22183">27499 8019 4889,'-37'-27'3276,"11"20"0,42-21-2184,11 29 0,10 11 0,-1-3-313,5-5 1,4-2-447,-8 3 0,5 1 0,3 1 0,1-1 0,-2-2 44,-2-4 1,-1-2 0,1-1 0,0 0 0,-1 1-512,7 1 1,-1 1 0,0 0 0,3-2-155,-2-2 0,3-1 0,0-1 0,-1-1 1,-3 0-51,-3 0 1,-3-2 0,-1 1-1,-1 1 338,7-1 0,-2 1 0,-1 0-1093,2-3 1,-1-1 0,-11 4 291,-11 5 1,9 2 0,-21 8 0</inkml:trace>
  <inkml:trace contextRef="#ctx0" brushRef="#br0" timeOffset="23517">27129 7350 11490,'-36'32'3276,"9"-13"-1638,4-12 0,-3-3 0,-4-1 0,-3 0-121,-14 0 1,-4 0-1209,9 1 1,-2 1 0,-1-1 139,-2 0 1,0 1 0,-2-2-316,8 0 1,-1-1 0,0 0 0,0-2 22,0-1 1,0-1-1,-1-1 1,2-2-158,0-1 0,1-2 0,0 0 0,0-2-167,-3 0 0,0-1 0,-1 0 0,1-2 167,3 0 0,0-1 0,0 0 0,0 0 0,-1-1 0,1 1 0,-1-1 0,2-2 0,1-1 0,0-1 0,1-1 0,1-3 0,3 0 0,2-2 0,1-1 0,1 0-133,1-1 0,1-2 0,1 1 0,1-1 133,-8-8 0,0 0 0,3-1 0,4 2 0,2 0 0,1-2 0,1 1 0,2-2 0,2-2-45,5 6 0,1-2 0,2 0 0,1-1-45,3-1 0,1-1 0,1 0 0,0 0-90,-1 0 0,1-2 0,0 1 0,1 2-30,3-6 0,1 1 1,-2 2-91,-3 6 0,-3 1 0,2 3-60,4-4 1,-1 3 235,-7 4 1,2 3-686,7-6 700,0 9-700,0 16 536,0 2-446,-24 32 404,7-1 0,-3 4-105,0 1 0,-1 3 1,-1 2-536,0 3 0,1 1 0,2 1-138,4-3 1,3 0 0,1-1-547,-6 10 1,11-8-983,37-11 2261,-15-46 1,0-12 718,1 0 1,1-4 0,0-1 382,-3-7 0,-2-2 0,2 3 350,-3 7 0,1 2 0,5 4 546,16-1 0,8 10-1634,2 16 1,7 9 0,1 2-252,-5-1 0,1 1 0,1 2 0,-1 0 0,-1 0 0,-1 2 0,0-1 0,-1 1 1,-2-2-1,-1 1 0,0-1 0,0 0 0</inkml:trace>
  <inkml:trace contextRef="#ctx0" brushRef="#br0" timeOffset="24234">25471 6135 8252,'-10'-3'3276,"2"50"-1991,6-4 1,4 5-1136,2-2 0,2 3 0,0-1-180,-3-2 0,1-1 0,0-2 389,6 8 1,-2-7 360,-8-8-495,-2-57 0,2-17-555,3 5 0,3-2 0,1-2-763,2-7 1,3-2 0,4 2 682,5 6 0,4 2 1,0 5-1,2-3 1,2 7-1,1 13 0,-1-1 1</inkml:trace>
  <inkml:trace contextRef="#ctx0" brushRef="#br0" timeOffset="24466">25788 6495 7533,'-10'0'3276,"26"0"0,29 0-4915,-13-1 1,1-4 1526,3-5 1,-2-3 0,-10 3 0,-3-2 0,13-24 0</inkml:trace>
  <inkml:trace contextRef="#ctx0" brushRef="#br0" timeOffset="24600">26000 6272 7533,'-23'35'819,"1"0"0,6-5 0,1 1 0,3 3 273,1 7 0,3 3 0,7-2-1333,8-6 0,5-1 0,0-3 1,-1 5-1,6-8 0,16-18 1,0 0-1</inkml:trace>
  <inkml:trace contextRef="#ctx0" brushRef="#br0" timeOffset="26050">24994 6805 7713,'-9'-21'2698,"-15"-1"-809,4 15-1529,1 0 719,-28 13-719,23 12 0,1 5 134,-13 8 1,-1 3 90,4 4 0,3 1-226,7-5 1,11-1-225,23-2 0,10-2-225,5-3 0,6-1 0,0-5 0,2 1 0,-2 0 45,4 6 0,-7 2 360,-10 4 0,-12 0-315,-27 0 0,-11-2-720,5-9 1,-3-1-1,-1-1 720,0-4 0,-2-1 0,2-2 0,-3 2 0,5-1 0,5-2 0</inkml:trace>
  <inkml:trace contextRef="#ctx0" brushRef="#br0" timeOffset="26483">25083 7536 7533,'-22'18'3276,"24"-4"-4555,24-13 1,9-7 1278,-10 3 0,1-3 0,8-8 0,-2-2 0,4-9 0</inkml:trace>
  <inkml:trace contextRef="#ctx0" brushRef="#br0" timeOffset="26667">25241 7363 7533,'-21'29'655,"-1"0"0,1 0 1,-1 10-1,1 2 0,5-2 225,3 3 1,6-2-2141,5 5 1,4-4 1259,10-5 0,13-25 0,-7-11 0</inkml:trace>
  <inkml:trace contextRef="#ctx0" brushRef="#br0" timeOffset="26833">25329 7610 7533,'0'7'3276,"16"-1"-2864,-4-12-412,29-1 0,-19-5 0,11 0 0</inkml:trace>
  <inkml:trace contextRef="#ctx0" brushRef="#br0" timeOffset="27000">25435 7499 7533,'-17'26'1092,"-1"1"0,-1 1 0,3 2-2731,5 8 1,2-1-334,-7 9 2320,32 0 0,-4-38 1,13 3-1</inkml:trace>
  <inkml:trace contextRef="#ctx0" brushRef="#br0" timeOffset="27133">25612 7474 7533,'-4'33'819,"0"0"0,-1 5 0,-1 3 0,-1 0-464,1-4 1,-1-1-1,1 1 1,-1 3 0,1 0-1,1-3 1,1-2-1,0 0 1</inkml:trace>
  <inkml:trace contextRef="#ctx0" brushRef="#br0" timeOffset="65837">6262 7078 7533,'-37'3'655,"-1"1"0,1 0 1,-1 1-1,0 3 0,6 3 225,9 6 1,7 5-611,1 5 0,12 1 385,26-12 0,18-3 1,10-2-1,0 0 0,-9 0-1652,-6 3 1,-4 0 0,8-1 1074,-3-6 1,7 0 0,6-1-1,2-1 1,0 0 0,-1-1 0,-5-1-1,-8 0-78,9 0 0,-8-1 0,7 0 64,-7-1 0,4 0 1,4 0-1,2 0 0,1 0 1,0-1-1,-1 1 26,-6-2 0,0 1 0,0-1 0,0 1 0,1-1 0,1 0 0,1 0 0,2 0-187,-5 0 1,0 1-1,2-1 1,1 1 0,0-1-1,1 0 1,1 1-1,0-1 1,0 0 0,1 1-1,-1-1 159,-2 0 0,0 1 1,2-1-1,0 1 0,0-1 1,1 1-1,-1-1 0,0 1 1,0-1-1,-1 1 0,0-1 1,-2 1-1,-1-1-229,8 0 1,-3 1 0,0-1 0,-1 0 0,-1 1-1,0-1 1,1 0 0,1 1 0,1-1 190,-3 1 1,2 0-1,2 0 1,0 0-1,1 0 1,0 0-1,-2 0 1,-1 0 0,-3 0-1,-2 0 1,-4 0-196,10 0 1,-6 0 0,-2 0 0,1 0 0,7 0 143,-8 0 0,5 0 0,2 0 0,3 0 0,1 0 0,-1 0 0,0 0 0,-3 0 0,-2 0 0,-6 0 20,8 0 0,-6 0 0,-3 0 0,3 0 0,6 0-29,-7 0 0,6 0 0,3 0 0,2 0 0,2 0 0,-1 0 0,-1 0 0,-2 0 0,-3 0 1,-5 0 53,6 0 0,-6 0 0,-2 0 0,1 0 0,8 0-35,-11 0 1,5 0-1,2 0 1,3 0 0,1 0-1,1 0 1,-1 0 0,-1 0-1,-2 0 1,-4 0 0,-3 0 34,9 0 0,-6 0 0,-2 0 0,2 0 0,6 0-18,-10 0 0,4 0 0,4 0 0,2 0 0,1 0 0,1 0 0,-1 0 0,-2 0 0,-1 0 0,-4 0 0,-4 0 71,8 0 1,-5 0 0,-3 0 0,2 0 0,7 0-18,-5 0 0,4 1 0,4-1 0,2 0 0,2 0 0,0 0 0,-2 0 0,-2 0 0,-3 0 0,-6-1 0,5 1 0,-6-1 0,-2 0 0,2-1 0,7 1-54,-7 0 0,6 0 0,3 0 0,3 0 0,1 0 0,-1 0 0,0-1 0,-3 1 0,-3-1 0,-6 1 18,7-2 0,-7 1 0,-2-1 0,2 0 0,6 0 9,-7 1 0,5-1 0,3 1 0,2 0 0,1-1 0,0 1 0,-1-1 0,-2 1 0,-4 0 0,-4-1 40,4 1 1,-6-1-1,-2 0 1,3 1 0,5-1 57,-4 1 1,5-1 0,2 1 0,3 0 0,1-1 0,0 1 0,1-1 0,-2 1 0,-1 0 0,-3-1 105,5 0 0,-2 1 1,-2-1-1,-1 1 0,2-1 1,2 0-1,3 0 31,-9 1 0,2-1 1,3 1-1,1-1 1,2 0-1,-1 1 0,1-1 1,-1 0-1,-2 1 1,-1-1-1,-3 1 0,-3 0-247,12-1 0,-3 0 0,-3 1 0,-2 0 0,1-1 0,3 1 36,-1-1 1,6 0-1,1-1 1,-2 1-1,-5 0 1,-8 2-1,-12 1-1310,0 6-380,7-2 1,-9 4-632,-33 6 2270,-27 15 0,-8-14 0,6-4 0,1 1 0</inkml:trace>
  <inkml:trace contextRef="#ctx0" brushRef="#br0" timeOffset="66683">16669 6111 0,'-26'-6'1638,"-1"1"0,-5 3 0,-11 10 0,-4 10-819,16 0 0,-1 5 0,0 4 0,2 2-305,3 0 0,0 3 1,1 2-1,2 2 1,2-1-480,3 2 1,1 0 0,3 2 0,2-1 0,4-1-81,2 4 0,2 1 0,7-3 1,8-7-436,17-4 0,11-9 0,3-10-340,-6-10 1,3-10 0,0-4 0,0 0 109,1-3 0,0-2 1,0-2-1,-3-1 710,5-8 0,-3-1 0,-6 6 3087,6 1-1449,-36 46 0,-6 14-2210,-2 0 0,-2 6 1,-1 2-1,2-3-521,2-2 1,1-2 0,1 1 882,-1 9 0,0 0 0,9-11 1,20-12-1,-7-17 0</inkml:trace>
  <inkml:trace contextRef="#ctx0" brushRef="#br0" timeOffset="66933">16951 6532 9871,'-6'35'819,"0"0"0,0 0 0,-3 9 0,1 1-1579,4-8 0,1 1 0,0-5 490,-5 12 2039,8-12-1634,10-61 0,4-19-45,-5 9 0,3-3-910,2 5 1,4-3 0,1-1 0,-3 6 403,-1-1 1,3 4-575,4 2 1,4 0 0,-1 8 987,14 13 1,6-3-1,-12 11 1</inkml:trace>
  <inkml:trace contextRef="#ctx0" brushRef="#br0" timeOffset="67250">17233 6668 7533,'-19'20'3276,"3"-8"0,55-18-3224,-15-6 0,1-6-682,2 0 0,1-3 1,-3-2-720,3-14 0,-8-3 1528,-7 6 1,-11 3 1619,-37 1 270,-12 38-900,12 17 1,1 9-136,5 4 1,3 2-1203,6-8 1,3 3 676,3-3 1,1 2 0,9-3-2149,19 0 1,7-2-1,-3 3 1,3-5 1186,13-5 0,3-9 1,-11-14-1,-1-5 0,7-13 1</inkml:trace>
  <inkml:trace contextRef="#ctx0" brushRef="#br0" timeOffset="67533">17551 6681 7533,'-8'25'3276,"14"-6"0,11-7-2145,8-16 1,3-8-2437,5-7 1,-1-6 764,-1-9 1,-7-3 674,-9 8 0,-13 5 1394,-26 12 0,-10 11-810,-1 13 1,-1 11-332,1 1 1,-3 5-1,7 3-1168,10-4 1,5 3-1,6 0-859,10 14 1,8-2 1254,-2-15 1,6-5 0,12-6 0,1-7 0,-8-10 0</inkml:trace>
  <inkml:trace contextRef="#ctx0" brushRef="#br0" timeOffset="67966">18009 6681 7533,'-36'-5'1092,"0"1"0,-4 12 0,3 8 546,8 12 0,3 7 0,0 6 0,7 2-796,12-1 1,12-8-1742,41-19 119,-20-31 0,2-13 1,0-4 194,-1-2 0,0-3 1,0-5-1,-2-1 38,-7 6 1,-1-2 0,-1-3 0,0 0 0,-1 0 0,1 2 300,1-5 0,0-1 0,0 1 1,-2 2-1,-1 1 718,-1-1 0,-1 0 1,-2 4-1,0 4 1166,7-7 0,-10 17-596,-23 36 7,7 15 0,1 11 1,-3 1-271,-7 4 1,-4 2-1,2 2-667,6-4 1,2 1 0,1 2-1,-1 1-202,0-2 0,-1 2 0,0 0 0,1-2 0,3-2-90,1 4 0,2-2 1,0 0-914,-1 8 1,-1 1 0,8-9-2185,15-2 2844,13-19 0,9-47 1,-15 6-1,-1 0 0</inkml:trace>
  <inkml:trace contextRef="#ctx0" brushRef="#br0" timeOffset="68233">18344 6557 7533,'-17'40'1092,"-1"0"0,7-5 0,3 0 546,0-4 0,8-6-5,33-5-4910,6-40 1677,-12 0 1,-1-5 1734,-3-4 0,-3 7 2743,0 24 398,-20 44-1638,-4-11 0,-4 5-1039,-5 3 0,-4 4 0,-2 2-285,4-12 1,-1 2 0,0-1 0,0-1-255,0 5 0,1-1 0,-5 1-582,-1-4 0,-5 3 1,-2 0-1,0-2 0,4-5 241,2-2 0,1-5 0,-3 1 1,-5 2-1,-4 2 0,-1-1 1,3-3-1,2-2 0,-1 0 0,1 1 1</inkml:trace>
  <inkml:trace contextRef="#ctx0" brushRef="#br0" timeOffset="90017">19015 6433 7533,'-38'-14'3276,"13"3"0,17 17 0,24 22-3828,0-4 1,3 3-542,-1 1 1,1 2 0,-1-1 545,2 3 1,-1-2 0,3 3 0,-5-2 0,-7-6 0</inkml:trace>
  <inkml:trace contextRef="#ctx0" brushRef="#br0" timeOffset="90150">19050 6904 7533,'-27'19'3276,"25"10"0,29 8-3148,4-8 1,-6-10 0,-1-3 0,4-4 0</inkml:trace>
  <inkml:trace contextRef="#ctx0" brushRef="#br0" timeOffset="90533">19650 6594 7533,'-38'-13'3276,"21"-4"-1638,32 2 0,11-1-687,5-3 1,5 0-1072,-5 5 0,3 1 0,-1 7 210,9 11 0,-4 10 0,-11 6 0,-9 8-270,-13 6 1,-7 9 0,-3 4 0,-1-4 389,0 4 0,-1-2 0,-3 4-138,0-7 0,-2 4 0,0 0 0,-1 0 0,1-3 18,0-2 0,1-1 0,0-2 0,0 0-90,-1 5 0,0-2 0,-1-2-548,-3 0 0,-2-2 0,3-7-262,-7 1-829,5-4 1,1-5 818,6-20 1,2-16 0,8-20 0</inkml:trace>
  <inkml:trace contextRef="#ctx0" brushRef="#br0" timeOffset="90750">19950 6495 7533,'35'-22'1092,"0"0"0,-4 4 0,1 4 546,6 1 0,0 8-597,0 12 1,-3 8-638,-7 7 1,-7 7-135,-14 18 0,-14 6-900,-9-12 1,-7 1-1,-3 0-190,5-11 1,-2 1 0,-1-2 0,0-2 448,-4 0 0,1-2 0,2-3 0,1 3 0,5-8 0,3-18 0</inkml:trace>
  <inkml:trace contextRef="#ctx0" brushRef="#br0" timeOffset="91083">20443 6470 7533,'-8'32'1092,"-1"1"0,3 7 0,2 2 546,-1-2 0,2 0-462,6 7 1,2-5-1537,5-8-1169,15-10 44,-7-45 1,0-10 855,11-5 509,-17 5 0,-1-7 0,-1 4 1109,4 8 1,-2 3-226,-7-5 1,2 6 584,8 17 289,-13 26 0,-4 11-488,2 3 1,0 3-2790,3 10 1,2-2-1,3-15 1,2-4 1117,1 7 1,13-34 0,-14-7 0</inkml:trace>
  <inkml:trace contextRef="#ctx0" brushRef="#br0" timeOffset="91368">20796 6482 9242,'-10'37'3276,"3"12"-1638,6-12 0,2 4-546,-1-6 0,0 2 0,0-1-654,0 12 0,0-3-393,-2-7 0,4-15 224,5-26-779,3-21 1,1-17-1,2 1-583,1 9 1,2 0 0,1 0-1,3-7 1,1-1 0,1 5 438,0 1 1,1 7 0,10 9 0,-15 4-1</inkml:trace>
  <inkml:trace contextRef="#ctx0" brushRef="#br0" timeOffset="91700">21061 6743 7533,'-12'18'3276,"14"-5"-4102,20-7 1,7-5 555,4-8-15,-7 1 0,-3-7-1289,-7-17 0,-6-3 1796,2-2-402,-2-2 0,-5 0 1710,-20 4 1078,-5 12 668,-23 23-1638,15 29 0,3 8 0,4-16 0,3 2-546,1 15 0,3 8 0,4-5 546,3-12 0,4-1-1343,-1 2 1,2 4 0,8-4-1935,18 2 1,9-6 1370,-4-9 0,2-4 0,9 0 0,1-8 0,-12-10 0,1 0 0</inkml:trace>
  <inkml:trace contextRef="#ctx0" brushRef="#br0" timeOffset="92517">21608 6854 10591,'26'10'1092,"1"0"0,-2-3 0,2-2-1111,19-2 0,1-6-1620,-20-5 1,0-2 893,21-2 0,-5-8 25,-25-13 1,-7-5 404,0 10 0,-4-1 799,-10-9 1,-12 5 549,-16 15 1,-7 9-271,8 9 1,0 6 449,-14 6 0,3 9-122,20 5 0,4 6 0,2 0-952,-1 5 0,3 1 130,-3 8 0,9-1-1031,22-3 1,9-7-275,-5-14 1,3-4 179,11 5 1,4-5 472,7-10 0,-3-8 0,2-10 0,-15 4 0,1 0 1</inkml:trace>
  <inkml:trace contextRef="#ctx0" brushRef="#br0" timeOffset="92700">22190 6656 7533,'8'-1'3276,"1"2"0,17 34-1638,-5-4 0,1 5-1586,-4-7 0,1 3 0,-1-2-1411,5 10 0,1-2-280,2 2 1,-3-5 1265,-11-13 1,11 1-1,-13-17 1</inkml:trace>
  <inkml:trace contextRef="#ctx0" brushRef="#br0" timeOffset="92853">22525 6631 7533,'-28'16'1092,"1"0"0,-4 9 0,3 2 2184,-1 9-2253,-1 4 1,3 1-1114,11 3-720,-1-16 1,-4 3 0,4-3-451,4 15 1293,-4-7 0,0-2 0,8-5 0,1 5 1</inkml:trace>
  <inkml:trace contextRef="#ctx0" brushRef="#br0" timeOffset="93134">22525 6780 11760,'18'-13'3276,"15"1"-1245,12 0-2840,-6 10 764,-19 24 0,-7 7 135,-13 13-596,-8-1 1,-4 10 0,-1-6 550,2-11 0,-1 1 22,-4 4 0,-4 8 1,-1 0-1,5-8-22,4-2 0,-1-2-90,-4-1 0,-3 5 0,0-1 0,4-6-584,4-5 1,1-3-1011,-15 11 1,3-5 58,11-11 1580,-4-25 0,16-20 0,0-18 0</inkml:trace>
  <inkml:trace contextRef="#ctx0" brushRef="#br0" timeOffset="93334">22613 6867 7533,'34'-25'1092,"1"0"0,0 7 0,2 3 546,8 1 0,-2 5-237,-13 6 0,-3 6-1356,1 3 0,-7 6-225,-11 30 90,-10-6-407,-16 0 0,-9 2-313,3-12 1,-2 0-1,-3-2 445,-2 2 1,-3-2 0,1 1 0,4-2 0,0 0 0,1-3 0,-4-6 0,1 0 0</inkml:trace>
  <inkml:trace contextRef="#ctx0" brushRef="#br0" timeOffset="93683">23072 6210 7533,'-5'25'1092,"0"1"0,1 12 0,0 6-273,2-7 0,0 5 0,0 1 0,0 1-897,1 4 0,1 1 1,0 1-1,-1 0-742,-1 0 1,0 0 0,0 0 0,0-4-274,1 3 1,0-4 0,3-6 1022,6-5 1,0-16-1,-4-33 1,12-29-1</inkml:trace>
  <inkml:trace contextRef="#ctx0" brushRef="#br0" timeOffset="93899">23160 6892 7533,'18'15'3276,"-9"28"-1638,-2-17 0,2-2 0,6 3 0,3-11-2921,14-39 833,-12-2 0,-5-4-360,-10-5 1,-10 3 809,-14 11 0,-5 8-2338,-17 21 2338,5 24 0,31-7 0,22-10 0</inkml:trace>
  <inkml:trace contextRef="#ctx0" brushRef="#br0" timeOffset="94417">23442 6668 11490,'-20'-14'2609,"5"3"-1620,15 6-539,0 4 90,0-5 989,0 6-2788,0 17-1080,0 9 2339,0 12 0,-8 0 0,-2-8 0</inkml:trace>
  <inkml:trace contextRef="#ctx0" brushRef="#br0" timeOffset="94617">23442 6966 10771,'0'48'-360,"0"-20"0,0 1 360,0-3 0,0 0 0,0 16 0,0-18 0</inkml:trace>
  <inkml:trace contextRef="#ctx0" brushRef="#br0" timeOffset="94801">23654 6867 7533,'-10'-7'3276,"18"7"-1425,27 7-1851,4-1 0,-3-6 0,-21-6 0</inkml:trace>
  <inkml:trace contextRef="#ctx0" brushRef="#br0" timeOffset="94983">23777 6619 7533,'-16'29'1092,"-1"0"0,-6 12 0,1 6 0,8-7 0,1 3 0,1 1-938,-2-1 1,1 0 0,6-3-155,12 8 0,6-8 0,11-4 0,21-39 0</inkml:trace>
  <inkml:trace contextRef="#ctx0" brushRef="#br0" timeOffset="95233">23848 6941 7533,'-22'28'1092,"1"1"0,5-1 0,2-1 2184,-11 6-3442,40-16-3111,7-23 2506,13-2 2660,-9 19 360,-16 16-3598,-3 6 1349,1-10 0,2-28 0,8-9 0</inkml:trace>
  <inkml:trace contextRef="#ctx0" brushRef="#br0" timeOffset="95367">23918 6966 12390,'36'7'720,"-1"-13"-720,8-13 0,-21-2 0,1-2 0</inkml:trace>
  <inkml:trace contextRef="#ctx0" brushRef="#br0" timeOffset="95550">24077 6631 8792,'-21'30'1092,"-1"-1"0,2 13 0,3 3 0,6-11 0,2 0 0,1 1-1687,1 2 0,1-1 0,4-2-61,4-1 1,3-3-1,5 10 1,8-28 0</inkml:trace>
  <inkml:trace contextRef="#ctx0" brushRef="#br0" timeOffset="95883">24130 6953 7533,'-18'35'3276,"1"5"-1638,11-12 0,2 0-2883,-4 11-1184,8-10-90,8-22 3599,2-2 449,0-5-180,13 0-629,-11-11 359,21 8 1260,-21 3-270,-4 36-1890,-12-11 1,-2 3-1819,-2 9 1,-2 0 1627,-3-10 1,1-2 0,0 17 0,-4-24 0</inkml:trace>
  <inkml:trace contextRef="#ctx0" brushRef="#br0" timeOffset="114550">30833 6148 7533,'-28'19'3148,"3"-1"-360,15-6-1618,2 1 809,40-6-3059,7-2-359,-1-12 0,2-2 44,-11 7 1,-1 0 1086,-2-9 0,-1-1 0,8 6 0,-5-7 0</inkml:trace>
  <inkml:trace contextRef="#ctx0" brushRef="#br0" timeOffset="114700">30974 6433 7533,'-30'25'3276,"38"-12"-4240,19-14 1,9-9 963,2 1 0,0-4 0,-1-4 0,-3-3 0,-13 5 0,-1 0 0</inkml:trace>
  <inkml:trace contextRef="#ctx0" brushRef="#br0" timeOffset="115036">31450 6135 7533,'-37'10'1638,"10"18"0,5 9 0,13 0 0,4 3-282,-3 9 0,8-5-3334,28-6 1168,9-36-495,-3-32 1,-1-14 629,-11 5 1,-3-3 704,-3 9 0,-1-1 0,-3 4 2129,-4-14-1799,-18 43 1278,0 31 0,2 16-602,1-14 1,0 2 0,4 2-1343,6 6 0,5 1 0,2 0-787,1-5 1,1-1 0,4-5 1053,15 3 1,3-9-1,-3-12 1,-1-6-1,13-8 1</inkml:trace>
  <inkml:trace contextRef="#ctx0" brushRef="#br0" timeOffset="115233">31926 5640 7533,'-21'14'1638,"-1"-1"0,-7 27 0,18-1 0,4 2-12,2-13 0,4-1-2166,9 15 1,8-4-1100,5-19 1,1-2 1304,11 20 0,-8-24 0,-1-4 0,-6-2 0</inkml:trace>
  <inkml:trace contextRef="#ctx0" brushRef="#br0" timeOffset="115383">32120 5701 7533,'-35'14'1092,"0"0"0,11-7 0,1 4 546,-7 20 0,3 7-1631,3-1 0,3 2-223,5-5 0,1 1-834,-3-4 1,-2 2 0,3-5 1049,-5 8 0,2-14 0,-3-3 0,-12-1 0</inkml:trace>
  <inkml:trace contextRef="#ctx0" brushRef="#br0" timeOffset="115500">31715 5962 7533,'8'-19'3276,"25"6"-1638,3 14 0,6 4-1367,-6-4 0,1 0 1,0 0-1,-3 1 1,1 0-1,-2-1 1,13-5-1,0 1 1</inkml:trace>
  <inkml:trace contextRef="#ctx0" brushRef="#br0" timeOffset="163253">26088 384 7533,'-37'-27'3276,"3"16"-616,17 36-1568,1 7 0,-2 11 0,3-3-2031,2-4 0,0 3 1029,-1-2 0,-3 7 0,0 1 0,1-5-30,1-2 0,0-4 0,-1 3 97,0 0 0,-2 3 1,-1 0-1,2-3 76,1 0 0,0-2 1,-1 1 95,-8 8 1,-2 2 0,6-10-420,6-3-730,24-50 1,12-24 0,5-8 0,-4 8-202,-5 12 0,-2 2 1,4-4 801,-1 0 1,4-7-1,1-4 1,1 0 0,0 0-1,-1 5 1,-2 6-112,4-2 0,-1 6 0,-1 0 450,4-5 0,1 0 0,-2 5-120,-2 4 0,-1 8 3276,16 15-3136,-37 16 1498,-1 13 0,-2 6-488,-3-4 1,-2 2-432,-3 14 1,1 0-450,1-13 0,4-2 45,4 3 0,6-7-675,12-13 225,16-11 0,5-8-698,-10-4 1,0-4 742,6-5 0,2-4 0,-2-1-990,3-6 1,-3-3 779,-10 9 0,1-2 1,-2 1 1018,6-3 0,-1 3-134,-7 8 0,-1 5-496,5 5 1980,-11 50-1709,-16-12-1049,-4 2 0,-2 7 0,0-5 779,0-10 0,1 1-1183,-2 17 1,1 8 0,1-7-547,0-15 1,2 0 1491,8 11 1,4 7-1,1-8 1,-4-14-1,1-2 1,10 13-1,0 0 1</inkml:trace>
  <inkml:trace contextRef="#ctx0" brushRef="#br0" timeOffset="163483">27234 471 7533,'-35'32'1638,"16"3"0,3 11-819,7-6 0,2 6 0,1 2 0,0-3 273,0 2 0,0-2 0,1 4-935,2-10 0,1 5 1,1-1-1,0-2 1,0-7-428,1 1 0,0-3-823,0 3 1,0 2 0,0-6-2185,0 9 3227,0-3 1,0-19 0,0-12 0</inkml:trace>
  <inkml:trace contextRef="#ctx0" brushRef="#br0" timeOffset="163866">27164 434 7533,'-10'-20'3276,"18"8"-1638,22 7 0,7 4 1638,10 1-2034,1 2 1,2 2-1468,-22 1 1,-2 2-1126,3 8 1,-3 1 1169,-2-4 0,-5 3-1259,-11 14 0,-6 0 989,4 2 420,-21-5 0,-11 5 0,4-3 1379,1 12-1109,-7-13 0,-8 1 0,4-2 749,11-5 1,1-2-46,-12 2 1,3 1 1725,1 14-3209,28-21 896,28 7-807,-3-20 0,3-3-90,0 7 1,-1-1 359,18-4-450,-4 16 361,-29-9 538,3 21 1,-30 3-90,-1-11 0,-4 2-320,-5 5 1,-4-1-131,-2-7 0,-2-1 0,2-1-1369,5 2 1,0-1 1573,-6-3 1,-4-1 0,8-6 0,2-6 0,-23 1 0</inkml:trace>
  <inkml:trace contextRef="#ctx0" brushRef="#br0" timeOffset="164333">26988 359 7533,'-10'-33'2968,"2"5"-1079,8 21-1259,-8 1 1618,-10 50-1888,7-11-1418,-4 3 1,-3 9 0,4-5 1147,6-9 0,0 0 90,-9 12 0,-4 4 0,2-4 19,4-12 0,1 1-177,0 0 1,-1 4-1,-1 1 1,2-3-563,-6 9 1,1-1 329,1 1 0,0 3 0,3-4-1429,3-4 1,4-4 1355,2-6 1,4-7 0,4-15 0,6-27 0</inkml:trace>
  <inkml:trace contextRef="#ctx0" brushRef="#br0" timeOffset="164517">26917 558 7533,'0'36'1638,"0"-1"0,0 7-546,2-4 0,1 2 0,0 1-1239,0 1 1,0 0 0,1 0 146,-2 3 0,1 1 0,1-5-810,4-2 1,0-2 224,-3 6 0,0-3 1406,5-3-821,-5-8 0,-2-2 0,-3-12 0,0 9 0</inkml:trace>
  <inkml:trace contextRef="#ctx0" brushRef="#br0" timeOffset="164666">26741 942 7533,'0'-19'3276,"23"6"-2801,13 9 1,5 3-476,-10 0 0,2 2 0,14 1 0,-2 1 0,-2 4 0</inkml:trace>
  <inkml:trace contextRef="#ctx0" brushRef="#br0" timeOffset="166133">28063 608 7533,'-37'-8'3276,"-4"8"-796,29 7-861,-3 11-3328,30 13 360,-11-9 1251,20 12 0,-14-20 0,7 4 0</inkml:trace>
  <inkml:trace contextRef="#ctx0" brushRef="#br0" timeOffset="166267">28028 979 7533,'-33'24'3276,"19"19"-1638,0-21 0,5 2-1168,17 10 1,7-2-1,-1-3 1,19-2 0</inkml:trace>
  <inkml:trace contextRef="#ctx0" brushRef="#br0" timeOffset="173783">28910 471 6813,'0'-19'810,"0"6"-361,0 8-898,0 5 269,0 5-540,0-3 720,0 3-180,0-5 540,0 0 270,-8 6-181,6-5-359,-13 5-270,13-6 91,-6 0-541,8-6 630,0 5 0,8-5 90,-6 6 539,6 0-539,-8 0 1889,0 0-1619,-8 0 0,-2 0 90,-16 33-360,7-13 149,5 8 1,0 9 0,1 0 120,-7 5 0,2 4-362,9-6 1,1 5-1,1 2 1,2-4 121,-1-2 0,1-3 0,8 0-360,12 6 0,9-1 0,4-12-153,9-14 0,4-13 303,-5-8 0,1-6 0,-4-8 60,-2-16 0,-5-11 0,-5-3 97,-7 12 1,-4-1-1,-2-2 1,-2 0-67,-3-6 1,-1-2-1,-4 1 1,-1 3 207,-3 0 1,-3 2 0,-6 6 105,-17-6 0,-4 10-135,-6 8-810,15 24 1,6 9-2648,19 16 3151,4 1 1,15 8 0,1-16 0</inkml:trace>
  <inkml:trace contextRef="#ctx0" brushRef="#br0" timeOffset="174200">29333 694 8432,'-3'29'1092,"-1"0"0,3-2 0,0 1-85,-4 5 0,-1 3 0,1-3-918,4-4 1,0-2-180,-3 15 1,0-4-181,4-9-90,0 1-270,8-40 270,4-20 1,2-7 269,-4 11 0,1-1 60,4-6 0,1-3 0,2 7 165,1 10 0,-1 2 45,12-19 719,-7 31-494,-20 26 0,-6 9-136,3-6 1,0 3-1909,0 19 1,0-1 688,0 2 950,8-8 0,2-32 0,8-1 0</inkml:trace>
  <inkml:trace contextRef="#ctx0" brushRef="#br0" timeOffset="174483">29651 880 8342,'0'19'3276,"0"10"-1065,8-14-2930,9 3-721,19-40 541,-7 4 269,-9-13 1,-7-7 44,-10 9 0,-4-1 765,3 2 0,-6 3 1169,-29-10-135,7 57 1,-1 13-811,6-18 1,1 3 110,-2 18 0,1 10 0,7-3-335,10-3 0,4-2-180,-7 7 0,8-4-1350,24-8 1,7-12 1349,4-22 0,1-5 0,0-6 0,-14-6 0,-1 1 0</inkml:trace>
  <inkml:trace contextRef="#ctx0" brushRef="#br0" timeOffset="175567">28857 1314 7533,'-19'-6'2158,"-28"-1"-1708,31 1 1349,-33 0 1080,37 6-1710,-4 0 360,48 16-90,-9-6-540,6 0 1,7 0 0,-3-1-875,-6-4 1,1-2 394,16 5 0,7 0 0,-7-2-286,-11-4 1,-1-1 195,15 4 0,6 2 0,-6-2-105,-11-4 0,1-1 134,8 1 1,6 1 0,-6 1-270,-13-1 0,-2 1 0,5-2 0,4-1 0,-7 1 163,9 4-343,-11-4 0,-1-2 90,-1 1-630,-11 0 540,-9 0 90,-31-11 0,9-3 0,-19-11 0</inkml:trace>
  <inkml:trace contextRef="#ctx0" brushRef="#br0" timeOffset="176253">30674 570 7533,'-35'6'1638,"10"3"0,-1 5-3277,-6 7 1,1 2 1551,2-3 1,1 1-63,-3 9 1,3-2 328,9-6 433,3 18-433,16-24-883,16 13 703,3-16-225,2 2 1,2-1 224,6 1 2033,4 14-1763,-15-10 359,0 17-359,-16-8 0,-9-2 0,-4 0-180,-11 3-180,-7-5 0,1-1-180,13-2-989,-10-9 0,3-1 809,18-4 450,-12-29 0,32-7 0,-6 1 0,-1 1 0</inkml:trace>
  <inkml:trace contextRef="#ctx0" brushRef="#br0" timeOffset="176403">30745 706 7533,'0'21'3276,"0"1"-616,7-20-2120,27 3-1934,7-11 0,4-4 864,-10 3 1,2-1 529,7-7 0,3-4 0,-6 0 0,-13 2 0,-3-2 0,12-8 0,0 0 0</inkml:trace>
  <inkml:trace contextRef="#ctx0" brushRef="#br0" timeOffset="176603">31238 260 7533,'-23'20'1092,"-1"-1"0,-9 12 0,2 1-548,15-11 0,0 1 535,-5 9 0,-3 4 1,3-2-811,4-5 1,2 2 150,-4 12 0,-1 5 0,3-4-330,5-12 0,2 0-150,-2 13 0,0 7 0,3-8 105,3-16 0,2 0-825,2 6 0,2 5 1,2-6 779,8 5-1639,8-11 1,5-5-1471,8-14 2699,10-25 0,1-10 1,-16 10-1,-2-4 1,2-3-1,-1-1 0,1 0 1</inkml:trace>
  <inkml:trace contextRef="#ctx0" brushRef="#br0" timeOffset="176867">31291 719 7533,'-17'-7'3276,"-17"29"-4102,7 2 1,2 3 1050,8-3 0,0 2 674,-13 15 1,5-2 959,21-15-2264,-5 3 0,3-3 315,14-14-2429,17 6 2519,-3-21-1639,7-5 1,-2-4 58,-11-8 995,13-4 1,-3 0 584,-20 8 899,17-15-449,-23 32 1439,0 17-989,0 1 44,0 8 0,0 2-584,0-3-540,0 21 180,0-35-2968,16 12 2878,-4-21 305,21 4 0,-13-15 0,5-4 0</inkml:trace>
  <inkml:trace contextRef="#ctx0" brushRef="#br0" timeOffset="177050">31468 682 7533,'-10'21'3276,"-6"6"0,22-19-2722,4 5-1454,33-8 900,-4-10-1439,-1-6 0,-1-2 0,4-9 783,-15 5 1,-1-2-1,0-6 1,-7 1 0</inkml:trace>
  <inkml:trace contextRef="#ctx0" brushRef="#br0" timeOffset="177233">31750 335 7533,'-18'20'1092,"1"0"0,-6 11 0,3 6 0,6 1 0,2 3 0,0-1-849,0-8 1,0-2 0,1 3-364,1 15 0,2 3 0,1-7 210,1-16 0,2-1-330,0 14 0,2 5 1,0-7-1194,2 2 308,4-2 1,0-4 1124,-2-20 0,13 2 0,-5-17 0</inkml:trace>
  <inkml:trace contextRef="#ctx0" brushRef="#br0" timeOffset="177516">31768 818 7533,'-8'26'3058,"6"14"-1439,10-18-1439,-4 9 809,35-19-1798,-18-12-46,4-9 1,1-6-136,-2-10 1,-3-5 719,-5 9 0,-2-2-315,1-12 1,-7 2 1483,-16 10-359,-17 11 1098,3 28 0,-1 9-1162,-1-4 0,1 2-255,1 11 0,2 6 1,3-3 48,5-8 0,3 1 389,-3 7 1,0 5-1,4-5-704,5-11 0,4-2 135,12 17 0,6-6-2518,6-13 2428,6-18 0,9-6 0,-5-5 0,-11-6 0,-1-3 0,18-12 0,0 1 0</inkml:trace>
  <inkml:trace contextRef="#ctx0" brushRef="#br0" timeOffset="178503">24924 137 7533,'-10'-13'1799,"2"6"180,8 29-1620,0 7-306,0 0 1,0 8 0,0 2 238,0 1 0,1 3 1,-1 2-1,-1-1-1029,-2 1 0,-1-1 1,-1 2-1,1 1 809,2-3 0,0 4 0,1-1 0,-2 0 0,0-5-252,-5 10 0,-1-5 1,0 0-796,3 3 0,0 0 0,1-5 795,-1-6 0,2-4-1304,0 6 0,8-13 1484,29-42 0,-9-9 0,-4-8 0,1 0 0</inkml:trace>
  <inkml:trace contextRef="#ctx0" brushRef="#br0" timeOffset="178750">25329 359 7533,'-34'23'819,"0"0"0,3 4 0,-2 5 0,1 1 0,6-6 0,0 2 0,0 0 0,2-1-1011,-5 7 1,1-1 0,3-1 460,-8 8 1,9-8 180,14-18-172,2 2-188,16-17 404,15 4 1,3 3-135,1 1 45,13 8 0,1 3-585,-10 3 314,6 2 1,1 4-1774,-14-2 1,1-1-1,6-1 1,-2-1 1288,-10 2 1,-2-3 0,8-3 0,-7-1 0</inkml:trace>
  <inkml:trace contextRef="#ctx0" brushRef="#br0" timeOffset="178900">25471 868 15448,'17'5'1979,"24"8"-2744,-6-2 1,1 2 217,-6-2 1,1-1 0,7 2 0,-2-1 0,-1 2 0</inkml:trace>
  <inkml:trace contextRef="#ctx0" brushRef="#br0" timeOffset="180950">29192 1524 7533,'-19'17'1638,"2"11"0,2 9 0,9 6 0,1 6-2458,-3-12 1,-1 5 0,0-1 0,1-3 419,3-2 0,2-3 0,0 2 130,-3 12 0,0 2 0,2-8 895,3-14 0,2-3-1839,-1 18 0,0-2 764,0-6-2827,0 2 3129,0-24 0,8-12 1,2-6-1</inkml:trace>
  <inkml:trace contextRef="#ctx0" brushRef="#br0" timeOffset="181200">29475 1698 7982,'-17'21'1092,"0"-1"0,-12 13 0,-2 2-265,6-7 0,0 0 0,0 0-967,-8 6 0,1-2 499,2 3 1,4-8-29,6-17 1019,2 6-824,10-10 283,16-5-89,2 4 449,23 12-809,-11-7-315,9 11 0,3 3-45,-1-6-1093,-5 1 1,5 4 0,-4-3-964,14 5 2056,-1 1 0,-1 0 0,-2 0 0,-14-10 0,1-1 0</inkml:trace>
  <inkml:trace contextRef="#ctx0" brushRef="#br0" timeOffset="182100">30586 1810 7533,'-41'12'1439,"25"0"-450,-18 1 1,-3 3-271,16 6 1,1 1-630,-3-6 0,-1 1 45,-6 13 0,5 0-135,12 4 0,-13 3-270,26-9-180,26-22 360,-5-1 180,28-6-180,-4 0 90,-6 0 90,-5 5 90,-42 18-270,-4-1-90,-10 2 0,-5-1-495,4-6 1,-1-1 404,0 1 0,1-2-2248,-10 3 2518,25-18 0,8-12 0,0-8 0</inkml:trace>
  <inkml:trace contextRef="#ctx0" brushRef="#br0" timeOffset="182533">30656 1822 7533,'-35'5'2338,"8"2"-1258,-7 6-451,13 6 1,-1 2-450,-17-2 233,10 16 0,-1 9 126,9-15 1,1 0 0,0 1-296,-1 8 1,1 2 175,2 0 0,1 3 0,3-6-240,8-11 0,3-2-270,-5 5 0,8-3-900,31-8-45,-1-34 1,3-8 584,-7 11 1,1-2-250,3-15 0,1-9 0,-4 1 294,-5-6 0,-5 1 270,3-1 1,-3 1 493,0 1 1,-10 10 2916,-15 24-2747,-2 9 986,1 18 0,1 9-706,-2 9 1,2 1-810,2-6 0,2 0-360,1 13 1,6-5-2430,23-11 1440,-5 2-290,6-27 1,3-8 1629,9-27 1,-16 15-1,-1-2 1,-5-7-1,0 1 1</inkml:trace>
  <inkml:trace contextRef="#ctx0" brushRef="#br0" timeOffset="182750">30939 1884 7533,'-40'18'1638,"12"-3"0,2 6 0,9 11 0,4 3-1047,-2-10 1,1 1-232,-4 17 0,4 0-270,12 3-90,-5-6-2609,30-7-668,14-53 3033,10 9 0,-24-8 0,-3-4 0,6-8 0</inkml:trace>
  <inkml:trace contextRef="#ctx0" brushRef="#br0" timeOffset="182900">31009 1884 7533,'-19'21'3276,"3"1"-886,47-21-2210,-15 5-1484,15-9 0,3-6 1304,-3-10 0,-6 7 0,1-2 0,9-16 0</inkml:trace>
  <inkml:trace contextRef="#ctx0" brushRef="#br0" timeOffset="183086">31150 1549 7533,'-17'30'819,"-1"0"0,0 0 0,3-2 0,1 2 273,0 6 0,0 6 0,3-1-1637,5-2 0,4-1 0,-2 0 245,-2-4 0,0 0 0,0 1 150,1 10 0,2 2 0,4-7 106,6-11 1,1-3 0,-3 3 0,2-2 0,18 2-1</inkml:trace>
  <inkml:trace contextRef="#ctx0" brushRef="#br0" timeOffset="183267">31327 1549 8882,'-10'20'3276,"2"9"-2864,8 19-1132,0-11-764,4-2 0,0-1 918,-2-11 0,6 17 0,-8-21 1</inkml:trace>
  <inkml:trace contextRef="#ctx0" brushRef="#br0" timeOffset="183434">31291 1896 7533,'-11'24'1092,"-1"-1"0,5 6 0,0 0 148,-10-2 0,1 0-925,9 8 0,4-1-495,-5 5 0,8 0-1619,0-15 1799,16-19 0,-4-16 0,13-3 0</inkml:trace>
  <inkml:trace contextRef="#ctx0" brushRef="#br0" timeOffset="183684">31380 2082 7533,'0'36'3276,"0"-3"-2685,15-1-591,-11-14-719,28-40-720,-13-18 1259,1 4 720,-12-8 1618,-34 52-629,-11 17-1169,7 0-405,15 1 0,7-1-2743,16-10 629,9-3 2159,3-19 0,6-12 0,-9-6 0</inkml:trace>
  <inkml:trace contextRef="#ctx0" brushRef="#br0" timeOffset="183917">31591 1996 7982,'-9'43'1092,"1"0"0,2-9 0,2-3 2184,-4 12-4161,24-32-105,1-30 1,1-8-90,13 0 494,-5-5 1,-3 1 1483,-3 10 2159,-2 41-1888,-11-5-1080,-5 20 0,-4 5-3367,2 1 3174,8-2 0,-6-17 0,6-22 1</inkml:trace>
  <inkml:trace contextRef="#ctx0" brushRef="#br0" timeOffset="184433">28663 2479 7533,'-47'12'2338,"14"-5"-269,80 10-1417,-9-11 0,9-2 0,6 0 1,3 1-1122,-13-1 1,3 1 0,2-1 0,1 1 0,2 0 0,2-1 0,0 1 629,-11-2 0,1 0 1,1 0-1,1 0 0,0 0 1,2 0-1,-1 0 0,1 0 1,0-1-1,0 1 0,0-1-132,-2 0 0,0 1 1,1-2-1,0 1 0,1 0 1,-1 0-1,1-1 1,-1 1-1,0-1 0,0 0 1,-1 1-1,0-1 105,6 0 1,-1 0 0,0 0 0,0-1 0,0 1 0,-1 0 0,0-1 0,-1 0 0,0 0 0,-1 0 54,1 0 1,0 0 0,-1-1 0,0 0 0,-1 1 0,-1-1 0,0 0 0,-1-1 0,-2 1-69,10 0 0,-1-1 0,-1 0 0,-2 0 0,-2-1 1,-3 1-55,1-1 0,-3 0 1,-2-1-1,0 2-280,7-1 0,-2 1 0,-5 0-1316,-9-1 0,-3 0-110,5 1 1,-1-1-1639,12-4 3309,-18-11 0,-15-1 0,-2-6 0</inkml:trace>
  <inkml:trace contextRef="#ctx0" brushRef="#br0" timeOffset="-171546.73">17551 11415 0,'-41'-18'1638,"11"10"0,-3 8-546,-8 12 0,-4 10 0,1 10-546,18-5 0,0 6 0,0 4 0,2 2 0,1 0 0,1-2-89,1 0 1,1-1 0,1 0-1,3 2 1,2 1-530,1 8 0,0 6 0,4-1 0,8-7 0,10-12-468,18-10 1,12-11-1,1-14-7,-10-14 1,2-14 0,0-8 0,0-4 0,-2-1 0,-2 5 320,-2 3 0,-2-1 0,-1 0 0,-1 1 0,-1 1 1045,1-9 0,0-5 0,-3 11 0,-2 22 819,-1 36 0,-3 21-1563,0-3 0,0 8 0,1 2 0,1-4 0,2 5 1,2-3-1,6-10 0,7-23 0,0 0 0,0 0 1</inkml:trace>
  <inkml:trace contextRef="#ctx0" brushRef="#br0" timeOffset="-171380.73">17868 11179 7533,'-27'7'1092,"26"18"0,11 13 0,2 0-966,0-5 0,2-1 1,1 2-1,3 9 1,1 3-1,1-8 1,5-13-1,-1 1 1</inkml:trace>
  <inkml:trace contextRef="#ctx0" brushRef="#br0" timeOffset="-171196.73">18115 11167 7533,'-25'30'273,"0"1"0,0-1 0,0 0 0,-2 11 0,1 0 0,-1 0 0,-3-2 0,-1-2 0,4-1 0,2 3 0,1 0 0</inkml:trace>
  <inkml:trace contextRef="#ctx0" brushRef="#br0" timeOffset="-171113.73">17780 11440 8432,'26'7'364,"1"1"0,3-6 0,3 1 0,-1 4 0,2 3 0,0-3 0,8-5 0,0 1 0</inkml:trace>
  <inkml:trace contextRef="#ctx0" brushRef="#br0" timeOffset="-170796.73">18450 11712 7533,'22'25'364,"14"-16"0,8-4 0,-8-1 0,2 0 0,0-1 0,2-3 0,1 0 0,-1 0 0</inkml:trace>
  <inkml:trace contextRef="#ctx0" brushRef="#br0" timeOffset="-170630.73">18503 11997 7533,'33'-8'252,"0"1"0,-1-1 0,8 2 0,1 2 0,2-1 0,-3-1 0,3 0 0,1 0 0,-3 0 0,6 2 0,-1 0 0,0 0 0</inkml:trace>
  <inkml:trace contextRef="#ctx0" brushRef="#br0" timeOffset="-166460.74">8537 7176 7533,'8'-13'1079,"25"13"-720,-3 12 1,6 7 0,0 2-390,3 2 0,2 1 1,3 2-627,-4-4 1,4 2-1,2 1 1,-2-1 0,-5-2 40,3 4 0,-4-1 1,4-1 829,-3-6 1,4 1 0,2-2 0,1 0 0,-2-3-126,-4-4 0,0-1 1,0-2-1,0 0 1,-2 0-1,7 3 0,-3 0 0,2-1 0,4 0 35,-4-2 0,4 0 0,2-1 0,1-1 0,-1 0 0,-1 0-65,-5-1 0,0 0 0,0-1 0,-1 0 0,0-1 0,-1 1-197,4 0 0,-2 0 0,0-1 0,1 1 1,4 0 110,-3 0 0,3 0 0,2 0 1,1 1-1,-1-1 0,0 0 1,-2 0-50,1-1 0,-1 1 0,-1-1 0,0 0 0,-1 0 0,-1 1 57,2 0 0,-1 1 0,-1 0 0,1 0 0,4 0-5,-9-1 1,2 0-1,2 0 1,1 0-1,1 0 1,-2-1-1,0 1 1,-3 0 37,6 0 0,-1 1 0,-1-1 0,-1 1 0,-1-1 0,1 0 102,3 0 1,-1 0 0,0-1 0,1 1 0,4-1-107,-11 0 0,3 0 0,2 1 1,0-1-1,1-1 0,-2 1 0,0-2 1,-3-1 3,4-1 0,-2-1 0,-1-1 0,-1 0 0,0-1 0,0 1-15,5 1 0,-1 0 0,0 1 0,2-2 0,1 0 0,-6-1 0,3 0 0,1 0 0,0-1 0,0-1 0,-2 1 0,-2-1 36,6-3 0,-1 0 0,-2 0 0,-1 0 0,-1 1-36,-3 3 0,-2 0 0,-1 0 0,2 1 0,1-2 59,1 0 1,3-1 0,0-1 0,0 0 0,-2 0 0,-2 0-157,4-3 1,-2 0 0,-2 0-1,0 0 119,-3 3 1,-1 1 0,0-1-1,2-2 93,0-4 1,2-2 0,0-1 0,-1-2 0,-4-1-72,-2-3 1,-3-2 0,-1 0 0,0 1 77,0 4 0,0 1 1,0 0-1,0-4-100,5-9 1,1-3 0,-2-2-1,-4 3-82,-4 2 0,-3 1 0,-1-1 60,0 1 0,-1 0 0,-2-3 150,0-6 0,-2-2 0,-7 0 90,-9 5 0,-6 0 0,0 2-195,0-12 0,-4-1 0,0 14 0,-3-2 0,-3 1 0,-4 1-113,-6 3 1,-4 2-1,-2 1 1,3 0 37,1-5 0,4-1 0,-7 1-178,-1 5 0,-4-1 0,-3 0 1,-2 1-1,1 3 100,0 5 0,-1 3 0,0 1 0,-1 0 0,2 0-8,-6-5 0,1 0 0,-1 1 1,-4 0 127,10 7 1,-2 0 0,-3 0 0,0 0 0,-1 1 0,0 1 0,0 1 2,-4-1 0,-2 2 0,1 1 0,0 0 0,0 0 0,2 0 79,-1-2 1,2 1 0,0-1 0,-2 1 0,-3 0-73,8 2 1,-3 1-1,-2 0 1,-2 1-1,1-1 1,-1 1 0,1 0-1,2 0-10,-2 0 1,1 1 0,1-1 0,-1 1 0,1 0 0,1 0 0,0 0 42,-3 0 0,1 0 0,1 1 0,-1-1 1,-2 1-1,-2 0 14,6 1 1,-4-1 0,-2 1 0,-1 1 0,0-1 0,1 0 0,3 1 0,4 0 0,4 0-3,-6 0 1,7 1 0,1 0-1,-7 0-11,4 0 0,-3 0 0,-4 1 1,-2 0-1,0-1 0,-1 2 1,1-1-1,2 2-95,3-1 0,0 2 0,0 0 0,1 0 1,-1 0-1,2 1 0,0-2 0,0 1 64,-1-1 1,2-1 0,1 0 0,-1 0 0,0 0-1,-2 1 1,-2 1-35,4 0 0,-3 1 0,-1 0 0,-1 1 0,-1 0 0,0 0 0,1 1 0,0 0 0,2 0 0,2 1-66,-8 1 0,2 2 0,2 0 0,0 0 0,1 0 0,0 0 0,0-1 113,2 0 1,1-2-1,1 1 1,0-1 0,-1 1-1,-1 1 1,-1 1-26,3 0 1,-2 1 0,-1 1-1,-1 0 1,0 0 0,0 1 0,2 0-1,1 0 1,2 0 76,-7 4 0,2-1 0,1 1 0,2 1 0,0-2 0,0 1 53,-4-1 1,2 0 0,0 0 0,0 1 0,-1 2-42,6-2 1,-2 1 0,0 2 0,0 0 0,1 1 0,5 2 0,4-1-302,-2 10 1,6 2 0,3 0 0,-2-1 63,-4-6 0,-2-1 0,2 1 1,5 5-442,6 3 0,3 4 1,4 3-1,2 0 0,2-1 576,3 4 0,4-1 0,2 1 0,2-2 0,1-1 0,2-1 0,2 0 0,0 1 0,3 3 0,0 0 0,1 0 0,-1 0 0</inkml:trace>
  <inkml:trace contextRef="#ctx0" brushRef="#br0" timeOffset="-165446.74">14340 7164 7533,'49'-3'1979,"-15"6"-1800,-4 6 1,7 4 0,2 1-1273,4 4 1,2 1 0,0-1 387,-4-5 1,0-1 0,4 0 668,-6-1 0,4 1 0,1 0 0,1 0 0,-2-2-144,-3-3 1,0 0-1,0-2 1,-1 1-1,0 0 225,5 2 0,-2 0 0,1 0 0,2 1 54,-6-1 1,2 1 0,1 0-1,0 1 1,-1 1 0,-1 0-28,3 4 0,-1 1 0,-1 1 0,-1-1 0,0 0 17,4 0 1,-1-1 0,0 1 0,3 2 30,-5-1 0,2 3 0,2 0 0,0 1 0,-1 0 0,-1 0-90,-3-2 0,-1 0 0,0 0 0,-1 0 0,0 0 0,-1-1-230,2 0 0,-2 0 0,-1 0 1,2 0-1,2 2 161,-1 0 1,3 1-1,1 1 1,0 1-1,1-1 1,-2 1-1,-3-1 69,0-1 0,-2 1 0,-1-1 0,0 0 0,-1 0 0,0-1-48,4 3 0,-1 0 0,0-1 0,1 2 0,1 1 82,-4-1 0,2 2 0,0 1 1,1 1-1,-1 0 0,-1 0 1,-2 0 54,-1 1 1,-1 1 0,-1-1 0,-2 1 0,1 0 0,-1-2-102,2 3 0,-1-2 0,-1 1 0,1 1 0,2 1 9,-3-1 1,3 2 0,0 1-1,1 0 1,-1 1 0,-1-1-1,-2-1-12,-2 1 0,-1-1 0,-1 0 0,-1-1 0,0 0 0,1 0 3,4 2 0,0-2 0,0 0 0,1 1 0,1 2-18,-5-3 0,2 1 0,1 2 0,-1 0 0,1-1 0,0 0 0,-2-3-54,7 4 0,-2-2 0,0-1 0,1 0 1,2 1 27,-5-4 0,3 0 0,0 1 1,0 0-1,1-1 0,-2 0 1,-1-1 25,5 5 0,-1-1 0,-1 0 0,0-1 0,1 1 0,-4-5 0,2 0 0,0-1 0,-1 1 0,-1 0 0,-1 0-67,-2 3 1,-1 0 0,-1 0 0,-2 0 0,1-1 66,2 1 0,-2-2 0,1 1 0,0 4 90,-1 1 0,1 4 0,0 2 0,-1-1 0,-3-2 89,-3 0 1,-1-2 0,-2 0 0,-1-1-60,4 5 0,-1-1 0,1 2 288,1-3 1,3 1 0,-1 0 0,-3-4-4,6 10 0,-3-4-270,1-3 0,-1 0-16,-3-7 1,0 1 0,-5-1-296,-7 8 1,-2-1 40,7-9 0,0 1 808,-4 18 0,-3-3-3950,-4-8 0,6 1 3720,8-37 1,-12-26-1,11-18 1</inkml:trace>
  <inkml:trace contextRef="#ctx0" brushRef="#br0" timeOffset="-164962.74">19932 11576 7533,'-20'-28'3276,"5"6"-1245,23 22-1582,1 6 136,7 11 0,2 6-316,-3 4 1,-1 5-122,0-1 0,0 2 0,1 2 271,5 8 1,0 2 0,-1-5-601,-4-2 0,3-3 481,11-3 0,6-1 0,-3-15 374,-6-22 1,1-9-286,6 4 1,3-3 0,-3-6-53,-8-9 1,-2-7-1,-3-3 1,0 5-668,1 3 0,-2 2 0,0-2-490,-1-3 1,0-4 0,-1 1 0,-5 8 119,0-6 1,3 0-1,-15 29 1</inkml:trace>
  <inkml:trace contextRef="#ctx0" brushRef="#br0" timeOffset="-164360.74">21572 11873 7533,'-17'-19'3276,"7"7"-76,18 6-412,35 6-2293,-16 0 0,3 0-91,7 0 1,4 0-255,-3-1 0,3-1 0,-2 0-1753,2-1 1,0-1 852,-2 0 1,1 0 0,-1-1-890,2-1 1,-4 0-541,12-1 2179,0 2 0,-39-6 0,-2-3 0</inkml:trace>
  <inkml:trace contextRef="#ctx0" brushRef="#br0" timeOffset="-164209.74">22154 11477 1806,'-33'-7'3238,"12"12"-1600,-1 13 0,2 5 1638,1 15-2504,10-3 0,0 6 0,1-3-533,-1-10 0,1 1-442,1 8 1,0 10-1,1-1 1,0-6-113,0-3 0,0 0-157,2 2 0,-2 8 0,2-1 0,3-6 472,4-6 0,2-1 0,-2 18 0,3-3 0,3-23 0,0 0 0</inkml:trace>
  <inkml:trace contextRef="#ctx0" brushRef="#br0" timeOffset="-158563.74">20073 11750 0,'-27'-6'510,"9"10"2766,18-3-2184,24 7 0,26 1 0,3-8-835,-11-10 0,4-7 1,1-5-1,1 0 1,-3 3-176,9 3 0,3 1 1,-9 0-1,-19-5-82,-23-9 0,-16 5 819,-18 21 0,-18 14 0,-6 6 0,4 1-164,5-4 0,-5 2 1,2 2-1,12-1 0,20 0 983,39 13 0,25-10-1867,-16-24 1,7-11-1,2-6 1,0-2-1,-4 1-318,3-2 1,1-2 0,-8 1 0,-20 4 546,-39-6 0,-15 20 0,-14 10 0,2 9 0,18 14 0,1-1 0,-1 1 0,0 0 0</inkml:trace>
  <inkml:trace contextRef="#ctx0" brushRef="#br0" timeOffset="-157696.74">20091 12097 7533,'-37'-19'546,"1"1"0,-1-1 0,5 37 0,1 16 0,1 9 0,3 0 109,4-4 0,0 3 1,2 1-1,6 1 0,9-1 0,9-1 0,7 5 1,5-3-1,5-8 0,3-15-1233,16-17 1,7-19-1,-2-10-78,-13-2 1,0-9-1,-2-5 1,-5-1 0,-6 2-438,-2-13 1,-9-1 0,-14 14-84,-22 11 1,-7 21 2267,12 31 0,2 20 0,10 2 0,10-2 0,10 3 0,5-1-662,3-8 1,4-1 0,2 1 0,-1-1-431,-2-2 0,0 0 0,0 0 0,0-1 0,5 8 0,0-2 0,-1-6 0,-3-14 0,1 1 0</inkml:trace>
  <inkml:trace contextRef="#ctx0" brushRef="#br0" timeOffset="-157413.74">20620 12146 7533,'-20'20'655,"1"0"0,4 8 1,1 8-1,2 3 0,4 0-382,4 3 0,5 1 0,0 2 0,-1-2 0,-6 1 0,-4 1 0,4-3 0,8-4 0,17-10 0,0 0 0,0 0 0</inkml:trace>
  <inkml:trace contextRef="#ctx0" brushRef="#br0" timeOffset="-157079.74">20990 12158 7533,'-34'11'819,"0"-1"0,5 10 0,1 6 0,4 1 819,2 11 0,9 3-1496,15 4 0,8 1 217,3-12 1,-5 0-945,-20 7 1,-9-2-1055,5-5 1,-5-3 1091,-9-5 1,-5-2 0,12-4 0,15-2 0,8-12 0</inkml:trace>
  <inkml:trace contextRef="#ctx0" brushRef="#br0" timeOffset="-156879.74">21202 12605 7533,'-26'9'1638,"0"22"0,2 8-1092,10-11 0,2 1 0,-8 10 0,9-6 0,20-19 0</inkml:trace>
  <inkml:trace contextRef="#ctx0" brushRef="#br0" timeOffset="-156496.74">21396 12282 7533,'-30'28'819,"-1"-1"0,11 5 0,2 4 0,9-2 819,14 7 0,10-15-4143,14-51 3449,7-6 1,-1-4 693,-22 0 0,-1 13-3141,11 38 0,-1 16 1503,-8 13 0,-2 3 0,10-10 0,1-6 0,0-9 0</inkml:trace>
  <inkml:trace contextRef="#ctx0" brushRef="#br0" timeOffset="-156180.74">21625 12059 7533,'10'41'655,"0"-1"0,-5-4 1,-2 2-1,-1 4 0,-2 2-463,-3-3 1,-2 4 0,-2 1-1,0 1 1,0-2 0,0-2 0,3 0-1,1-2 1,0 0 0,-3-2 0,-5-2-1,-11-2 1,1-1 0,-1 0 0,1 0-1,-1 0 1</inkml:trace>
  <inkml:trace contextRef="#ctx0" brushRef="#br0" timeOffset="-153096.74">21361 12840 7533,'-28'0'3276,"11"0"-526,9 0-1670,23 0-900,13 0-360,9-5-90,-11 2 0,-1-1-270,4-9 270,-3 6 720,-42 2-270,-21 16 225,7-2 0,-3 1 269,1 3 1,2 0 449,6 0 1,3-1-46,-5 0-539,57-28-540,-4 1 0,3-3-585,7-5 0,1 1-719,1 1 0,-2 4 1304,0 5 0,-11 19 0,-18 12 0</inkml:trace>
  <inkml:trace contextRef="#ctx0" brushRef="#br0" timeOffset="-151380.74">23036 11539 7533,'-15'-32'2248,"3"13"-718,-37 24-991,29 8 1,1 6 157,-6 11 0,-4 9 0,0 4 0,4-5-427,4-4 0,2-2 0,2 5 107,3 4 1,0 6 0,1 3 0,2-4 0,4-9-288,0-2 0,10-6-910,20-7 1,14-1 0,3-5 0,-4-8 632,1-15 1,2-7 0,8 4-1,5 0 1,-8-2 0,-14-3 0,-1 0-1</inkml:trace>
  <inkml:trace contextRef="#ctx0" brushRef="#br0" timeOffset="-149463.74">23336 11848 7533,'-17'-18'3058,"-1"10"-360,8-8-2698,2 14-629,24 2 629,-4 7 0,13 6 0,-7 5 0,0 1 0</inkml:trace>
  <inkml:trace contextRef="#ctx0" brushRef="#br0" timeOffset="-148746.74">23389 12419 7533,'-10'-20'3276,"3"8"-1245,7 28-1042,3 15 1,1 5-631,6 12-445,5-1 1,3-3 445,12-15-315,-3-12 0,5-4 45,3-13 0,0-5 0,-5 0 0,-1-6-180,-2-11 0,-1-9 0,-4-1-135,-5-12 0,-5-6 202,-4 6 1,-1-7 0,-1-2-1,-2 3-634,0 8 1,-2 1-1,0 0 1,-2-2 584,0 3 0,-2-2 0,0-1 0,0 0 0,0 1 126,1-2 0,-1-2 0,0 1 0,0 2 0,0 3 36,-2-5 0,1 3 0,0-2 224,0-2 1,0-4 0,1 1 0,2 7 279,3 0 0,2 4-369,-2 1 0,4 2 677,7 0 0,5 8-542,2 18 494,14-6 1,3 2-495,5 10 68,-5-3 0,8-2 0,1 1-24,-7 3 1,0 3 0,1-1 0,-1 0-124,6-2 0,-1-1 1,3 2-139,-8 3 1,4 0 0,0 2 0,-3 0 0,-6-1-279,3 0 1,-1 1-316,11 6 0,6 2 0,-9-1 364,2 1-1007,-13-1 1,5 1 0,-9 0-848,-4 4 301,4 0 1,-3 1 1294,-15 6 0,3 9 0,-15-5 0</inkml:trace>
  <inkml:trace contextRef="#ctx0" brushRef="#br0" timeOffset="-147897.74">24236 11216 7533,'-18'-13'3276,"8"29"-1638,6 12 0,1 6-1454,0-1 1,0 2 0,1-1-807,1 9 1,0 1 471,-4-7 0,-1 3 1,1-3-1490,4 7 1,0-4 1584,-4-5 1,2-1-1,8 0 1,6-6-1,9-16 1</inkml:trace>
  <inkml:trace contextRef="#ctx0" brushRef="#br0" timeOffset="-147596.74">24430 11576 7533,'-26'22'3276,"15"-11"-76,-5 29-2930,16-3-360,0-8 90,16 5-810,11-38 451,2 1-226,-4-14 0,-1-6 405,-4 4 0,-2-1 180,11-20 1260,10 11-181,-35 40 90,12 26-2068,-16-1 629,-2-9 0,4-2 270,21-4 0,-9-3 0,19-13 0</inkml:trace>
  <inkml:trace contextRef="#ctx0" brushRef="#br0" timeOffset="-146877.74">24800 11464 7533,'-10'0'3276,"3"0"0,54 6-2992,-28-5-1004,17 3 1,1-2 809,-16-8-90,28-1 0,-35-5 0,10 0 0</inkml:trace>
  <inkml:trace contextRef="#ctx0" brushRef="#br0" timeOffset="-146643.74">24941 11229 7533,'-27'19'1638,"13"3"0,2 1 1562,3 8-2841,4 0 1,0 11 0,2 2 0,0-8-450,1-8 0,2 0-1003,1 20 1,1 8 0,3-14 306,7-19 818,22-9 0,4-9 0,-8-14 0,2-3 1,0-1-1</inkml:trace>
  <inkml:trace contextRef="#ctx0" brushRef="#br0" timeOffset="-146263.74">24906 11093 7533,'-19'-6'3276,"19"-1"-2621,34 6 1,14 6-746,-5-2-118,3 2 0,-4 2 0,-16 4 0,1-4 0</inkml:trace>
  <inkml:trace contextRef="#ctx0" brushRef="#br0" timeOffset="-145597.74">24448 11514 7533,'-20'6'1638,"9"24"0,6 12-533,4 2 1,2 2-1106,-2 3 0,2-5 0,7 2 0,2-63-330,9-13 0,6-12 0,-4 6 330,-11 11 0,1 2 150,15-12 0,8-2 0,-8 12 30,-10 17 0,2 24 0,-3 8-360,-7-1-1459,14 13 1,3-5 1303,-5-21 1,11-2 0,2-5 0,-5-10 0</inkml:trace>
  <inkml:trace contextRef="#ctx0" brushRef="#br0" timeOffset="-145313.74">24324 11291 7533,'-20'-6'1079,"5"-1"-360,9 46 1,4 15-1080,-8-13-50,6 3 0,1 9 1,0-7-1,-1-18 1,0-2-1,4 7 0,0 0 1</inkml:trace>
  <inkml:trace contextRef="#ctx0" brushRef="#br0" timeOffset="-144813.74">24007 12097 8792,'-10'0'3276,"57"-11"-2621,-11 5 0,10 0 1,6 0-1,2 0 0,-1-1-412,-6 1 0,1-1 1,1 0-1,0 0 0,1 0 1,-1 1-319,0 0 0,1 0 0,1 1 0,-2-1 0,0 1 0,-1 0-581,5-1 1,2 0-1,-2 1 1,-8 1 0,-10 3-1,2 6 1,-5-3-1,-9 3 1,-23 8 0</inkml:trace>
  <inkml:trace contextRef="#ctx0" brushRef="#br0" timeOffset="-142263.74">24306 12369 7533,'-9'-7'1439,"-7"2"180,6-6 1439,0 2-2249,9 36 1,2 17-420,-6-9 0,-2 4 0,6-5-705,10 4 0,9-14-315,11-30 1,3-15 1168,-4-17 1,1-1 989,10 12 0,-4 19-2622,-22 34 1,-7 18 0,-1-1 748,1-7 0,-1 0 1,1 0-1,1 5 1,1 0-1,5-11 0,22-11 1</inkml:trace>
  <inkml:trace contextRef="#ctx0" brushRef="#br0" timeOffset="-141560.74">24659 12666 7533,'-35'0'3276,"7"12"0,26 1-3532,38 1-1318,-5-14 0,2-5 1574,4-1 0,-1-3 0,-8-6 0,-3-1 0,8-9 0</inkml:trace>
  <inkml:trace contextRef="#ctx0" brushRef="#br0" timeOffset="-141363.74">24818 12530 7533,'-17'38'819,"0"1"0,0-1 0,15 9 0,4 1-632,-10-11 0,-1 0 1,8-4-1,19-2 0,5-13 1,5-24-1</inkml:trace>
  <inkml:trace contextRef="#ctx0" brushRef="#br0" timeOffset="-141096.74">25153 12307 7533,'-35'25'819,"0"0"0,13 8 0,5 7 0,1-2 819,-5 4 0,6 2-2143,12 1 0,6 3 0,5-12 505,14-13 0,13 6 0,-9-23 0</inkml:trace>
  <inkml:trace contextRef="#ctx0" brushRef="#br0" timeOffset="-140763.74">25329 12407 7533,'-29'30'819,"0"1"0,-1 0 0,-1 4 0,13-3-228,34-1-1490,5-60 2537,7 13 0,1 8 933,-5 12-2571,-14 21 0,-1 5 0,4-4 0,2-6 0,10-15 0</inkml:trace>
  <inkml:trace contextRef="#ctx0" brushRef="#br0" timeOffset="-140543.74">25471 12295 7533,'5'48'546,"1"0"0,0 0 0,-15-8 0,-7 0 0,-3 0 0,2-1-444,4-2 1,1 0 0,-2-1 0,-3-3 0,-7-2 0,-3-3 0,-1-1 0,1-4-1,-11 3 1,-1 0 0</inkml:trace>
  <inkml:trace contextRef="#ctx0" brushRef="#br0" timeOffset="-139930.74">24359 12407 7533,'-19'-14'3276,"-13"30"-2621,21 15 1,3 11-342,-3-4 1,-1 6 0,1 0 0,2-5-135,-4 13 0,12-18-1799,42-48-20,-17-19 1,-1-11 1541,-6 6 1,2-8 0,-2 7 0,-1 21-84,7 46 180,-17-3 0,-4 4 0,2 11 0,2 1 0,3-15 0,0 0 0</inkml:trace>
  <inkml:trace contextRef="#ctx0" brushRef="#br0" timeOffset="-139480.74">24994 12059 7533,'-27'-12'3276,"-6"-6"-1638,57 16 0,18 1-1034,-6-11 0,2-5 1,2 3-1579,0 10 0,0 4 1,1-4 973,5-8 0,1-4 0,-10 4 0,-2 5 0,0 2 0</inkml:trace>
  <inkml:trace contextRef="#ctx0" brushRef="#br0" timeOffset="-121846.73">19562 11576 7533,'-36'-2'3276,"17"31"-2216,6-3 1,2 6-1317,5 11 1,4 7-1,0 6 660,2-13 1,1 5 0,1 3 0,-1 0 0,1 0 0,-2-4-809,0-2 0,-2-2 1,0-1-1,2 1 1,0 4 492,2-6 1,1 3 0,0 1 0,1 2 0,1 0 0,-1-1 0,1-2 0,1-1-15,0 2 0,1 0 0,1-2 0,-1-1 0,1-1 0,-1-1 11,1 9 1,-1-3 0,1 0 0,2 3-177,0-5 0,1 4 0,1 1 0,-1-1 0,0-6 0,-1-7 135,1 0 0,-1-3-435,1 8 0,-1 5 1,3-10-2888,12-2 1231,-5-8 2046,5-42 0,-7-17 0,-9 3 0,-1 0 0</inkml:trace>
  <inkml:trace contextRef="#ctx0" brushRef="#br0" timeOffset="-121113.73">19438 11811 7533,'-31'-22'1638,"-1"0"0,-5-4 573,29 4-1267,45 14 0,16 4-1476,-20-5 1,3-2 729,3 3 0,8 0 0,4-1 0,3-1 0,-2-1-513,-12 0 0,-1 0 0,1-2 1,1 1-1,1-1 0,0 0 1,2 0 393,-2 2 1,1 0 0,2 0 0,0 0 0,1 1 0,0-1 0,-1 0 0,0-1 0,-2 1-304,5-2 0,-1-1 1,-1 1-1,0-1 1,0 0-1,2 1 1,2-1 205,-5 3 0,4-1 0,1 1 0,2-1 0,0 0 0,-1 1 0,-1 0 0,-3 1 0,-4 0 0,-4 1-5,11-2 1,-8 1-1,0 1 1,9-2-5,-12 3 0,4-1 0,4 0 0,2 0 0,2-1 0,1 0 0,-1 1 0,0-1 0,-3 1 0,-3 1-89,5-1 0,-1 0 1,-1 0-1,-2 1 1,0 0-1,0 1 1,0-1-103,-2 1 0,-2 1 0,1 0 1,-1 0-1,1 0 0,0 0 1,0 0 204,3 0 0,1-1 0,0-1 0,0 1 0,0 1 1,-1 0-1,-1 3 43,2 0 0,-2 3 0,1 0 0,-2 1 0,-2-1 0,-1 0-188,4-1 0,-3-1 1,0 0-1,3 2 158,-1 0 0,4 1 0,1 0 0,1 1 0,-2 1 0,-3 1-90,0 1 0,-2 1 0,-2 0 0,0 1 1,-3-1-1,12 1 0,-3 1 0,3 0 162,-5 0 0,4 2 0,1 0 0,-2 0 0,-5-2 84,1-1 1,-5 0 0,0-1-157,0 3 0,0 0 0,2-2 45,1-2 0,4-2 0,-2-1 0,-5 1 0,0 0 0,0-1 90,0-3 0,5-2 0,2-1 0,-2 1-260,5-1 1,-1-1 0,-2 0 124,-7 1 0,0-1 0,1 0 208,-2 1 0,2-1 0,0 1 0,-4 1-343,12 2 0,-4 1 135,-6-4 0,1 2-206,1 2 1,3 3 0,-7 0 385,11 3 306,-15-1 0,3 1 0,-2 1-81,8 5 0,-3 1 662,-9-2 1,1-1-888,10 2 0,2-1-866,-6-1 0,-2-2 731,-8-4 0,-1 0 1211,13 6 1,-3 3-447,2 11-1728,-13 7 1,-3 5 917,-6-12 0,-2 2 90,-3 10 0,-3 5 0,-1 2-57,-2-4 1,-2 1-1,0 2 1,0 2 86,1-4 0,0 2 0,0 1 0,0 1 0,0-1 0,0-1 41,-1 2 1,0-2 0,0 0 0,-1 1 0,1 1 62,1-1 1,0 2 0,0 1 0,0-1 0,-1-1 0,0-3 45,-1 4 0,-1-3 0,0-1 0,1-1-210,2 8 0,0-2 0,-1 0-263,-1-7 1,0 2-1,-1-2 1,-2-5-653,-5 5 1,-2-5 674,1 3 0,-3-2-1459,-8 3 1,-5-7 1169,2-19 1,-2-2 0,-2 7 0,0 0 0,-1-7 0,1-1 0</inkml:trace>
  <inkml:trace contextRef="#ctx0" brushRef="#br0" timeOffset="-120413.73">19438 13670 7533,'-23'-15'539,"-1"-1"1,-9-3-270,48 8-180,23 22 135,-7-7 0,8 0-469,0 0 0,7 1 1,1 0-1,-4-1 394,-6-1 0,-3 0 0,6-2 209,-3-2 1,6 0 0,4-1 0,2-1 0,0 0 0,-2 0 0,-3-1-496,2 0 0,-3-1 0,-2-1 0,4 0 0,3 0 226,-6 0 0,3 1 0,2-1 0,2 0 0,2 0 0,0-1 0,0 1 0,-1-1 0,-1 1-229,-4 0 1,0-1 0,1 1 0,0 0 0,-1-1 0,1 1-1,-1 0 1,-1-1 0,0 1 0,-1 0 160,5 0 1,-3 1-1,0-1 1,0 1-1,0-1 1,0 1-1,2-2 1,2 1-56,-5-1 1,3 0 0,2 0-1,1-1 1,0 0 0,0 0 0,0 1-1,-3-1 1,-2 1 0,-2 0 0,-5 1 175,8-1 1,-6 0 0,-3 1 0,3 0 0,7-1-17,-9 1 1,3 0-1,4-1 1,2 0-1,2-1 1,2 0-1,0 1 1,0-1-1,0 1 1,-2-1-1,-1 1 1,-3 1 51,5-2 1,-2 1 0,-1 1 0,-1-1 0,0 0 0,0 1 0,0 0 0,0-1 0,1 1-149,1 0 0,0 0 0,0 0 1,1 0-1,-1 0 0,1 0 1,0 0-1,0 0 0,0 0 68,-3 1 0,1-1 0,1-1 0,0 1 0,0 0 0,-1-1 0,0 2 0,-2-1 0,-1 2 0,-2 0 185,11 0 0,-4 0 0,-2 2 0,0 0 0,1 0 0,2 1-239,-4-1 0,2 1 0,1 0 0,1 0 0,0 0 0,-1 1 0,-2-1 0,-2 1-15,3 0 0,-3 0 0,0 0 0,-2 0 0,1 1 0,0 1 164,1 0 1,2 0 0,-1 1 0,-1 1 0,-1-1 0,-3 1 186,5 0 0,-3 1 0,-2 0 0,2-1-89,3-2 0,1 0 1,-1 0-1,-1 0-262,6 2 0,-1 0 0,-2-1-30,-2-2 0,0-2 0,-7 1 0,-11 0 0,-1 0-600,8-1 1,3-1-1,-5-1-2677,8-4 2813,2 0 0,-43 2 0,-19 5 0</inkml:trace>
  <inkml:trace contextRef="#ctx0" brushRef="#br0" timeOffset="-119546.73">17268 12704 7533,'-33'-30'1979,"-4"3"-1080,9 11 1,-5 8 192,-4 19 0,-5 12 0,4 2-535,8-7 0,2 1 0,1 6-856,2 8 1,-2 8 0,2 3 0,2 0 0,6-7 118,-5 12 0,14-3-870,19-4 0,10 1 1,4-19 374,2-26 1,5-15 26,-3-2 0,4-7 1,2-4-1,-2-1 1,-6 2 377,-2-3 0,-5-1 0,-1-3 674,3-5 1,1-6 0,-1 2 0,-6 9 1034,1-8 1837,-9 73-2029,-8-6 0,0 5-1997,8 16 1,3 7 0,2-7-890,-3-16 1,3-2 982,11 13 1,3-9-1,0-29 1,-1-10 0</inkml:trace>
  <inkml:trace contextRef="#ctx0" brushRef="#br0" timeOffset="-119343.73">17445 12605 7533,'0'34'1638,"0"1"0,0 2-546,-1 4 0,0 10 0,3-10 901,6-2-2893,9-67 181,3-17 719,-1 3 0,4-8 0,0 8 0,-7 17 0,3 3 0,14-9 0,1 1 0</inkml:trace>
  <inkml:trace contextRef="#ctx0" brushRef="#br0" timeOffset="-118976.73">17815 12642 7533,'-38'19'1092,"0"1"0,1 11 0,9 1 2184,18-1-4431,34 5 1065,-8-32-1549,12-17 1,0-8 1047,-6-2-129,-1-9 1,-1 0 539,0 7 2698,-3 13-1168,-9 45-258,-10 5 0,-5 9 0,1-2-617,1 2 1,-2 2-458,-2-12 0,-2 4 0,-2 3 0,1-4 0,0-5-198,-3 5 0,-3-3 90,-7 2 0,-4 0 0,0-8-1349,5-15 0,-1-6 1439,-2 1 0,1-4 0,-7-13 0,15-8 0</inkml:trace>
  <inkml:trace contextRef="#ctx0" brushRef="#br0" timeOffset="-118396.73">17992 12555 7533,'0'-21'3276,"8"27"0,-7 5-2325,6 13 1,2 3-772,9 2-720,-5-2 0,1 0 271,6-5-451,3 0 360,-21-39-315,16-11 1,3-3 764,-5-5 494,8-1 1,1 12 405,-13 29 1438,4 21-2068,-16-2-90,0 6-1080,7-23-809,19-12 540,3-6-560,1-3 1,-1-1 148,2 0-849,11 5 1979,-33 14-539,15 13 899,-20-14 0,19 3 0,-13-5 0</inkml:trace>
  <inkml:trace contextRef="#ctx0" brushRef="#br0" timeOffset="-118096.73">18556 12555 7533,'10'-7'1799,"-2"-4"-1260,-8 10 811,0-5-901,0 6 631,-8 11-361,-10 3-359,9 11 0,-1 2-90,-16 0-1909,24 5 1,2-3 327,-6-17-1966,46-12 2507,-33-17 1309,17-3 1,-1-1-180,-19 0 989,12 3-809,-8 13 1619,2 10-1350,-1-3 1,7 14-630,-6-13-1620,15 13 1440,-5-9-3277,21 0 3241,-27-2 1,17-5 0,-21 0 0</inkml:trace>
  <inkml:trace contextRef="#ctx0" brushRef="#br0" timeOffset="-117943.73">18856 12555 7533,'8'7'3276,"9"4"-166,-5-4-3380,22 9 0,3 2 270,-16 0 0,19 3 0,1-2 0,-12-5 0,14 4 0</inkml:trace>
  <inkml:trace contextRef="#ctx0" brushRef="#br0" timeOffset="-117796.73">19191 12407 7533,'-32'12'1092,"-1"0"0,-10 10 0,4 3 2184,6 11-3403,5-1 0,-4 8 0,4-1 127,12-11 0,3-1 0,-2 1 0,-7 10 0,-2 1 0,2-1 0,0 3 0,1 1 0</inkml:trace>
  <inkml:trace contextRef="#ctx0" brushRef="#br0" timeOffset="-117129.73">18362 13200 7533,'-23'-10'1092,"-1"0"0,-22 25 0,4 7 2184,20-4-2457,2 11 0,-6 11 0,2 3 0,8-9-483,8 12-630,-1-8 0,-2 5 1,8-11 203,13-17-1664,31 2 1574,-10-28-1459,7-5 1,-2-4 599,-2-16 219,-13 6 1,3-8 0,0 0 0,-5 7 228,8-10 2229,-7 0 0,-6 16 1638,-18 50-1638,-5 19 0,0 4-65,9-1-2338,12 0 0,10-2 675,3-22 0,4-5 1,-1 5-1,1-3 0,1-8 1,-1 0-1</inkml:trace>
  <inkml:trace contextRef="#ctx0" brushRef="#br0" timeOffset="-116146.73">15469 12741 7982,'-38'-1'1079,"0"0"1,13 8 0,-1 5-271,-11 10 1,-3 8-1,3 6-725,14-5 0,4 4 0,1 2 1,0 0 274,-2 3 1,0 1 0,1 0 0,3 0-390,-1 8 0,3-1 0,14-9-361,24-6 1,11-16-1249,6-35 1,2-18 838,-13 10 0,0-3 0,0-4 1,-4-2 438,-4-5 0,-3-4 1,-2 0-1,-1 1 691,4-4 0,-1 1 0,-9 4 1289,-12-1 0,-4 19 19,5 43 0,-2 16-602,-2-1 1,-2 4 0,4 3-1089,6-1 0,5 3 0,2 0 0,0-1-968,3 7 1,2-2 0,4-4-74,3-10 1,4-4 0,-1-3 578,3 1 0,-1-9 0,6-18 0,-25-6 0</inkml:trace>
  <inkml:trace contextRef="#ctx0" brushRef="#br0" timeOffset="-115963.73">15628 12282 0,'-10'-19'3276,"-5"23"0,20 44-1793,6-5 0,4 4-2576,-1-8 1,2 3 0,1-3 1069,0-7 1,2-2 0,0-1-1,6 6 1,1-6 0,9-5-1</inkml:trace>
  <inkml:trace contextRef="#ctx0" brushRef="#br0" timeOffset="-115812.73">15893 12270 7533,'-31'17'1092,"1"0"0,-2 14 0,1 6-1225,7-1 1,0 5-1,2 0-232,2-1 1,3 0 0,-1-1 0,1-4 0,-1-2 0,2-2 0,-2-2 0,1 0 0</inkml:trace>
  <inkml:trace contextRef="#ctx0" brushRef="#br0" timeOffset="-115679.73">15522 12605 7533,'26'-20'1638,"-3"13"0,5 2-1403,6 1 1,6 0 0,-3 1-1,2 0 1,-1-1 0,-3 0-1,0 0 1,1 0 0</inkml:trace>
  <inkml:trace contextRef="#ctx0" brushRef="#br0" timeOffset="-115430.73">16069 13013 7533,'-39'-6'3276,"39"-11"-2801,31 4 1,16 1-476,-11 0 0,2-1 0,0 0 0,-3 2 0,-1 0 0,-1 0 0,8-4 0,0 1 0</inkml:trace>
  <inkml:trace contextRef="#ctx0" brushRef="#br0" timeOffset="-115279.73">16069 13274 7533,'-6'-36'1638,"19"13"0,11 2-812,14 2 1,9 2 0,0 2-1192,-10 1 1,-1 1 0,0 1 0,7 1 0,1 2 0,-5 1 0,-9 2 0,1-1 0</inkml:trace>
  <inkml:trace contextRef="#ctx0" brushRef="#br0" timeOffset="-114246.73">17445 11687 0,'-31'-38'1092,"1"-1"0,0 14 0,5-1 546,16-3 0,12 5 0,35 23 0,18 13-983,-18-6 0,5 2 1,3 0-1,2 1 0,1 0-496,-5-3 0,3 1 1,2 0-1,0 0 1,1 0-1,0-1 1,0 0-172,-5 0 1,0-1 0,0 0 0,1 0-1,0 0 1,-1-1 0,0-1 0,-1 0-156,2-1 0,0 0 0,1 0 0,-2-2 0,0 1 0,-3-2 0,-2 1-154,12-1 0,-2 0 1,-4-3-1,-8-3 6,7-9 0,-23-3 15,-39 5 0,-22 0 1,-5 2 119,7 2 0,-3 1 0,-4 1 0,-2 2 0,-3 0 46,9 3 0,-3 0 0,-2 1 0,-1 1 0,-1 1 0,0 0 1,0 1-1,0 0 184,3 1 0,-1 1 0,0 0 0,-1 1 0,1 1 0,-1-1 0,1 2 0,0-1 0,0 0 141,-4 2 0,0-1 0,-1 1 0,1 1 0,0 0 0,2-1 1,1 1-1,1 1 355,-4-1 0,0 0 0,1 1 0,3 0 0,4 2 0,6 1 546,-6 9 0,6 1 0,21-1-46,39-3 0,28-4 0,7-1-1008,-23-5 1,5-1 0,3-1-1,2 0 1,1-1 0,1-1-1,0 0-16,-5-1 1,1-1 0,1 0 0,1-1 0,0 0 0,1-1 0,-1 0 0,0-1 0,-1 0-63,0 0 0,0-1 0,0 0 0,0-1 0,-1 0 0,0 0 0,-1-1 1,-2-1-1,-2 0-455,8-1 0,-1-2 0,-2 0 1,-2-1-1,-3 0 0,-4-2 165,13-4 0,-6-1 1,-23-2-31,-45-10 0,-27 2 90,18 16 0,-7 3 0,-4 3 1,-2 0-1,-1 0 109,5 1 0,-2-1 0,-2 1 0,0 1 0,-1 0 0,1 2 0,0 2 405,2 1 0,0 2 0,-1 1 0,1 2 0,1 0 1,1 1-1,2 0 349,-9 2 1,-1 1 0,3 1-1,7 3 1,9 5-5,4 14 0,11 5 1,17-5-163,21-10 0,15-4 1,10-3-1,0-3-532,-6-5 0,3-2 0,3-2 0,2-2 0,1-1 0,-1-1-64,-1-2 1,2 0 0,1-2 0,0-1 0,-1-2 0,0 0 0,-2-2-207,4-3 0,-1-1 1,-1-1-1,-1-2 0,-2 0 1,-3-1-76,8-2 0,-1-1 0,-7-1 1,-11-4-59,-8-15 0,-21 3 58,-28 16 0,-18 6 1,-4 6 426,2 7 1,-4 6-1,-2 4 1,2 0 677,9-1 0,-1 1 1,0 2-1,4 2 0,4 3 437,-12 17 0,6 6 0,25-6-386,29-11 1,17-4 0,5-6-725,-3-10 0,6-7 0,2-4 0,2-2 0,0-1-312,-2-1 1,1-1 0,1-1 0,-1-2 0,0-1-1,-1-1-326,3-3 1,0-3-1,-1 0 1,-3 1 0,-5 1-382,7-6 1,-5 1 0,-23 14 1231,-48 30 1,10-5-1,-3 4 1,-7 5 0,-1 1-1,1-1 1</inkml:trace>
  <inkml:trace contextRef="#ctx0" brushRef="#br0" timeOffset="-67446.73">23954 13212 7533,'-18'-18'809,"8"4"271,18-4-46,16 10 0,11 4-465,2 1 1,5 3 0,2 2-802,-5 1 1,2 1-1,1 1 1,1 0 388,5 1 0,1-1 1,0 1-1,-1 0-112,-3-1 0,0 1 0,-2-1 0,0-2 129,-4-4 1,-1-1-1,-1-2 1,0-2 72,1-2 0,-1-4 1,-1 0-1,0 0 23,7 0 0,-2-1 0,1 3-81,2-1 1,0 1-1,-1 7 171,-6 7 0,-1 6 0,-1 1 419,-1 3 1,-1 1 0,4-4 39,3-9 0,5-5 0,1-3 0,-3-4-1031,-6-1 0,-3-3 0,0-3 0,2-3-39,4-3 0,2-3 0,0-2 0,-2-1 0,-6 2 1,1-5-1,-5 0 0,-3 2 0,6-6 0,-1-1 1</inkml:trace>
  <inkml:trace contextRef="#ctx0" brushRef="#br0" timeOffset="-66496.73">26846 11452 7533,'-9'-26'3276,"1"-3"-1515,16 15 488,1-4-2557,0 40 0,0 23 0,-1-3 848,-2-13 0,0 4-283,-3-2 0,1 9 0,0 5 0,-1 3 0,0 1 0,0-2 0,0-5-395,0 1 0,-1-3 0,-1 0 0,1-1 0,0 2 174,0 6 0,0 1 0,-1 1 0,1-1 0,1 0 188,0-1 1,0 0 0,1 0 0,-1-2-1,-1-2-292,0-2 1,0-2 0,-1-2-1,-4-3-1571,-7 11 1,-3-6 1169,5-3 1,0-15 0,-9-53 0,1-20 0,12 14 0,0 0 0</inkml:trace>
  <inkml:trace contextRef="#ctx0" brushRef="#br0" timeOffset="-66196.73">26864 11315 7533,'-43'13'819,"0"1"0,7 5 0,-1 4 0,6 2 511,3 10 0,7-2-2139,-3 1 988,44-41 1,17-14 0,-1-2-333,-4-4 1,4-2 736,4 2 1,8-5 0,0 8 0,-7 17 507,-13 24 0,-5 13 0,2-4-1541,16-10 1,0 4 448,-14 12 0,-1 11 0,-2 0 0,-3-9 0,-3-14 0,0-1 0,0 10 0,1-1 0,0 1 0</inkml:trace>
  <inkml:trace contextRef="#ctx0" brushRef="#br0" timeOffset="-65380.73">27852 11848 7533,'-10'-24'0,"2"-1"3276,0-11-2145,6 20 39,-5-12-2250,14 27-629,11 28 1709,-6-7 0,0 3 0,-1 0 0,-1 2 0</inkml:trace>
  <inkml:trace contextRef="#ctx0" brushRef="#br0" timeOffset="-65230.73">27905 12084 7533,'-22'26'1092,"1"0"0,1-3 0,2 3 58,2 14 1,5 4-2366,8-8 1,6-2 723,8-6 1,5-4 0,2-4 0,2-5 0,23-10 0</inkml:trace>
  <inkml:trace contextRef="#ctx0" brushRef="#br0" timeOffset="-64963.73">28328 11601 7533,'-43'-13'1638,"20"30"0,1 9-173,-2-1 0,3 6-2558,6 10 1,4 7 0,2-3 350,-2-3 0,4 0 922,7-2 0,3 3 0,2-1 30,0 1 1,1-1 0,2 2-841,3 1 0,2 1 1,-1 3-1,-4-3 0,-2 4 1,1-2-1,-1-5 480,0-7 0,0-3 0,0-1-525,5 21 1,-7-8-396,-17-23 531,17-6 523,-36-34 1,13-8 0,1 8 0,0-1 0</inkml:trace>
  <inkml:trace contextRef="#ctx0" brushRef="#br0" timeOffset="-64863.73">28116 12456 7533,'0'-37'1092,"0"0"0,7 1 0,2 3-482,-5 6 1,4 3-161,13-4 0,7 3-450,9 5 0,4 2 0,-2-2 0,1 1 0,-6 8 0,0-1 0,0 0 0</inkml:trace>
  <inkml:trace contextRef="#ctx0" brushRef="#br0" timeOffset="-64313.73">28945 12009 7533,'-27'-10'2608,"2"7"-1169,15-8 270,2 38-1259,8-9-135,0 18 0,0 8-180,0 4 0,0-1-302,-1-5 1,2 0 106,0-6 0,2 1 0,1-6-210,6 3 180,-1-4-539,23-57 509,-17-5 0,0-7 0,0 1-187,5-2 0,1 0 284,-5 5 1,0-4 0,1 1-1,-1 8 1553,13-7-1171,-2-4 721,-3 52-811,-21 21 1,-4 7-180,5-9 0,0 1-690,-6 7 1,-2 5-1,2-3-1039,4 4 1,2-4 416,-4-2 1,2-3 1221,6-3 0,1-6 0,1-8 0,-2-6 0</inkml:trace>
  <inkml:trace contextRef="#ctx0" brushRef="#br0" timeOffset="-64130.73">29369 12381 4388,'-20'12'3276,"20"7"-896,4-4-2919,27 7-451,13-32 900,-3 8-1169,-7-13 0,-2-5 1259,-2-13 0,-13 14 0,-1 0 0,2-17 0</inkml:trace>
  <inkml:trace contextRef="#ctx0" brushRef="#br0" timeOffset="-63996.73">29545 12183 7533,'-24'20'1394,"-1"0"0,0 5-90,-9 9 1,3 6-2756,22 1 0,4-1 1631,-7-5 0,1 1-315,4 15 0,14-5-1501,18-23 1,5-4 1635,-1 18 0,7-27 0,3-9 0,4-19 0,-21 5 0,1 0 0</inkml:trace>
  <inkml:trace contextRef="#ctx0" brushRef="#br0" timeOffset="-63613.73">30039 11750 7533,'-35'16'3276,"7"-1"-1946,11 20 0,1 10-671,1-7 1,1 3 0,0 0-1201,3-7 1,0 1-1,2 2 676,-1 4 0,1 4 0,1-1 0,1-3-990,1 8 1,4-3 539,3 3 0,6-2-1124,6-9 0,8-13 1411,5-25 1,2-9-1,-3 2 1,-1-3 0,1-11-1,-1 0 1</inkml:trace>
  <inkml:trace contextRef="#ctx0" brushRef="#br0" timeOffset="-63313.73">30215 11997 7533,'-37'33'1638,"12"-3"0,1 2-2509,4 0 1,3 1 1050,2 0 0,1 2 614,-5 7 1,6-3-2504,19-5 1619,-12-4-130,38-30-1219,-14-20 0,1-6 1259,0 9 0,1 1 45,2-15 0,-3 4 944,-1 13 721,-8 14 1746,-10 30-1638,-1-5 0,0 1-931,-7 16-347,8 3-3637,23-42 1247,-9 1 2030,19-16 0,-23-6 0,-2-2 0</inkml:trace>
  <inkml:trace contextRef="#ctx0" brushRef="#br0" timeOffset="-63111.73">30445 11848 7533,'27'27'1638,"-13"-2"0,-2 6 0,-3 12 0,-1 1 0,2-8 0,-2 1-1049,-3 1 1,-2 4 0,-1-2-725,-1 5 0,-2-2 135,-2-8 0,-4 0-840,-3-1 1,-4 2-1,-3-4 840,-17 2 0,-3-3 0,7-1 0,-1 0 0,-6-1 0,0 0 0</inkml:trace>
  <inkml:trace contextRef="#ctx0" brushRef="#br0" timeOffset="-62696.73">31009 11725 7533,'-10'5'3276,"3"24"-3067,6 8 0,2 4-29,-1-9 0,0 3-270,0 7 0,0 7 0,0-3-569,-2-6 0,-1-2 0,0 0 599,0-4 0,-1-1 0,1 2-1025,0 9 0,1 3 1,-3-7 1084,-3-11 0,0-2 0,4 8 0,-1-2 0,-13 8 0</inkml:trace>
  <inkml:trace contextRef="#ctx0" brushRef="#br0" timeOffset="-62496.73">30886 12282 7533,'-4'46'1092,"0"1"0,3-23 0,0 2 0,-2 15 0,-1 6 0,3-3-2731,8 0 1,2-3 1712,-5-6 1,3-1 494,7 3 1,6-14-1245,9-38 1,1-12 584,5-1-665,-8-5 0,2-8 1,-5 0 754,-7-4 0,-2 1 0,-1 9 0,1-1 0,-1 1 0,-2-7 0,1 0 0</inkml:trace>
  <inkml:trace contextRef="#ctx0" brushRef="#br0" timeOffset="-62030.73">29351 12381 7533,'-37'7'2878,"4"-1"-1709,15-6-809,8 0 360,2 5-270,16 13-990,2-2 405,18 0 0,9-3 135,-8-8 0,2-2 0,13 1 0,1-3 0,-11-4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5:02:48.066"/>
    </inkml:context>
    <inkml:brush xml:id="br0">
      <inkml:brushProperty name="width" value="0.09071" units="cm"/>
      <inkml:brushProperty name="height" value="0.09071" units="cm"/>
      <inkml:brushProperty name="color" value="#0070C0"/>
    </inkml:brush>
  </inkml:definitions>
  <inkml:trace contextRef="#ctx0" brushRef="#br0">4604 5714 7533,'-9'32'819,"-1"1"0,1 0 0,-4 2 0,1 4-164,6-4 0,2 7 1,2 2-1,-1-1 0,0-4-1179,-1-1 1,1-3 0,0 3 523,2 10 0,0 5 0,2 0 0,0-8 0,3-4 0,2-4 0,3 9 0,0 0 0</inkml:trace>
  <inkml:trace contextRef="#ctx0" brushRef="#br0" timeOffset="402">4374 7350 7533,'-19'-18'1638,"-1"-1"0,-3-18 1562,33 5-2795,24 9 0,12 5-720,-4 5 0,4 4-718,-1-1 1,5 1-1,-4 4 493,-11 5 1,-1 2-1,-3 2 45,12 0 1,-9 11 497,-23 13 1,-8 10 0,-6-1 116,-4-3 0,-5 0 0,-4 3 455,1-3 1,-2 4 0,-3 1-1,1-1 1,0-5-37,-5 1 1,1-4 0,-1 2 89,-5 10 1,1 1 0,13-9-810,21-8-585,21-4 1,12-4 764,1-14 0,4-6 0,0 0 0,-5 1 0,0 1 0,0-1 0,2-1 0,1 0 0,-1 1 0</inkml:trace>
  <inkml:trace contextRef="#ctx0" brushRef="#br0" timeOffset="766">4604 8590 7533,'-38'2'1638,"-1"1"0,-10-1 1638,98-8-2730,-5-3 1,4-1-727,-11 3 0,1 2 1,-1 1-811,14 1 1,-6 6 1258,-19 7 1,-9 7 270,-12 19 0,-10 5 719,0-10 0,-1 1-584,-4 11 0,2-2-585,8 3-180,18-13 270,17-8-91,-14-9-268,3 4-721,-43 9 1,-17 2 479,8-13 0,-3-1 0,-2-1 55,-6 7 1,-2 2 0,-1-4 0,-1-5 0,-1-3 0,2-2 0,-6-3 0,0 0 0</inkml:trace>
  <inkml:trace contextRef="#ctx0" brushRef="#br0" timeOffset="1166">6403 4747 7533,'-9'30'1092,"0"0"0,0 8 0,1 6-652,4-7 0,2 4 0,0 2 1,0-3-860,-2 6 1,1-2-1,2 1 419,3-5 0,2 2 0,1-1 0,0-4 0,0 6 0,1-2 0,3-8 0,-1 0 0,1 0 0</inkml:trace>
  <inkml:trace contextRef="#ctx0" brushRef="#br0" timeOffset="1666">8520 4970 0,'-36'-29'3276,"25"13"0,28-8-3262,11 18 0,7 7-239,2 1 0,0 7-135,9 10 1,-5 9 134,-18 10 0,-7 6 679,-7-10 0,-3 1 0,-6 0-274,-6 2 0,-7 0 0,-3-1 299,-3 1 1,-2 0 0,-2-2 1158,-10 5 0,10 0-2265,21-1 1,15-6 266,13-20 0,10-8 1,2-3 359,-2-2 0,1-3 0,2-3 0,0 1 0,5-2 0,0 0 0,0-2 0,-1-1 0,3-4 0,0-1 0,1 1 0</inkml:trace>
  <inkml:trace contextRef="#ctx0" brushRef="#br0" timeOffset="2085">10777 4858 7533,'-2'-34'3276,"12"7"-1946,13 26 0,5 7-970,4-1 0,1 3-585,1 4 0,-3 6 45,-8 12 0,-11 6 720,-23 8 0,-12 2 209,6-14 1,-4 0-1,1 0-509,-2-1 0,1 0 0,7-2 120,9 1 0,10-3 89,22-2 1,11-2 449,1 0 1,-2 2-271,-8 6 1,-13 5-570,-23-4 0,-12 1 0,-6 1-271,-3-1 0,-6 1 0,-3-1 0,1-2 0,3-4 0,-1-2 0,0-1 1,0 1-1,-4 0 0,0-1 0,0 1 0,1 0 0</inkml:trace>
  <inkml:trace contextRef="#ctx0" brushRef="#br0" timeOffset="3783">14852 8726 0,'-27'5'2669,"1"8"607,16 6-692,2 11-946,22-7 0,12-3-546,9-7 0,9-5 0,4 0-437,-8-1 0,4 0 1,2-1-1,1-1 0,1-1-187,-6-2 0,1-1 0,1-1 0,1-1 0,-1 0 0,1 0 0,-2 1-455,5 0 0,0 0 1,-1 0-1,0-1 1,-1 1-1,-2 0-192,4-2 0,0 1 0,-1-1 1,-4 1-1,-3 1-914,0 1 1,-4 0 0,-4 3 436,2 0 1,-12 4-1,-22 11 1,-9 6 0</inkml:trace>
  <inkml:trace contextRef="#ctx0" brushRef="#br0" timeOffset="4383">6315 8540 7533,'-11'23'1092,"0"-1"0,18 19 0,12 5-273,-3-14 0,4 2 0,3 1 0,0-2 0,-1-3 0,2 0 0,0-1 0,0 0 0,1 0 0,1 0 0,0-1 0,-1-2-1912,2 0 1,-1-2 0,-1-1-442,4 2 1,-1-2-106,-1 3 1,-3-5 1310,2-9 1,-9-1-1,1-4 1</inkml:trace>
  <inkml:trace contextRef="#ctx0" brushRef="#br0" timeOffset="4552">6862 8577 0,'-49'6'1638,"25"8"0,-1 6-819,-3 0 0,-3 5 0,-3 2 0,1 3-164,2 3 0,-1 3 1,1 2-1,-2 2 0,-1 0-187,5-6 0,-1 0 0,-1 2 0,0-1 0,-1 2 0,1-1 0,0 0-276,-1 2 1,1 0 0,-1 0-1,1 1 1,0-1 0,1-2 0,1 0-1,-4 4 1,2-1 0,0-1 0,2-1-1,0-1 1,2 1 0,0-1 0,1 1-1,-1 0 1</inkml:trace>
  <inkml:trace contextRef="#ctx0" brushRef="#br0" timeOffset="7549">23918 9716 7533,'-29'-12'3276,"5"6"0,24 0 0,16 17-1638,-5 14 0,-2 8-1269,0-1 0,0 5 1,0 1-841,0 8 0,-1 2 0,1 0 81,-2-2 1,1-1-1,2-4-869,5 4 0,5-15 433,5-29 0,3-8 916,4-3 0,-1-1 314,-3 3 1,-1 8 1034,0 23 1,-3 12 89,-7 6 0,1-1-315,6-4 0,3-14-404,0-30 0,1-14-1903,-3-9 1,-1-9 0,-2-4 794,-8 2 0,-2-5 0,-2-1 0,1 3 0,3-3 0,1 2 0,-3 0 0,-6 2 1,-1-1-1,1 1 0</inkml:trace>
  <inkml:trace contextRef="#ctx0" brushRef="#br0" timeOffset="7699">24624 9568 7533,'-28'12'3276,"19"6"0,26 7-3093,13 1 1,5-1-1,-10-7 1</inkml:trace>
  <inkml:trace contextRef="#ctx0" brushRef="#br0" timeOffset="7882">24783 10064 0,'-18'20'1092,"0"0"0,3 5 0,3 2 546,2 7 0,2 2 0,2-1 0,4-2-1139,10 5 1,2-14 0,8-19-1</inkml:trace>
  <inkml:trace contextRef="#ctx0" brushRef="#br0" timeOffset="8165">25030 9989 7533,'-14'26'1092,"0"1"0,4 4 0,3 2 546,0 6 0,6-1 0,5-4 0,7-11-1032,25-33-1281,-10-9 1,3-4 1168,5-6 1,2 4 1143,-4 8 0,-1 11 0,-7 22 0,-3 10-2441,0 3 1,-1 3 802,-2 1 0,-1-3 0,13 6 0,3-25 0</inkml:trace>
  <inkml:trace contextRef="#ctx0" brushRef="#br0" timeOffset="9665">13212 6953 7533,'-26'-2'494,"1"-1"1,-15-4 404,7 1 1,0 0 1978,-14-1-2428,9 7 2159,23 45-1920,33-21 1,16 0 0,2 0 129,-6-4 0,2 0 0,2 0 0,1 0-844,0-3 0,2 1 0,1-1 0,2-1 0,0-2 369,1-2 1,1-1 0,1-1 0,1 0 0,-1-1-1,-1 0-146,3 1 0,-1-1 0,0 1 0,0-1 0,1 0-64,-4-1 1,2 1 0,0-1 0,1 0 0,-2 0 0,-1-1 117,3 0 0,-1 0 0,-1-1 0,-1-1 0,1 0-163,-1-1 1,0-1 0,-1 0 0,0-1 0,-2 0-90,12 1 0,-3 0 0,3-4 0,-11-2 0,3-3 0,1 0 0,-3-1 0,-4 0 0,12-1 0,0-1 0,-7-2 0,6-2 0,0-1 0,-4 1 0,1-1 0,-2 1 0,0 1 0,3 1 0,1 0 0,2-1 0,-5 0 0,2-2 0,0 1 0,-2 1-238,4 1 0,-2 1 0,0-2 238,-5-2 0,1-2 0,-1-1 0,-2-3 0,-3 1 0,0-2 0,-3-1 0,-1-2 0,-1 0 0,-2-2 0,-2-1 0,-4-3-655,-2-6 0,-4-4 0,-2 1 0,-1 2 655,1 4 0,-2 3 0,-5-5 0,-4-7 0,-5-5 0,-5-1 0,-2 3-268,-5 9 0,-3 2 0,-2 0 0,0 0 268,2-5 0,0-1 0,-2 0 0,-6 3-45,-2 8 0,-5 0 0,-3 1 0,-1 2 0,1 1 0,2 3-90,-3 0 0,2 4 0,0 1 1,-3 0-82,-2-1 0,-2 1 0,-2 0 0,-2 1 0,-1 1-84,0 3 0,-1 0 0,-2 2 1,-1 0-1,0 1 0,0 2 197,7 1 0,0 1 0,0 0 1,0 1-1,-2 1 0,0 2 1,-3 0 33,6 1 0,-2 2 0,-1 0 0,-1 0 0,-1 2 0,0 0 1,0 0-1,1 1 0,0 1 0,2-1 29,-2 2 0,2-1 0,0 1 0,0 0 0,1 1 0,-1 1 0,1 1 0,-1 1 0,0 1 130,0 2 0,-1 1 0,1 2 0,-1 1 0,0 0 0,0 1 0,1 1 0,0-1 0,2 1 0,1 0-94,-5 1 0,2 1 1,1 0-1,0 0 0,1 1 1,1 1-1,0 1 0,2 0-210,0 1 0,1 1 1,1 1-1,0 1 1,2 0-1,0 0 1,3-1-1,0 1-11,-1 1 0,1 0 0,2 0 0,2 0 1,3 1-1,3 2-431,2 6 1,4 4-1,3-1 1,2-1 0,2-5-438,0-1 1,3-4 0,4 2 272,4 5 1,3 4 0,4-1 0,0-7 525,6-3 1,2-3-1,-1 1 1,1 2-1,0-3 1,1-3-1,0-1 1</inkml:trace>
  <inkml:trace contextRef="#ctx0" brushRef="#br0" timeOffset="18933">10654 10262 7533,'-43'11'3276,"-2"8"-2184,19 5 0,0 9 0,1 3-947,4-2 0,0 5 0,0 2 0,2 1 214,1 1 1,0 2 0,1 2 0,1 0-1,3 0-197,0 0 0,1 0 0,2 1 0,2-1 0,6-2-929,3 6 1,4 0 0,6-3 0,5-6-327,11-3 1,8-5 0,3-7 886,-2-6 1,3-6-1,-1-5 1,1-8-1,-1-6 1,-3-1-1,0-5 1,-1 0-1</inkml:trace>
  <inkml:trace contextRef="#ctx0" brushRef="#br0" timeOffset="19299">11148 10460 7533,'-26'-31'3276,"-1"11"-1638,6 32 0,-1 9-12,-9 14 0,1 8-1858,8-7 1,0 3 0,1 1 321,1 0 0,1 0 0,3-1-180,2 8 0,11-2 425,16-9 0,9-4-380,9-4 0,3-1-415,0-3 0,-4 1 370,-7 2 0,-10 1-90,-21 3 1,-10 0-586,-1-3 0,-3-3 864,-6-2 0,3-4 0,8-1 0,18-12 0</inkml:trace>
  <inkml:trace contextRef="#ctx0" brushRef="#br0" timeOffset="19466">11218 11130 10321,'24'7'3276,"21"-7"-3205,-6-12 0,2-5-1710,2-5 1,-3-2 1091,-11 1 1,-4-1 0,-2 1 0,-6 0 0,-8-2 0</inkml:trace>
  <inkml:trace contextRef="#ctx0" brushRef="#br0" timeOffset="19616">11483 10807 7533,'-26'34'655,"0"0"0,0 0 1,2 4-1,2 2 0,3 2 437,1 4 0,2 1 0,5-1 0,4-6 0,3-1 0,7-4-2731,14 4 1,9-10 1520,-3-17 1,3-8-1,5-7 1,-1-7 0,13-15-1</inkml:trace>
  <inkml:trace contextRef="#ctx0" brushRef="#br0" timeOffset="19849">11730 11340 8612,'27'37'3276,"-1"6"-1638,-33-14 0,-8 3 0,-2 8 0,-5 1-1760,-5-1 1,-3-1-1,8-13 1,-1 1 0,2-2-1,-2 2 1,0 1 0</inkml:trace>
  <inkml:trace contextRef="#ctx0" brushRef="#br0" timeOffset="21200">13106 9160 0,'-36'-6'240,"9"-6"3036,9-13 0,42-7-1638,10 17 0,10 4-921,-10 4 0,2 1 0,4 1 0,1 0-294,4 0 0,2 2 0,3 0 0,1-1 0,1 1-102,-7-1 0,1 1 0,2-1 1,0 0-1,2 1 0,-1-1 0,0 1-130,-3 1 0,1-1 0,0 2 1,0-1-1,0 0 0,1 0 0,0 1 0,1-1 38,-3 0 1,0 0 0,1 0 0,1 0 0,-1 0 0,0 0 0,1 0 0,-2 0 0,0 1-51,2 1 0,-1 0 1,0 0-1,0 0 1,0 1-1,-1-1 0,0 0 1,0-1-180,-1 0 0,0 0 0,0 0 0,0 0 0,-1-1 0,-1 1 0,0-1 0,-2 0-285,5 0 0,-1 0 0,-1 0 0,-1 0 1,-1-1-1,-1 1-19,1-2 0,1 0 1,-3 0-1,-1 0 0,-3 0-789,4 0 1,-4 0 0,-7 6 470,7 15 0,-40 5 0,-14-4 1,1 0-1</inkml:trace>
  <inkml:trace contextRef="#ctx0" brushRef="#br0" timeOffset="21916">12471 10683 6813,'-16'-20'3276,"-4"14"-1766,-8 32 1,-2 17-792,7-3 1,2 5-1,0 2-587,3-6 1,1 2 0,1 0-1,2 0-87,3-4 0,1 2 0,4-3 0,6-5-203,12 9 1,11-16-833,20-37 1,4-21 89,-13 0 1,-3-8 0,-2-4 492,-6 7 1,-2-3 0,-2-1 0,-3 1 585,-1-5 1,-3 2 0,-6 3 1034,-7-6 1,-6 19 1753,-12 56-2428,7 12 0,4 9-1200,3-5 0,1 5 1,5-1-434,7 0 1,5 0 0,-1-2 773,-2-9 0,-1-1 0,4-5 0,11 5 0,3-7 0,8-2 0</inkml:trace>
  <inkml:trace contextRef="#ctx0" brushRef="#br0" timeOffset="22083">12859 11179 12930,'39'7'-900,"-8"-6"1,3-2 899,4-4 0,0-2 0,-2-2 0,-3-2 0,0-13 0</inkml:trace>
  <inkml:trace contextRef="#ctx0" brushRef="#br0" timeOffset="22249">13070 11006 7533,'-30'40'546,"0"0"0,0 0 0,8-8 0,1 1 0,1 1 0,5 0 546,0 13 0,6 2 0,11-4-1597,12-11 0,8-4 0,1-5 95,5-3 0,3-11 1,2-13-1,3-8 1,-5-4-1,-10-8 0,1 0 1</inkml:trace>
  <inkml:trace contextRef="#ctx0" brushRef="#br0" timeOffset="22683">13635 9147 7803,'-24'40'468,"1"-1"0,-1 0 0,1 0 0,0-1 0,1-1 0,-1 1 0,-1 3 78,2-4 0,-1 3 0,0 1 0,-1 1 0,1-1 0,0-2-751,0 0 0,1 0 0,0-2 1,0 1-1,0 1-245,-2 4 0,0 1 0,1 1 1,1-3-1,1-2-643,-2 5 1,2-3 0,2-4 919,0 2 1,5-7 0,6-10 0,8-24 0</inkml:trace>
  <inkml:trace contextRef="#ctx0" brushRef="#br0" timeOffset="22883">12965 9952 7533,'-10'38'468,"1"0"0,0 0 0,-1 0 0,2 1 0,1 1 0,1-1 0,2 1 351,2-1 0,2 1 0,3-2 0,4-2-474,7 3 0,5-3 1,7-11-1439,6-16 1,6-11 0,-1-3 682,9-3 0,-2-8 1,-7-4-1,0-6 1,-5 2-1,-9 6 0,-1-1 1</inkml:trace>
  <inkml:trace contextRef="#ctx0" brushRef="#br0" timeOffset="23432">11307 9853 7533,'-18'-27'479,"0"0"1,3-1 0,3-2 194,2-4 1,2-1 674,3 8 1,2 4 1078,3 9-1394,0 41 1,0 22-346,0-11 1,0 5 0,0 1-906,0 0 0,-1 2 0,1 1 0,1-2-604,2-4 1,1-1 0,1-1 0,-1-2-274,-1 3 1,0-3 0,3-3 496,6 1 0,1-9 0,-3-14 0,-2-20 0</inkml:trace>
  <inkml:trace contextRef="#ctx0" brushRef="#br0" timeOffset="23599">11201 10175 7533,'-13'26'1092,"0"1"0,6 2 0,2 1 546,-1 6 0,5-2 1638,26 4-3018,0-40 0,3-13-1038,3-12 1,2-9-1,-1 1 614,-3 6 1,0 1-1,-1-2 1,2-4-1,-1-2 1,-1 6-1,-3 9 1,0 0-1</inkml:trace>
  <inkml:trace contextRef="#ctx0" brushRef="#br0" timeOffset="24366">13600 11539 9602,'37'29'1638,"-25"-6"0,-7 3 0,-10 8 0,-7 2-1814,-1-5 1,-3 1 0,0-2-4,-8 6 1,1-1-1,0-1 1,3-2-1,-6 11 1</inkml:trace>
  <inkml:trace contextRef="#ctx0" brushRef="#br0" timeOffset="25099">14111 10708 7533,'0'-37'3276,"0"22"0,8 60-2912,-2-12 1,0 4-1,0 2-577,-2 3 1,0 1 0,-1 4 212,0-3 0,-1 5 0,0 1 0,-1-2 0,-1-6 30,-2-2 0,-1-6 0,-2 2 659,-2 16 1,0 0 0,4-28-1,9-49-1109,7-9 0,8-10 0,3 0-400,0 11 1,4 0 0,1 1 0,0 1 634,1-2 0,0 0 0,1 2 0,0 4 1,6 0-1,2 3 0,-4 6 0,0 5 0,-1 1 1</inkml:trace>
  <inkml:trace contextRef="#ctx0" brushRef="#br0" timeOffset="25433">14658 11303 7533,'-12'7'3276,"30"-2"-1856,10-13 0,7-6-2814,9-3 0,2-4 734,-17 3 0,-1-1 1,-3-2 164,4-7 0,-13 0 1755,-34-10 269,-11 46 0,-6 16-437,2 3 0,-1 8 0,3 4-273,9-4 0,2 4 0,2 2 0,3-1-379,1 1 0,1 0 0,5-1 0,8-3-1220,12-1 1,8-3 0,7-9 486,8-12 1,8-10 0,-2-5-1,-2-1 1,0-5 0,-1-3-1,1-5 1,-1-1 0,1 0 0</inkml:trace>
  <inkml:trace contextRef="#ctx0" brushRef="#br0" timeOffset="26518">14235 7276 8162,'0'-7'3276,"-8"1"0,6 12-1642,-6 34-780,4-3 1,0 7-663,2-7 1,0 4 0,0 2 0,-2 1 94,0-4 1,-1 1 0,-1 1 0,0 1 0,2 1-94,1-3 1,1 1 0,0 1 0,1 1 0,-1-1 0,0-2-15,-1 6 0,-1-2 0,1-1 0,0 2 0,0 0-1,2-5 1,1 2 0,0 1 0,1-2 0,-1 0 0,0-2-1,0 5 1,0-2 0,0 0 0,0 3 30,0-5 0,0 2 0,0 2 0,0 0 0,0-2 0,0-1 82,1 9 0,-1-3 1,0 0-1,-1 2-202,0-3 0,0 1 0,-1 1 0,0-1 0,1-1-90,0-4 0,1-2 0,0 0 0,-1-1 0,1-1 0,-2 5 0,-1-2 0,1 0 0,1-1 0,2 10 0,3-2 0,-1-1 0,-3-9 0,0-2 0,2-2 0,2 7 0,-1-3 193,-2-4 1,-2-4-194,1 14 0,0-14-899,0-13-2378,0-18 0,0-29 2457,0 0 1,-7-19 0,-3 11 0</inkml:trace>
  <inkml:trace contextRef="#ctx0" brushRef="#br0" timeOffset="26735">13952 9977 7533,'-37'29'3276,"19"9"-1638,29 2 0,12 4-546,-5-12 0,4-1 0,2-3 0,6 1 0,3-2 0,2-10-903,2-10 0,2-8 1,-1-9-464,-5-10 1,-1-9 0,-2-4 0,-1 2 0,1-2 0,-1-1 0,-2-2 0,-7 3 0,1 0 0,0 0 0,-1 0 0</inkml:trace>
  <inkml:trace contextRef="#ctx0" brushRef="#br0" timeOffset="28333">14658 9655 7533,'-10'-6'1619,"2"-1"-540,8 0-359,0-4 269,8 10-629,-6-4 270,22 10-271,-20 2 541,19 27-181,-13 12-539,0 1 180,-6-9 0,-1-2-540,-3-10 270,6 4 0,4-3-1439,10-18 1259,7 2-1549,-5-22 1,-3-7-276,-5 1 1464,17-18 1260,-29 50-451,6-9 541,-8 39 539,8-12-1169,-6-5 719,37-17-629,-23-19-180,17-16 0,-1-4 3096,-17 2-4028,10-5 1,-3-1 661,-18 10 90,20-12 0,-14 20 0,7-4 0</inkml:trace>
  <inkml:trace contextRef="#ctx0" brushRef="#br0" timeOffset="28499">15240 9445 7533,'-18'0'3276,"9"0"-1335,9 11-1941,2-3 0,13 26 0,3-17 0,9 11 0</inkml:trace>
  <inkml:trace contextRef="#ctx0" brushRef="#br0" timeOffset="28699">15293 9840 7533,'-18'24'1638,"1"1"0,-11 4 0,14-7 0,3 1-1264,1 14-1634,2-13-2017,16 14 1877,-6-35 1400,14 8 0,-14-11 0,5 0 0</inkml:trace>
  <inkml:trace contextRef="#ctx0" brushRef="#br0" timeOffset="28966">15399 9840 8522,'0'21'3276,"0"12"-705,0 4-2391,0-6 719,0 14-899,0-36 630,8-9-810,9-20-180,11-17-180,-4 7 1,3-1 494,-8 12 0,1 1 90,2-6 0,-1 8 1214,4 33-1079,-15 5-180,-5 9 0,-2 3-2159,-3 14 1111,-1-14 0,2-2 1048,7 1 0,-6-4 0,6-16 0</inkml:trace>
  <inkml:trace contextRef="#ctx0" brushRef="#br0" timeOffset="31368">14570 11291 7533,'-38'7'3276,"13"-2"-975,17-5-1762,8 0 631,8 6-451,10 1-179,9 5-540,5-8 0,3-1 180,8 2-1080,-2-4 1,0-2-1575,6-4 1529,-20 0 1,-1-3 937,1-3 1,-3-2 0,-2-8-1,1-2 1</inkml:trace>
  <inkml:trace contextRef="#ctx0" brushRef="#br0" timeOffset="31535">14905 11055 7533,'-28'-13'3276,"3"13"-1695,7 8-592,5 14 1,1 7-586,2-6 1,0 2-480,-7 15 1,1 5-676,7-4 1,3 2-1,1-2 655,-1 6 1,3-1 0,1-11 0,2 1-1,3-5 1,6-8 0,0 1 0</inkml:trace>
  <inkml:trace contextRef="#ctx0" brushRef="#br0" timeOffset="32803">18662 9630 6543,'0'-19'1439,"0"1"-719,0 5 90,0 6 899,-8 2-1170,-10 5 181,-1 5-360,-22 13-180,11 9-180,6-4 0,-3 2 0,1-2 0,-1-1 45,1 3 0,-2 0 89,-6 2 1,-1 0-405,0-5 0,-1 1 360,5 2 0,-2-1 224,-8 1 1,-3-1-225,15-8 0,0 1 0,-1-1-480,0 1 1,-1 0-1,0 0 390,-3 1 0,-1 0 0,0 1-120,-5 6 0,0 2 0,1-1 120,6-6 0,2-1 0,-1 3-68,-1 3 1,-2 2 0,1 1-1,0-2 8,-3 1 0,2-2 1,0 2 59,1 1 0,1 2 0,0-1 30,-4 0 0,-1-1 0,3-1-12,2 0 1,-1-1 11,1-2 0,-2 0 0,3-1 15,7-3 0,-1 0 15,-2-1 0,-4 1 0,2 0 74,-3 5 1,2 1 0,-1 2 0,-1 0 45,-5-2 0,1-2 90,17-4 0,1-3 179,-24 2-89,18-8-180,7-11-584,8 0-1125,-13 6 2075,3 6-1265,-7 2 360,-7 4-91,15-6-449,1-5-181,10-1 1080,8-6 0,0 0 0,0 0 0</inkml:trace>
  <inkml:trace contextRef="#ctx0" brushRef="#br0" timeOffset="33035">16404 10844 7533,'-21'29'1092,"-1"0"0,-5 4 0,1 1-122,6 0 1,1 3-1189,0-4 0,-2 2 0,4-5 398,-4 10 584,6-2 1,4-2 111,11-8-1236,26-4-899,15-13 0,10-5 314,-3-5 1,2-1 589,-9 2 0,1 1 0,-2-2 0,5-3 1,-4-2-1,-10 1 0,-1-1 0</inkml:trace>
  <inkml:trace contextRef="#ctx0" brushRef="#br0" timeOffset="34735">15363 11700 7533,'-19'0'1439,"3"0"989,16 0-1438,16 5-91,-12 8-539,-12 28-360,2-11-90,-16 0 0,-3-2-2428,3 0 2518,-5-3 0,19-20 0,18-12 0</inkml:trace>
  <inkml:trace contextRef="#ctx0" brushRef="#br0" timeOffset="35152">15946 10993 8702,'-36'11'1638,"14"5"0,1 4 393,-8 16-1582,0 0 1,1 4-135,12-3 0,1 2-45,-8 0 0,2 0-180,12-2 0,9-1-45,10-11 0,5-2 45,4-2 0,1 1 44,4 4 1,-3 3 90,-9 5 0,-6 1-135,-5-8 0,-4 0-225,-7 8 0,-5-2-855,-6-6 1,-2-3-585,4 0 0,-1-1 1574,1 0 0,3-4 0,8-7 0,18-7 0</inkml:trace>
  <inkml:trace contextRef="#ctx0" brushRef="#br0" timeOffset="35335">15928 11873 10951,'33'14'1529,"-8"-9"0,3-4-3168,8-6 1,1-3 1389,-8 2 1,-1-2 0,-2 0-1,-3-1 1,-6-4 0</inkml:trace>
  <inkml:trace contextRef="#ctx0" brushRef="#br0" timeOffset="35518">16210 11638 0,'-41'22'1638,"18"-2"0,-1 4 0,-8 12 0,1 4 0,6 3 0,5 2-1825,7-6 1,9-3-1453,14-8 1,5-6 1130,9 2 1,17-30-1,-24-8 1</inkml:trace>
  <inkml:trace contextRef="#ctx0" brushRef="#br0" timeOffset="35669">16228 11898 9871,'45'7'540,"-2"-7"-2519,0-1 1979,-21-5 0,1 1 0,-23-2 0</inkml:trace>
  <inkml:trace contextRef="#ctx0" brushRef="#br0" timeOffset="35819">16404 11811 7533,'-35'29'1638,"16"-11"0,3 3-623,1 9 1,2 2-1331,3-6 0,3 0 315,7 11 0,9-20 0,9-17 0</inkml:trace>
  <inkml:trace contextRef="#ctx0" brushRef="#br0" timeOffset="35969">16492 11787 7533,'-4'27'1092,"1"0"0,-2 1 0,0 1-617,-4 9 1,0-2-476,-1 11 0,2-1 0,8-27 0</inkml:trace>
  <inkml:trace contextRef="#ctx0" brushRef="#br0" timeOffset="36801">16969 11093 11940,'15'17'3276,"-3"8"-1638,8-7 0,1 1 0,-6 2 0,0 2-795,5 12 0,3 2-664,3 3 1,-1 3-327,-11-5 1,-2 4 0,1 0 266,2-2 0,0 1 0,-2 0 0,-4 2 0,-3 0 0,-3 0-210,-5-5 0,-3-1 0,-4 0-840,-5 0 1,-4-1 0,-3 1 929,-2-2 0,-4 1 0,-2-1 0,2-2 0,-2 0 0,0-1 0,-1 0 0,5-2 0,0-1 0,0 0 0,0 0 0</inkml:trace>
  <inkml:trace contextRef="#ctx0" brushRef="#br0" timeOffset="74499">10478 11861 0,'-36'-6'3276,"9"5"0,9-5-670,18 6-28,33 0-1589,12 0 1,5 0-855,-11 0 0,4 0 84,0 1 1,8 1-1,-1 0 1,-6-1 4,0 0 1,0-1-207,-5 2 0,8 0 0,1 1 0,-2-1 0,-6 1-63,5 0 0,0 0 9,-7 0 0,7 1 0,1-1 0,-1 1 0,-7 0-9,5 3 0,0 0 0,-3 0 0,7 0 0,-1 1 1,-7-1 851,-2 0 1,-1 1-988,7 4 0,5 3 0,-8-2 0,5 3 944,1 7 1,-4 0-585,-18-6 944,7 0 1,3 0-85,-3-3-590,-3-7 0,3-2 134,6-6 1,2-3-450,-5 0 0,1 0 90,11-3-1,2 1-134,0 3 0,-2 1-135,-16 1 0,1 2 68,19-1 0,-2 0 67,-7 0 180,0 0 0,0 0 1706,0 0-2021,-8-2 0,1-2-1594,-3-1 1,-1-2-1,-6-5 1,1-1-1,14-2 1,-4-2 1140,-11-15 1,3 14 0,0 1 0,3-15 0</inkml:trace>
  <inkml:trace contextRef="#ctx0" brushRef="#br0" timeOffset="77468">5856 11254 7533,'-45'-21'1638,"16"9"0,-1 7-308,-9 28 0,0 15-948,12-9 0,-1 6 1,1 3-1,1 2-749,6-6 0,1 3 0,0 2 0,0 1 0,2 0 1,1 0 402,-2 7 0,1 2 0,1 0 0,4-2 0,3-1 121,2 2 0,2 1 1,6-6-1,10-9 411,24-2 0,10-22-508,-8-25 0,2-18 0,-3-5-240,-12 8 0,0-4 0,-2-2 0,-2-3 1,-2 0-68,-3-5 1,-2-2 0,-2-2 0,-3 0-1,-2 1-401,-3 4 1,-2-1-1,-1 2 1,-3 0-1,0 4 648,-4-11 0,-3 4 0,-3 6 0,-3 4 0,-3 14 0,-7 29 0</inkml:trace>
  <inkml:trace contextRef="#ctx0" brushRef="#br0" timeOffset="77635">5715 11662 7533,'-14'42'1092,"1"-1"0,3-12 0,2 0 0,5 6 0,3 3 0,3-1-51,7 6 1,5-2-2135,-1-6 1,2 2 0,-1-3 722,5 10 1,0-5 0,1-10 0,-1-3 0,-3 3 0</inkml:trace>
  <inkml:trace contextRef="#ctx0" brushRef="#br0" timeOffset="78382">5680 11824 7533,'-8'-13'3276,"6"6"-1425,2 19-1132,18 19-1214,-5-6 1,1 1-181,4 8 1,-1 0 674,-7-10 0,0-2 0,2 3 0,-1-3 0,-1 3 0</inkml:trace>
  <inkml:trace contextRef="#ctx0" brushRef="#br0" timeOffset="78732">6315 11241 7533,'-27'14'819,"1"0"0,2 10 0,1 7 0,1 3 0,4 2 0,2 2 0,1 4 0,0 1-846,0-2 1,1 3 0,1 1-1,1 0 1,3 0-208,1-3 0,2 1 0,2 0 0,2-2 1,2-1-587,4 5 1,4-1 0,2-3 0,3-4 509,4-4 0,3-4 0,2-4 0,13-1 0,1-9 0,-11-12 0,1 0 0</inkml:trace>
  <inkml:trace contextRef="#ctx0" brushRef="#br0" timeOffset="79099">6720 11427 7533,'-25'-19'3276,"-2"6"0,-9 24-1638,14 10 0,1 7-1695,-7 11 0,3 4-183,13-11 0,3 0 1,-1 1-211,-10 11 0,8-2 360,24-9 0,8-5 45,-2-8 0,3-3 90,7-1 0,-1-1 495,8 15-315,-38-7 0,-9 2-855,-9 4 0,-6 0-1009,-5 6 1,0-1 982,8-13 1,3-2-1,-11 14 1,23-26 0</inkml:trace>
  <inkml:trace contextRef="#ctx0" brushRef="#br0" timeOffset="79249">6738 12059 12300,'39'-11'-90,"0"0"0,-9 1 0,-3-2 0,-3-5 0,-5-3 0,-3-10 0</inkml:trace>
  <inkml:trace contextRef="#ctx0" brushRef="#br0" timeOffset="79415">6897 11848 7533,'-22'30'1092,"1"0"0,1 8 0,2 5 0,6-9 0,-1 3 0,3-1-998,1 1 1,2-1 0,6-1-95,10 8 0,5-5 0,2 5 0,25-27 0</inkml:trace>
  <inkml:trace contextRef="#ctx0" brushRef="#br0" timeOffset="79699">7126 12344 12480,'2'49'494,"-12"-24"1,-5 0-1574,-3 8 0,-4-3 1079,-4-9 0,-1-3 0,0 11 0,11-23 0</inkml:trace>
  <inkml:trace contextRef="#ctx0" brushRef="#br0" timeOffset="80082">7567 11687 7533,'-25'-12'3276,"-19"11"-1638,17 16 0,0 9-546,2 2 0,0 4 0,4 3-321,5 1 1,3 2 0,3 0-1792,0-1 1,2 0 0,10-6-620,16-4 1,7-13 263,15-29 0,1-18 745,-14 6 1,-1-6-1,-3-1 1139,0-4 1,-1-2 0,-6 2 1128,-2-8 0,-12 9 1638,-20 21-1638,3 34 0,2 13-2729,5 9 0,5 6-2,4-8 1,2 3 0,2-2 623,4 13 1,4-4 0,7-7 0,1-4 0,-7-11 0,0-1 0</inkml:trace>
  <inkml:trace contextRef="#ctx0" brushRef="#br0" timeOffset="80233">7691 12146 13289,'43'-5'-820,"-6"3"1,-10-9 0,-11 4 0</inkml:trace>
  <inkml:trace contextRef="#ctx0" brushRef="#br0" timeOffset="80415">7796 11985 7533,'-15'30'655,"0"1"0,0-1 1,2 3-1,1 1 0,2-1 437,1 2 0,2 0 0,5-3-1085,9 11 0,10-10-7,8-22 0,5-8 0,-5-4 0,1-5 0,2-15 0,1 0 0</inkml:trace>
  <inkml:trace contextRef="#ctx0" brushRef="#br0" timeOffset="80666">8096 11526 7533,'-19'-15'3276,"19"33"-1638,11 12 0,5 9-546,-5-3 0,-1 4 0,-2 2-273,-1-6 0,-1 2 0,-2 0 0,-3 0-842,-5 3 1,-4 0 0,-2 0 0,-1-1-798,-1 0 1,-1 0 0,-2-1 0,-2-2 503,-8 7 1,-4-2-1,3-3 1,6-8-1,2-2 1,1-2-1,-4 2 1,1 1 0</inkml:trace>
  <inkml:trace contextRef="#ctx0" brushRef="#br0" timeOffset="80866">8573 11898 7533,'15'-26'3276,"13"-3"-1638,1 21 0,2 2-1291,-6 0 0,-1 0 0,3 0 0,-3 1 1,2-2-1</inkml:trace>
  <inkml:trace contextRef="#ctx0" brushRef="#br0" timeOffset="81049">8537 12047 7533,'-19'0'3276,"19"-6"-1638,19 2 0,13 1-2731,-2-3 1,4-3 0,0 1 682,6-2 0,0-1 1,-7 2-1,2-1 1,-5-1-1,-8-1 0,1-1 1</inkml:trace>
  <inkml:trace contextRef="#ctx0" brushRef="#br0" timeOffset="81316">9084 11774 9781,'0'45'819,"0"0"0,-1-12 0,0 1 0,3 1 273,3 0 0,3 0 0,3-2 546,7 11 0,9-14-1875,8-27 1,2-15-857,-10-9 1,-3-8 0,-2-4 47,-1-7 1,-3-5 0,-4 0 1823,-5 2 1,-4-1 0,-10 5 569,-18-3 0,-12 15-959,1 27 0,-4 12 0,0 5-390,5-1 0,0 3 0,1 3 0,0 2 0,2 2 0,0 3 0,3 1 0,1 0 0,0 6 0,1 0 0,-1 0 0</inkml:trace>
  <inkml:trace contextRef="#ctx0" brushRef="#br0" timeOffset="82666">3634 13311 7533,'-28'-1'1092,"1"1"0,-3 2 0,1 8-325,7 14 0,2 11 0,1 4-980,4-6 0,0 3 0,0 2 0,1 2 0,1 0 590,-2 6 1,0 2 0,1 1 0,2 1-1,3-2-161,2-1 0,1 1 0,3-1 0,3-2 0,4-5 363,8 13 1,6-5-1,7-21-279,10-28 0,6-20 0,1-6-372,-11 3 0,1-4 0,-1-4 0,-1-3 0,-3-3-302,-5-1 0,-3-5 1,-1-1-1,-2-3 0,-1 1 1,-2 0 133,1 0 0,0-1 0,-1 0 0,-3 0 0,-4 1 1,-4 3-175,-5-1 0,-4 1 0,-4 2 1,-3 2-1,-2 6-679,-8-8 1,-6 6 0,-2 16 1062,-1 20 0,-2 12 0,3 5 0,-2 9 0,7 7 0,16 7 0,-1 1 0</inkml:trace>
  <inkml:trace contextRef="#ctx0" brushRef="#br0" timeOffset="82850">3616 13695 7533,'-19'22'1092,"1"-1"0,5 3 0,8 2 546,20 12 0,11 2-546,-6-7 0,2 1 0,3 0-891,-1-6 1,3 1 0,1 0-1,-1-1-1294,6 10 1,1 0 0,-3-3 545,2 2 1,-2-3 0,-4-7 0,-5-2 0,-4 0 0</inkml:trace>
  <inkml:trace contextRef="#ctx0" brushRef="#br0" timeOffset="83333">3986 12815 7533,'-25'0'3276,"13"28"-1638,3 0 0,2 6-1271,6 10 0,2 3-143,-1 1 1,0-1-495,3-11 1,2-10-271,5-20 315,13-28 0,3-16 315,-1 1 0,-1-2 225,3-3 0,1 8 764,13 22-989,-37 35 0,-6 10-1439,6 11 0,-2 3 269,-4-12 1,-1-1-1,0-2 424,2-1 1,2-4-1,15 11 1,3-31 0</inkml:trace>
  <inkml:trace contextRef="#ctx0" brushRef="#br0" timeOffset="83633">4304 13051 10141,'16'37'3276,"11"-16"-3025,-1-22 0,1-9-1890,-2-10 1,-3-6 848,-4-10 0,-9-3 1060,-8 1 0,-11 5 404,-14 11 1,-5 11 963,-4 22 0,1 14-602,9 2 1,2 7 0,2 1-1108,1 6 0,3 3 1,5 0-770,8-4 1,4 1-1,4-4-554,6 4 0,5-8 1394,5-11 0,3-8 0,19-8 0,-19-13 0</inkml:trace>
  <inkml:trace contextRef="#ctx0" brushRef="#br0" timeOffset="84049">4621 13051 7533,'-17'-13'3276,"7"7"0,2 11 0,16 9-3750,10 16-1954,1-15 449,7 2 1979,-9-23 540,1 11 2736,-8 18 0,5 6-1643,3 2-1093,17-53-675,-15-4 0,-2-7-630,-3-6 1,-3 0-875,-2 3 1,-4 4-1639,-6-3 2824,0 27 0,0 10 0,0 10 0</inkml:trace>
  <inkml:trace contextRef="#ctx0" brushRef="#br0" timeOffset="84615">4621 12952 7533,'-33'-6'3276,"19"27"0,-9 17-2190,21-10 1,4 4-2718,-3 14 0,2-3 1361,7-4 140,9 5-1849,11-55 989,1-6 1,1-2 584,-9 2 1,-1-2 943,2-7 1,-1 4 1259,-5 13 630,-16 29-1170,0 25 2017,23-10-2980,14-24-1935,-2-40 1,1-12-1,-11 19 1,-1 0 1193,-5-8 0,-2-3 1,-4 5-1,-3 0 1,-3-8-1</inkml:trace>
  <inkml:trace contextRef="#ctx0" brushRef="#br0" timeOffset="85099">5203 13361 2048,'-26'-1'1092,"0"0"0,-5 13 0,1 11-273,4 7 0,-1 11 0,1 5 0,3 1-164,6-8 0,2 3 1,1 1-1,1 1 0,-1 1-270,0-4 1,-2 2 0,0 0 0,1 1 0,5-2 0,5 0-1042,7 3 1,7 0-1,3-1 1,1-4 0,-2-4-984,2 15 1,7-10 1454,9-16 0,8-3 0,-5-8 0,13-7 1,-18-4-1,-1 0 0</inkml:trace>
  <inkml:trace contextRef="#ctx0" brushRef="#br0" timeOffset="86102">5821 13460 7533,'-18'-6'1169,"1"5"720,-9-5 899,-9 6-2158,5 11 0,-1 6-316,-2 3 1,1 5-225,3 11 0,3 4-360,5 0 0,9 1-90,16-1 1,8 0 179,1-2 0,3-2 180,7 2 0,-1-1 674,-5 0 1,-6 0-270,-11 1 0,-8-1-765,-8-2 0,-5-1-675,-6-4 1,-1-4 1034,4-7 0,3-6 0,3-8 0,20-18 0</inkml:trace>
  <inkml:trace contextRef="#ctx0" brushRef="#br0" timeOffset="86268">5768 14005 8612,'18'26'1638,"4"-15"0,5-4-1702,0-2 0,2-4 64,12-10 0,-1-4 0,-11 3 0,-3-2 0,-6-10 0,1 1 0</inkml:trace>
  <inkml:trace contextRef="#ctx0" brushRef="#br0" timeOffset="86401">6033 13832 7533,'-25'16'1092,"1"1"0,2 11 0,2 7 0,-1-1 0,-1 5 0,5 1-1268,6 1 0,5 2 0,3-1 176,3 1 0,4 0 0,2-4 0,3-1 0,3-5 0,5-7 0,0-1 0</inkml:trace>
  <inkml:trace contextRef="#ctx0" brushRef="#br0" timeOffset="86585">6350 14365 9422,'-20'12'3276,"-19"0"0,18 7-3989,-8-8 1,-1 2 712,-2 19 0,-9-11 0,24-5 0</inkml:trace>
  <inkml:trace contextRef="#ctx0" brushRef="#br0" timeOffset="86969">6844 13745 939,'-35'-18'1638,"6"16"0,-1 7 0,-6 8 0,-1 9-546,6 5 0,0 6 0,3 1 0,3 2 0,3 1 0,4 2-336,5-3 0,2 1 1,10-4-1223,14 0 1,9-11-1174,16-25 1,5-16 545,-14-2 1,-1-6 0,-1-2 938,4-5 0,-1-1 0,-5-1 558,-3-8 1,-7 5 2871,1 5 0,-26 81-3364,4-10 1,2 4-1006,5-4 1,1 2 0,3-2 1008,8 7 1,2-4-1,-5-10 1,1-6 0,13-7-1</inkml:trace>
  <inkml:trace contextRef="#ctx0" brushRef="#br0" timeOffset="87119">6985 14092 7533,'0'19'3276,"0"-1"-256,24-5-5538,13-18 2518,10-3 0,-21-3 0,-1-3 0,10-10 0</inkml:trace>
  <inkml:trace contextRef="#ctx0" brushRef="#br0" timeOffset="87284">7126 13931 3424,'-17'26'1092,"1"0"0,1 5 0,0 3 0,3-2 0,-1 2 0,3-1 546,1 10 0,8-2-2631,11-4 1,6-7 992,15-10 0,12-23 0,-17-22 0</inkml:trace>
  <inkml:trace contextRef="#ctx0" brushRef="#br0" timeOffset="87535">7355 13559 7533,'0'-14'3276,"16"9"-1638,-2 31 0,0 15-546,-2-3 0,0 5 0,1 3-273,-1-1 0,0 3 0,-1 1 0,-3 0-164,-4-8 0,-2 1 1,-1 0-1,-2-1 0,-1 0-701,-1 7 1,-1 1 0,-3-2 0,-7-1 45,-4-8 0,-5 0 0,-3 0 0,-1-3 0,2-1 0,0 0 0,1-2 0,-2-2 0,-1 1 0,-9 1 0,0 0 0,1 1 0,-1-1 0</inkml:trace>
  <inkml:trace contextRef="#ctx0" brushRef="#br0" timeOffset="90202">10319 11725 7533,'-45'-6'3276,"2"5"0,31-5-1638,32 12 0,17 5-902,-6-2 0,6 1 0,3 2 0,3 0-994,-4-2 0,3 2 0,2-1 1,2 1-1,1 1 0,1-1 359,-5-2 0,2 2 0,0-1 1,2 0-1,0 1 0,0-1 1,1 0-1,1-1-221,-4-1 1,1 1-1,1-1 1,0 0-1,0 0 1,1-1-1,0 0 1,1-1 0,1-1 397,-6-1 0,1 0 0,1-1 0,0-1 0,0 0 0,1-1 0,-1 1 0,1-1 0,0 0 0,0 0 0,-1 1-369,1-1 0,0 0 0,0 0 0,0 0 0,0 0 1,0-1-1,0 1 0,0-1 0,0 1 0,1-1 1,-1 1 155,0-1 0,1 0 1,0-1-1,0 1 1,0-1-1,0 1 0,0-1 1,-1 1-1,1 1 1,-1-1-1,-1 2-29,2 0 0,0 0 0,0 1 0,-1 0 0,0 1 0,0 0 0,-1 0 0,1 0 0,-2 0 0,0 0-100,2 0 1,-1 1 0,0-1 0,-1 1 0,1-1 0,-2 1 0,0 1 0,-1 0 0,0 0 63,6 2 0,0 1 0,-2 0 0,0 1 0,-1-1 0,-1 1 0,0-1 71,-2 0 1,0 0 0,0 0 0,-2 0 0,-1 1-1,-2 0-71,3 3 0,-1 0 0,-2 1 0,-1 1 0,-2 0 418,8 9 0,-4 1 0,2-1-418,3-4 0,2-2 0,-1-2 0,-5-3 0,-1-2 0,2-2 0,7-4 0,3-3 0,-1-1 0,-5 0 0,-1-1 0,0 1 0,3 3 0,0 2 0,-2-1 0,-5 1 0,-1 0 0,0 0 639,1 0 1,1-1 0,-1 0-640,-1 0 0,-2 0 0,1-1 0,-2-1 0,0 0 0,0 0 0,2 2 0,0 1 0,-1 0 947,13 2 1,-2 1-948,1 0 0,-2-2 0,-2-4 0,-1-1 546,-4-2 0,0-2-546,0-2 0,-2-1 281,-5 0 0,-3 1-281,15 3 0,-12 1 345,-15 16-345,8-14 111,1 8-111,8-11 0,-7 0-90,-3 0 180,1 0-90,-7-6 0,15 5-270,1-10 225,-9 7 0,1 1 135,0-3 0,1-1-180,2 1 0,0 0-135,1-3 0,-1 0-270,-3 2 1,1 0 314,7-4 0,-1-1 180,-10 0 0,-1-1 315,3-4-1,-1-3-44,-4-4 0,1-2-135,4-2 0,1 0-495,-3 2 0,-1 1 90,0 1 1,-3 0 224,-10 0 0,-3-1 584,2-4 1,-2-3-210,-3-3 0,-1-4 0,0-2-635,-1 4 1,1-1 0,-1-2-1,1-2 305,0 1 0,2-2 0,-1-1 0,-1-1 0,-3 1 0,-2-1 0,-3 1 0,-2-1 0,0 1 0,-1 0-90,0 1 0,0 0 0,0 0 0,-3 2 1,-1 0-1,-6-5 0,-4 1 0,0 2 0,2-1 10,2 5 1,2 0 0,0 1-1,1 0 230,-3-9 0,1 1 0,3 1-141,7 6 1,3 1-1,-3 2-9,-6-7 0,-7 7 0,-11 11 0,-7 7 0,7 9 0,-2 4 0,-2 1-111,-6 3 0,-2 1 0,1 1-9,3-1 0,1 1 1,-1-1 89,2 2 0,0 0 0,0 0-60,0-2 0,-1 0 0,-1 0-71,2-1 1,-1-1 0,-2 1 0,-2-1-200,1 2 0,-2 0 0,-1 0 1,-2 0-1,1-1-114,3 0 0,-1 1 1,0-1-1,-1 0 0,0 0 1,-1 0 428,-3 0 0,0 0 0,-1 1 0,0-1 0,0 0 0,0-1 0,1 0 0,-1 0 0,1-1 0,0 0 0,-1-1 0,1 0 105,0 0 0,-1-1 0,1-1 0,0 1 0,0-1 0,-1 1-48,6 0 1,1 0 0,-1 0 0,0 1 0,0-1 0,0 0 0,0 1-335,0-1 0,-1 0 0,0 1 0,1-1 0,0 1 0,0 0 0,1 0 202,-1 1 0,0-1 0,1 2 0,0-1 0,1 0 0,-1 0 12,-7 0 0,-1-1 0,0 1 0,3-1 1,4 0 226,0 0 1,4 0 0,-2-1 127,3-2 1,-3 0-1,2-1 1,2 1-1,2 0 1,3 0 0,-3 0-181,-2 1 0,-2-1 1,-2 1-1,1 0-90,2 2 1,0 1 0,0 0-1,-1 1-180,1 0 1,0 0 0,0 1 0,2 0 112,-4 1 0,2 0 0,0 0 60,0-1 0,0-1 0,4 0-15,9-1 0,-1-1-303,-8 0 0,-4 1 0,6-2 528,-5-8-150,5 8 0,-6-1 0,2-1-223,-6-8 0,2 0 193,6 4 0,-1 0 301,3-1 0,-2-2 1,4 0-212,5 1 0,1 0-90,-6 0 0,-2 0 45,-3-2 0,3 1 44,1 0-89,-5 2 0,-1 1 0,4-3 90,-8 2 0,-1 0 0,9-1-135,-8 1 0,2 0 45,13-1-45,-13 0 0,-2 2 45,8 3 0,-8-1 0,-1 1 0,1 7-135,-4-2 1,0 1 134,10 2 45,-9-3 0,0 0 224,10 1-269,-7-3 0,0-1 90,8 5 0,-3-2 0,-1 1 90,-10 2 51,6-1 1,-4 2-188,0 3 1,0 3-180,-5 1 1,2 3 179,11 1 0,1 2-135,-3 1 0,4 0 2235,-5 10-2055,4-5 0,-2 1-135,9 2 0,1 0 45,-3-1 0,-1 1 0,5 2 0,4-3 3209,3-1-3164,0-2 0,1 2 44,-3 12-44,-3 0 0,-1 5 90,7 5 0,1 2-173,3-14 1,0 0 0,2 4 104,4 4 0,3 3 1,0 3-1,-1-2-318,-1 0 1,-1 0 0,0 1 0,2 1 124,3-3 0,2 1 0,0 1 0,1-1 0,-2 0-346,-1 7 0,-2 1 0,2-2 0,3-2-426,2 5 0,4-3 0,4-1-195,5-3 1,3-2 0,3-3 876,0-10 0,3-2 1,1-2-1,2-2 1,1-2-1,0-2 1,8-2-1,-1 0 1</inkml:trace>
  <inkml:trace contextRef="#ctx0" brushRef="#br0" timeOffset="93399">7708 14055 7533,'-39'0'3276,"8"0"0,70 5-1638,-9-4 0,5-1-777,-4 2 1,3 0 0,0 0-1955,5-2 1,0 0 0,-3 0-547,-1 2 1,-3 2 1337,0-2 1,-7 2 0,-16 9 0,-1-1-1</inkml:trace>
  <inkml:trace contextRef="#ctx0" brushRef="#br0" timeOffset="93550">7867 14414 7533,'-23'16'1638,"1"0"0,10 3 1638,55-19 0,2-8-4284,-9 1 1,5-2 0,-4 1 1007,-10 1 0,-1 1 0,16-3 0,0 0 0,-15 3 0,-1 0 0</inkml:trace>
  <inkml:trace contextRef="#ctx0" brushRef="#br0" timeOffset="93883">8537 13695 7533,'-6'-49'1092,"0"-1"0,15 9 0,8 5 546,8 7 0,7 8-12,12 12 0,0 13-2166,-12 15 1,-7 10 314,-11 12 0,-11 6 1004,-8-10 1,-7 2 0,0 0 119,2-3 1,0 0-1,-1-1-539,-9 9 0,8-2-405,22-12 0,4 0-810,-7 5 1,0 2-239,3-4 1,3 2 0,-3 1 727,-5 5 1,-2 0 0,-1 0 0,1-4 0,0 0 0,-1-2 0,-2 9 0,0 0 0</inkml:trace>
  <inkml:trace contextRef="#ctx0" brushRef="#br0" timeOffset="93999">8767 14662 7533,'-10'30'819,"10"2"0,10 0 0,7-2 0</inkml:trace>
  <inkml:trace contextRef="#ctx0" brushRef="#br0" timeOffset="109302">8467 15394 7533,'-20'-6'1484,"-11"2"0,-1 1-674,5 1 89,-3 13 1,-6 9-1,4 6-80,12 2 0,3 6 0,3 3 0,-2 0-470,1-1 0,-1 1 0,0 2 0,2 0 1,3-1-36,-1 9 1,1 2 0,6-2 0,5-5-345,9-1 0,5-4 0,6-16-210,10-25 0,6-17 0,-2-6-345,-5-2 1,-2-5-1,-2-3 1,-2-3 179,0-4 0,-2-3 0,-4-2 1,-7 4 254,-8-5 0,-8 1 0,-8 10-43,-15 3 0,-8 18-900,4 31 1,-2 16 0,5-1 724,2-5 1,7 2 0,5 8 0,5 5 0,8-7 0,21 1 0</inkml:trace>
  <inkml:trace contextRef="#ctx0" brushRef="#br0" timeOffset="109468">8767 15728 7533,'-14'36'819,"1"1"0,0-1 0,-6 10 0,7-1 286,16-3 1,8-2-1286,0-8 0,3-3 180,7 1 0,1-4 0,14 3 0,-3-23 0</inkml:trace>
  <inkml:trace contextRef="#ctx0" brushRef="#br0" timeOffset="109635">9172 15381 10051,'-19'0'3276,"-13"39"-2184,21-5 0,3 10 0,0 3-437,-1-7 0,0 3 1,-1 2-1,1 2 0,1 0-1202,1-4 1,0 3 0,1 0 0,0-1 0,0 1 0,1-2 272,-1 2 1,0 0 0,1-2 0,0 0 0,1-3 0,1 2 0,1-2 0,0-2 0,1-3 0,1 4 0,0 0 0</inkml:trace>
  <inkml:trace contextRef="#ctx0" brushRef="#br0" timeOffset="115985">10248 13720 7533,'-35'18'1638,"13"-3"0,1 6 0,-3 14 0,3 8-974,6-1 0,3 4 1,1 3-705,3-5 0,0 2 0,3 1 0,1-1 489,2 0 1,2-1 0,3 0 0,4-2-211,6 8 1,6-2 0,8-13-61,4-15 0,7-10 1,0-10-180,6-12 0,0-13 0,-2-9-90,-17 6 0,0-6 0,-2-3 0,-2-3 0,-1-1 0,-3 1-25,-2 0 0,-3-2 1,-1 0-1,-3-2 1,-1 1-1,-3-1 339,-1-3 1,-3-1 0,-1-1 0,-3 1 0,-2 2 0,-4 4 45,-6-9 0,-6 3 0,-3 4 0,-4 8-514,-10 0 0,-5 8 0,0 16-849,-3 21 1,-1 17 0,11 6 946,20 2 0,8 6 1,0 0-1,-5 1 1,1 0-1,9-2 1,24 5-1,1 1 1</inkml:trace>
  <inkml:trace contextRef="#ctx0" brushRef="#br0" timeOffset="116835">11007 14005 7533,'-20'0'3276,"4"0"0,40 6-1638,0-5 0,5-1-31,17-4 0,6-3-2571,-14 0 0,2-2 0,-1-1-129,1 0 1,-1-1 0,-2-1-547,9-6 1,-4 0 1275,-13 8 1,-5 1 0,2-9 0,-19 5 0</inkml:trace>
  <inkml:trace contextRef="#ctx0" brushRef="#br0" timeOffset="117101">11359 13534 7533,'-7'-19'3276,"5"17"-166,-6 22-2346,11 12 1,2 7-136,-8-1 1,-2 3 0,-1 4-729,2-6 1,1 2 0,0 1 0,-1 2 0,-2 0-112,0-4 0,-1 1 0,-1 0 0,0 1 0,0 0 0,0 0 210,1 1 0,1 1 0,0 1 0,0-2 0,0-1 0,0-2 0,-1 5 0,0-2 0,1-3 0,1-1 0,2-1 0,0 0 0,1 0 0</inkml:trace>
  <inkml:trace contextRef="#ctx0" brushRef="#br0" timeOffset="119082">12083 13670 7713,'-18'0'989,"8"0"270,-9 26 1,-1 15-421,9-10 1,1 4-1,0 3-1099,-3 3 1,-2 3 0,1 1 0,3 2 546,2-8 1,2 2 0,1-1 0,1 0 0,4-2 11,4 12 1,4-3 0,7-6-23,14 3 0,8-15-187,6-30 0,1-15-120,-12-4 0,-2-8 0,-3-5-60,-5-3 0,-3-5 0,-2-3 0,-2 4 30,-2-3 0,-2 2 0,-1-2-53,1 0 1,0-2 0,-2-1 0,-5 2-8,-7-3 0,-5 2 0,-1 2 30,1-6 0,-4 3 45,-5-1 0,-7 12-399,-4 25 0,-1 13-186,9 9 1,1 7-361,-3 8 1,3 4 926,9 9 0,6 0 1,8-10-1,2-1 1,0 1-1,0 0 1</inkml:trace>
  <inkml:trace contextRef="#ctx0" brushRef="#br0" timeOffset="119301">12418 14216 7533,'-10'0'3276,"2"5"0,8 13-2460,7 8 1,2 2-1177,0-1 0,1 1-315,3 9 1,2-1 674,2-7 0,-1-3 0,-4 7 0,4-4 0</inkml:trace>
  <inkml:trace contextRef="#ctx0" brushRef="#br0" timeOffset="119650">12859 13423 7353,'-5'26'1092,"0"0"0,-3 0 0,0 2 546,3 14 0,0 7-1968,3-10 0,-1 6 1,1 0-1,0-4 450,-1-2 0,0-4 0,1 6-318,1 4 0,1 6 0,0 3 1,1-2-1,-1-8 198,0-7 0,0-5 0,0 4-656,0 1 1,0 5-1,0 2 1,0-2 0,0-5 542,0 2 1,-1-4 0,2 0 0,1 5 0,0 0 0,2-3 0,1 2 0,-1-1 0</inkml:trace>
  <inkml:trace contextRef="#ctx0" brushRef="#br0" timeOffset="130217">9931 14625 7533,'-33'0'1092,"1"0"0,1 0 0,3 0 2184,1 0 0,33 11-1638,15 4 0,11 0-669,3 0 0,5 1 0,0-1-1042,-1 0 0,1 1 0,3-2 297,2-3 1,6-1 0,-1-2 0,-4-1-165,-5-1 0,-3-3 0,2 0-60,3 0 0,3-1 0,0 0 0,-4-3-61,-6-2 1,-2-1-1,-2 0 61,11 2 0,-6-4 1709,-4-18-1169,-50 12 0,-15-1-570,1 2 0,-6 0 0,-2 2-420,-2 1 0,-4 1 0,-1 1 1,-1 1 359,7 0 0,-2 1 0,0 0 0,1 1 0,0 1 314,-5 2 1,0 1 0,1 1 0,2 0 416,-4-2 0,1 0 0,8 3-641,3 4 0,17 2 0,51 9 0,-3-10 0,8-1 0,2-1 0,0 0 0,2-1 0,2 0 0,0-2-214,5-1 0,0-2 1,1 0-1,-2-2 214,-2 0 0,0-1 0,-2-1 0,-1-1-1093,6-1 1,-1-1 0,-4 1 545,3 1 1,-6 3 0,-13 4 0,-5 3 0,3 15 0</inkml:trace>
  <inkml:trace contextRef="#ctx0" brushRef="#br0" timeOffset="131335">10425 15009 7533,'-6'26'1092,"0"1"0,4 8 0,6 5 0,7 0 0,5 4 0,0 2-964,-4-7 1,-1 2-1,1 0 1,0 0-84,1 0 0,1-1 0,0 0 0,-2-1-735,-1 5 0,-3-1 1,0-5-950,2 4 1,-4-12 1553,-6-23 0,0-22 0,0-22 0</inkml:trace>
  <inkml:trace contextRef="#ctx0" brushRef="#br0" timeOffset="131568">10460 14898 7533,'-38'31'655,"0"1"0,0 0 1,8-4-1,2 1 0,2 0 405,-14 17 1,19-14-1331,45-37 405,10-14 0,6-7 164,-5 4 1,2 0 0,1 7-424,-3 9 0,1 6 1,-1 6 123,1 5 0,-1 6 0,-4 3 0,-1 11 0,-2 3 0,6-5 0,-1 1 0</inkml:trace>
  <inkml:trace contextRef="#ctx0" brushRef="#br0" timeOffset="132051">10936 15852 7533,'-25'11'1092,"-1"0"0,6 6 0,1 5 546,-6 15 0,7 6-1002,13-4 1,8 0-682,7-3 0,7-9-90,10-18 0,1-11-225,-2-13 1,-5-10-91,-1-14 0,-6-3 234,-8 12 0,-5 0 441,-6-10 0,-5 5 135,-10 6-91,-10 8 1,-7 6-45,8 14 0,0 6-1215,-6 6 1,7 5 989,18 18 0,24 2 0,29-18 0</inkml:trace>
  <inkml:trace contextRef="#ctx0" brushRef="#br0" timeOffset="132334">11148 15443 7533,'-28'-14'3276,"11"3"-1638,11 32 0,4 13-1004,0-2 0,2 4 1,2 4-1039,2 2 0,3 4 0,0 2 0,-2-1 314,-1-3 0,-2 1 0,1-2 0,2 0-68,4-4 1,2-1-1,0-1 1,-1-5-68,-1 5 0,2-7-2300,22-1 2525,-5-51 0,-9 4 0,-3-23 0</inkml:trace>
  <inkml:trace contextRef="#ctx0" brushRef="#br0" timeOffset="132851">11430 15827 7533,'-37'18'1638,"18"1"0,4 3 0,9 9 0,3 2-462,-3 5 1,4 1-1177,4-6 0,4-3 180,11 17-1260,11-39 1170,-9-4-1125,3-24 1,-4-11 764,-13-7-823,7 3 1,4-6 0,-4 1 478,-9 0 1,-2-2 298,2-2 0,2-6 0,-1-2 0,-1 5 315,-2 4 0,-1 4 0,-1-2 510,2-8 0,-1-2 0,-1 7-61,-1 9 1,-4 11 2249,-3 16-721,-1 39-989,5 13 1,2 8-511,2-8 1,2 2 0,-1-1-854,-1-3 1,0-1 0,3 2 125,1-4 1,2 2 0,2-1-1,1-5-1371,10 6 0,2-5 1529,2 9 1,3-4 0,0-18 0,1-5-1,9 0 1</inkml:trace>
  <inkml:trace contextRef="#ctx0" brushRef="#br0" timeOffset="133668">11818 15889 7533,'-8'19'2428,"-2"16"-1528,1-24 179,16 17-899,-3-27-180,43-18-90,-31 1-429,17-14 0,-1-3 250,-17 1-46,10-8 0,-3 0-45,-18 8-146,2 2 0,-4 2 237,-12 8 1528,-15 2-1079,-2 18 854,5 17 1,0 6-766,-7 3 118,6 17 0,5 5 197,11-23 1,2 1-51,-3 19 1,8-1-1660,13-15 1,8-5 1124,12-4 0,4-9 0,-7-8 0,1-7 0,6-9 0,0 0 0</inkml:trace>
  <inkml:trace contextRef="#ctx0" brushRef="#br0" timeOffset="133932">12259 15604 7533,'-35'17'2608,"7"-8"-970,11 13 0,1 2-1046,-4-1-232,10 3 0,3 1-360,-1 0-720,24 14 720,-5-26-270,12-5 0,3-3-1619,6-7 1440,11 5 1168,-33 19-719,-4-8 180,-20 10 0,-4-1 0,4-1-90,-10 0 0,-1-1-990,12-3-1978,-26-2 2878,35-12 0,-20-12 0,14 0 0</inkml:trace>
  <inkml:trace contextRef="#ctx0" brushRef="#br0" timeOffset="134066">12259 15765 11490,'18'0'3059,"15"-5"-2879,-4-2-990,0-7 1,1-1-2468,9-1 2457,-3-13 1,-5 11 0,-11-2 0</inkml:trace>
  <inkml:trace contextRef="#ctx0" brushRef="#br0" timeOffset="134250">12383 15257 7533,'-10'29'1092,"0"0"0,-3 15 0,2-1 283,10-18 0,0 1-1580,-3 12 1,-3 6 0,3-5 24,2-9 0,2 0-360,2 16 1,1 6-1,0-6 225,-3-15 1,4 0-496,7 7 1,5 4-1,-4-7 422,-6 3 388,12-13 0,3-5 0,-9-13 0,13-1 0</inkml:trace>
  <inkml:trace contextRef="#ctx0" brushRef="#br0" timeOffset="134402">12524 15331 9512,'-10'21'411,"12"3"0,4 3 0,-1-2 0,1 1 1,7 6-1,0-1 0</inkml:trace>
  <inkml:trace contextRef="#ctx0" brushRef="#br0" timeOffset="134552">12612 15716 7533,'-30'38'1638,"13"-18"0,3 2 483,12 20-2211,-6-2-450,11-7 0,2-1 540,-3-2 0,22 10 0,-5-27 0</inkml:trace>
  <inkml:trace contextRef="#ctx0" brushRef="#br0" timeOffset="136017">12753 15802 8792,'-10'13'3238,"2"10"-2069,8 20-809,0 4-270,4-22 0,0 0-630,-2 5-719,14-45 1079,-14 2-540,5-12 1,1-2-90,2-1 1438,0 3 720,-2 37 1,0 4-631,1 9-719,9-20-719,8-12-91,-15 0-449,13 7-990,-6 13 2249,-7-5 0,21-8 0,-13-14 0</inkml:trace>
  <inkml:trace contextRef="#ctx0" brushRef="#br0" timeOffset="136299">13088 15827 7533,'-27'32'1638,"9"-11"0,2-1 1638,5 2-2273,-13 18-1542,22-19 89,-6 4-2827,24-13 2057,-4-12-1029,21-23 1619,-21 6 270,11-23 540,-21 31 1169,6-8 720,-8 34-1439,0-2 2428,0 26-2608,0-19-270,8 13 0,-6-27-2339,21 3-180,-19-17 2339,20-12 0,-14-2 0,7-11 0</inkml:trace>
  <inkml:trace contextRef="#ctx0" brushRef="#br0" timeOffset="136433">13194 15777 7533,'0'40'3276,"0"-5"-526,0-28-2750,16-1 180,-5-12-2608,23-12 2428,-15-3 0,7-15 0,-16 10 0,-3-4 0</inkml:trace>
  <inkml:trace contextRef="#ctx0" brushRef="#br0" timeOffset="136586">13264 15431 7533,'-7'37'1092,"-1"0"0,6 1 0,0 0 328,-6 5 0,0 3-2062,5-7 0,0 2 0,1-6 822,0 13-300,0-12 0,-1 7 1,1-8 508,2 5-389,2 1 0,3-2 0,5-16 0,8 11 0</inkml:trace>
  <inkml:trace contextRef="#ctx0" brushRef="#br0" timeOffset="136866">13353 15963 7533,'0'34'3276,"7"-11"0,11-34-4521,10-15-644,-9-2 674,-2 5 1,-2 1 225,-12 0 1348,13-9 1261,-32 30-541,-11 20-270,12 4 1,1 4 828,-9 12 0,4 2-1117,12-13 0,3 0 693,-5 12 0,2-5-764,7-13-1440,24 7 990,5-23 0,-4-7 0,3-3 0,-2-2 0,1-2 0,-1-4 0,1-1 0</inkml:trace>
  <inkml:trace contextRef="#ctx0" brushRef="#br0" timeOffset="138135">12012 14625 7533,'-20'25'3276,"-3"10"-256,45 10-2391,-3-24 1,7-2-180,15 0 0,8-8-659,-10-13 1,3-7 0,0-2-2,3-2 0,-1-3 1,1-2 119,-3-2 0,0-2 0,-1 5 502,9 3 0,-2 12 577,-7 19 1,-6 12 44,-12 10 1,-1 2-795,2-14 0,4-1 0,3-9-224,3-13 0,2-9 0,2-4 14,4-3 0,2-6 0,-1-2-120,-9 0 0,0-1 0,-1-1 0,-3 2-854,12-8 0,-3 6-46,-8 14 1,-4 5-2288,1 12 3363,-3 3 1,-15-12 0,-2-7 0</inkml:trace>
  <inkml:trace contextRef="#ctx0" brushRef="#br0" timeOffset="138952">13564 14786 0,'-35'0'960,"8"6"2316,-7 6 0,30 29-1638,13-3 0,8 4-1012,5-5 0,6 2 0,2-1-486,-3-5 1,2-1 0,1 0-1,2-2-500,2-1 0,1-2 1,1-1-1,0-2-733,7 5 1,-1-3 0,-2-2 769,-8-8 0,-2-1 0,-2-2 0,8 3 0,-5-2 0,4 4 1</inkml:trace>
  <inkml:trace contextRef="#ctx0" brushRef="#br0" timeOffset="139468">13458 14811 7533,'-39'11'1638,"13"4"0,5 6-668,17 9 1,4 3-1601,-6-4 0,4-3-1978,36 4 1573,-11-49 1,1-15 854,-4 7 0,2-3 0,-1 0 630,-1-2 0,-1 0 0,2 5 1188,5 3 0,1 11-983,8 26 1,-1 13-656,-5-2 0,-1 2 0,6 6 0,0-4 0,-7-17 0,-1 1 0</inkml:trace>
  <inkml:trace contextRef="#ctx0" brushRef="#br0" timeOffset="140135">14446 15047 8342,'17'25'1092,"0"1"0,9 12 0,0 6-273,-10-11 0,-1 4 0,-2 2 0,0 1-655,0 1 1,0 2-1,-2 0 1,-3 0-53,0-1 1,-3 0-1,-1-1 1,-5-2-113,-5 6 0,-5-2 0,-5-7 59,-10 1 0,-3-17-869,0-30 1,1-15 539,10-1 0,3-6 1,5-2 508,7-3 1,6-2 0,5 3 829,6-10 0,9 13 280,10 28 1,5 15-1935,2 15 0,0 9 380,-8-5 1,1 2 0,-2-1 0,3 6-1,-1-2 1,0-8 0,0 0 0</inkml:trace>
  <inkml:trace contextRef="#ctx0" brushRef="#br0" timeOffset="143965">13864 13547 7533,'-27'18'3276,"1"17"-1991,13-10 0,1 1-1015,2-3 0,0 1 119,-5 7 1,-3 4 0,2-5-464,5-6 0,-1 1 51,-5 3 1,-4 4-1,-1 2 1,1-2-664,-1 4 1,1-2 0,-2 0 685,-4-3 0,-1-1 0,0 2-1020,-1 10 1,0 1-1,3-8-59,6-17 0,1-2 1079,-3 17 0,3-9 0,1-28 0,0-4 0</inkml:trace>
  <inkml:trace contextRef="#ctx0" brushRef="#br0" timeOffset="144131">13388 13782 7533,'0'39'1638,"6"-9"0,4 3 0,2 2 0,3 0-109,-1-2 0,1 2-1469,6 7 0,3 6 0,-4-7-780,-7-15 1,0 0 389,6 12 0,4 6 0,-1-6-1309,-3-12 1,0-4 1358,-1 1 0,1-2 0,14 1 0,-15-22 0</inkml:trace>
  <inkml:trace contextRef="#ctx0" brushRef="#br0" timeOffset="144348">14146 13311 0,'-27'0'3276,"49"0"0,19-11-2184,-3 5 0,8 0 0,-3-1 444,-2-3 0,0-1-2346,2 0 1,3-2 0,-3 3-830,0 2 1,-4 1 614,-5-3 0,-1 2 1024,16 2 0,-34 12 0,-5 1 0</inkml:trace>
  <inkml:trace contextRef="#ctx0" brushRef="#br0" timeOffset="144648">14429 13187 0,'-22'18'1092,"0"-1"0,-8 18 0,0 3 546,8-10 0,3 3-546,-2 7 0,1 7 0,4 3-273,6-7 0,4 3 0,1 0 0,-2-3-92,-2 4 0,-1-2 0,2 3-565,3-5 0,1 3 0,1 2 0,0-1 0,0-3 62,0-1 1,1-1 0,0-2 0,1-2-15,3 3 0,1-2 1,0 1 28,-1 13 1,-1 1 0,6-13 2095,19-8-1121,-9-9 0,1-4-108,3-11-611,14-4 0,1-1 1685,-9-2-2180,19-5 0,6-1-1169,-6 3 0,-2-2 1034,-9-4 0,1 0-958,2 6 1,3 2 0,-8-2 722,-6-8 0,2 10 0,-1 0 0,-10-4 0</inkml:trace>
  <inkml:trace contextRef="#ctx0" brushRef="#br0" timeOffset="149481">14905 13658 7533,'-47'0'3238,"14"0"38,25 0-1425,8 0 398,8 0-630,25-11-1125,-7-5 1,3-4-555,-1 1 0,2-3 0,0 0-30,0-2 0,1 0 0,-2 0-315,9-8 1,-3 3 449,-8 7 0,-3 8 1034,-7 12-359,-9 5 449,-8 31-540,-4-4 1,0 1-360,2 14-207,-2-13 1,-2 4 0,1-2 161,-1 9 0,2-2-476,-1-3 0,0 0-79,2-3 0,0 3 0,1-3-1019,2-2 0,0 0-290,0 8 1,0 0 1214,4-5 0,0-4 0,-2 5 0,6-14 0</inkml:trace>
  <inkml:trace contextRef="#ctx0" brushRef="#br0" timeOffset="149632">15134 14080 7533,'-31'11'1638,"-1"1"0,-13 3 1638,20 19 0,48-18-1638,6-5 0,5-4-546,0-8 0,3-4 0,0 0-1198,3 1 1,0-1 0,-2-1-1,5-6 1,-4-1 0,-11 4-1,1 0 1</inkml:trace>
  <inkml:trace contextRef="#ctx0" brushRef="#br0" timeOffset="150198">15363 14551 9512,'8'41'819,"0"0"0,-2-5 0,0 2 0,2 1 0,1-4 0,2 2 0,1 0 0,-1 0-149,1 11 1,0-1-1,1-3-1240,1-6 1,2-2-1,-3-5-1069,-3-3 1,0-6 1173,6-11 0,-16-31 1,0-12-1</inkml:trace>
  <inkml:trace contextRef="#ctx0" brushRef="#br0" timeOffset="150432">15399 14563 7533,'-38'17'1092,"-1"0"0,10-2 0,0-1 373,-7 5 0,11-12-2455,30-25 1,11-9 809,10-3 0,7 1 240,-2 4 0,4 0 0,-1 10 1578,8 12 0,-4 13-1657,-1 21 1,-7 10 18,-10-5 0,-3 2 0,4-1 0,1-4 0,14-2 0</inkml:trace>
  <inkml:trace contextRef="#ctx0" brushRef="#br0" timeOffset="151215">15840 15133 7533,'-8'-25'2248,"6"6"1,-6 7 270,24 34-1575,-6 10 1,-1 9-736,-1-4 1,-2 4 0,0 2-294,-1-4 1,0 3 0,-1-1 0,-2 0 203,-6 6 0,-2-2 0,0-3 334,1 13 1,-2-23-365,-10-59-210,17-1 0,6-7 0,3-2-510,0 2 1,0-3-1,3 0 1,3 2 404,4 2 1,4 2 0,1 1 0,-1 3 0,-1 0 0,0 3 0,2 5-1,13 3 1,1-1 0</inkml:trace>
  <inkml:trace contextRef="#ctx0" brushRef="#br0" timeOffset="151465">16104 15530 10051,'0'14'3276,"32"-9"-3404,15-17-1491,-11 0 0,0-1 1619,-7 3 0,-3-1 0,15-12 0,-23 10 0</inkml:trace>
  <inkml:trace contextRef="#ctx0" brushRef="#br0" timeOffset="151648">16281 15356 7533,'-15'41'655,"0"-1"0,0 0 1,3 1-1,3-1 0,2 1 437,3-1 0,2-1 0,8-4-565,17-2 0,5-8 0,7-6 0,-6-32 0,-1 1 0</inkml:trace>
  <inkml:trace contextRef="#ctx0" brushRef="#br0" timeOffset="153465">15787 13683 13559,'39'6'1092,"0"0"0,5-4 0,0-2-167,5 1 1,0-4-2019,-15-3 1,-1-3 0,-2 1 545,7 1 1,-3-1 0,-8-4 0,-3 1 0,1-2 0</inkml:trace>
  <inkml:trace contextRef="#ctx0" brushRef="#br0" timeOffset="153665">16069 13323 7533,'-14'33'819,"1"-1"0,5 2 0,2 3 0,2 2 0,0 0 0,2 1 0,0 3 0,2-1-542,2 7 1,3 0 0,-1 1 0,1-2-278,-2-8 0,-1 0 0,1-2 0,1-2 0,1 4 0,2-1 0,-2-5 0,-1-7 0,0 0 0</inkml:trace>
  <inkml:trace contextRef="#ctx0" brushRef="#br0" timeOffset="159000">27975 5206 7533,'-47'-6'1799,"6"-17"-1440,31 6-423,10-17 424,34 4-420,-10 11 0,5 0 0,4 2 442,2 3 0,4 4 1,2 0-1,3 1-407,-2 0 1,3 1 0,2 0-1,1 2 1,1 1 398,-2 3 1,2 1 0,0 1 0,2 2 0,0-1 0,2 1-300,-9-1 0,1 1 0,0 0 0,1 0 0,0 0 0,1 0 0,1 0 0,-1-2 94,-1 0 1,0 0 0,1 0 0,0-1 0,0-1 0,1 1 0,0-1 0,0 1 0,0-1-228,-1 0 1,0 0 0,1-1 0,0 1 0,0-1 0,0 0 0,0 0 0,1 0 0,-1 0 0,0-1 183,0 0 0,0 0 0,0-1 0,1 1 0,-1-1 0,0 0 0,0 0 0,0 0 0,0 1 0,-1 0-67,2-1 1,1 1 0,-1 0 0,0 0 0,0 0 0,-1 1 0,0 0 0,-1 0 0,-1 1-243,6 0 0,-1 0 1,-1 1-1,0 0 1,-2 1-1,0 0 1,-2 0-328,-1 2 0,-1 0 0,0 0 1,-2 1-1,-2-1 0,-2 1-310,3 0 1,-1 1 0,-4-1 0,-2 1 490,10 3 0,-10-3 1,-18-10-1,-36-1 0</inkml:trace>
  <inkml:trace contextRef="#ctx0" brushRef="#br0" timeOffset="159833">16686 13547 0,'-19'12'930,"2"10"0,2 7 162,7 4 0,2 5 0,1 1-172,-1 7 1,1 1 0,4-1-801,4 1 0,4 0 0,9-13 815,17-12 1,6-17-816,-10-18 0,0-12 0,-3-5-120,0-9 0,-4-5 0,-7-1 270,-9 6 0,-7 0 0,-4 3 252,-10-10 1,-9 8-523,-5 13 0,-5 12 825,-5 18 1,2 11-1546,14 6 1,5 4 719,-2 9 0,6 2 0,12-3 0,6-2 0,14 11 0</inkml:trace>
  <inkml:trace contextRef="#ctx0" brushRef="#br0" timeOffset="159984">16916 13881 7533,'-4'33'1092,"0"0"0,3-3 0,0 0 546,-5 7 0,4-2-1721,12-10 0,4-4 83,7 9 0,7-19 0,-13-11 0</inkml:trace>
  <inkml:trace contextRef="#ctx0" brushRef="#br0" timeOffset="160335">17304 13460 7533,'-36'26'1092,"1"0"0,2 7 0,3 4 0,11-8 0,1 2 0,3-1 546,-5 9 0,12-8-1842,39-12-2045,5-35 1156,-12-4 1,4-6 0,-4 0 302,1-1 0,-5-1 745,-5-4 0,-2 9 2924,2 27-1241,-18 24 0,-9 12-546,5-5 0,1 4 0,-1 2-1011,1-1 0,-1 2 0,0 1 1,0-1-352,-2 0 0,0-1 0,0 0 0,2-1-823,2 5 1,1-2 0,2-3 524,0 5 0,4-11 0,2-23 1,11-32-1</inkml:trace>
  <inkml:trace contextRef="#ctx0" brushRef="#br0" timeOffset="160683">17533 13658 8972,'-27'18'3276,"9"12"-1638,5-6 0,2 2 1638,8 21-4289,10-21-2264,31-56 1857,-14-4 0,-1-4 1600,-4-1 0,-3 0 45,-6 2 0,-4 13 3051,-6 23-795,0 28-1462,-4 1 0,-2 8 1,0 1-840,2 2 0,1 2 0,-2 1-1000,-1-4 1,-1 2 0,0 0 0,2-1-274,0 11 1,3-1 0,-1-4 545,-1-1 1,0-4 0,1-7 0,-2-5 0,-5-9 0</inkml:trace>
  <inkml:trace contextRef="#ctx0" brushRef="#br0" timeOffset="161251">18098 13633 7533,'-20'18'3276,"-4"2"-1638,12 9 0,-1 5 0,-8 2 0,-3 1-2129,6-6 0,0 1 1,-1 0-410,-1 0 1,-1-1-1,1-3 43,1-3 1,1-3 856,-15 12 0,23-34 0,2-7 0</inkml:trace>
  <inkml:trace contextRef="#ctx0" brushRef="#br0" timeOffset="161415">17851 13683 7533,'4'45'819,"1"0"0,4-10 0,3 1 0,-1-2 819,-2 6 0,3-1-547,4-9 0,2-1 0,-1-1-1496,-2 2 0,0-4 405,18 10 0,-15-18 0,-1-6 0</inkml:trace>
  <inkml:trace contextRef="#ctx0" brushRef="#br0" timeOffset="175665">18486 13658 8252,'-20'-7'3276,"-11"24"-1515,27-6-727,-7 18 1,-2 4-675,3-7 420,1 17 1,1 5-332,2-20 1,2 0 134,-2 14 1,4 2 224,8 2 1,4-3-450,-5-14 0,2-2-315,7 8 0,5-5-93,24-5-42,-12-18 45,2-17 1,-1-9-316,-11-5 0,-3-4 45,9-8 0,-1-4-105,-12 4 1,-2-4-1,-3 3 167,2 1 0,-4 1 388,-3-15 0,-8 0 944,-14 14 1,-5 5-945,8 8 0,-3 3 224,-22-6 1,-3 7-90,2 12-495,4 7 0,0 5-404,-3 15-1010,17-6 1,3 3 1471,3 21 0,24-1 1,13 0-1</inkml:trace>
  <inkml:trace contextRef="#ctx0" brushRef="#br0" timeOffset="179065">19156 13943 7533,'-10'0'3276,"10"6"0,18 6-1638,11 1 0,8-1-546,-3-4 0,2-2 0,2 0 0,6 1 0,2-1 0,1-1-2185,4-2 1,0-1 0,-4-1 795,2-1 1,-6 0 0,-7 2 0,-5 1 0,-6 5 0</inkml:trace>
  <inkml:trace contextRef="#ctx0" brushRef="#br0" timeOffset="180017">20338 13708 7533,'-43'16'3276,"13"-1"-1638,4 22 0,3 12-546,11-8 0,3 3 0,1 3-430,-1-5 1,1 2 0,1 1-1,3-1-325,3-2 1,3 0-1,2-2 1,7-6-9,8-1 1,5-6 0,4-13-240,4-18 0,4-15 0,-3-6-518,-5 0 1,-1-4 0,-3-5 0,-3-2 202,-1-6 0,-4-4 0,-5-1 0,-5 1 67,-5 2 1,-6 0 0,-4 2 0,-3 3-113,-8-6 0,-6 4 0,-3 6-823,0 11 1,-3 5 0,1 8 1001,-6 10 1,4 9 0,-1 16 0,27 11-1</inkml:trace>
  <inkml:trace contextRef="#ctx0" brushRef="#br0" timeOffset="180602">20567 13187 7533,'-20'-5'3276,"-3"3"0,29-9-1193,-12 10-1364,29-5 990,5 12-1349,9-5 90,6 10-495,-13-10 0,-1 0-405,12 4 225,-3-2 0,-1 0-224,-6 4-1,-6 5 0,-1 5 270,3 16 45,-16-10 1,-2 3-1,4 17 0,-3 2 135,-8-8 0,-2 2-699,3 5 0,0 5 0,-1 0 759,-1-3 0,-1 0 0,-1 1-60,1-10 0,0 1 0,0 1 0,0 0 0,0 3 0,0 0 0,0 1 0,0-1-283,0-1 1,1 0-1,-1-1 1,-1-1 491,0 8 1,-2-2 0,-1 0-145,0-2 0,-2 0 0,-1-3 54,0-6 1,-2-2 0,-3-1-180,-5-1 0,-4 0 0,1-2-1579,-7 12 1,-3-3 708,-9-6 0,-1-7 930,16-10 0,1-4 0,-26-5 0,22-5 0</inkml:trace>
  <inkml:trace contextRef="#ctx0" brushRef="#br0" timeOffset="181267">20161 14674 7533,'0'-20'3276,"0"-2"0,8 26-1373,2 14-104,0 26-840,-5-12 1,1 6-1,-2-1-419,-3 11 0,0 1-474,4-6 0,1 2 0,-1-1 144,-2-4 0,0-2 0,1-1-435,5 11 0,-1-3-1259,-2 0 0,-2-5-1793,4-3 0,-24-59 2966,10-5 1,1-5 0,-8-6 0,0-2 0,4-2 0,1 0 0</inkml:trace>
  <inkml:trace contextRef="#ctx0" brushRef="#br0" timeOffset="181466">20179 14674 7533,'-28'-20'3276,"-21"20"-1875,26 9 83,-6 8 0,1 1-1214,14-9 450,-9 14-540,23-22-630,31-28 450,-7 13 135,15-15 0,4 1-263,0 17 488,3-3 0,-2 6 0,-10 19-495,-1 2 0,-2 4 45,-19 5 0,-2 2-1549,11 7 1,-1 0 818,0 14 1,5-3 0,-7-17 0</inkml:trace>
  <inkml:trace contextRef="#ctx0" brushRef="#br0" timeOffset="183282">20003 15704 7533,'-26'5'3276,"-9"13"-706,5 19-1806,12-5 1,3 3-180,7 4 0,6-1-226,3-1 1,6-3-270,4-8 0,6-10-270,8-21 1,2-12-496,-5-6 0,-4-7 135,-1-13 1,-9-3 494,-12 9 0,-10 4 405,-9 5 0,-6 8-1,-3 13 1,-1 7-675,-2 2 0,7 4-2962,16 14 3129,18-14 1,37-7-1,-7-11 1</inkml:trace>
  <inkml:trace contextRef="#ctx0" brushRef="#br0" timeOffset="183499">20232 15381 7533,'-28'36'1638,"18"-6"0,3 6-546,3-2 0,1 4 0,2 2-79,0 5 0,1 2 0,1 1-2003,0 1 1,1 1 0,3-4-104,2-10 1,2-2 0,0-4 632,0 1 0,4-8 0,20-6 0,-15-17 0</inkml:trace>
  <inkml:trace contextRef="#ctx0" brushRef="#br0" timeOffset="183882">20532 15716 7533,'-43'16'1638,"23"3"0,2 5 0,-1 7 0,3 3 0,3 4 0,8-1-583,21 9-2044,13-46-650,-1-25 1,-3-12 545,-7 3 1,-4-4 0,-1-3 474,-2 0 0,-2-2 0,0-2 0,-2 2 505,-2 3 1,0 0-1,-1 1 1,-1 1 1041,2-10 1,0 1-1,-7 11 2347,-13 4-1638,4 61 0,2 22-1050,3-13 0,0 5 1,2 2-1,0 0-1408,2 3 1,1 2 0,2-1 0,1-2 622,3-7 1,1 0 0,2-3 0,1-3-1,7 16 1,5-13 0,22-13 0</inkml:trace>
  <inkml:trace contextRef="#ctx0" brushRef="#br0" timeOffset="184549">20973 15704 7533,'-10'30'1638,"0"0"0,2 11 1638,42-16-3359,-15-38 0,1-10-1042,4-7 1,-3-6 989,-7-6 0,-11 1 540,-15 11 0,-9 10 494,-6 22 1,-3 12 192,3 5 0,-2 5 0,5 5-805,4 4 0,3 5 1,7 0-1233,4 12 1,12-6-181,13-13 1,9-12 1124,19-24 0,2-14 0,-17 5 0,-3-5 0,3-13 0,0 0 0</inkml:trace>
  <inkml:trace contextRef="#ctx0" brushRef="#br0" timeOffset="184815">21255 15616 9422,'-13'43'1092,"0"0"0,-4-1 0,-1-2 546,6-6 0,3-3-1444,1 16-2623,35-40 1530,10-8 359,7-1 180,-25 20 0,-27 21-360,-4-15 1,-5-3 719,-5-5 0,-1-6 0,-12-5 0,9-25 0</inkml:trace>
  <inkml:trace contextRef="#ctx0" brushRef="#br0" timeOffset="184966">21308 15741 7533,'45'0'1638,"-16"-7"0,1-3-2692,-2-1 1,-1-4 288,-7-4 1,-1-1-56,12-17 1,-23 7 0,2 5 0</inkml:trace>
  <inkml:trace contextRef="#ctx0" brushRef="#br0" timeOffset="185116">21449 15369 7533,'-28'41'1092,"18"-10"0,2 5 0,1-2 546,1 0 0,2 2-1034,0 9 0,0 5 1,4-2-1955,10 2 1,4-4 225,-1-3 0,3-4 468,1-5 1,3-11-1,22-24 1,-15-18 0</inkml:trace>
  <inkml:trace contextRef="#ctx0" brushRef="#br0" timeOffset="185399">21625 15356 7533,'-17'0'3276,"7"6"-796,2 17-2480,8-1 0,8 14 0,2-11 0</inkml:trace>
  <inkml:trace contextRef="#ctx0" brushRef="#br0" timeOffset="185582">21643 15728 0,'-18'40'1638,"9"-17"0,1 1 0,1 7 0,4 1-651,3 18-4264,17-36 3211,-5-17 1,12-22 0,-14 0 0</inkml:trace>
  <inkml:trace contextRef="#ctx0" brushRef="#br0" timeOffset="185983">21696 15790 7803,'10'15'3276,"5"2"0,-13 20-3892,14-18-643,2-13 179,-7-19 991,13-1 358,-14 2 1,-1 18-90,-1 7-180,-8 1-630,0 3-269,8-16-180,2-1 809,8-1 1349,-9-5 360,-1 17-899,-8-8-1979,0 8-1619,16-28 3058,-12 2 0,12-10 0,-16 8 0</inkml:trace>
  <inkml:trace contextRef="#ctx0" brushRef="#br0" timeOffset="186132">21925 15802 13199,'27'4'-1639,"-1"-1"1,19-19 1602,-17-6 1,-13-10 0,-15 9 0</inkml:trace>
  <inkml:trace contextRef="#ctx0" brushRef="#br0" timeOffset="186266">22066 15517 7533,'-13'29'1092,"-1"0"0,0 8 0,2 3 0,5-5 0,2 2 0,0-1-983,-1 13 0,2-3-109,2-10 0,4-5 0,8 0 0,7-21 0</inkml:trace>
  <inkml:trace contextRef="#ctx0" brushRef="#br0" timeOffset="186516">22172 15889 7533,'18'7'3276,"7"-18"-2415,-13-15-141,4-2 1978,-24 38-1439,-1 15 1,0 8-676,1 6 1,4 2-720,8 1 0,8-10-3142,27-24 2730,-14-13 1,-3-7 0,-2-11 0,-6-4 0,-7-16 0</inkml:trace>
  <inkml:trace contextRef="#ctx0" brushRef="#br0" timeOffset="187400">18415 14390 7533,'-18'0'3276,"-15"5"0,4 2 0,-14 11 0,23-5 0,36 11-2157,11-18 1,8-4-940,1 3 0,4 0 0,0-4-274,2-6 1,1-4 0,-1 1-747,1 3 1,-1 1 0,-3-3-106,0-8 1,-6 0 314,1 2 180,-83 18 330,18-1 0,-3 1 0,-1 0 600,-8 5 0,-1 0 0,1 0 612,5-2 0,2-2 0,3 1 418,-5 4 0,17-4-1140,44-12-775,13-7 0,9-1-688,-5 2 1,4 0 0,-1 0 623,-7 0 1,-1 0 0,-2 1 0,12-2 0,-8 1 0,-11-2 0</inkml:trace>
  <inkml:trace contextRef="#ctx0" brushRef="#br0" timeOffset="188217">18486 14637 7533,'-18'42'1638,"12"-18"0,2 3 0,3 9 0,2 2-372,3-4 1,2 2-1582,-1 11 0,0 1-990,-1-8 1,0-1-335,-4 1 1,0-5-212,0-3 51,0-68 1484,-4-3 1,0-6 314,1-2 0,-4 2 0,-11 6 0,-5 11 1979,-16 22-720,7 15 0,3 4-719,-1 8-810,46-56 585,9 10 0,7-1-46,3-4 1,4 3-561,-5 14 0,1 3 0,-4 5 1010,12 6-486,-1 12 0,-3 2-233,-8-4 0,-9 3 0,-1 1 0,5-3 0</inkml:trace>
  <inkml:trace contextRef="#ctx0" brushRef="#br0" timeOffset="203131">18327 15443 7533,'-18'36'1638,"8"5"0,3 6-546,2-15 0,1 1 0,3 2-2185,4 14 1,4 3 0,-2-5 537,-4-1 0,4-5 1574,19 0 0,7-13-929,-4-29 0,1-8 295,-2 3 0,-1-5-415,1-10 0,0-8 0,-5-2-210,-11-2 0,-5-2 0,1 1 195,8-10 0,-2-2-45,-9 7 0,-3-3 0,-3 4 0,-5 3 1,-2 4 89,1 0 0,-2 2 89,-4 0 1,-3 8-719,-9 23 629,7 1 0,4 22 0,16 0 0</inkml:trace>
  <inkml:trace contextRef="#ctx0" brushRef="#br0" timeOffset="205500">21502 13695 0,'-35'0'1949,"7"0"1327,10 6-782,11 6 782,30 19-1875,7-4-292,-6-11 1,4-2-571,14-3 1,1-4-450,-17-3 0,1-1-235,22 0 0,0 0-215,-8-3 360,-3-1 0,-2 2 0,-4 4 0,9 2 0</inkml:trace>
  <inkml:trace contextRef="#ctx0" brushRef="#br0" timeOffset="205665">21661 14253 7533,'-2'13'3276,"11"-1"0,19-5-1638,11-8 0,4-4-1695,-8-1 0,1-1-217,0 0 0,3 1 0,-3-1 0,2-2 1,-3 0-1,-1 3 0,1 0 0</inkml:trace>
  <inkml:trace contextRef="#ctx0" brushRef="#br0" timeOffset="206616">22789 13683 0,'-17'-7'1590,"-9"29"1106,7 2-2037,9 3 1,2 9 0,0-2-76,-2 9 1,3 3-1,2-2 0,2 3 1,1 2-248,-1-11 0,0 2 1,1-1-1,2-3-15,4 0 1,1-2-1,2-1-52,-2 21 0,9-14 134,21-40 1,5-16-225,-13-4 0,-1-8-180,0 0 0,1-5 0,-4-5 0,-7-1 0,-4-5 0,-3-1 0,-3 1-90,-3 5 0,-4 1 0,-2-1 0,0-1 242,0-5 1,-1-2 0,-1 1 0,-4 5-213,-4 4 0,-2 4 0,-4 4-120,-18-5 1,-1 10 299,-3 11-1245,7 20 1,1 8 854,4 10-1077,9 13 0,7 5-812,11 1 2159,4-14 0,6-1 0,19 1 0,8-5 0</inkml:trace>
  <inkml:trace contextRef="#ctx0" brushRef="#br0" timeOffset="206766">23142 14092 7533,'-10'43'819,"1"1"0,2-10 0,2 1 0,1-1 819,3 7 0,2-2 0,2-4 0,2-2-2100,2-3 1,3-4 461,10-8 0,6 16 0,-1-27 0,2-1 0</inkml:trace>
  <inkml:trace contextRef="#ctx0" brushRef="#br0" timeOffset="207000">23530 13534 7533,'-10'-47'3276,"3"13"0,7 45-1638,-1 16 0,2 5 0,2-5 0,1 4-1970,-2 5 1,-2 6 0,0 2 0,0-5 331,4 8 0,0 2-432,-3-7 0,-1 8 1,0 2-1,0-2 0,-1-7 192,1-3 0,0-5 1,0 5 239,0-1 0,1 6 0,-1 3 0,0-1 0,0-2 0,-1-6 0,-1 0 0,-1-6 0,0 4 0,1 6 0,0 1 0,-1 0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5:06:56.599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</inkml:definitions>
  <inkml:trace contextRef="#ctx0" brushRef="#br0">9137 13794 7533,'43'-20'3276,"-12"3"-1638,10 17 0,5 6-3277,1-4 1,-4 3-12,-6 7 11,8-3 1,-2 0 861,-19 5 0,9 4 0,-25-6 1</inkml:trace>
  <inkml:trace contextRef="#ctx0" brushRef="#br0" timeOffset="133">9225 14179 7533,'-35'18'3276,"15"-10"0,36 14-1638,25-15 0,12-6-1479,-11 3 1,3 0-1,-1 1 1,0-1-1,-1-1 1,0 1-1,-7-2 1,0 0 0,-1 1-1</inkml:trace>
  <inkml:trace contextRef="#ctx0" brushRef="#br0" timeOffset="1000">10830 13733 7533,'-17'-42'1889,"-1"19"-1260,8-11 181,2 21 1708,-15 12-1258,1 8-181,1 19 0,-3 16 1,3 3-1601,8-11 1,3 3 0,1 1 0,-1 0 654,-3 2 1,-1 1 0,1 0 0,3 2 81,3-3 0,3 3 0,1 1 0,0-4 0,2-6 215,-2 6 1,6-4-402,13 7 0,9 3 0,6-14-180,1-22 0,4-11 0,0 0 3,2 7 1,0-1 0,0-10 56,1-15 0,1-12 0,-2-5 0,-8-1-13,-10 5 0,-6-3 1,-3-1-1,-1-3 372,-1 0 1,-1-3 0,-2-1 0,-5 1 0,-6 1-234,-6 3 0,-6 1 0,-4 0 0,-3 3 0,-1 3-856,-5-2 1,-4 4 0,-1 3 0,-1 4 747,-9 1 1,-2 6-1,6 7 1,7 7-1,9 8 1,19 24-1</inkml:trace>
  <inkml:trace contextRef="#ctx0" brushRef="#br0" timeOffset="1600">12188 14055 7533,'-27'-13'3276,"33"12"0,31 8-1463,12 1-2450,-13-2 1,5 0 0,-4-1 141,-9-4 0,1-1-15,12-1 1,7-1-1,-6 0 240,-11-2 1,-1-1 269,5-2 0,3-1 0,-3 0 0,-9 1 0,-2 0 0,10-2 0,-1 0 0</inkml:trace>
  <inkml:trace contextRef="#ctx0" brushRef="#br0" timeOffset="1766">12682 13733 7533,'-33'29'819,"0"0"0,6 2 0,2 3 0,4-2 819,9-6 0,3 2-1078,0 5 0,-1 6 0,2 2 0,1-6-470,1 3 0,3 0-495,-1 1 0,1 6 1,1 2-1,3-4 175,4 2 1,4-2 0,0 0 0,-2-1 0,-1-1 0,3 0 0,5-6 0,1 0 0,-1-1 0</inkml:trace>
  <inkml:trace contextRef="#ctx0" brushRef="#br0" timeOffset="3765">17851 4846 0,'-36'-23'1770,"17"13"1506,3-12 0,40 37-2453,15-4 0,14-1-396,-10-1 0,6 1 0,2 0 1,0 0-314,-10-3 0,0-1 0,0 1 1,1-1-1,2-1-84,-1 0 0,2-1 0,0 0 0,1 0 0,1-1 0,0 1-82,-3-1 0,1-1 0,1 1 1,0 0-1,0-1 0,-1 0 1,-2 1 125,2-1 1,-1 0 0,-2 0 0,1 1 0,1-1 0,1 0 96,0 1 1,1-1 0,0 0-1,1 1 1,1 0 0,-1-1 0,-1 1 7,0 0 1,-1 1 0,0-1 0,0 0 0,-1 1 0,1-1 0,-1 1-150,4 0 0,0 0 0,-1 1 0,0-1 0,1 1 0,2-1 127,-6 0 0,2-1 1,0 1-1,1 0 1,1-1-1,-2 0 1,0 0-1,-3-1-344,7 0 1,-3 0-1,0 0 1,-1-2-1,0 1 1,-1-1 258,4 0 0,0-1 0,-1-1 0,0 0 0,1-1 0,1-2 0,0-1 0,0 0 0,-1-1 0,-3 0-125,-3 1 1,-2 0-1,-1-1 1,2 0-2,-1 1 0,2 1 0,0-1 0,0 0 0,-1-1 31,7-2 1,-1 0-1,-2 0 1,-1 0 22,2 0 0,-2 0 0,0-1 90,-5 2 0,1-1 0,0 0 0,-2 0 567,7-4 1,-1-2-1,-1 1-387,-3 1 0,-1 0 0,1 0-270,1-2 0,0 0 0,-1 0 30,-5 2 0,-1-1 0,-4 0-30,2-3 0,-3-3 315,-2-7 0,-3-1-226,2-14 451,-17 6 0,-4-2-495,-5 11 0,-2 0-270,1-16 0,0-4-105,-2 4 0,0-2 1,-2 0 149,-1 7 0,-1 0 0,-1-1 177,2 3 1,-1-2 0,-1 0 0,-2 0-291,-6-3 1,-2-1 0,-2 1 0,3 3 564,4 4 1,2 2 0,-3-3-345,-2 1 0,-2-3 0,-2-1 0,0-1 0,1 3 117,-1-2 0,1 1 0,0 1 0,0 1-105,-3-6 0,-1 0 0,-3-1 135,3 9 1,-2-2-1,-1-1 1,-1 3 0,1 5 14,-3 2 0,0 4 0,-2 0-90,1-1 0,-2 0 0,-3 0 0,-3 1-230,0 4 1,-4 1 0,-3 0 0,-1 1-1,-1 0 1,2 1 184,1 0 0,0 2 0,0 0 0,-1 0 0,-2-1 0,-2 0 65,7 2 0,-1 0 0,-2-1 0,-1 0 0,-1-1 0,0 2 0,0 0 0,0 0 0,1 2-156,-1 1 0,1 1 1,0 1-1,-1 0 1,1 0-1,-1 1 0,0 1 1,0 0-1,-1 0 46,-1 1 0,-1 0 0,0 0 0,-1 1 0,1 0 0,-1 1 0,1 1 1,-1 0-1,1 0-30,1 1 0,0 0 0,1 1 0,-1 1 0,0 0 0,1 0 0,-1 1 0,0-1 0,-1 1 84,2 0 0,0 0 0,-2 1 0,1 0 0,-1 0 0,1 0 0,1 0 0,1 0 0,2 0 1,3-1-82,-8 2 1,3-1 0,3 1 0,0-1 0,0 0 0,-4 0 149,3 0 1,-2-1 0,-2 0 0,-1 1-1,1-1 1,2-1 0,2 1 0,5-1-34,-10 0 0,7 0 0,0-1 0,-4 1 15,5-1 0,-2 1 0,-2 0 0,0-1 0,-1 1 0,0 1 40,2-1 1,0 0 0,-2 1 0,1-1 0,0 1 0,3 0-1,2-1-100,-9 2 0,4-1 0,1 1 0,-6 1 32,5-1 0,-4 2 0,-3-1 1,0 1-1,0 1 0,4-1 1,5-1-65,-3 2 0,6 0 1,0 0-1,-3 0 95,-2 0 0,-3 0 0,-1 0 0,0 1 0,-1 0-45,6 0 1,0 1 0,-1 0 0,0 0 0,2 0 0,1 0 26,-6 1 0,3-1 0,-1 2 0,-3 0 15,5 0 0,-3 1 0,-2 0 0,0 1 0,1 1 0,1 1 42,4 1 0,0 0 1,1 1-1,0 1 0,0 0 1,-1 0-58,0 1 0,1-1 0,-1 1 0,0 0 0,0 2 0,-1 0 44,5-1 1,-2 2 0,-1 0 0,0 1 0,1 1 0,1-2 0,2 0 0,3-2-45,-10 7 0,5-2 0,0 0 0,-1 3 10,3-2 1,-1 2 0,-2 1 0,2 0 0,2-1 0,5-3 79,-1 4 0,5-3 0,-3 3 81,3-2 1,-3 2 0,-1 2-1,0 0 1,2 0-172,-4 6 0,0-1 0,2 2 0,1 0-68,4-1 1,1 1-1,1 1 1,-1 1 67,1-3 0,-2 2 0,0 0 0,2-2 0,4-2 0,1 3 0,5-3 0,-1 1-23,-2 2 1,-2 2-1,1-2 1,3-5-23,0-6 0,3 0 15,2 7 0,2 5 0,1-4 1004,-1-7 0,3-1-615,7 18 1,13 0-210,11-14 0,9-3 0,5-1 155,-4-6 0,3 0 0,4-2 0,2-1 0,1-1-305,-5-5 0,3-1 0,2-1 0,0-2 0,1 1 0,-1-1 0,-1 0-85,2 1 0,0 0 1,-2 0-1,2-2 0,1 0 1,2-3 74,-7-2 0,3-1 0,2-2 0,0-1 0,1 0 0,-1 0 0,-2-1 0,-3 1 0,-3 0-103,12 0 1,-6 0-1,0 0 1,8-1 58,-15 0 0,5-1 0,3 0 0,2 0 0,1-1 0,0 1 0,0-1 0,-3 1 0,-4 0 0,-3 1-190,13-2 0,-6 2 0,-1-1 0,8-1 144,-11 1 0,5-1 0,4 0 0,2 0 0,1-1 0,-1 1 1,-2-1-1,-4 1 0,-4 1-191,0-1 0,-5 1 1,-1 0-1,1 0 0,6-1 191,-2 0 0,6-1 0,3 1 0,2-2 0,1 1 0,-1 0 1,-2 0-1,-3 0 0,-5 0 28,1 0 0,-5 1 0,-2 0 0,2-1 0,5-1-188,-1 1 0,5-1 0,3-1 0,2 0 1,1-1-1,-1 1 0,-2 0 0,-4 0 1,-6 2 149,9-3 1,-7 2-1,0-1 1,6 0-301,-7 0 0,5 0 1,4-1-1,2 0 1,-1 1-1,-2-1 0,-3 2 1,-5 1 36,3 1 1,-4 1-1,-3 1 1,4-1 372,2-1 0,4 0 0,0 1 0,-2-1 0,-4 2 0,4 0 0,-4 2 0,-1-1 0,-3 0 0,1 0 0,0 0 0</inkml:trace>
  <inkml:trace contextRef="#ctx0" brushRef="#br0" timeOffset="5333">14217 13150 7533,'-10'-12'1889,"-6"-1"-180,15 6-810,-7 2-269,8 5 359,0 22-809,0-11-45,0 14 0,0 6-315,-4-3 0,0 2-1349,3 11 0,0 1 629,-7-3 1,0-3 899,6 14 0,-6-21 0,8-17 0</inkml:trace>
  <inkml:trace contextRef="#ctx0" brushRef="#br0" timeOffset="5449">14076 13386 7533,'-20'45'-113,"5"2"1,22-27-1,3 4 1</inkml:trace>
  <inkml:trace contextRef="#ctx0" brushRef="#br0" timeOffset="5920">13899 13993 7533,'-15'-14'2338,"-5"3"-899,-1 23 1,-1 9-856,2 1 1,3 3-301,-2 13 0,3 5 196,3-4 0,1 3 0,3-3-448,2-2 0,2-1 13,0 13 0,10-11 0,18-35 0,5-9-45,16-5-150,-14-12 0,2-9 0,-4 0-559,-6-2 0,-3-2 529,-1 5 0,1-2 1,-5-1-226,-6-15 0,-6 3 12,-4 1-57,-16 12 1,-6 9-901,-7 23 495,0 6 1,3 8 854,15 15 0,5 4 0,-5-9 0,2 0 0,11 8 0,0 1 0</inkml:trace>
  <inkml:trace contextRef="#ctx0" brushRef="#br0" timeOffset="6083">14235 14154 7533,'-14'30'1092,"0"-1"0,0 7 0,3-3 2184,1-4-1638,4 0 0,4 0 47,10 0-2855,-1 0 1,4 0 180,8-6-650,-3 1 1,1-2 1512,19-13 1,-15 8 0,3-17 0</inkml:trace>
  <inkml:trace contextRef="#ctx0" brushRef="#br0" timeOffset="6233">14693 13968 7533,'-21'43'1092,"-1"1"0,11-20 0,1 2-273,-1 7 0,0 8 0,1 1 0,2-6 819,2 2 0,1 0-1294,-2 4 0,1 8 0,-1 0 0,1-6-1082,0 4 1,2-1 737,5-9 0,1 4 0,1-1 0,-1-5 0,0 0 0,0-3 0,6 8 0,0 0 0</inkml:trace>
  <inkml:trace contextRef="#ctx0" brushRef="#br0" timeOffset="7466">25718 4809 7533,'-38'-19'1079,"5"-5"90,23 5 181,2-6-541,24 17 0,6 16 1,7 7-1,4 0 1,5 1 0,5 0-737,-7-3 1,3 0-1,2 1 1,1-2 0,1 0 165,-1-3 1,0 1 0,1-2 0,2 0 0,-1-1 0,1 0 14,3 0 1,1-1 0,0-1 0,1 0 0,-1-1 0,0 0-106,-1-1 1,-1-1 0,0 0 0,1 0 0,-2 0 0,0-1 15,-2 0 0,-1 1 0,0-1 0,0 0 0,-2 0 0,0-1 68,2-1 1,-1 1 0,-1-2 0,0 1 0,-2-1 19,5 0 0,-2 0 0,0-2 0,-3 0-13,1-3 0,-2-1 0,-3-2-375,6-5 0,-3-2-540,-10 4 1,-4 0-765,4-10-180,-28 15 359,-23 8 1,-13 6 299,-3 1 1,-5 1 0,-4 2 303,9-2 1,-2 1-1,-3 0 1,0 0 0,-2 0 108,1-1 1,-3 0 0,-1-1 0,0 1 0,2-1 0,1 1 311,1-1 1,1 1 0,1 0 0,0-1 0,0 0 0,1-2 0,-2 0 0,1 0 0,2-1 0,4 0 0,1 0 0,1 0 0,0 0 0</inkml:trace>
  <inkml:trace contextRef="#ctx0" brushRef="#br0" timeOffset="7799">24553 4896 7533,'-9'5'1709,"24"13"-900,10-9 1,10-3-1,5 0-432,0 0 1,4-1 0,4 0 0,3-1 0,1 1-647,-8-2 0,1 0 0,1 0 0,2 0 0,2 0 0,0 0 0,0-1 0,1 1 399,-8-1 1,1 1 0,1-1 0,0 0 0,0 0 0,1 1 0,1-1-1,-1 0 1,1 0 0,-1 1 0,0-1-213,2 0 0,1 1 1,-1-1-1,1 0 1,0 1-1,1-1 1,-2 1-1,1-1 1,-1 0-1,0 1 1,-1-1 63,1 1 0,0-1 0,0 1 0,-1 0 0,0-1 0,0 1 0,-1-1 0,-1 1 0,0-1 0,-1 0-122,4 0 1,-1 0 0,0-1-1,-1 1 1,-1-1 0,-1 0-1,-2 1 1,-1-1-517,11 1 1,-2 1-1,-2-1 1,-3 0 0,-4 0 365,-1 0 0,-5 0 0,-3 1 0,5 4 0,-11 4 0,-16 8 0</inkml:trace>
  <inkml:trace contextRef="#ctx0" brushRef="#br0" timeOffset="8733">15222 14055 7533,'-17'18'3276,"-9"6"-1721,9 1 0,-1 4-1016,-4 7 1,-1 4-687,3-8 1,-1 2 0,1 0-454,4 2 0,1 1 1,-1-3 599,-11 6 0,3-3 0,14-11 0,1-4 0,-7-5 0</inkml:trace>
  <inkml:trace contextRef="#ctx0" brushRef="#br0" timeOffset="8883">14993 14129 9332,'12'47'546,"0"1"0,-1-1 0,1-11 0,0 1 0,1-1 0,1-2-182,6 8 0,1-1 0,1-3 0,-4-6 0,1-3 0,1-3 0,9 0 0,1 0 0</inkml:trace>
  <inkml:trace contextRef="#ctx0" brushRef="#br0" timeOffset="9366">15610 13658 7533,'-17'-19'3276,"23"6"0,37 13-3764,-1 4 1,6 0-203,-10-5 0,2-1 1,0 0 142,11 2 1,-3-2 0,-11-6 0,-5-2 0,1-3 0</inkml:trace>
  <inkml:trace contextRef="#ctx0" brushRef="#br0" timeOffset="9566">15734 13633 7533,'-23'32'468,"0"-1"0,0 0 0,0 1 0,1 8 0,1 4 0,2 2 0,4 3 78,6-9 0,3 4 0,1 1 0,1 1 0,2 0 0,1 0-507,0 2 1,1 0 0,1 2 0,2-2 0,2 0-1,3-2-381,2 4 0,2 0 1,3-2-1,4-4 0,3-6-478,7-3 1,4-5 0,3-6 0,1-10 521,1-11 0,2-10 0,-1-6 0,-1 0 0,7-7 0,-3-4 0,-4-3 0,-7-2 1,0 0-1,0-1 0</inkml:trace>
  <inkml:trace contextRef="#ctx0" brushRef="#br0" timeOffset="9966">15716 13200 7533,'-31'2'1638,"0"1"0,-15 4 1638,44 5-1638,23-4 0,11-3-546,1-2 0,4 0 0,1-2-723,6-2 0,2-1 1,-1-1-934,3-1 0,-1 0 0,0-2-529,-7 0 1,-1-2 0,-3 3 884,3 3-1,-5 3 1,7 7 0,-33 17 0</inkml:trace>
  <inkml:trace contextRef="#ctx0" brushRef="#br0" timeOffset="10950">13335 7065 7533,'-27'5'1092,"-1"1"0,0 18 0,5 4 489,4 12-832,34-12 1,15 2 0,3-6-481,-2-11 1,2-5 0,5 0-775,-2-2 0,4 1 0,2-2 0,2 0 0,2 0 684,-6-1 1,4 0 0,0-1 0,1 0 0,1 0 0,-2-1 0,-2 2-464,9 0 1,-3 0-1,0 0 1,1 0 0,2 0 347,-6 0 0,2 1 0,0 0 1,1-1-1,1 1 0,-1 0 1,0-1-40,-2 0 1,0 0 0,1 1-1,-1-1 1,0-1 0,0 0-1,0-1 26,-1-2 1,0 0-1,-1 0 1,1-2-1,0 0 1,1-1-1,-1 0 106,-1-1 0,1 0 1,0-1-1,1 0 1,-1-1-1,0-1 1,-2-2-1,-1-1 87,8-3 1,-1-3 0,-1-1 0,-2-1 0,-1-2-1,-3-2 26,3-3 0,-2-3 0,-3-1 0,-1-1 0,-4-2-113,-4 0 0,-2 0 0,-3-2 0,-1-1 0,-2 0 135,3-9 1,-3 0-1,-2-1 1,-5-1-46,-5-1 0,-3-1 1,-5-1-1,-6 1-175,-3 7 0,-4-1 0,-4 0 0,-3 1 0,-2 2-184,-3-1 0,-3 1 0,-2 1 1,-6 3-1,-5 2-68,4 11 0,-5 1 0,-4 1 0,-3 2 0,-2 0 0,0 3 1,0 0-1,2 2 0,2 1-30,-3 0 1,2 3 0,0 1 0,0 2 0,0 1 0,-2 1-1,-3 0 48,7 1 0,-2 1 0,-2-1 0,-1 2 0,0 0 1,-1 2-1,0 0 0,1 2 0,-1 2 0,1 2-65,3 1 1,-1 3 0,1 1 0,-1 2-1,1 0 1,-1 2 0,1 1 0,-1-1 0,1 1-1,0 0 1,-1-1 209,1 1 1,-1-1 0,0 1-1,0 0 1,1 0 0,-1 0-1,1 1 1,-1 1 0,0 0 0,0 0-1,0 1 38,4-2 0,-1 1 1,0 0-1,-1 0 1,0 1-1,0 1 1,1-1-1,0 1 0,0 0 1,2 0-1,1 0 1,1 1-1,1-1-181,-7 5 0,1-1 0,0 1 0,1 0 0,2 0 1,2 1-1,4 1 0,2 0 0,4 2-364,-1 8 1,3 1 0,3 2 0,6 0 0,4-1 0,8-2 523,7 8 0,11-1 0,5-2 0,4-2 0,2-1 0,4-1 0,4-3 0,1-4 0,3-8 0,-1 0 0,0 0 0,0-1 0</inkml:trace>
  <inkml:trace contextRef="#ctx0" brushRef="#br0" timeOffset="12050">16175 13993 7533,'-18'-7'3276,"-7"1"0,13 34-1638,3 5 0,2 7-1077,6-6 1,2 3 0,-1 2-345,-2 8 1,-1 2 0,0-2-98,3-8 0,0-3 0,-1-2-248,-4 8 1,2-11-772,3-24 134,3-36 0,2-24 337,-5 18 1,0-3 0,0-2 0,1 0 114,3-4 0,0-1 0,0 0 1,0 2 581,-1-8 1,0 2 0,1 6 944,2 4 1,-2 19-91,-7 38 1,-2 16-676,-1 1 1,0 4 0,-2 3-240,2-6 1,-2 2-1,1 0 1,1-1-91,-1 7 0,0-1 0,3-5-345,2-3 0,4-15-1034,16-61 989,-9 9 0,0-6 0,0-1-64,1-9 0,-1-3 0,0 2 454,-3 8 0,0 2 0,-1 4 959,1 0 0,-4 16-1079,-12 42 0,-3 19-1093,6-5 1,3 6 0,1 1 764,0-4 0,0 2 0,0 1 1,2-3-1,1 4 0,0-1 1,4-3-1,9 7 0,0-1 1</inkml:trace>
  <inkml:trace contextRef="#ctx0" brushRef="#br0" timeOffset="12516">16563 14451 0,'-20'0'3276,"36"-5"-1638,18-1 0,10-1-1231,-4 0 0,3-2 0,2 1-1060,-8 1 1,3 0 0,-1 1 0,-2 0 761,4-1 1,-2 0-1,-2 1 1,4 0 0,-5 1-1,-3 5 1</inkml:trace>
  <inkml:trace contextRef="#ctx0" brushRef="#br0" timeOffset="12683">16933 14092 7533,'-23'38'468,"-1"0"0,1 0 0,-1 0 0,5-1 0,1 0 0,1 2 0,3 3 78,3-3 0,1 3 0,2 3 0,1-1 0,1-1 0,3-2-734,0 4 0,3-1 1,2-2-1,3-3 1,4 3-1,4-4 1,2-4-1,6-4 1,1 0-1</inkml:trace>
  <inkml:trace contextRef="#ctx0" brushRef="#br0" timeOffset="13700">17533 14141 8432,'-14'23'819,"1"-1"0,-1 12 0,0 6 0,0 0 273,1-1 0,0 1 0,2 2-273,3-3 0,1 2 0,2 0 0,4-4-156,3 20 0,13-19-843,19-34 0,5-19-240,-7-10 0,-1-12 1,-2-4-174,-7 7 0,-2-3 0,-3-2 1,-4 1 112,-2-13 0,-7-1 0,-9 6 30,-13-5 1,-11 14-145,-7 23 0,-2 14-890,4 13 0,5 10 719,8 7 1,9 4 422,9-5 1,6-2 0,7 3-1,7-12 1</inkml:trace>
  <inkml:trace contextRef="#ctx0" brushRef="#br0" timeOffset="13869">17798 14414 7533,'-15'36'819,"0"0"0,0 0 0,-2 8 0,6-1 819,8-3 0,6-3 1638,9-2-4413,10-4 1,5-5 237,4-15 899,-5 2 0,-1-4 0,3-15 0,-3-1 0</inkml:trace>
  <inkml:trace contextRef="#ctx0" brushRef="#br0" timeOffset="14217">18239 13980 1771,'-25'-6'1638,"1"0"0,-25 16 0,5 11 0,1 6 0,17-7 0,3 5-990,4 9 0,2 6 1,4-5 328,4 12-1382,38-11 0,12-13-809,-13-29 0,3-10 434,8 3 1,5-2-1,-8-5 627,-5-17 1,-7-2-163,-1 7 0,-4 2 945,-9 5 0,-3 2 89,-5 2 1117,-12 38-198,-6 14 0,-3 7-1342,4-3 0,1 5 418,1 2 0,0 6 0,0 2 1,3-6-1315,2-10 0,1-3 1,0 4 41,0 2 0,0 5 1,0 2-1,0-3 0,2-7 63,-2 5 1,4-4 494,8 17 0,6-8 0,2-27 0,21 5 0</inkml:trace>
  <inkml:trace contextRef="#ctx0" brushRef="#br0" timeOffset="14549">18574 14067 7533,'-36'11'3276,"9"14"-1638,6 0 0,1 5 0,4 10 0,2 1-346,0-10 1,1 0-1608,0 9 0,10-6-1304,35-11-270,-1-11 1259,-1-16 1,1-11-464,-6-8 1,-2-8 0,-3 2-547,-2 5 1,-2-1 1303,4-9 1,1-5 0,-7 10 694,-10 9 2916,3 31-975,-16 22-1672,3 2 1,0 9-1,0-1-839,-2-5 0,-2 1 1,2 1-211,3 5 0,2 2 1,0 1 419,-1-3 0,0 2 0,0-2 0,0-4 0,0 4 0,0-2 0,1-7 0,0 1 0,-1-1 0</inkml:trace>
  <inkml:trace contextRef="#ctx0" brushRef="#br0" timeOffset="14966">19262 14266 10861,'-18'24'1638,"5"1"0,1 3-938,-2-2 1,0 1-823,-6 12 0,-3 2-148,1-5 0,-2 1 1,1-2-275,2-2 0,-1 0-266,0 0 0,-2 2 1,6-5-1260,6-1 2139,-4-1 0,16-33 0,0-9 1</inkml:trace>
  <inkml:trace contextRef="#ctx0" brushRef="#br0" timeOffset="15100">19068 14290 7533,'0'28'1092,"0"1"0,-1-2 0,2 2 546,0 15 0,5 5-2199,6-9 1,2 1 0,2-4-115,-1-5 1,3-2 674,2 0 0,4 0 0,-1-5 0,-1-8 0,1-3 0,3 1 0,1 1 0</inkml:trace>
  <inkml:trace contextRef="#ctx0" brushRef="#br0" timeOffset="15850">18733 13472 7533,'-20'-19'2968,"4"6"-2069,48 13-404,-10 11 0,3 2-180,4-5 0,6 0-974,0 3 1,7 1 0,-1 1 0,-4-3 793,4-1 0,0-1-23,2-2 1,5 0-1,4 0 1,1-1-78,-9-3 0,2 0 0,1-1 0,0-1 0,-2 0 0,-3 1 77,2-1 1,-4 0-1,1 0 1,6 0-168,-6 0 0,4-1 0,3 1 1,3 0-1,-1 0 0,0 0 0,-1 0 1,-4 1 218,2-1 1,-2 1 0,-1 0 0,-1 0 0,0 0 0,-1 0-402,6 0 0,-2 0 0,0 1 1,1-1-1,1 1 237,-2 0 0,2 0 0,0 0 0,0 0 0,0 0 0,-1 0 126,4 1 0,0-1 0,0 1 0,-2-1 0,-3 1 8,-1-1 1,-4 0 0,0 0 0,5-1 0,-1-2 0,5 0 0,2-1 0,0 0 0,-3-1 0,-5 1 251,9-3 1,-5 0-1,0-1-274,-10 2 1,1-1-1,0 0 1,0 0 270,3 0 1,2 0 0,-1 1 0,-6 1-294,3 2 0,1 1 345,0-1 0,7 0 0,0-1 0,-7 1-256,-5-2 1,1 0 90,-1 3 0,6 0 0,2 0 0,-4-1 332,3-4 1,-2-2-1,-1 2-512,5 4 0,2 0-130,-8-3 1,5-1 0,-1 0 0,-8 2 39,14 2 212,-14-2 1,5-2 0,-2 1-213,4 1 0,-3 0 607,-9-1 0,0 1-697,7-3 0,-1 1-3187,7-2 0,-20 0 0,9 1 2482,-40 6 0,-10-11 0,-9-2 0</inkml:trace>
  <inkml:trace contextRef="#ctx0" brushRef="#br0" timeOffset="16533">20073 14290 6542,'-41'-23'1079,"14"15"1,-1 1-496,4-4 1,-1 4-1,-4 7 1,1 11-1378,5 25 1,4 16-1,2-4 1108,3-10 0,1 1-172,1-3 1,-2 5 0,0 4 0,4-1 0,5-4 103,10 7 1,8-4-1,-2-1-292,-6 7 0,6-5 317,13-8 0,9-3 1,0-18-543,0-29 0,1-19 0,-1 2 59,-3 14 0,0 1 1,-2-5 97,0-8 1,-2-5-1,-1-4 1,-6 0-158,-5 1 0,-5-2 0,-1 0 1,-1 4 179,5-12 0,-5 0 90,-3-1 0,-5-4 0,-12 11-30,-12 20 0,-10 8 0,3 1-195,4-5 0,-2 7 45,-10 10 0,-5 8 0,8 7 180,14 10 0,5 5 0,-9 7 0,3 2 0,11-6 0,0 0 0</inkml:trace>
  <inkml:trace contextRef="#ctx0" brushRef="#br0" timeOffset="17649">24906 13361 7533,'-19'0'1529,"-5"-6"-720,22 5 91,-6-5 989,24 1-720,-4-2 0,21 0 1,6 2-811,-14 1 1,3 1-720,9 0 1,9 0 0,1 0-1,-4 1 510,-8-1 0,-3 1 0,6 0 119,3-1 1,7 0 0,4 0 0,0 0 0,-2 0 0,-6 0-60,5-2 0,-6 0 0,8 1-64,-14 2 0,6 0 0,3 0 0,2 0 0,1 1 1,-3-1-1,-3 1 0,-5 1-56,4-1 0,-7 1 0,0 0 0,6 1 134,-3-1 1,6 1 0,3 1 0,1-1 0,0 1 0,-1 0 0,-5 0 0,-5 0-75,11 2 0,-7 1 0,5 0 119,-8-1 1,6 0 0,3 0 0,1 0 0,-2 1 0,-4-1-1,-7 0-149,2 1 0,-7 0 0,5 0 96,4 0 0,6 1 0,2 1 0,-3-1 0,-7-1-347,1 2 1,-2 0-230,3 0 0,3 1 0,-7 0-449,4 6 474,-13-6 0,-3 2-2942,-11 2 0,-28 0 2621,-7 1 1,-2-5-1,-1 2 1,-10 9 0</inkml:trace>
  <inkml:trace contextRef="#ctx0" brushRef="#br0" timeOffset="18220">20973 14786 7533,'-20'0'3276,"4"0"-346,56 0-2256,-5-5 1,2-1-585,-3 2 0,3 0-861,3-3 0,4-2 1,-7 1-1029,8-5 1799,-9 6 0,5 2 0,-4-1 0,-10-1 0,-1 1 0,16 0 0,0 0 0</inkml:trace>
  <inkml:trace contextRef="#ctx0" brushRef="#br0" timeOffset="18550">22031 14439 7533,'-45'15'3276,"10"2"-2184,19 8 0,2 10 0,2-3-800,1-3 0,1 2 45,0 6 0,-2 6 1,1 1-1,3-6-157,0-5 0,4 0 59,4 10 1,2 6 0,4-10-60,8-8-90,19-4 0,6-8-180,-4-23-210,-1-7 0,6-6 1,-8-2 299,-12-2 0,-3-4-630,13-12 0,4-7 1,-9 4 539,-16 13 0,-3-1-150,8-15 0,1-7 0,-5 7 150,-8-7 0,-2 10 0,-1-6 1,-5 7-13,-7 14 1,-2 3 191,-4-16 0,-7 6-270,-15 23 0,-2 10-450,-2 1-989,5 18 0,7 7 90,21 3 1529,-3 17 0,30-22 0,5 0 0</inkml:trace>
  <inkml:trace contextRef="#ctx0" brushRef="#br0" timeOffset="19083">22419 14043 7533,'-37'-27'3276,"3"9"0,25 13-2003,9 5-283,25 0-406,7-5 1,5-1-585,-4 2 0,2 0 45,12-4 0,0 3 135,-10 6 0,-3 4-225,-1 2 0,-3 5-45,-10 4 0,-3 5 60,-3 9 0,-3 8 0,-5-1-605,-7 10 0,-4 3 859,5-13 1,0 3 0,0 3 0,-2 0 62,-1 0 1,-3 3 0,0 1 0,1-1 0,0-2-153,2-2 0,0-1 0,1-1 0,-2 2 9,-1 0 0,-1 2 0,0 1 0,-1-2 0,0-3 605,-2 8 1,1-4-1,-3-4-569,-1-3 0,-5-4-227,-3-4 1,-4 0-1,3-7 227,-4-7-1794,-14-2 1,-2-4-366,-1-7 1124,8 1 1,0-1 854,-3-7 0,3-2 0,17-6 0</inkml:trace>
  <inkml:trace contextRef="#ctx0" brushRef="#br0" timeOffset="19516">23319 14513 7533,'-40'0'3276,"9"0"-2595,31 6 2198,16-5-810,11-1-1800,-2-4 1,3-4-390,4-6 0,4-3 1,-2 1-1520,6 0 1,0 0 793,-3 0 1,2-1 0,-5 4 844,13 0 0,-6 8 0,-23 5 0</inkml:trace>
  <inkml:trace contextRef="#ctx0" brushRef="#br0" timeOffset="19683">23407 14724 7533,'-29'10'1638,"1"-1"0,-13 9 1472,33-11-1671,24-1-1079,3-12-855,19 1 1,7-2-1145,-7-5 1,2-1 1476,2 4 0,3 1 0,-3-1 1,2-6-1,-3-1 0,1 4 1,0 0-1</inkml:trace>
  <inkml:trace contextRef="#ctx0" brushRef="#br0" timeOffset="19967">24271 14390 7533,'-18'19'1092,"1"0"0,-2 1 0,3 3 546,4 11 0,4 6-546,-2-5 0,1 2 0,4-3-566,10-3 1,4-2-527,-3 14 0,8-10-270,18-26 1,4-12-1,7-10-225,-4-11 0,-5-8-90,-21 9 1,-4-3 269,5-7 0,-3-3 15,-8 5 0,-3-2 1,-3 2 164,-4 0 0,-4 0 218,0-14 1,-5 6-84,-4 24 0,-3 8-1439,-14 14 0,1 23 1439,28-4 0,7 1 0,10 14 0,19-3 0</inkml:trace>
  <inkml:trace contextRef="#ctx0" brushRef="#br0" timeOffset="20136">24659 14576 7533,'-9'31'1638,"1"1"0,-2 2 0,8 6 0,4 0 1638,8-6-1759,1-10 0,3 1-3091,3 0 0,1-2-1703,12 6 3084,3 0 0,-8-29 1,3-7-1</inkml:trace>
  <inkml:trace contextRef="#ctx0" brushRef="#br0" timeOffset="20300">25118 14216 10321,'-8'23'1638,"0"18"0,-2 5 0,1-13 0,-1 3-1005,2-1 1,-1 6-1,0 4 1,1 0 0,1-4-1727,-1 8 1,1-2 0,0 3 721,0-9 1,0 4 0,0 0 0,0 0 0,2-3 370,1 0 0,2-2 0,1-2 0,-2-1 0,-2 5 0,-1-3 0,1-1 0,0 7 0,0-1 0</inkml:trace>
  <inkml:trace contextRef="#ctx0" brushRef="#br0" timeOffset="22067">13635 15009 7533,'-31'3'764,"-1"0"1,-13-2 1394,12 10-1710,23-10 1260,2 16-1349,16-9 899,25 27-315,8-13 1,5 0-585,-12-4 0,4 0-434,-1-5 0,6-1 0,2-1 0,1-2 366,0-4 0,1-4 1,1 0-1,-1 0-731,-5 2 0,-2 0 0,2 0 0,2-1 573,-1-2 1,4-1 0,1-2 0,0 1 0,-4-1 0,-5 1-15,-1-1 0,-5 1 0,4-1 113,3 0 1,7 1 0,1-1 0,-2 1 0,-6-1-9,7 0 0,0 1 112,-2 4 0,5 2 1,1 2-1,-9-2-112,-3 1 0,-1 0 44,0 2 1,6 3 0,-1-1 0,-6 0-90,-4-2 0,-1 1 60,10 2 0,6 0 0,-7-1-324,-14-4 1,-1-2 292,10 1 1,6 1 0,-6-3-120,-9-1 0,-1-2 30,6 0 0,4-1 0,-4 0-210,17-5 180,-8-4 0,0-2-720,0-2 135,0-4 1,1-2 224,-18 8 0,1-1 90,8-6 0,2-3-135,1-4 1,-3 0 224,-12 10 0,-1-1 135,14-14 0,-3 0 135,-10 3 89,4 0 1,-1 0-180,-2 1-45,3-4 0,-1 0 45,-11 2-180,11-5 0,-1 1 90,-9 3-90,2-3 0,1 0 1,1 3 44,-8-10 0,-2-3-45,2-1-490,-5 6 1,0-8 0,0 6 444,0 10 1,0 0 21,-1-4 1,1-6-1,0-2 1,-1 2 24,0-8 0,-1 1 0,-1-2 177,0 5 1,0-2 0,-2 0 0,-4 0 216,-2 7 0,-2 0 0,-2 1 0,-1 0 0,-3 1-104,-2-4 0,-3 1 1,-3 2-1,-3 0-121,0 7 0,-4 0 0,-1 1 0,-2 1 0,-1 1-333,0 0 0,-1 0 0,-2 1 1,-1 1-1,-1 2-171,2 4 0,-2 0 0,-1 1 0,-1 1 0,-1 2 0,0 2 348,-2 1 0,0 2 0,-2 2 0,0 1 0,0 2 0,-1 1 80,4 3 1,0 2-1,-2 1 1,1 1-1,-1 2 1,1 0 0,-1 1 96,0 2 1,0 1 0,-1 1 0,1 1 0,-1 0-1,1 1 1,1 0 25,0 1 1,1 0-1,0 1 1,0 0-1,1 1 1,-1-1 0,2 0-116,-5 2 0,0-1 1,1 1-1,0 0 1,1-1-1,-1-1 17,2-1 0,-1-1 0,1 0 0,-1 0 0,2 0 0,-1 1 6,-5 2 0,0 1 0,1 0 0,1 1 0,-1 1-35,1-1 1,0 1 0,1 1-1,0 1 1,0 2 70,1 3 0,0 1 0,1 2 0,0 1 0,3 3 0,1 1 0,1 3 0,1 1 0,2 1 0,0 1 2,7-4 1,1 0 0,0 1 0,1 1 0,1 1 0,2 0 9,-1 2 0,1 2 0,1 0 1,1 1-1,1 0 0,2 0 36,2 0 0,2 0 0,1 1 0,0 0 0,2-1 0,-1 1-135,1 0 0,-1 0 0,1-1 0,1 1 0,2-1 0,4 0-143,1 5 1,3 1 0,3-2-1,3-1 1,4-1-499,5-3 1,3 0-1,4-2 1,3-3 0,2-2 445,4-3 1,4-3 0,3-3 0,0-1 0,-1-2-1,5 2 1,-1-2 0,1-3 0,0-1 0,-4-7-1,0 0 1,0 1 0,0-1 0</inkml:trace>
  <inkml:trace contextRef="#ctx0" brushRef="#br0" timeOffset="54083">8767 17327 7533,'-36'-7'899,"9"7"-359,9 7 59,-1 18 1,-3 13 0,0 5-38,5-2 0,0 3 0,1 4 1,-2 4-762,3-12 1,-1 4 0,0 1 0,-1 2 0,1 1 0,1 0 0,2-1 339,1 1 0,-1 0 1,2 2-1,0-1 1,3-1-1,2 0 1,2-2-202,3 2 0,2-1 0,2-1 0,3-1 0,4-3 0,3-4-115,10 7 1,6-4 0,4-5 0,1-8-1,7-4 1,1-8 0,3-6 0,2-10 0,0 0-1,0 0 1</inkml:trace>
  <inkml:trace contextRef="#ctx0" brushRef="#br0" timeOffset="59783">9366 17526 7533,'-27'-8'2248,"-14"3"-988,11 16-316,-3 5 1,0 4-766,12-6 1,0 2-495,-5 6 1,-4 3 0,4-3 494,-7 8 90,-1 5 0,3-1 0,10-9 479,-1 5 1,2 2-390,9-3-112,15-5 0,7 0-248,7-7 0,4-2 0,4-3 0,2 1-398,7 4 0,-3 0 308,7 5 281,-11 4 0,-5 6-146,-15-4 0,-4 2-45,2-1 0,-6 1 269,-21 15 1,-7-3-561,12-23 1,-1 0 140,-11 8 0,-6 2 0,5-5-299,-6 1-631,-8-1 1,6-3 1079,29-13 0,-14-8 0,40-13 0</inkml:trace>
  <inkml:trace contextRef="#ctx0" brushRef="#br0" timeOffset="60065">9437 18430 7533,'-10'33'3276,"2"13"-526,16-35-2300,-6 16 180,45-36-540,-29 6-1,10-13 1,0-8-315,-12-9 1,-4-2 179,-1 10 0,-2-2 539,-6-16 1,-6 6-405,-9 21 629,-18 1 1,-5 7-450,0 19 0,3 6 0,-5 5 0,8 3-1350,13 9 1,4 2 583,-10 9 0,5-2 0,19-14 0,6-4 0,10-2 0</inkml:trace>
  <inkml:trace contextRef="#ctx0" brushRef="#br0" timeOffset="60499">9895 18628 7533,'0'-13'2338,"0"1"-2068,0 12 3006,0 17-1065,-7-7-1672,-1 14 1,-2 3-540,-10-8-720,5 9 1,-3 1 719,-3-12 0,-1-1 0,-9 22 0,10-20 0,0 0 0</inkml:trace>
  <inkml:trace contextRef="#ctx0" brushRef="#br0" timeOffset="62582">10442 17810 7533,'-45'-13'3276,"2"1"-1605,16 24-1042,2 7 1,1 8-1426,5 8 1,1 7 0,0-3 975,-1-9 0,-1-2 0,2 3 157,3 7 0,1 4 1,2 1-1,2-6 701,-3 6 1,8-4-1264,18 1 0,6-3 225,6 3-720,18-50 1,4-20-299,-19 1 0,-4-7 1,-1-4 454,-2 1 1,1-4 0,-2-1 0,-1-1 562,-1 2 0,-2-2 0,-1 1 0,-3 2 839,-4-5 1,-2 2-1,-3 5-299,3 3 0,-6 17 1987,-23 60-1987,11-6-61,1 5 1,-1 10 0,2-1-598,4-4 0,3 0 0,0-1 118,-1 0 0,0-1 0,4 1-787,3-5 0,1 2 0,4-2 0,3-5-852,14 3 1,3-4 1091,-8 1 1,1-3 0,4-10 0,-1-6 0,-7-8 0</inkml:trace>
  <inkml:trace contextRef="#ctx0" brushRef="#br0" timeOffset="62832">10724 18405 7533,'-9'26'1092,"-1"-1"0,-3 11 0,2-1 2184,9 2-1875,-1-4 0,6-3-2210,39-2 899,-17-9-405,8-24 0,-1-14-1034,-18-14 0,-7-8 1394,4-5 0,-4 0 62,-8 5 1,-8 5 656,-9 5 1,-7 11 134,-6 26 1,-1 8-540,-9 4-1934,13 15 0,9 4 1574,25 12 0,-6-21 0,2-1 0,16 8 0</inkml:trace>
  <inkml:trace contextRef="#ctx0" brushRef="#br0" timeOffset="63015">11148 18715 14819,'-4'28'1638,"0"-1"0,-6 13-3277,-5-11 1,-3 0 1245,-12 11 0,9-18 0,-1 0 0,5-4 1,-1 0-1</inkml:trace>
  <inkml:trace contextRef="#ctx0" brushRef="#br0" timeOffset="64750">11395 17798 8432,'0'-14'2968,"15"31"-2293,-11 17 0,-4 10-466,5 2 1,2 4 0,-3-1-1202,-3-8 0,-1-1 1,-1 3 1036,1 4 0,0 6 0,0-1 0,0-5-75,0-4 0,0-3 0,0 0 458,-1 7 1,0 0-1,3-13 652,6-13-900,2-46-91,-3-3 1,1-11 0,1-3 0,0 1-72,0 1 0,-1 1 0,2-1 0,0-1-378,4-4 0,2-2 0,0 1 1,-1 2 89,0-3 0,0 3 0,2 3-780,2 8 1,1 3 0,0 9 1049,9 11 0,5-6 0,-17 16 0</inkml:trace>
  <inkml:trace contextRef="#ctx0" brushRef="#br0" timeOffset="65133">11765 18492 7533,'-35'33'3276,"15"-19"-2216,6 21 1,5 3-612,7-12-314,-3 6 0,2 0-135,11-10-450,9 12 181,11-26-541,15-13 450,-6-10-135,-18-10 1,-3-3 314,2-2 45,-11-2 0,-6 0 45,-9 4 674,-3 3 1,-3 3-405,-16 6 135,5 9 0,-1 4-945,-3 15 405,3 7 1,3 3-496,9 8 720,0-1 0,5 0 0,17-1 0,1 8 0</inkml:trace>
  <inkml:trace contextRef="#ctx0" brushRef="#br0" timeOffset="65332">12153 18703 7533,'-27'12'3276,"9"6"0,10 18-1283,0-13-3163,5 9 1,-3-2 360,-20-11-766,13 13 1,-1-1 1574,-14-14 0,3 18 0,7-22 0</inkml:trace>
  <inkml:trace contextRef="#ctx0" brushRef="#br0" timeOffset="65735">12682 17785 0,'-15'-41'3276,"11"23"0,-20-15 0,22 32-798,-29 18-2208,9 5-210,2 2 0,-5 5 0,4-1 455,4-5 1,0 1-456,-9 12 0,-5 6 0,8-6-420,5 5 135,-7 3 0,3-2 45,20-13 468,10 17-468,12-25-45,8-8 0,3-3-45,10 3 45,1-5 1,-2 2 224,-7 3-270,-2 1 0,-5 1 180,-14 6 1617,-1 4 0,-6 3-1482,-18 3 0,-6 1-90,9-5 0,-3 1-405,-19 11 1,-3-4-1260,-4-6 1709,4 1 0,19-19 0,16-11 0</inkml:trace>
  <inkml:trace contextRef="#ctx0" brushRef="#br0" timeOffset="65883">12894 18455 7533,'-27'31'1638,"9"-7"0,2-1 1638,5 1-1638,1 4 0,4 0 1638,6-10-4915,0 7 1,0 1-1639,0-4 2628,0 8 1,0-12 0,0-6 0</inkml:trace>
  <inkml:trace contextRef="#ctx0" brushRef="#br0" timeOffset="66149">13141 17748 7533,'0'-34'3276,"23"17"0,-1 26-1638,3 14 0,1 10-546,-7-1 0,-1 5 0,-2-1-1165,0 7 0,-1 2 185,-2-7 0,1 5 1,-2 0-1,-4-7-22,-5-6 0,-2 0-60,6 10 0,1 4 0,-7-1-480,-13-6 0,-7-2 1,3 0 404,4 13 0,-4-1-630,-7-14 0,-7 1 1,-2-2-1,4-4 675,-3 4 0,-1-2 0,0-4 0,-4 1 0,2-1 0,-1 1 0,0 1 0</inkml:trace>
  <inkml:trace contextRef="#ctx0" brushRef="#br0" timeOffset="66766">13741 18641 7533,'-10'0'3276,"2"5"-1875,8 30-1221,0-16-270,1 11 0,-2 2 90,-7 3 180,-2 3-2429,-7-3 540,-1-27 1709,8 3 0,3-6 0,7 2 0</inkml:trace>
  <inkml:trace contextRef="#ctx0" brushRef="#br0" timeOffset="67200">14746 17513 7533,'-34'4'1638,"0"0"0,-15 2-871,22 14 0,-1 11 0,0 3-1587,4-1 1,-1 3 0,1 1 0,1-1 564,-2 4 0,2-1 0,-1 5 542,3-6 1,0 5 0,-1 2 0,3-1 0,4-2 390,3-3 1,4-1-1,2 0 1,2 1-837,4 5 1,4 2 0,1 0-1,0-3 158,-3 2 0,1-1 0,10-7-270,15-3 0,10-6 1,1-10-824,-3-11 1,2-9 0,-2 0 32,13 3 0,0-5 966,-6-4 1,1-4 0,-9-3-1,-2-19 1,-8 13 0,-1 0 0</inkml:trace>
  <inkml:trace contextRef="#ctx0" brushRef="#br0" timeOffset="67517">15099 17687 7533,'-33'-35'3276,"11"7"-1638,-5 36 0,-3 12 0,-2 14 0,1 5-2157,6-10 1,0 3 308,-5 4 0,-2 4 0,5-2-150,10-1 1,1-3 269,-7-1 0,3 1-180,11 1 0,10-1 136,17-11 1,5-3 223,3 15 99,11-9 0,6-1-684,-10-8 1,-1-1 404,-2 0 0,-2 1-360,3 5 1,-13 2 179,-29 0 0,-9 1 135,9-1 0,-3 0 75,-10 2 0,-5 0 0,-1-2-930,-7 0 1,2-1 44,9 0 1,1-2 944,-5-4 0,13-5 0,25-11 0,1-2 0</inkml:trace>
  <inkml:trace contextRef="#ctx0" brushRef="#br0" timeOffset="67684">15311 18505 7533,'-10'38'3276,"-6"-17"-1638,14 13 0,2 6 0,-4-5 0,0-1-2145,4-6 1,0 0-1133,0 11 1,0-3 818,0-9 1,-8 9 0,-1-11 0</inkml:trace>
  <inkml:trace contextRef="#ctx0" brushRef="#br0" timeOffset="68317">16051 17810 7533,'-25'-10'1092,"-1"0"0,-5 13 0,0 10 0,3 12 0,1 8 0,1 0-1613,-4 6 0,4 3 858,10-6 1,2 4-1,3 2 1,3-4-99,4-1 1,5-3 0,0 0-240,-3 11 0,6-4-135,12 1 0,9-16-627,8-36 1,4-17 131,-6 2 0,0-5 1,-1-3-1,-2-2 0,1-2 1,-3-3-1,-3-1 450,-5 0 0,-3-2 0,-3 1 1,0 2 718,4-5 1,-1 2 0,-15 17 1637,-33 29-1085,22 21 0,5 13 0,0 1-895,-6-2 0,-1 0 1,4 3-536,6 0 1,3 3 0,4 0 0,3-5-756,8-1 1,4-5 0,-2 0 420,-1 14 0,3-3 672,4-13 0,5-1 0,-6-5 0,-1 3 0,13 4 0</inkml:trace>
  <inkml:trace contextRef="#ctx0" brushRef="#br0" timeOffset="68500">16598 18455 7533,'-19'11'3276,"-13"19"-1638,29 3 0,2 2-687,-7-10 1,1 1-2591,5 17 1,4-1 1468,-2-6 1,7 12-1,3-18 1</inkml:trace>
  <inkml:trace contextRef="#ctx0" brushRef="#br0" timeOffset="68816">15699 18554 7533,'-20'0'3276,"20"22"-1515,27 17-1716,-10-2 0,-4 5-735,-9-9 0,-3 1 1,-4 0 353,-6 4 0,-4 1 0,-2-3 0,-8 5 0,-3-4 0,-4-5 0,2-1 10</inkml:trace>
  <inkml:trace contextRef="#ctx0" brushRef="#br0" timeOffset="69616">16898 18740 9242,'-18'30'3276,"1"13"-3070,4-16 0,0 2-1845,0 3 1,-1 0 1429,0-6 1,0-1 0,-11 11 0,7-18 0</inkml:trace>
  <inkml:trace contextRef="#ctx0" brushRef="#br0" timeOffset="70735">17321 17823 7533,'-17'-20'3238,"-1"14"-1844,12 27 0,2 14-825,-1 2 1,-1 5 0,2 4-901,1-7 1,1 3-1,0 2 1,1 1-1,-1-1 331,0 1 0,0 1 0,0 0 0,0-1 0,0-3 112,0 4 1,-1 0-1,1-5 1,1-8 1557,1 4-1550,6-57 0,2-25 0,2-3-210,-4 12 0,1-4 0,0-1 0,1-1 0,1 1-566,3-2 1,1-2-1,1 1 1,1 1 0,2 2-165,1-2 1,2 2 0,1 3 0,0 4 490,0 4 0,0 3 1,2 7-1,3 8 1,-2 8-1,2 11 1</inkml:trace>
  <inkml:trace contextRef="#ctx0" brushRef="#br0" timeOffset="70966">17568 18442 7533,'-27'3'3276,"1"40"-1638,20-4 0,3 6-1334,-1-10 1,2 2-1,0-2-1943,1 14 1,2-4 982,3-15 1,0-4-1,-2 15 1,5-22 0</inkml:trace>
  <inkml:trace contextRef="#ctx0" brushRef="#br0" timeOffset="71232">17939 18864 7533,'-20'-14'3276,"4"3"0,16 39-2273,0 6-1723,-8 3 1,-7-1 719,-2-16 0,-3-3 0,-3 5 0,0-6 0</inkml:trace>
  <inkml:trace contextRef="#ctx0" brushRef="#br0" timeOffset="71885">18680 17810 7533,'0'-19'2338,"-8"7"631,-33 39-2550,18-4 1,-2 5 0,0 1-412,-6 5 1,0 1-1,1 2 232,2 2 0,3 2 0,5-2-105,5 3 0,13-5-129,23-7 1,11-6-142,5-2 0,2-1-63,2 1 1,-9 5-28,-20 8 0,-15 3 45,-11-9 0,-9-2 0,-2 0-420,-2 0 1,-2-1-1,-1-2-493,-1-3 1,1-3 0,2-2 898,-15 8 1,35-19-1,18-5 1</inkml:trace>
  <inkml:trace contextRef="#ctx0" brushRef="#br0" timeOffset="72183">18803 18467 7533,'6'-14'3276,"21"-2"0,13 15-3892,3 12-13,-41 37 719,-17-16 0,-6 2 749,3-2 1,-2 2-1,2-2 465,-6-1 1,8-2-4274,26 18 1330,26-45 1,8-9 1629,-8 3 1,-1-2-1,8-5 1,-4-1 0,-3-1-1</inkml:trace>
  <inkml:trace contextRef="#ctx0" brushRef="#br0" timeOffset="72582">19226 17724 7533,'6'-43'3276,"14"33"-2184,-2 38 0,1 26 0,-3 3-504,-6-12 0,-1 2 0,-2 2 1,-2 2-1016,-2-8 0,0 2 0,-2 3 1,-1-1-1,-3 0 0,-1-2 502,-2-3 0,-2 0 0,-2 0 0,-1-2 0,-2 0 0,-2-2-345,-3 4 0,-3-1 0,-2-1 1,0-2-1,1-2-6,-2-2 0,0-1 0,0-3 1,2-2-1,-3 1 0,1-3 1,4-2-1,-4 17 0</inkml:trace>
  <inkml:trace contextRef="#ctx0" brushRef="#br0" timeOffset="72749">19808 18418 7533,'-11'-28'3276,"28"6"-2730,30 22 0,-19 5 0,-1 1 0,-1 1 0,-1 0 0</inkml:trace>
  <inkml:trace contextRef="#ctx0" brushRef="#br0" timeOffset="72899">20426 18430 7533,'-10'-30'3276,"2"15"-436,24-13-2840,19 25 0,4-7 0,-13 10 0,-1 0 0</inkml:trace>
  <inkml:trace contextRef="#ctx0" brushRef="#br0" timeOffset="73033">22013 18083 7533,'38'-3'409,"0"0"1,0-1-1,-2-5 1,-3 6-1,2 26 1,-6 8 0,-11-1-1</inkml:trace>
  <inkml:trace contextRef="#ctx0" brushRef="#br0" timeOffset="73184">23283 18170 7533,'19'-28'409,"-1"0"1,0 0-1,-4-4 1,2 10-1,14 26 1,-2 13 0,-12 13-1</inkml:trace>
  <inkml:trace contextRef="#ctx0" brushRef="#br0" timeOffset="73316">24095 18058 7533,'24'-29'611,"1"0"1,0-12 0,16 66-1,-33 0 1</inkml:trace>
  <inkml:trace contextRef="#ctx0" brushRef="#br0" timeOffset="73749">24994 17216 7533,'-11'-38'509,"-1"1"1,3 5 0,-4 13 309,-11 30 0,-10 22 0,-3 12 0,3 0-325,9-9 1,0 4 0,2 3 0,-1 2 0,1 2-1,0 2-265,3-8 1,0 2 0,-1 1 0,1 2 0,0 1 0,1 0 0,1 0 0,3 0 0,1-1-332,2 2 1,1 0 0,0 1 0,3 0 0,2-1 0,2 0 0,4-3 0,3-2-446,5 6 1,3 1 0,4-3 0,3-3 0,5-6 0,4-8 452,9-7 1,8-9 0,3-5 0,0-4 0,-1-2 0,4-2-1,-1-4 1,0-4 0,-1-4 0,-5-9 0,1-1 0,-1 0-1,1 1 1</inkml:trace>
  <inkml:trace contextRef="#ctx0" brushRef="#br0" timeOffset="74533">25523 17315 7533,'-7'-20'2518,"-3"8"91,-31 12-1845,6 22 1,-1 7-904,6-13 0,-1 2 364,5 4 0,-2 6 0,1 2 0,3-1-16,2 3 1,3 1 0,1-2-165,-11 10 0,3 1 75,11-10 0,3 2 0,8-3-165,9-5 0,5-2-45,10 18 123,7-13 0,5-2-168,-4-7 0,0-1 180,1 0 0,-3 2-45,-5 1 0,-8 3 90,-18-1 0,-6 0 0,-11 6-270,-8-1 0,-6-1-855,7-14 1,1-1 590,0 3 1,1 0 443,1-1 0,3-1 0,-4-1 0,-9 5 0</inkml:trace>
  <inkml:trace contextRef="#ctx0" brushRef="#br0" timeOffset="75149">25488 18232 8342,'-17'0'3276,"7"0"0,25 0-2902,23-11-1004,-4 1 1,2 1 539,-7 2 0,-1-2-1549,2-6 1,-1-3-1,-6 3 1,-3-1 906,2-13 372,-11 1 1,-7-1 359,-18 6 0,-5 1 180,3-14 539,-10 11 1,-3 11 918,10 30 0,1 6 123,-13-7-727,4 22 1,7 11-361,16-4 1,4 0-585,-9-8 0,2 0-240,6 1 0,4 3 0,3-4-930,6-5 1,1-2 753,-7 2 0,2-2-1313,15 0 1,1-8 1513,-10-12 0,19 7 0,-15-9 0</inkml:trace>
  <inkml:trace contextRef="#ctx0" brushRef="#br0" timeOffset="75366">25982 18430 9691,'-10'19'3276,"10"5"-2684,2-10-1581,-2 14 629,-2-12-2878,-29 18 3238,17-13 0,-19 4 0,15-8 0</inkml:trace>
  <inkml:trace contextRef="#ctx0" brushRef="#br0" timeOffset="78666">26494 17562 7533,'-18'-26'2518,"-8"14"-2158,7 13 359,-2 24 1,1 7-540,-2 8-836,7 0 0,-3 8 0,2-4 746,1-10 0,1 1 292,4 1 0,1 6 0,1 0 1,0-7-248,-2-6 0,2-1 74,5 8 1,3 4 0,3-9-12,7-6-198,8-5 0,5-5-1079,8-15 314,11-19 1,-2-8 125,-21 10 0,-2-4 69,12-16 0,5-7 1,-9 3 254,-15 11 0,-2-2 112,4-2 1,5-6 0,-2 0 0,-5 6 112,-6 3 0,-4 0 180,5-12 0,2-6 0,-3 8-180,-4-6 310,0 8 0,0 4-40,0 20 3096,-16 26-697,5 12-1920,0 5 1,-1 8 0,1-2-1229,1 7 1,1 1 598,-1 0 0,1 3 0,2 2-615,7-8 0,2 1 1,1 0-1,-2-2 405,-3-4 0,-1-2 0,4 2-540,7 3 1,6 4-1,0-2 1,-3-7-540,5 13 1259,4-11 0,1-4 0,-3-11 0,-1-1 0</inkml:trace>
  <inkml:trace contextRef="#ctx0" brushRef="#br0" timeOffset="78816">26741 18133 13199,'41'0'-719,"-10"-6"-406,-2 3 1,1-1-45,7-8 1061,-9 5 1,3-10 0,-11 4-1</inkml:trace>
  <inkml:trace contextRef="#ctx0" brushRef="#br0" timeOffset="78966">26935 17934 7533,'-24'20'1092,"1"-1"0,-7 12 0,3 1-347,12-11 1,0 1-810,-2 6 1,-1 3-1,2-2 244,5-4 0,1 0 45,-6 21 0,8 0-32,14-21 1,4 0-1633,2 9 0,3-2 1439,23-1 0,5-13 0,-8-12 0</inkml:trace>
  <inkml:trace contextRef="#ctx0" brushRef="#br0" timeOffset="79116">27234 18405 7533,'-9'32'3276,"-15"4"-166,12-10-2526,-4-5 1,-1-1-1124,-3 8-856,3-5 1,1 1 135,4-2 1259,-3 12 0,-1-20 0,-4 4 0</inkml:trace>
  <inkml:trace contextRef="#ctx0" brushRef="#br0" timeOffset="79632">27570 17599 7533,'0'-39'2788,"0"10"-629,0 46-1125,0 12 1,0 7-676,0 1 1,0 2-461,0-3 1,0 3 0,0 0 100,0 8 0,0 0 0,0-3-339,0 0 1,0 0 338,-5 1 0,-1 3 0,1-8-270,1 2-45,-8-16 1,0-5 224,11-9-540,-7-45 450,8 2-908,5-5 1,4-9-1,0 4 1043,1 7 0,2 0-113,-1-3 1,1-5 0,1 0-1,2 7-20,7 3 1,1 2-603,-3-6 1,0-5 0,1 9 779,18 2 0,-14 9 0,-1 2 0,3 6 0</inkml:trace>
  <inkml:trace contextRef="#ctx0" brushRef="#br0" timeOffset="79816">27817 18182 7130,'-28'11'3276,"10"-3"-56,18 5-2861,10-8-1708,39-10 1349,-23-2-1639,18-4 1,0-1 982,-17-3 1,9-2-1,1-1 1,0-8 0</inkml:trace>
  <inkml:trace contextRef="#ctx0" brushRef="#br0" timeOffset="79966">28046 17922 7533,'-27'35'819,"0"0"0,0 0 0,-2-2 0,4 1 273,8-2 0,3 3 0,3-6 451,2 5-1633,6 3 0,6 0 270,6-8-630,10-7 1,4-3-2250,8-5 2521,-6-7 1,1-3-1,9-9 1,0-2-1</inkml:trace>
  <inkml:trace contextRef="#ctx0" brushRef="#br0" timeOffset="80120">28416 18344 7533,'-17'32'3276,"-17"3"0,13-27-2100,-3 5 1,-1 2-1177,-12 11-2249,-1 1 2249,21-4 0,1 0 0,-10-1 0,-1 13 0</inkml:trace>
  <inkml:trace contextRef="#ctx0" brushRef="#br0" timeOffset="80648">29192 17414 7533,'-35'-33'3276,"0"15"-1766,10 27 0,-1 11-971,-5 8 1,-1 8 0,1 1-360,3-2 0,2 0 0,-1 0-358,-1 2 1,1 1 0,4-1 536,2 11 1,11-5-180,18-6 90,6 1 0,5 0-90,12-2-90,5-7 0,3-1-180,2 0 180,1-5 0,-2 1-90,-14 3-45,0-4 0,-5 1 45,-27 4 0,-1-2 0,-4 0-90,-18 3-240,4-10 0,-5 1 0,2-1 15,6-4 1,-1-1-779,-8 0 1,-5 0 0,5-1 919,-10 6 1,8-9 0,0-2 0,-13 4 0</inkml:trace>
  <inkml:trace contextRef="#ctx0" brushRef="#br0" timeOffset="81334">29228 18430 7533,'-10'-12'2608,"2"5"181,24-10-2250,-5 15-584,13-6 0,1-1-1484,7 2 764,1 2 1,0-2-225,-1-6 989,-7 8 0,-1-2 0,-5-11 0,7-1 0</inkml:trace>
  <inkml:trace contextRef="#ctx0" brushRef="#br0" timeOffset="81517">29386 18108 7533,'-21'27'1092,"-1"0"0,2 15 0,3 6 0,4-6 0,0 3 0,4 0-802,2 1 1,3 1 0,5-3-1281,6-4 1,4-1-1,4-6 990,7-4 0,5-10 0,4-15 0,1-9 0,-7-9 0,1 1 0</inkml:trace>
  <inkml:trace contextRef="#ctx0" brushRef="#br0" timeOffset="82033">29528 18505 7533,'-20'0'1889,"4"5"1349,16 2-2429,16 0-989,11-7-989,11-24 0,-3 8-270,-18-30-91,-9 13 1800,-31 0 1080,-7 27-46,7 24 0,1 12-225,5 7 1,7 4-1215,6 7 0,8-1-1215,7-13 1,5-5 1349,2-8 0,2-7 0,23-14 0,-8-7 0</inkml:trace>
  <inkml:trace contextRef="#ctx0" brushRef="#br0" timeOffset="82266">29722 18331 9871,'-4'39'1092,"0"0"0,3 3 0,0-1 13,-3-4 1,0-2-1556,4 13-359,8-70-46,0-6 1,1-3 539,4 0 0,2 0-989,1-9 0,3 5 1304,16 13 0,-7-12 0,-3 15 0</inkml:trace>
  <inkml:trace contextRef="#ctx0" brushRef="#br0" timeOffset="83032">29880 18442 7533,'-19'-18'-900,"19"5"1440,4-5 539,19 11 540,-29 2-90,12 5 181,-14 0-1621,8-6-89,0-1-89,8 0 89,2 2-270,0-1 180,-2 5 180,-8-4-180,0 10 719,0 18-539,0 5 0,0 9-90,0-12-270,0-18-539,0-14-181,15-23 91,-3-9 539,21 6 1979,-21 9-449,4 46-361,-16 18-719,-1-8 0,2 0-360,7 13-539,9-27-181,19-48 855,-18 12 0,1 0 405,-2-3 0,1 5 1529,8 16-1079,-17 26-1980,-1 2 1260,8 0 0,-12-26 0,11-3 0</inkml:trace>
  <inkml:trace contextRef="#ctx0" brushRef="#br0" timeOffset="83183">30321 18095 7533,'-22'18'1638,"-1"0"0,-4 15-1406,27 10-232,11-17 0,7-2 0,-10-12 0</inkml:trace>
  <inkml:trace contextRef="#ctx0" brushRef="#br0" timeOffset="83900">30357 18442 7533,'-18'28'1092,"0"-1"0,7-1 0,3-1 546,-2 1 0,4-2-3873,14 2-1042,17-26 708,13-31 2479,-15 11 0,-1 0 1079,5-18 2287,-11 26 0,-24 30-653,-2 4-4242,8 3-1350,12-20 901,17-23 1528,1 3 1709,-18 3 1890,-12 24-1530,-16 9-1619,16-2-810,4-13-1259,23-13 1350,-13-6 539,4 6 540,-16 7 360,0 13 179,0 1-1079,0-2-629,16-12-360,-5-12-720,15-30 1214,-17 10 1,-1-4 629,9-8 0,0-2 135,-10 1 0,0 2 1304,6 9 0,-3 11 1972,-10 22-1638,-6 25 0,-4 20-546,5-4 0,1 6 0,2 0-1506,1 0 1,1 1-1,6-2 414,5-6 0,5-2 0,3-7 0,8-5 0,4-10 0,8-20 0,-1 1 0</inkml:trace>
  <inkml:trace contextRef="#ctx0" brushRef="#br0" timeOffset="84768">31009 17277 9242,'20'34'546,"-1"-1"0,1 1 0,-5 4 0,-1 4 0,0 2 0,0 3 0,-2-8 0,1 3 0,0 1 0,-1 1 0,-1 0 0,-2 1-78,-1-3 0,-2-1 0,-1 2 0,0 0 0,-2 0 0,-1 1 0,-1-1-526,-2 3 0,-1 0 1,-1 0-1,-2 1 0,-1-1 1,-1-1-1,-3-2-489,-2 5 1,-3-2 0,-1 0 0,-2-1 0,-1-2 0,-1-2 272,-2 2 1,-1-1 0,-2-2 0,0-3 0,-1-2 0,-2-1 0,-1-3 0,0-4 0,1-3 0,-10-2 0,2-1 12</inkml:trace>
  <inkml:trace contextRef="#ctx0" brushRef="#br0" timeOffset="85932">7867 17042 7533,'-27'0'1638,"6"13"0,0 7 0,-2 16 0,1 8-546,1-3 0,0 5 0,1 0-1334,2 1 1,2 1 0,3-1 211,2-4 0,2-2 0,3-2-635,4 0 0,6-5 485,8-9 0,1-2 1091,7 20-371,-3-17 0,-1 3 494,-1 9 0,-2 4-121,-5-7 0,-2 2 1,-1 2-135,1 9 1,0 2-1,-2 1-712,-1-12 1,-2 0-1,1 1 1,0 0-888,0 4 1,0 0 0,1 1 0,0 0 717,1 0 0,0 1 0,1-1 0,-1-2 0,2 4 1,0-1-1,0-1 0,0 0 0,0 1 0,0-1 1</inkml:trace>
  <inkml:trace contextRef="#ctx0" brushRef="#br0" timeOffset="86766">31538 16955 7533,'-27'-26'1889,"-6"-8"-251,14 15 0,2 0 1638,-4-15-1463,21 3-1139,29 40 1,10 16-555,-14-5 0,-2 3 0,0 5-448,-1 2 1,-1 5 0,-1 1 0,-5 0 237,-2 8 0,-5 0 0,-3 2 67,-5-5 1,-2 2-1,-2-2 1,0-3 22,-1 8 0,-2-3 210,-1-2 0,-1 2 0,3-1-217,6-5 1,3-1-1,0 2 142,-4 0 0,0 1 0,-1 2 0,0 0 157,-1 4 0,1 1 1,-2 1-1,-3 2-209,-1-9 1,-3 1 0,-1 1 0,-1 0 0,0-1 0,1 0-282,0 3 0,0-1 0,0 0 0,-1 0 1,0 0-459,-2 2 1,-1 0-1,-1 1 1,2-2 0,1-1 539,2 3 0,1 0 1,2-3-1,0-3 1,-1 11-1,1-4 0,-4-3 1,0-1 1</inkml:trace>
  <inkml:trace contextRef="#ctx0" brushRef="#br0" timeOffset="140148">25682 9555 7533,'-23'-17'3276,"34"-2"-1638,10 9 0,7 1-698,6-2 0,6-2 0,2 2-1300,-2 4 0,3 0 0,0 1 0,-2-1-383,3-2 1,-1-1 0,3 3 742,-4 2 0,5 1 0,1 1 0,-3 0 0,-8 1 0,3-1 0,-3 1 0,1-1 0,1 1 0,0 0 0</inkml:trace>
  <inkml:trace contextRef="#ctx0" brushRef="#br0" timeOffset="140366">26388 9371 7533,'-38'11'819,"0"0"0,0 0 0,3-4 0,2 5 273,-2 12 0,1 8 0,6-3 2184,3 11-2432,-1-7 0,-5 6 0,8-3-983,13-10 0,2 0 161,-7 6 1,-6 4-1,1 2 1,5-6-23,7 0 0,1-1-698,-4 4 1,-2 6 0,-1-1 0,3-7 697,0-4 0,2-3-1639,-4 29 1,9-17-1639,11-44 2730,5-1 1,5-24 0,-1-10 0,-2 6 0,0 0 0</inkml:trace>
  <inkml:trace contextRef="#ctx0" brushRef="#br0" timeOffset="140516">26070 9642 7533,'23'19'1638,"-1"-1"0,6 10-546,-19 7 0,-5 10 0,-2 2 0,-1 1 0,-2 1 0,1 0-597,1-7 0,1-1 1,3 1-699,2-1 1,2 4-1,4-4 1,7-8-891,18-9 1,9-11 0,-2 1 0,-13 2 1,-2 0 0,6-5 1091,2-10 0,7-4 0,2-4 0,-3-3 0,-9-2 0,2-11 0,-3-3 0,7 0 0,0-1 0,0 1 0</inkml:trace>
  <inkml:trace contextRef="#ctx0" brushRef="#br0" timeOffset="140816">26988 8763 7533,'-20'22'3276,"-4"-5"-2576,17 13 1,5 8-296,0 9 0,2 0-791,-1-6 1,4 2 565,4-1 0,4 3 0,4-5-495,14 1 0,3-4-52,-11-2 0,1-3 1,10-4-1,0-6 1,-4-9-1</inkml:trace>
  <inkml:trace contextRef="#ctx0" brushRef="#br0" timeOffset="140982">27358 8924 7533,'-33'12'819,"-1"1"0,5 1 0,-2 4 0,3 2 247,5 6 1,2 2 0,0-1-1323,-12 8 1,0 1 435,6-2 0,1 3 0,4-5-3457,1 5 3266,1-1 1,1-3 0,-1-9 0,-15 10 0</inkml:trace>
  <inkml:trace contextRef="#ctx0" brushRef="#br0" timeOffset="141084">26811 9321 7533,'8'-32'3276,"2"13"0,39 13-3242,-13 5 1,7 2 0,-3 1-1674,4 3 1,0 1 1351,2-5 0,4-2 1,-6 2-1,-8 2 0,-2-1 1,6-2-1,1 0 0</inkml:trace>
  <inkml:trace contextRef="#ctx0" brushRef="#br0" timeOffset="141482">27587 9222 7533,'-33'-22'3276,"11"12"-2184,1 24 0,-5 14 0,1 4-273,2 6 0,0 6 0,1 2 0,0-3-1094,1-8 0,1-2 0,0 1 0,0 4 260,1 3 0,-2 4 0,0 4 0,2-1 0,3 0 0,6-5-390,7 1 0,6-2 0,2-1 1,-2 0 269,-5 2 0,-3 1 0,4-2 0,9-3 135,15-2 0,9-1 0,4-6 0,-3-6 0,4-7 0,2-7 0,3-2 0,0-1 0,0 0 0</inkml:trace>
  <inkml:trace contextRef="#ctx0" brushRef="#br0" timeOffset="142199">28063 9445 7533,'-27'-7'2698,"-14"1"-1169,14 16 0,1 2-449,-15-1-361,4 11 1,1 7-136,12 2 1,1 0-495,-1-9 0,1 1 180,2 16 0,9 1 360,20-6-630,3 5 134,15-18 1,5-3-180,-3-4 0,1-1 0,4-1 0,-1 2-135,1 1 1,-7 4-361,-22 24 180,-19-11 0,-6-1 45,2-6 1,-5-1 44,-6-3 0,-4-1 0,0-5-1369,0-9 1,2-3 1345,2 5 0,3-4 0,-12-22 0,39-8 1</inkml:trace>
  <inkml:trace contextRef="#ctx0" brushRef="#br0" timeOffset="142417">28275 9160 7533,'29'26'819,"-1"0"0,-6-2 0,1 3 0,-3 2 273,-3 3 0,-3 2 0,0-1 546,2 8 0,-1 3-669,-1 1 1,-1 5 0,-9-2-1240,-12-7 0,-8-1 0,1-1-85,8-5 0,1 0 0,-6 1-5,-10 4 0,-7 3 0,-3-1 1,1-3 150,-1-1 0,1-3 1,-2 1-1,5-6 0,-2 0 1,0 0-1,0 0 0,-4 4 1,1 1-1,-1-1 0</inkml:trace>
  <inkml:trace contextRef="#ctx0" brushRef="#br0" timeOffset="142734">28822 9642 7533,'-27'-15'1638,"1"0"0,-11 0 1638,11-2 0,50 17-62,-1 0-3754,18 3 1,9 0-554,-13-2 1,3-1 0,-2 0-547,8 3 1,0 0 1324,-2-3 0,3 0 1,-8 0-1,2 0 1,-12 0-1,1 0 1</inkml:trace>
  <inkml:trace contextRef="#ctx0" brushRef="#br0" timeOffset="142867">28875 9890 7533,'10'4'3276,"-8"-7"-2184,22 4 0,20 3 0,1-3-1420,0-8 0,0-4 0,1 0 1,-4 2-1,0 0 0,1-2 1,4-5-1,0 0 0,0 0 1</inkml:trace>
  <inkml:trace contextRef="#ctx0" brushRef="#br0" timeOffset="143899">29916 9395 7533,'-28'-7'809,"-13"2"540,19 5-584,-5 5 0,-2 6 269,1 13 0,1 6-644,0-1 0,-1 2 0,2 4-191,5 4 0,2 2 1,2 0-200,2-5 0,1-2 0,10-3-368,15 3 1,11-13-726,10-27 1,8-17 0,0-4 404,-8 4 1,-1-3 0,1-2-1,-1-2 353,-4 1 1,2-3 0,-2-2 0,-1 2 0,-2 1 424,8-12 0,-2 3 0,-16 9 2429,-20 10-881,-7 44 0,-5 20-1201,0-6 0,-3 5 0,5 1-1067,6 1 1,3 0-1,5-1 630,3 10 0,9-7 0,7-18 0,4-5 0,0-9 0,1-1 0</inkml:trace>
  <inkml:trace contextRef="#ctx0" brushRef="#br0" timeOffset="144149">30233 9395 7533,'-18'25'1092,"1"0"0,-2 3 0,3 5 0,6 7 0,5 5 0,0-2-1058,-1-7 1,0-1 0,2-1-125,1 19 0,6-20-899,13-46 764,1-19 0,1-11-315,1 2 0,2-3 1,2 1-554,3 5 1,2 2 0,-2 3 725,2-3 1,1 7 0,0 14 0,-1 6 0,-1 4 0</inkml:trace>
  <inkml:trace contextRef="#ctx0" brushRef="#br0" timeOffset="144499">30586 9532 7533,'-39'17'1092,"-1"1"0,7-3 0,2 2 283,4 4 0,9 1-2544,18 4 809,13-13-854,10-16 0,3-7 89,-2-6 1,-3-5 809,0 1 0,-2 0 1035,6-11 1798,-35 53-1124,-3 7 1,-1 6-1126,4 2 1,1 4 0,0 0-278,2-2 1,-1 0-1,-2-1-82,-1-3 0,-2-1 0,-4-4-810,-12 1 1,-5-7-585,-6-9 0,-2-7 1484,5-3 0,1-4 0,9-3 0,3-2 0,-1-3 0</inkml:trace>
  <inkml:trace contextRef="#ctx0" brushRef="#br0" timeOffset="145299">30850 9445 7533,'-25'-1'3276,"-2"35"-1638,12-7 0,2 5-1227,3 9 1,2 0-412,1-7 0,7-5-1529,23-4 180,-1-61 989,2 12 1,3-1 583,-8-6 1,-1 5 1125,9 20 448,-27 39-1303,-4-8 0,-3 2-1035,-4-1 1,4-3-541,15 2-2197,35-25 1638,-19-8 1,1-3 957,6 1 1,-1-1 680,-3-7 1349,-11 13 1927,-16 16-256,-8 8-2570,6 7-990,-6 4-2428,16-10-180,17-19 1979,5-15 1798,5-12 1350,-17 7 899,-3 8-1348,-13 17-1171,22 11-1618,3 15-225,-8-8 0,0 2 224,-2-5 1,1-3 360,15 7 899,-21-21 0,4-27 0,-16-3 0</inkml:trace>
  <inkml:trace contextRef="#ctx0" brushRef="#br0" timeOffset="145483">31397 9767 7533,'10'-38'1979,"6"7"449,-14 11-629,13 26-1439,-13 20-1529,22 7-1440,-20-3 360,-4-1 1709,-31-1 1,-13 3 299,9-2 0,-2 1 0,-2 1-88,5-5 0,-1 0 0,0 0 1,1-1-1,-5 5 0,0 0 1,4-3-1,-4 3 0,1-1 1</inkml:trace>
  <inkml:trace contextRef="#ctx0" brushRef="#br0" timeOffset="146582">30462 10275 7533,'-25'0'989,"5"5"0,-7 5 1,-3 3-406,10 2 1,-1 3-46,-6 6 1,-3 3 0,3-1-663,2-1 0,1 1 572,1 7 1,0 5 0,2-5-180,6-11 0,1 1 224,-4 23 1,3 0-405,5-8-252,9-7 1,10-5-739,16-20 1,9-13-194,0-10 1,3-10 0,-1 1 505,-2 4 0,-1-1 1,-2-2 225,3-10 0,-3-5 1,-4 2 30,-7 6 0,-3 1 0,-5 0 150,-4-12 1,-2 1 89,7 7 0,-2 2 944,-12 0 1,-6 11-765,-3 26 3186,-15 36-2184,15-3 0,4 8 0,2 0-910,0-5 0,2 0 0,6 1-182,8-1 0,7 3 0,3-3 0,-1-7 0,7-3 0,3-8 0,5-13 0,0-1 0,0 1 0</inkml:trace>
  <inkml:trace contextRef="#ctx0" brushRef="#br0" timeOffset="147116">31944 9630 7533,'-27'12'0,"1"1"0</inkml:trace>
  <inkml:trace contextRef="#ctx0" brushRef="#br0" timeOffset="147750">32085 9098 7533,'-39'-13'2428,"21"6"-1709,-19 12 1,-6 13 59,15 7 1,2 10 0,0 5-1192,1-3 0,0 4 1,-1 3-1,0 2 1,2 2 668,6-8 0,-1 2 0,2 2 0,-1 1 0,2-1 0,0-1 0,1-1-204,-4 6 1,2-1 0,0-1 0,2 0 0,2 1 36,1 1 0,0 3 0,2-1 0,7-6 0,9-10-937,27-4 0,6-8 847,-16 6 0,3-9-90,7-19 0,8-12 0,2-7 0,-5-2-169,-4-6 1,-4-5 0,-2-3 0,2-2 6,-2 1 0,1-2 0,-1-2 0,-1 1 1,-2 1 183,0-2 1,-1 1-1,-3 0 1,-3-2-248,-2-3 0,-3-2 0,-4 0 1,-8 5-228,-8 3 0,-7 3 0,-4 3-58,-1 2 1,-2 1-1,-4 7 600,-12 5 0,-2 12 0,-1 13 0,4 11 0,14 10 0,0 1 0</inkml:trace>
  <inkml:trace contextRef="#ctx0" brushRef="#br0" timeOffset="147933">31944 9729 7533,'-10'47'1638,"9"-17"0,2 3-546,3 6 0,3 3 0,0-2 546,2 0 0,1 0-1539,0 5 1,1 3 0,2-5-1450,3-3 1,3-5 1349,3 2 0,1-3 0,-5-7 0,1-8 0,15-14 0</inkml:trace>
  <inkml:trace contextRef="#ctx0" brushRef="#br0" timeOffset="148166">32332 8887 7533,'-39'-21'3276,"8"54"-1638,34 5 0,9 8-1544,-6-2 1,0 4 0,2-1-1188,3 1 1,1-1 0,0-3 545,2 7 1,0-7 0,-2-11 0,1-8 0,5-7 0</inkml:trace>
  <inkml:trace contextRef="#ctx0" brushRef="#br0" timeOffset="148316">32526 8949 7533,'-39'14'1638,"15"7"0,-1 9-1597,-4 4 0,-2 6 0,3-1 0,7-9 1,3-1-1,0 1 0,2 1 0,-1 0 0,1-1 1</inkml:trace>
  <inkml:trace contextRef="#ctx0" brushRef="#br0" timeOffset="148449">32103 9346 7533,'25'-7'1092,"1"0"0,11 0 0,4 3-872,-3 2 0,2 3 0,-2 0 0,7-1 0,-2 0 0,2 0 1,0 0-1</inkml:trace>
  <inkml:trace contextRef="#ctx0" brushRef="#br0" timeOffset="148666">32791 9259 7533,'-34'0'3276,"-3"33"-2184,15-6 0,-2 5 0,2 5-564,2 2 1,1 5-1,2 2 1,0 1-724,5-8 0,0 1 0,1 2 0,0 0 0,1 0 0,1-2-3,0 6 0,1 0 0,1 0 1,1-2-1,1-1-477,1-2 1,1 0-1,2-3 1,3-3-419,6 2 1,3-2 0,4-11 719,14-7 0,14 5 1,-8-22-1</inkml:trace>
  <inkml:trace contextRef="#ctx0" brushRef="#br0" timeOffset="148999">33108 9692 7533,'-30'-10'1092,"-1"1"0,1 8 0,-2 6 546,-12 12 0,1 8-57,5 6 0,2 4-1491,9-6 0,0 1 0,3-2-225,-3 2 0,9-2-405,23 19 630,35-28-90,1-6 0,-7-7 0,-6 4 0,-22 10-269,-6 28-631,-22-20 1,-9 1-194,7-4 1,-1 1 0,0-2 776,-4 1 1,1-3 0,2-3-1,5-4 1,11-9 0</inkml:trace>
  <inkml:trace contextRef="#ctx0" brushRef="#br0" timeOffset="149199">33002 10212 7533,'-27'38'3276,"-6"-1"-1638,19-16 0,0 0-2171,-4 2 1,1-2 532,-3 13 0,5-11 0,15-17 0</inkml:trace>
  <inkml:trace contextRef="#ctx0" brushRef="#br0" timeOffset="149549">33426 9828 7533,'-35'11'1092,"1"0"0,-3 13 0,2 7 0,6-3 0,2 2 0,2 2 0,6-1 0,4 2 0,2-1 65,1 8 1,9-5-1968,22 0-1349,24-40 720,-12-15 0,-1-8 539,-5-9 1,-1-3 809,7-1 0,-3 3 2789,-9-6 539,-19 69-2968,-4 8-1,-5 6 1,3 2-1394,13-14 0,1-2-1935,-4 22 3059,20-7 0,-14-33 0,7-2 0</inkml:trace>
  <inkml:trace contextRef="#ctx0" brushRef="#br0" timeOffset="149766">33620 9618 7533,'-4'42'819,"0"0"0,1-3 0,0 4 0,-1 2 0,-1-2 0,-1 1 0,-1 1 0,0 0-365,-2-1 1,0 0 0,0 0 0,0-1-515,3 5 0,1 0 0,-5-3-1033,-9 1 1,-6-1 0,-2-3 989,-1-5 0,-2-3 1,-2-1-1,-2 2 1,-1-2-1,-2-1 1,5-11-1,1 1 1,-1 0-1,0 0 1</inkml:trace>
  <inkml:trace contextRef="#ctx0" brushRef="#br0" timeOffset="175300">19614 868 0,'-29'7'1092,"0"1"0,4 3 0,1 5 546,-7 15 0,1 6-546,10-11 0,0 2 0,1 5-958,0 5 1,-1 5 0,1 3 0,-1-1-135,2-8 0,-1 0 0,0 1 0,0 0 0,2 2-522,-1 4 0,0 3 0,2-1 1,0 0-1,1-3-298,0-2 1,0-1 0,2-3 0,5-4 272,5 9 1,6-18 0,9-39 0,1-14 0,0 0 0</inkml:trace>
  <inkml:trace contextRef="#ctx0" brushRef="#br0" timeOffset="175599">19368 1116 7533,'9'-34'819,"1"0"0,0 0 0,4-16 0,-5 21 2457,-9 62-2184,0-3 0,0 5 0,0 3-829,2-1 1,1 2 0,1 2 0,3-2-669,2 2 0,1 2 1,3-4-1,6-6-75,10-4 1,5-7-1,1-14-103,-2-19 1,1-13 0,1-8 0,-2 0 726,-4 2 0,-1-3 0,0-2 0,-2-1 0,-1 0 341,-4 0 1,0-3 0,-2 1 0,0 3-1,-1 6 864,10-10 1,-6 21-361,-6 51-1049,-17 9 0,-7 11 0,1-3-595,5-1 1,1 1 406,-4-9 1,-1 4 0,2 0 0,3-4-846,6-2 1,3-3 0,2 2 876,0-1 0,1 2 1,1-1-1,0-3 1,8 10-1,2-5 1,2-9-1,1 0 1</inkml:trace>
  <inkml:trace contextRef="#ctx0" brushRef="#br0" timeOffset="175966">20620 855 0,'-18'-8'3276,"8"48"-2184,5-1 0,-1 8 0,2 6-723,2-14 1,2 3-1,0 2 1,0 2 0,0 0-1,0-1-369,-1 0 0,-1 1 0,1 0 0,-1 1 0,1-1 0,0 1-498,0 1 0,1 2 0,0 1 0,1-2 0,-1-3 0,0-4-102,0 10 0,0-6 1,0-3-975,0 5 0,0-11 1840,0-25-266,-8-23 0,-2-10 0,-7-16 0</inkml:trace>
  <inkml:trace contextRef="#ctx0" brushRef="#br0" timeOffset="176183">20655 955 7533,'34'-27'1092,"1"1"0,-4 3 0,2 10-86,0 20 1,1 12 0,-7 5-1598,-9 4 0,-7 5 0,-4 4 231,-5 5 0,-5 5 1,-4 3-1,-3-3-460,-4-1 1,-4-1 0,-3 0 0,-4-1 213,-2-3 0,-5 0 0,-1-1 0,0-2 0,3-4 456,-1 3 0,2-4 0,-1-2 30,-4 0 0,-2-1 0,8-6 120,0 1 0,3-6 0,7-1 0</inkml:trace>
  <inkml:trace contextRef="#ctx0" brushRef="#br0" timeOffset="176854">20655 1004 0,'-17'-14'780,"7"9"858,-3 25 0,2 16-546,6-1 0,2 5 0,-1 4-551,-1-6 1,-2 4 0,-1 1 0,1 0 0,1-3-445,2 0 0,1-3 0,1 0 0,-1 2-75,-1 12 1,-1 3-1,1-2 1,2-11-473,1-12 0,2-3 270,5 25 1,3-4-3098,3-18 1890,14-27-322,-9-37 1709,-11 7 0,-2-2 0,1-3 0,-2 0 0,-3 5 0,0 0 0</inkml:trace>
  <inkml:trace contextRef="#ctx0" brushRef="#br0" timeOffset="177099">20620 979 7533,'17'-22'1092,"-1"0"0,9 8 0,3 7 546,12 14 0,0 10-102,-1 6 0,-3 7-1724,-9-2 0,-1 3 1,-3 3 97,-2 8 0,-4 4 0,-2-2-612,-3-7 0,-2-2 0,-2 2 612,-1 6 0,-3 2 0,-7-1-90,-10-10 0,-5 0 0,-4-1 1,0-3 29,-3 0 0,-1-3 0,-3 1 60,-1 1 0,-3 0 0,-1 0 0,1-4-480,0-4 1,0-3-1,1-1-145,-9 6 0,2-1 715,3-6 0,3-2 0,4-2 0,5-6 0</inkml:trace>
  <inkml:trace contextRef="#ctx0" brushRef="#br0" timeOffset="177583">21431 979 0,'-35'-29'3276,"15"29"-1638,10 22 0,5 9-141,7-5 0,4 4-1295,-5 6 1,-1 7-1,0 4 1,0-1-397,2-3 0,0 2 0,0 1 0,0-1 0,-2-2 261,-1 2 1,-1-2-1,-1 0 1,1 1-72,2-2 1,0 2 0,1 0 0,-2-3 0,0-4-222,-6 13 0,-2-5 191,4-11 0,-1 0 1,-1-2-1047,-6 5 1,-1-3 899,0 0 0,0-12-1024,-3-34 1204,9-14 0,4 0 0,0-2 0,-1-1 0,0 0 0</inkml:trace>
  <inkml:trace contextRef="#ctx0" brushRef="#br0" timeOffset="177804">21396 1004 0,'0'-43'600,"23"10"1038,-2 14 0,4 3 0,13 7 0,4 9 0,4 14 0,-2 7-1957,-9-7 0,-5 5 94,-7 8 0,-5 5-180,-7-4 1,-6 2 524,-10-2 1,-4 3-481,2 14 0,-6 2 150,-3-17 0,-6-1 1,0 0 313,-3 4 0,-2 1 1,-2-3-315,-5-2 0,-2-2 0,0 0 0,5-1 0,1-1 0,-1-2-630,-1-4 1,-1-3 0,4-1 839,-10 10 0,15-31 0,34-14 0</inkml:trace>
  <inkml:trace contextRef="#ctx0" brushRef="#br0" timeOffset="178016">22207 731 7533,'-29'28'468,"0"0"0,-1 0 0,6 1 0,-1 3 0,0 3 0,1 2 0,3 4 0,3-1 0,2 3 0,2 4 0,0 1 0,2 1 0,0 0 0,2-1 0,-1-1 0,0 1 0,2 0 0,0 0 0,3 0 0,2-1 0,5 0-801,3 3 1,4 1 0,3 0 0,2-3 0,3-2 0,2-6 230,5 4 1,4-5 0,2-5 0,4-8 0,12-4 0,4-11-1,-4-5 1,-3-10 0,0 1 0</inkml:trace>
  <inkml:trace contextRef="#ctx0" brushRef="#br0" timeOffset="181383">23001 818 0,'-10'-25'2129,"-5"6"1147,-11 18-332,-11 20-2495,11 3 1,-1 5-34,-3 6 1,-2 5 0,2-1-297,6-7 0,2 0 0,-3 1 37,1-2 1,-3 1-1,1 1 1,1-1 321,0 3 1,1 0 0,3-3 261,-1 1 0,5 0-606,3 3 0,12-3 269,26-8 1,11-5-360,-2-3 0,2-2 15,-2-2 0,3 1 0,-1 0-210,1 2 0,-1-1 0,-2 2 921,3 4 0,-3 2-1041,1 4 0,-9 5 45,-23 10 1,-12 2 134,-6-7 0,-6-1-120,2-4 0,-4 2 0,-2-3-660,-3-2 1,-1-2 0,1-4 149,-2-2 0,3-2-719,-3 4 0,13-9 1439,34-23 0,5 3 0,22-10 0</inkml:trace>
  <inkml:trace contextRef="#ctx0" brushRef="#br0" timeOffset="181533">23283 1760 7533,'28'0'3276,"-18"22"-1638,-20 4 0,-6 3 0,5 2 0,-1 0-1650,-12 11 0,-1 0-1627,6-1 1,2-4 241,2-11 1,1-2 1396,1 2 0,0-5 0,-2-10 0,5-11 0</inkml:trace>
  <inkml:trace contextRef="#ctx0" brushRef="#br0" timeOffset="181749">24024 706 10501,'-18'25'819,"-1"0"0,3 3 0,-1 3 0,1 4 0,0 5 0,1 5 0,0 3 0,0 1-400,4-11 1,0 2 0,0 0 0,1 2-1,-2 0 1,1 1-889,-1-3 1,-1 2 0,-1 1 0,1 0 0,0-1 0,2-2 0,0-1-352,0 13 1,1-2 0,1-3 0,0-3 272,-3 1 1,0-3 0,5-14 0,7-17 0,0-25 0</inkml:trace>
  <inkml:trace contextRef="#ctx0" brushRef="#br0" timeOffset="181899">23989 955 7533,'0'23'1638,"0"10"0,0 6 0,-1 3 0,2 6-1948,2-8 0,1 4 0,1 0 0,-1-5 355,-3 1 0,1 1-865,6 0 1,2 6 0,1-1 0,0-6 580,0-4 0,-1-2 1,-1 1-1,1 2 1,-1-6-1,6 7 1</inkml:trace>
  <inkml:trace contextRef="#ctx0" brushRef="#br0" timeOffset="182033">23830 1450 7533,'-29'0'3276,"21"6"-1245,35 6-3201,3-5 1,1 0 1169,-7 0 0,1-2 0,9-1 0,-1-2 0,12-2 0</inkml:trace>
  <inkml:trace contextRef="#ctx0" brushRef="#br0" timeOffset="182199">24448 1785 7533,'-5'26'1092,"0"0"0,-4 15 0,2-2 2184,5-6-1638,-6 7 0,0 0 599,6-10-2912,-8 4 1,-3 1 18,-7 1 1,7-12-1,-1 0 1,-12 7 0</inkml:trace>
  <inkml:trace contextRef="#ctx0" brushRef="#br0" timeOffset="182853">25030 706 4938,'-18'-42'3276,"8"20"0,2 11-2329,16 24 132,-2 29 1,-2 7-1550,1-16 0,0 3 595,-1-1 1,2 7 0,-1 2 0,0 0 0,-2-6-328,-1-2 0,-1-3 1,0 4 57,3 6 0,1 8 0,1 2 0,-1-3 0,-1-6-246,-3-7 0,-1-4 1,1 3-97,1 2 0,2 5 0,-1 1 1,1-2-1,-2-7-9,-1 4 1,0-3-196,2 5 0,0 3 1,-1-10 655,-2-7 34,-31 0 0,7-51 0,-1 4 0,-1 1 0</inkml:trace>
  <inkml:trace contextRef="#ctx0" brushRef="#br1" timeOffset="183066">25083 731 8411,'19'-29'1638,"1"0"0,-3-8 0,14 24 0,3 10-214,-5 14-816,-3 0 0,-1 3-278,13 19-161,-15 0 1,-3 4-758,-9-7 1,-3 0 307,4 12 0,-8 2-560,-14-7 1,-8 2 0,-1-2 434,-5 3 0,-3-2-688,0-2 1,-4 2 0,1-6 662,-6-4 0,1-5 0,4 2 0,2-1 0,2-6 1,1 1-1</inkml:trace>
  <inkml:trace contextRef="#ctx0" brushRef="#br0" timeOffset="183587">25365 1773 7533,'-28'-13'3276,"11"6"-1875,17 2-1671,17 10-539,19-3 449,1 3 360,-4-3 0,0-4 0,9-9 0,-13 4 0,0 0 0</inkml:trace>
  <inkml:trace contextRef="#ctx0" brushRef="#br0" timeOffset="183766">25594 1438 7533,'-20'29'819,"0"1"0,-1-1 0,1-6 0,1 2 273,3 11 0,2 6 0,3-7-1508,1 5 26,6-7 0,1 5 0,2 0-1249,8 8 1,2-1 983,-3-4 0,0-1 655,1-5 0,3-7 0,6-11 0,-6-10 0</inkml:trace>
  <inkml:trace contextRef="#ctx0" brushRef="#br0" timeOffset="183970">25682 1896 7533,'0'27'1638,"0"0"0,0 3-597,8 16-951,-6-38-180,29-8-225,-15-23 1,-2-6 134,15-6 45,-15-4 0,-12 4 135,-35 18-90,9 6 45,-9 23 0,1 12 45,22 1 0,5 3 0,-11 18 0,36-6 0</inkml:trace>
  <inkml:trace contextRef="#ctx0" brushRef="#br0" timeOffset="184417">26000 1934 7533,'-47'5'1638,"20"0"0,5 2 573,10 7-1492,-19 21-179,19 9-540,-6-8-270,18 9-1079,18-42 1169,9-5-675,-9-19 1,0-10 374,-1 2 0,1-3 1,-3-1-9,2-8 0,-2-2 308,-3 2 0,-1-4 0,-1 5 315,-1 7 0,-2 4 629,-6-1 1,0 3 1754,7 0-360,-16 65-1889,6-6-903,-2 13 1,0 3 767,4-22 0,0 0-585,-4 21 0,0 3-1189,3-10 1,0-3 813,1-5 0,0-2 860,-1 5 1,4-7-1,13-20 1,-6 3-1</inkml:trace>
  <inkml:trace contextRef="#ctx0" brushRef="#br0" timeOffset="184716">26282 1896 7533,'-35'32'1638,"17"-8"0,0-1 1638,-9 1-2550,17 1 1,2 0-2076,0-3 1079,16 3-3007,10-30 1767,-1-12 1,1-4 1059,12-9 180,-16 6 0,-3 3 3546,-3 12-2504,-8 9 1657,0 25-1530,0-3 90,0 18-809,0-30-719,0 6-2610,23-27-128,-1-13 2994,5 2 1,-11-7-1,-16 16 1</inkml:trace>
  <inkml:trace contextRef="#ctx0" brushRef="#br0" timeOffset="185349">26458 1896 10861,'-9'36'3058,"1"3"-3418,8-6 270,8-10-809,1-17-91,9-17-1168,7-25 1528,-13 6 180,4-17 2429,-16 33-1619,0 9 2428,-8 44-2099,0-9 1,-1 5 0,1-2-1066,1 7 1,0 1 375,-4-4 0,-2 5 0,-3 0 0,1-3-720,-3 1 0,0-4 1,-1 0 719,1-2 0,-2 0 0,-1-2 0,-3 0 0,-1-2 0,0-6 0,2-12 0,1 1 0</inkml:trace>
  <inkml:trace contextRef="#ctx0" brushRef="#br0" timeOffset="185999">27058 2095 7533,'-37'5'3276,"11"2"-1065,19 5-1402,14 12-809,3-9-989,-8 19-1980,-27 4 2969,1-4 0,3-15 0,1-2 0,2 1 0</inkml:trace>
  <inkml:trace contextRef="#ctx0" brushRef="#br0" timeOffset="186833">27323 682 7533,'0'-40'2158,"0"0"-449,7 15-1349,3 10 270,8-2 449,7 50-809,-13 3-575,-6-7 0,1 8 0,-1 5 1,-1 0 408,-3-3 1,-2 3 0,0 2 0,0 0 0,-1 0 0,2-3-364,0 0 0,1-1 1,0-1-1,-1 1 0,0 4 259,0-1 0,-1 3 0,0 3 0,0 0 0,0-1 0,0-3 0,-1-6-120,1 13 0,0-6 1,0-1 119,0 3 0,0 0 0,0-5-180,3 6 0,-6-18-450,-12-35 630,3-5-540,-5-27 1,1-14-281,9 13 1,2-5 0,1-2 0,0 2 390,-1 5 1,0 1 0,0-1 0,2-3 248,3-4 0,0-5 0,2-2 0,2-1 0,0 2 0,2 2-2,3 1 1,1 2-1,2 1 1,-1 1-1,0-1 218,-3 3 0,0 1 0,-1 0 0,2 0 0,2 2 191,4-2 0,1-1 0,2 2 0,2 4 0,-1 8 493,13 2 0,1 7-586,-4-5 1,1 5 405,10 12 0,0 12 89,-11 15 1,-3 5-540,-1-9 0,-1 4 0,-4 9 0,-2 6 0,-7 1-30,-9 2 0,-6 2 0,0-2-454,4 10 0,-4 1 191,-4-12 1,-3 3 0,-3-1 0,-2-5 142,-5-3 0,-4-5 0,1 1 1068,1 6 0,1 1 0,-2-3-439,-3-7 1,-1-2 0,7 2 1068,6 6 0,10 3-663,10 4 0,8 3-1695,2-4 0,4 0 1,2 2-101,-3-3 1,3 0 0,-1 1 0,1-2 662,3 3 0,1-1 0,-2-1 0,-2-3 0,0 0 1,-2-4-1,3-5 0,-1 0 0</inkml:trace>
  <inkml:trace contextRef="#ctx0" brushRef="#br0" timeOffset="187116">28046 1797 7533,'6'0'2338,"5"0"-3462,13-2 0,3-1 1124,13-4 0,3-5 0,-18-1 0</inkml:trace>
  <inkml:trace contextRef="#ctx0" brushRef="#br0" timeOffset="187299">28205 1549 7533,'-15'36'819,"1"-1"0,-1 0 0,4-1 0,1 0 247,-4 7 1,-1 5 0,5-1-2160,7-8 1,3-1 0,-1-2 1025,-8 9 1,2-2-699,9 12 1,12-9-2513,29-28 3077,-10-5 1,-7-17 0,-3-7 0,-5-18 0</inkml:trace>
  <inkml:trace contextRef="#ctx0" brushRef="#br0" timeOffset="187487">28346 1983 7443,'2'33'3276,"4"2"-1245,-6-21-1851,1-2 179,31-34-449,-21 1 1,-1-4 268,6-2 1,-4 1-2159,-20-12 720,-6 29 404,-6 21 1,-1 10 854,2 13 0,9 3 0,12-9 0</inkml:trace>
  <inkml:trace contextRef="#ctx0" brushRef="#br0" timeOffset="188200">28681 1785 7533,'-24'29'1092,"1"1"0,-8 11 0,5-2 849,12-2-1357,-6-2 1,1 0-45,15 5-360,-12-8-720,40-21-315,-6-35 1,1-9 764,5 17 0,-1-4-1003,-3-15 1,-3-10 0,-3 6 347,-3 15 1,-2 0 354,2-15 0,1-5 1,-4 1 29,-5 2 0,-2 1 765,7 0 0,0 1 539,-6 7 0,-4 14 1125,-14 51-1709,12-7 29,-5 4 1,-4 9 0,4-5-446,6-7 0,2 0 26,-4 11 0,-2 7 0,3-7 30,3-12 0,2 0-780,0 8 1,1 4-1,3-6-2497,13 6 3069,-10-12 0,3-5 0,15-10 0,-9-11 0</inkml:trace>
  <inkml:trace contextRef="#ctx0" brushRef="#br0" timeOffset="188733">28893 1859 7533,'-28'33'1638,"11"-5"0,1 1 573,-4 7-2661,10-8 0,3-1 360,-1-1-2249,31-15 540,-1-35 1439,0 8 1,-1-1 809,-2-10 899,-3 5 990,-24 44-1980,-1-11 1350,-1 29-1529,2-25-90,8 3-2069,16-13 1709,-13-10-3007,37-7 1967,-27-2 321,21 1 1169,-25 8 899,-1 5-629,-8 0 1259,-8 0 0,7 0-1799,1-6 90,1-1-810,23-11 91,-12-1 539,5 5 90,-9 4 989,-8 15-179,0 13 674,-11 12 0,-1 5-1214,9-10 0,0 2-182,-9 9 0,-4 6 1,-3 1-382,2-6 1,-3 2 0,0 0 0,0-1-438,1-1 1,-1-1 0,-1 0 0,1 0 465,0-1 0,0 1 0,-1-2 0,2-4 0,-10 6 0,3-11 0,6-12 0</inkml:trace>
  <inkml:trace contextRef="#ctx0" brushRef="#br0" timeOffset="189516">29298 595 10051,'-1'27'1638,"0"-1"0,-5 10 0,16 10 0,4 5-57,-5-11 1,1 1-2675,4 3 1,1 4 0,0-5 305,-1-1 0,1-3 817,0-4 0,1 0 0,2-3 1361,8 2 1,1-3-942,-2 4 0,-1 2 119,-6-4 1,0 2 0,-3-4-211,2 14-269,-12 2 0,-10 3-360,-11-7 1,-9 2-751,3-4 1,-3 2-1,0 0 778,1-7 1,0 0-1,-5 2-388,3-6 0,-5 3 1,-1 0-1,2-1 1,2-4 478,2 2 1,2-4 0,-2 2 0,-4 3 0,-3 3-1,0-1 1,4-3 0,5-5 0,0-1 0,1 1 0</inkml:trace>
  <inkml:trace contextRef="#ctx0" brushRef="#br0" timeOffset="190332">29298 706 7533,'0'-30'2518,"0"-7"-1708,0 9 809,0-12-1079,0 31 1169,16-8-1125,0 34 1,3 10-495,0-9 0,1 3-910,1 14 1,1 10 0,0 4 0,-4-6 824,-5-8 0,-2-2 0,0 6 114,-1 2 1,1 8 0,0 3 0,-1 1 0,-2-3 0,-1-7-246,-2 5 1,-3-6 0,1 6 240,-2-8 1,1 6-1,0 4 1,-1 1 0,0-2-1,0-3 1,-2-7-56,1 5 0,-2-6 0,-3 7 184,-2-4 0,-2 6 0,-2 5 0,-1 1 1,-1 0-1,-1-3 0,-1-6-190,-1-3 0,-1-3 0,-1-3 0,-1 1 0,-1 1-234,1 1 0,-1 0 0,-1 2 0,0-1 0,-1-1 0,0-1 54,-6 5 0,-1 1 0,-1-2 1,2-4-1,2-6-14,1-5 1,2-5-1,-2 3 1,-3 3 0,-2 4-1,0 0 1,2-5-1,-8 3 1,0-1 0</inkml:trace>
  <inkml:trace contextRef="#ctx0" brushRef="#br0" timeOffset="205435">29475 2491 7533,'-38'-19'2518,"13"7"-880,44 33 0,17 13-901,-12-11 0,1 2 0,4 2-1393,1 0 1,3 4-1,2 0 1,0 0 0,-3-3 580,7 5 0,-2-3 1,2 2 289,-6-6 1,3 2 0,0 0 0,-1 2 0,-2 0-144,-5 0 0,-2 1 1,0 0-1,-2 0 1,1 0 39,4 2 0,0-2 1,-1 2-1,0 5 144,-5-2 1,0 5 0,1 3 0,-1 2 0,-1 1 0,-2-2 0,-2-2 66,-1 4 1,-2-1 0,-2 0 0,0 1 0,1 2-247,0-4 0,2 2 0,0 2 0,0 1 0,-1-2 0,-1-1 1,-1-2 11,0 2 1,-2-3 0,-1-1 0,0 1 0,-1 1 75,-1-1 0,0 2 0,-1 1 0,-1-2 0,0-2 0,0-5-45,1 2 0,0-5 0,-1 5-76,-2-2 1,-1 4 0,-1 4 0,1 0 0,0-1 0,-1-3-388,3 9 1,-1-2 0,0-1 0,-1-1 364,-2-5 1,0 0-1,-2 0 1,2 0-563,1 3 0,1 1 1,0-2-1,-3-9-1099,-4-8 1,0-4-751,2 25 790,-21-42 1599,1-35 0,1-11 0,0 13 0,0-1 0,2-6 0,-1 0 0,1 1 0</inkml:trace>
  <inkml:trace contextRef="#ctx0" brushRef="#br0" timeOffset="205651">30339 5144 7533,'-6'46'1092,"0"0"0,2-21 0,2 1 0,10 19 0,8 7 0,1-7-1445,1-17 1,4-1 824,-3 2 0,2 4 0,4-1 1,2-5-294,14-4 1,5-6 0,-2 0-240,-10 3 0,-2 1 0,4-7 127,3-12 1,6-7-1,-2-4 1,-7-1-68,-3-6 0,-4-7-180,-2-5 0,2-7 0,-1-3 1,-4 6-91,2-3 0,-3-1-472,-7 0 0,0-8 0,-1 1 0,-3 7 553,-1 4 0,-2 1 0,-3-2 0,0-4 0,-3 3 0,-3 6 1,0 0-1</inkml:trace>
  <inkml:trace contextRef="#ctx0" brushRef="#br0" timeOffset="209069">24941 5838 7533,'0'-43'854,"0"1"1,0-8 134,4 14 1,0 5-541,-2 14 1980,6-6-1979,-8 17 2248,-8 39-2338,6-3-781,-9 2 0,-6 11 1,-3 2-1,6-5 511,3 7 0,0 2-18,-2-11 0,-3 6 0,-2 1 0,0 1 0,3-4-610,0 3 1,1-2-1,2-1 1,0-2 327,0 1 0,2-2 0,-2 1-490,-5 9 1,-1 1-1,6-14-19,10-18-1530,18-46 2024,-6 7 0,2-5-315,2-11 0,2-9 1,2-3-1,0 2 247,0 4 1,0-1 0,1 2 0,-1-1 247,-2 1 0,1 0 0,-1 1 0,1 1 337,2-1 0,1 0 1,-1 3-1,-2 9-112,12-7 2699,5 7-520,-25 42-830,-7 19 0,-4 6-1304,2-12 0,-2 1 674,0 16 1,-1 5-1,1-6 1885,2 7-2515,-1-3 1,9-12-1592,29-47 1,7-15 1321,-19 17 0,1-3-158,1-7 1,3-5 0,0-4 0,-2 2-547,1-2 1,-3 1-1,-2 0 659,1-5 0,1 5 1034,12 4 1,-4 15-810,-20 33 809,-1 11 1,-3 8-840,-7 1 0,-4 4 0,-1-3-60,2 4 0,0 0-1183,3 0 1,0 2 0,-1-10-489,0-4-58,16-13 1,3-6 818,-5-10 1,33-13 0,-21-8 0</inkml:trace>
  <inkml:trace contextRef="#ctx0" brushRef="#br0" timeOffset="209454">25947 5676 7533,'-37'27'3276,"11"-13"-1638,18 25 0,8 13-546,1-12 0,3 2 0,-1 0-633,0-7 1,1-1-1,-1 4-527,0 5 1,-1 4 0,0-1-1,1-4-1139,1 4 1,0-3 981,-4 5 0,0-2-944,0-11 0,0-7 367,0-12-2475,-16-6 1426,4-22 1851,-5-16 0,1-8 0,9 9 0,2-3 0,-3-19 0,0 1 0</inkml:trace>
  <inkml:trace contextRef="#ctx0" brushRef="#br0" timeOffset="209654">25912 5727 7533,'31'-39'3276,"-15"14"-1638,13 20 0,6 10-192,-7 8 0,-1 4-1266,-2-4 0,-1 3-90,7 13 0,-5 6-585,-13 4 1,-6 1-9,-1-8 0,-3 1 323,-4 0 0,-5 3 0,-4-2-750,-12 4 1,-5-2 0,-1-1 719,8-7 0,0-2 0,-2 1-610,-4 4 1,-2 2 0,-1-1 0,4-6 340,0-7 0,1-2 479,-7 5 0,3-5 0,8-10 0,5-1 0</inkml:trace>
  <inkml:trace contextRef="#ctx0" brushRef="#br0" timeOffset="209920">26441 5739 9512,'-4'37'819,"1"0"0,0 0 0,-1-3 0,0 1 273,1 9 0,1 5 0,-1 1-1912,1-8 1,0 2 0,-1-1 0,0-2 688,0-1 1,0-1 0,0 3-68,-1-2 0,1 6 0,-1 0 1,1-3-1,1-7 725,1-1 0,0-3-1620,-4 5 1,-1 3 0,1-7-2185,3 3 3184,-13-1 0,13-35 0,-6-7 0</inkml:trace>
  <inkml:trace contextRef="#ctx0" brushRef="#br0" timeOffset="210153">26511 5714 7533,'21'-20'1638,"-1"0"0,4-9 0,3 23 0,3 7 1638,15 10-2310,2 3-1236,-16 4 0,-3 5 270,-7 6-495,-10 7 0,-6 2-393,-15-5 618,-4-2 0,-6 6 1,-3-3-1370,-8-2 1,-4-1 1293,2 1 0,-2 2 0,-3-2-475,4-7 1,-2-1 0,1-2 0,3-2 209,-7 3 0,3-2 610,-8 9 0,8-11 0,20-23 0,6 3 0</inkml:trace>
  <inkml:trace contextRef="#ctx0" brushRef="#br0" timeOffset="210853">27287 5367 4836,'-33'25'819,"0"1"0,-1 0 0,5-1 0,2 2-28,4-1 1,0 3-1,-1 4 1,3 3-137,3 5 0,2 5 1,2 2-1,0-1 0,2-4-471,-2 3 0,3-3 0,-1 7-56,2-10 1,0 7-1,0 3 1,-1 1-1,1-2 1,2-3-1,2-7-38,0 4 0,3-6 0,2 3-612,4 0 0,2 5 1,1 0-1,2-3 1,2-8 476,4 0 0,5-6-825,10 5 1,7 1-1,-1-10 870,-1-13 0,0-6 0,10 0 0,-1-5 0,-13-7 0,0 0 0</inkml:trace>
  <inkml:trace contextRef="#ctx0" brushRef="#br0" timeOffset="211336">27746 5764 7533,'-18'-33'2698,"9"9"-269,-23 18-2159,26 12 584,-20 9 1,-3 4-496,14 6-983,-5 1 0,-4 5 0,3-2 624,9-7 0,1 1 179,-10 10 1,-4 5 0,6-4 180,3 11 45,-9-1 0,3-2 336,18-12-381,-4-1 0,1 0-181,7-7-179,23 18 0,-9-20-270,13-1 1,3-2 179,-7 4-405,3-2 0,-3 2 316,-11 1-226,2 1 0,-5 1 225,-14-2-45,-3 6 0,-2 0-224,-12-3 44,-10 4 0,0 0-944,6-7 89,-3-1 1,1-2 1259,17-10 0,-13 13 0,14-14 0</inkml:trace>
  <inkml:trace contextRef="#ctx0" brushRef="#br0" timeOffset="211520">27940 6532 7533,'-14'34'1638,"1"0"0,-5-3 0,6 18 0,0-2-1023,1-22 15,-7 21 566,2-21-4164,-9 17 2968,-5-13 0,-5 0 0,10-23 0</inkml:trace>
  <inkml:trace contextRef="#ctx0" brushRef="#br0" timeOffset="211820">28557 5714 8072,'-7'-14'2969,"5"3"-811,-22 22-1708,20-2 854,-15 16 1,-1 6-945,14 2-665,-7 3 1,-6 8-1,4-4 620,8-10 0,0 2-68,-3 6 0,-3 9 1,0-1-1,0-5-292,-1-2 1,-1 0-136,3 5 0,-1 7 0,-1 0 0,2-8 0,-3-7 0,1 0-270,3-1 0,0 6 1,1-1-1,0-8-45,0-7 1,1-3-1066,0 15 0,0-5 301,1-18 1259,8-8 0,0-24 0,0-8 0</inkml:trace>
  <inkml:trace contextRef="#ctx0" brushRef="#br0" timeOffset="212007">28540 5913 7533,'14'35'819,"1"1"0,-3 0 0,0 2 0,-5-3 819,-5-6 0,-2 1-2300,5 12 1,1 6 0,-1-4 661,-4-11 0,0-1-600,4 10 1,1 4-1,-1-7 1699,-3 8-1954,6 0 1,-1-3 315,-5-19 728,6 9 1,-16-28 0,-1-6 0</inkml:trace>
  <inkml:trace contextRef="#ctx0" brushRef="#br0" timeOffset="212154">28416 6321 7533,'28'-14'3276,"5"9"-2145,-13 6-2030,21 5 719,-12-6 28,6 0 1,-1-6 0,-7-1 0</inkml:trace>
  <inkml:trace contextRef="#ctx0" brushRef="#br0" timeOffset="212403">29034 6507 9871,'0'26'3276,"0"9"-345,0-15-1762,0 22-629,-8-20-900,-2 23-90,-8-28-2518,-7 23 2968,13-25 0,-19 8 0,11-10 0</inkml:trace>
  <inkml:trace contextRef="#ctx0" brushRef="#br0" timeOffset="-211789.73">29404 5417 7533,'-17'-22'1349,"1"1"0,2-7 990,-10 5 359,32 39-1529,4 24 1,2 8-766,0-9 1,1 4-572,-5-9 1,1 4-1,0 4 1,-1 2-1,-1 0 107,-1 1 0,-1 2 0,-1 1 0,0 1 0,-1 0 1,0 0-334,1 0 0,-1 0 0,0 0 0,0 1 0,-1 0 0,-1 0-31,-1-3 0,-1 1 0,0 1 0,-1 0 0,-1-2 0,0-2 0,-1-5-396,-1 8 1,0-2 0,-3-6 0,-2-13 720,-11-7 1,3-51-1,16-14 1,0 1-1</inkml:trace>
  <inkml:trace contextRef="#ctx0" brushRef="#br0" timeOffset="-211604.73">29475 5478 7533,'-10'-19'3276,"25"7"-1638,10 17 0,3 6 1524,15 6-2922,-16 1 0,2 6 0,-4 3-16,-2 14 1,-7 6-735,-7-9 0,-3 3 0,-7 1-142,-6-6 0,-5 0 0,-3 0 0,-4-2 354,-5-2 0,-4-3 0,-2-1 0,0-3 0,-6 3 0,-2-2 0,0-4 0,5-7 1,0 0-1,-1 0 0</inkml:trace>
  <inkml:trace contextRef="#ctx0" brushRef="#br0" timeOffset="-210942.73">29827 6557 7533,'-27'18'3276,"9"-5"-1875,10 0 398,40-2-2024,0-14 0,6-4 225,-5 2 0,2-1 0,-1-2 0,10-4 0,-3-4 0,-9-2 0,0 0 0</inkml:trace>
  <inkml:trace contextRef="#ctx0" brushRef="#br0" timeOffset="-210742.73">30004 6247 7533,'-43'16'1638,"22"5"0,4 7-546,5 9 0,4 7 0,1 1-991,-1-1 1,2 1-1,4 1-596,6-1 0,4 3 1,2-1-1,0-5 34,-1-6 1,0-3-1,4-3 1,12 10-1,3-10 1,15-13-1</inkml:trace>
  <inkml:trace contextRef="#ctx0" brushRef="#br0" timeOffset="-210491.73">30180 6681 7533,'-9'25'1638,"1"1"0,6 23-983,7-20 1,7-5-1286,20-15 1,5-13 224,-9-14 0,-3-9 180,2-10 1,-11-2 268,-20 9 1,-12 6 989,-17 16 1,-4 9-900,10 3 0,3 6-135,-11 20 0,13 4 0,28-6 0,6 3 0,23-20 0</inkml:trace>
  <inkml:trace contextRef="#ctx0" brushRef="#br0" timeOffset="-210041.73">30427 6582 7533,'-29'31'3276,"21"5"-1335,20 7-1941,13-9-1260,-7 2 541,-8-23-271,-3-36 900,1 11 0,-4-14 1,2 1 448,12 14 721,-1-5-810,-7 22 1079,-2 23-720,-8-12-898,16 6-1440,11-34 1169,2 2 270,5-9-180,-24 23 450,5 9 0,-5 5 0,8-1 0</inkml:trace>
  <inkml:trace contextRef="#ctx0" brushRef="#br0" timeOffset="-209272.73">31044 6619 7533,'-23'41'1092,"-1"-1"0,3-5 0,1-1-974,7-2 0,1-4 1,-16 6-1,-7-5 0</inkml:trace>
  <inkml:trace contextRef="#ctx0" brushRef="#br0" timeOffset="-207208.73">30727 6706 8882,'8'37'2608,"17"-11"-2698,5-25-405,-7-16 1,-3-7 134,-9-4 0,-3-2 450,3 2 0,-6 1 0,-28-4-90,-15 46 0,14-2 0,1 3 0,-12 16 0,19 1 0</inkml:trace>
  <inkml:trace contextRef="#ctx0" brushRef="#br0" timeOffset="-205225.73">31450 5590 8702,'-19'-19'-360,"-5"6"3636,30 19-1964,-12 13-863,12 2 1,4 6-1101,-1 13 1,-1 6 0,0-2 740,-1 3 0,0 4-19,-1-9 1,1 7 0,1 3 0,-2-2 0,-2-8-72,-2-7 0,-2-4 0,0 5 30,0 3 0,-1 8 0,0 4 0,0-1 0,-1-3 0,-1-8 15,-2 10 0,-1-2 45,1-9 0,0 7 0,-1 0 0,-2-2 0,-2-9 0,-11 1 0,-1-6-45,7 5 0,-1-8 247,-25-31-607,32-25 0,9-17 0,4-7 0,-1 7-710,-3 7 0,0 3 0,2-6 860,0 4 0,0-5 0,1-4 0,1-1 0,2 0 1,2 2-171,3 3 1,2-1 0,2-1 0,1 1 0,0 2 0,-1 1 0,-3 2 401,0-7 1,-3 4-1,1 0 1,4-3-68,1 6 0,2-4 0,1-3 0,2 1 0,0 2 0,0 7 0,-2 7-343,10-2 1,0 8 612,0-7 0,1 8 1060,2 19 0,-5 14-566,-12 24 1,-8 14-825,2-5 0,-1 5 0,-5 2-141,-4-12 0,-3 2 0,-2 1 0,-2 0 0,1 0-33,0-1 0,0 0 0,-1-1 1,-2 0-1,-2-2 99,-6 5 0,-4-1 0,-1-3 0,2-3 495,0-3 0,1-3 0,-1-3 134,-9 0 1,3-2 2781,9 12-2594,3-7 817,23 4 1,10 3-1680,-2-7 0,4 1 1,-1-2 1081,7 8 0,1 0-1832,-1-4 1,2 3 0,4-5 929,5-4 0,2-5 0,-2 0 0,-6 1 0,0 0 0,2-5 0,0 0 0,0 0 0</inkml:trace>
  <inkml:trace contextRef="#ctx0" brushRef="#br0" timeOffset="-204891.73">31979 6619 7533,'-27'-6'3276,"9"5"-1515,42-16-2256,5 7 0,4 1 495,-7-1 0,1 0-1639,20-5 1,-5 1 1288,-19 0 0,18-4 0,-23 5 0</inkml:trace>
  <inkml:trace contextRef="#ctx0" brushRef="#br0" timeOffset="-204691.73">32209 6421 7533,'-30'13'809,"1"1"1,3 4 719,1 10 0,3 7-990,15 2 1,5 1-450,-4-8 0,2 3-390,2 8 0,2 5 1,2-8-1408,8 6 1527,-4 1 0,5-4 180,15-21 0,1-2 0,8-12 0</inkml:trace>
  <inkml:trace contextRef="#ctx0" brushRef="#br0" timeOffset="-204458.73">32297 6643 7533,'-8'35'1638,"0"1"0,4 9-803,-6-6 1,5-2 153,20-9-809,-3-5-180,29-34-719,-27-4 134,11-12 0,-3-4 136,-16-1 44,5 2 0,-7 2-45,-29 8 270,3 2 135,-2 21 0,-1 5 45,4 1-1079,-12 20 809,23-15 270,2-1 0,24-8 0,3-5 0</inkml:trace>
  <inkml:trace contextRef="#ctx0" brushRef="#br0" timeOffset="-204091.73">32561 6569 7533,'-29'26'3276,"5"14"-1155,24-23-1852,0 23-628,16-3 359,-12-8-360,12 16 540,-16-29-1170,0 7 631,0-11-91,0-5 540,0-7-90,15-18-90,-11 3-90,28-19-180,-5 13 360,-5 2 90,1 8 630,-15 11-630,-6 5 629,6 13-539,-8-3 630,0 14-1170,0-20 180,0 7-2249,8-20 630,2 8 1799,15-26 0,-5 12 0,5-13 0</inkml:trace>
  <inkml:trace contextRef="#ctx0" brushRef="#br0" timeOffset="-203858.73">32826 6731 7982,'0'19'2609,"-8"-2"-1530,6-4-899,2-1-180,10-5 270,0-1-900,13-17 1,-19 3 179,12-21 180,-16 19 180,0-18 270,-8 26 270,-10-9-90,-9 11 269,-8 16-449,15-12-2698,4 24 2518,16-20 0,0 5 0,0-8 0</inkml:trace>
  <inkml:trace contextRef="#ctx0" brushRef="#br0" timeOffset="-203074.73">32879 5268 11400,'24'29'819,"0"0"0,0 0 0,-8 0 0,0 2-164,2-3 0,6 4 1,1 2-1,-1 2 0,-4 1-1311,-4 1 1,-4 2-1,-2 1 1,0 0 0,1-2 625,4 4 0,0-1 0,-1 0 0,-1 1 23,-1 5 0,0 1 1,-3 0-1,-3-4 97,-3-3 0,-4-4 0,-1 1-30,-1 1 0,-3 0 0,0 2-128,-1-3 1,0 1 0,-2 1-1,-4 0-472,-3 1 0,-4 1 1,-2 0-1,-1 0 1,2-3 539,1 1 0,0-2 0,0-1 0,-2 1 0,1-5 0,-2 1 0,0 0 0,1-2 0,1-2 0,1 1 0,0 0 0,0 0 0</inkml:trace>
  <inkml:trace contextRef="#ctx0" brushRef="#br0" timeOffset="-168324.73">15469 10993 7533,'16'-23'1092,"0"0"0,8 9 0,7 3-517,4-3 0,9-1 0,3 1 1,3 0-1123,-8 6 1,1 0 0,3 2 0,1 0 0,1-1 0,2-2 287,-8 1 0,1-1 1,1 0-1,2-1 1,0 0-1,0 0 0,1-1 1,1-1-1,0 0 330,-4 1 0,1 0 0,0-1 0,1-1 0,0 1 0,1-1 0,0-1 0,0 1 0,1-1 0,0 0 0,0-1 89,-5 3 1,0-1-1,0-1 1,1 1 0,0-1-1,0 0 1,0 0 0,1 0-1,0-1 1,0 0 0,0 0-1,1 0 1,-1-1 0,1 1-86,-1-1 1,1-1-1,0 1 1,0-1-1,0 0 1,0 0 0,0-1-1,1 0 1,0 1-1,0-1 1,0 0 0,1 0-1,0 0 1,0 0-1,0 0-70,-4 2 0,0 0 0,1 0 0,0 0 0,0 0 0,0 0 0,0 0 0,1 0 0,0-1 0,0 1 0,0 0 0,0-1 0,0 1 0,0 0 0,0-1 0,1 1 0,-1-1 0,0 0-115,-2 1 0,1 0 0,-1 0 0,1-1 1,-1 1-1,1 0 0,0-1 0,0 1 1,0-1-1,-1 0 0,1 1 0,0-1 0,0 1 1,0-1-1,0 1 0,1 0 0,-1-1 1,0 1-1,0 0 62,1 0 1,0 0 0,0 0-1,0 0 1,0 0 0,0 1-1,0-1 1,1 0 0,-1 0-1,0 1 1,1-1 0,-1 0-1,0 1 1,0-1 0,0 1-1,0-1 1,-1 1 0,1-1-1,-1 1 18,1-1 1,0 0 0,0 1 0,-1-1-1,1 0 1,-1 1 0,1-1 0,-1 1 0,0-1-1,0 1 1,0-1 0,0 1 0,0 0 0,0-1-1,0 1 1,0 0 0,0 0 0,1 0 140,1-1 0,0 1 0,0-1 0,0 1 0,0 0 0,1 0 0,-1-1 1,0 1-1,0 0 0,0 0 0,0 0 0,-1 0 0,1 0 0,-1 0 1,0 0-1,0-1 0,0 1-61,1-1 1,-1 0-1,0 0 1,0 0 0,0 0-1,0 0 1,-1 0-1,1-1 1,-1 1 0,0 0-1,0 0 1,0-1-1,0 1 1,0 0 0,0-1-1,-1 1-14,3-1 0,-1-1 0,1 1 0,-1 0 0,1-1 0,-1 1 0,0-1 0,0 1 0,0-1 0,-1 0 0,0 1 0,0-1 0,-1 1 0,-1 0 0,0-1-14,5-1 1,-1-1-1,0 1 1,0-1-1,-1 1 1,0-1-1,-1 1 1,-1 0-1,-1 0 1,0 0-1,-2 1 1,-1 1-102,8-4 0,-3 1 1,-1 0-1,-1 0 0,-1 1 1,0 0-1,-1 0 0,-1-1-230,3 0 1,1-2 0,-1 0-1,-1 0 1,-2 1 0,-5 3-1,-5 2 129,9-6 1,-4 1-443,15-5 1,3-2 0,-28 8-2656,-61 6 2978,24-3 1,-22 10 0,-6 2 0,-5-15 0</inkml:trace>
  <inkml:trace contextRef="#ctx0" brushRef="#br0" timeOffset="-168090.73">24871 7164 7533,'33'-9'819,"0"-1"0,1 0 0,15 16 0,-2 12-322,-13 4 0,-2 7 0,-6 4 43,-5 6 1,-7 4-1,-8 1-390,-12 4 0,-10 0 0,-5-2-682,2-14 1,-3-1-1,-2-2 1,-1-1 531,-8 7 0,-1-2 0,-1-2 0,0-5 0,0-2 0,1-1 0,-5 5 0,0-1 0</inkml:trace>
  <inkml:trace contextRef="#ctx0" brushRef="#br0" timeOffset="-167340.74">24994 8081 7533,'-45'0'3276,"2"6"-1638,14 10 0,-1 8-546,6 1 0,-1 4 0,2 4-753,3-2 0,0 4 0,2 1 0,1 1-384,1-1 0,-1 2 0,4-1 0,6-1-705,8 5 0,7-1 1,7-8 749,19-7 0,6-13 0,-1-10 0,1-9 0,1-15 0,0 1 0</inkml:trace>
  <inkml:trace contextRef="#ctx0" brushRef="#br0" timeOffset="-166974.74">25259 7387 7533,'-24'22'819,"1"0"0,7 5 0,2 4 0,3 5-164,5-1 0,4 5 1,1 3-1,1 2 0,-1 0-426,-1 0 0,1 3 0,0 1 0,0 0 0,-1 1 1,1-2-425,0-1 0,-1-1 0,1 1 0,-1-2 0,1 0 0,0-1 15,0 3 0,1 1 0,0-2 1,-1-5-1,1-8 718,-1 3 0,2-17-1258,16-50 1,7-24 299,-3 15 0,1-2 1,0-1 780,-1-4 1,1 0 0,2 11 1276,8 11 0,-5 18-668,-19 29 1,-7 14-1421,0-2 0,-3 4 0,1 0 450,3-1 0,0 1 0,0-4 0,-2 0 0,4-6 0,22-7 0</inkml:trace>
  <inkml:trace contextRef="#ctx0" brushRef="#br0" timeOffset="-166690.74">25682 8032 7533,'-33'11'1638,"14"7"0,1 5 0,-6 10 0,3 4 0,-1 8 0,8 0-1650,12-6 0,10-8-3265,37-23 1638,-15-24 1,-1-9 2171,3 0 1,-3 0 546,-4-4 558,-18 57 0,-6 15 0,-2-7 0,2 1-3070,9 8 0,4-3 1376,7-3 1,22-44 0,-7-9 0</inkml:trace>
  <inkml:trace contextRef="#ctx0" brushRef="#br0" timeOffset="-166390.74">26088 7994 10501,'-26'-8'3276,"-1"43"-1638,5-7 0,1 4-1064,7 0 1,2 3-1,1-2-1069,-5 3 1,4-1-46,9-3 0,6-5 540,17-2-360,3-17 1,5-4-136,0 2 0,-1-1-134,12 2 89,-31 22 630,-22-12-810,-20 11 1,-5 0 719,-4-3 0,13-6 0,0-2 0,-4-6 0</inkml:trace>
  <inkml:trace contextRef="#ctx0" brushRef="#br0" timeOffset="-166023.74">26158 7486 7533,'-27'-14'3276,"9"31"0,11 28-1638,16-2 0,5 1-2505,-4-12 1,2-2-773,12 15 1,3-4 1142,2-11 0,-12-9 0,-1-1 0,2-2 0</inkml:trace>
  <inkml:trace contextRef="#ctx0" brushRef="#br0" timeOffset="-165740.74">26282 8019 5711,'-12'27'1092,"0"-1"0,2 0 0,-1 1 546,-5 2 0,4 0 1638,20 18-4104,22-33-811,-5-10 1,3-3-1,-1 0 1,-1-3 816,3-3 980,18 5 1821,-18 5-341,1 1 0,1 6 0,-5 11 0,-5 7-546,-8 2 0,-3 4 0,-5 1-68,-6 5 0,-5 1 0,-5 2-1844,-5-1 1,-6 2 0,-2-1 0,0-4 503,-2-1 0,0-5 1,-3-1-1,-4 1 1,-2-2-1,1-7 1,4-12-1,0 0 1</inkml:trace>
  <inkml:trace contextRef="#ctx0" brushRef="#br0" timeOffset="-164890.74">27058 7747 7533,'-10'-21'3276,"2"27"-1638,7 21 0,2 12-1424,-1-2 1,0 5 0,0-2-170,3 9 0,2 0-105,1-8 0,1 0 0,6-9-300,8-15 0,3-5 270,15 17-675,-10-34 1,-1-12-46,-12-6 1,-3-5 674,2 4 0,-2-1 360,-2-11 0,-7 14 494,-11 36 451,5-7-541,-8 24 1,4 6 1979,20 1-2250,-10 4 451,45-42-945,-25-26 0,-1-7 135,0 13 0,1-1-990,-6-7 1,-1-5 0,-3 3 989,-4 6 0,-1 1 0,4-2 0,0-1 0,4-15 0</inkml:trace>
  <inkml:trace contextRef="#ctx0" brushRef="#br0" timeOffset="-164623.74">27640 7425 7533,'-10'-7'3276,"3"17"0,7 33-3802,0-11-284,7 5 1,1-1 809,-4-11 0,7 1 0,2 0 0,-4 6 0</inkml:trace>
  <inkml:trace contextRef="#ctx0" brushRef="#br0" timeOffset="-164440.74">27711 7896 7533,'-18'31'1638,"9"-8"0,0 1-173,4 4 0,1 0-1465,-4 21-450,6-17 1,4-1-2828,6 2 2596,1-7 681,1-9 0,6-23 0,-6 0 0</inkml:trace>
  <inkml:trace contextRef="#ctx0" brushRef="#br0" timeOffset="-164307.74">27764 8007 9691,'25'3'1638,"1"0"0,13-2-1702,-5-3 1,-2-2-117,0 2-1260,4-13 1,0-4 1439,-2-3 0,-12 7 0,-1-1 0,-6-7 0</inkml:trace>
  <inkml:trace contextRef="#ctx0" brushRef="#br0" timeOffset="-164123.74">27993 7561 7533,'-12'33'819,"0"0"0,1 0 0,-4-6 0,2 2 127,3 14 1,2 8 0,1-3-2040,0-12 1,1-2 0,1 1 177,1-2 1,0 1 0,2-1 419,2 21 1,8-10 821,20-22 1,9-16 0,6-27 0</inkml:trace>
  <inkml:trace contextRef="#ctx0" brushRef="#br0" timeOffset="-163853.74">28205 7375 7533,'0'49'655,"0"0"0,-3-13 1,-2 2-1,0 2 0,2 0 164,1 0 0,2 0 0,0 0 0,-2 0 59,-3 6 0,-1 0 0,1 1-946,3-4 1,1 3 0,1-3-1,3-10-561,13 6-91,4-10 573,0-46 0,3-15-393,4-8 0,-1-4 920,-11 6 0,1 2 384,9-5 1,-3 19 854,-10 53-1349,5-9-930,-12 7 1,-4 9-1,1-1 660,6 3 0,0 0 0,-3-1 0,2 0 0,5-7 0,1-1 0</inkml:trace>
  <inkml:trace contextRef="#ctx0" brushRef="#br0" timeOffset="-163323.74">29051 7586 7533,'-5'31'854,"0"1"1,-2 2-376,5 0 1,3 6 0,0-1-2119,-1 5 1,0-1 1480,0 0 1,0 1 517,0 1 0,0-5 1230,0-12-1410,0-14 909,15-50-1179,0 4 0,3-5 0,0 1-41,3-5 1,1 1 220,-1 1 0,2 0 0,0 8 45,-1 14 0,-1 6-45,1-1 3186,1 48-2774,-24 0 0,-6 4-62,6-6 1,0 1-891,-3 9 1,1-2-451,5-15 1,3-3-1620,5 10 2519,24-6 0,-13-39 0,12-3 0</inkml:trace>
  <inkml:trace contextRef="#ctx0" brushRef="#br0" timeOffset="-163057.74">29616 7759 7533,'-4'34'1638,"0"1"0,2 1 0,-5 10 0,6-1 1638,25-15-2580,-11 6-427,14-41 1,3-12-180,-5-12 0,-3-6-540,3 5 1,-3-3-31,-8 1 0,-4-2 1,-8 2-556,-16 1 1,-6 3 764,6 2 0,-5 5-180,-24 8 1,-4 15 314,8 26 0,3 10-20,1-10 1,4 3-296,8 3 0,4 3 0,12-3-1124,20-5 0,5-4 1574,0 19 0,12-31 0,4-9 0,4-12 0</inkml:trace>
  <inkml:trace contextRef="#ctx0" brushRef="#br0" timeOffset="-162723.74">29986 7771 9602,'-10'18'3276,"2"29"-4915,8-7 1,0 1 1191,0-11 1,0 0 1105,6 15 1,4-6-300,10-23-900,7 2 680,7-41-950,-12-4 1,-1-3 809,-10 6 0,1-1 135,11-10 0,1 12 855,4 31-811,-7-3 1459,-7 28 0,-4 9 0,-1-11 0,-3 0-879,-5 3 0,2-3-130,15-5 1,3-12-405,-2-29 0,0-9-45,20-3-270,-20-1 0,-2-7 0,-4 0-1003,-7 0 1,-3-2 0,0 3-547,5-9 1,-1 0 1228,-5 8 0,-2-1 1,-2 4-1,-1 6 1,-1 3-1,-1-6 0,0 1 1</inkml:trace>
  <inkml:trace contextRef="#ctx0" brushRef="#br0" timeOffset="-162153.74">29651 7660 7533,'-30'29'1092,"-1"0"0,7-11 0,1 2 0,4 15 0,2 7 0,2 1-1835,1-2 0,2 0 1,3 0 861,4-4 1,4-1 0,3 1 0,1 5 0,4 0 0,10-12-218,21-20 0,12-15 0,-2 0 0,-13 5 0,-1-1 0,3-3 0,2-9 0,1 1 1,0 0-1,-1-1 0</inkml:trace>
  <inkml:trace contextRef="#ctx0" brushRef="#br0" timeOffset="-160723.74">22419 9358 7533,'0'-28'569,"0"-1"1,1-4 0,-2 1 1768,-7-10-898,-9 28-451,-3 58-170,9-6 0,0 11 0,1 3 0,1-2-1289,2-7 0,2 0 0,0 1 0,0 2 635,1-6 0,-1 4 0,0 1 0,0-1 0,1-2 0,2-4-46,-1 9 1,2-5 0,5-1 180,5 5 0,7-1 0,8-15-174,13-24 1,9-15 0,0-1 52,-3 5 1,0-3 0,0-6-324,-9-4 0,0-5 0,0-4 0,-2-3 1,-3-2-217,-1-5 0,-3-4 0,-3-2 0,-2-2 1,-3 1-1,-3 1 1,-3-1 0,-3 0 0,-2-1 0,-2-1 161,-2-3 0,-1-1 0,-3-1 0,-5 2 0,-5 5 67,-8-2 0,-6 3 0,-4 5 0,-3 8-162,-1 10 1,-4 5 0,0 5 0,1 5-158,-7 5 0,1 7 1,4 6-181,9 5 0,3 7 1,8 0-46,5 9 1,10 0 674,14 11 0,2-20 0,3-3 0,21 10 0</inkml:trace>
  <inkml:trace contextRef="#ctx0" brushRef="#br0" timeOffset="-160557.74">22719 9543 7533,'-10'36'3276,"10"2"-1638,3-8 0,4 1 0,8 3 0,3 1 0,3 8 0,3 1-546,-2-13 0,2 1 0,1-2-1115,1-1 1,1-2-1,0 0-97,-1 0 0,1 0 0,1-3-960,0-5 1,1-2 0,0-2-101,8 6 1,-2-4 1179,-3-7 0,-1-2 0,12-3 0,-17-5 0</inkml:trace>
  <inkml:trace contextRef="#ctx0" brushRef="#br0" timeOffset="-159007.74">23072 9580 7533,'-33'7'1092,"1"-1"0,0 2 0,5 2 849,8 3 397,3 0-1798,24-8-180,13-15 0,7-7-1485,8-3 1,2 0 709,0 0 0,1-1 415,-6 3 0,2 0 0,-5 3 0,3 0 0,-9 4 0,1-1 0</inkml:trace>
  <inkml:trace contextRef="#ctx0" brushRef="#br0" timeOffset="-158740.74">23372 9283 7533,'-20'-1'3276,"4"13"-1638,20 21 0,8 5 984,0 10-3293,-1-8 0,4 8 0,0-6 716,-1-5 0,1-2-15,-1-2 0,0 1 0,1-4 349,7 4 1,-1-7-20,1-1 940,17-48-1030,-30-22 0,-6-9-270,6 10 0,0-2-561,-6 8 1,-2-3 0,0-1 0,1 4-1079,7-14 1,-2 4-1,-6 6 1,2 2 1309,7 4 0,4 8 0,3 15 0,11-1 0</inkml:trace>
  <inkml:trace contextRef="#ctx0" brushRef="#br0" timeOffset="-158407.74">23795 9371 7533,'-18'20'1638,"1"1"0,-11 8 0,14 1 0,3 3 1638,1 2-1984,5-8 1,2 0-1743,11 10-270,2-16 450,15-21-1369,-7-26 1,-1-7 1118,-1 10 0,-2-1-573,-2-9 1,0-5 0,-3 6 113,1-1 621,-1 0 0,-2 4 1617,-5 19 450,5 5-1259,-7 19 854,3 13 0,2 3-44,5 4-631,-2 6 1,2-1-450,7-14-1260,-1-1 1,2-3 899,3-13-3097,28-14 1067,-27-9 771,-4-7 0,-3-2 1439,-5-5 0,-2-17 0,-8 14 0</inkml:trace>
  <inkml:trace contextRef="#ctx0" brushRef="#br0" timeOffset="-158173.74">23936 8627 7533,'-20'38'1638,"11"-3"0,3-1 1638,6 5-3276,3-6 1,3 7 0,0-5 179,0-8 0,0 0-150,4 17 0,2 8 0,-1-5-705,3-1 1,0-1 864,-3-3 1,1 2-1,0-2-1180,0-4 1,0 0 0,-1-5 404,3 0 1,0-4-406,-1 0 1,-1-6 179,-2-11 810,6-24 0,-6-7 0,7-13 0</inkml:trace>
  <inkml:trace contextRef="#ctx0" brushRef="#br0" timeOffset="-157940.74">24201 9147 7533,'-18'33'1638,"12"-7"0,2-1 1638,-4-1-1638,14 8 0,4 5-1155,-1-4 0,2-2-528,-2-2 0,1-3-135,7 3 0,-2-7 0,-12-15-540,21-23 720,-22-1-540,6-16 1,0-3 269,-6-2-1120,5-6 1,1 1 1119,-6 6-1369,1 7 1,2 2 1589,3 7 0,-6-2 0,6 10 1</inkml:trace>
  <inkml:trace contextRef="#ctx0" brushRef="#br0" timeOffset="-157607.74">24430 9259 7533,'-10'19'3276,"2"4"0,16-9-1643,10-18-4331,9-27 2023,-15 3 0,-4-2 900,-6-3 0,-4 2 2024,-10-2 809,-21 51-2204,24 13 1,6 8-540,-7 9 0,4 1-720,11-4 0,6-2-1234,0-10 1,5-11-1639,22-26 3202,-15-8 1,-3-5 0,-1-28-1,-3 3 1</inkml:trace>
  <inkml:trace contextRef="#ctx0" brushRef="#br0" timeOffset="-157340.74">24624 9172 8882,'-18'-7'3276,"1"2"0,-1 32-1013,8 13-2173,2 1-135,11-13 0,2-5-45,-3-13-360,22 12 270,-13-21-539,15 5 449,-16-6 0,5 5 900,-13 13-540,6-2 539,-8 18-629,-8-13-1709,-1 20 1709,-7-16 0,-2-1 0,4-3 0,-1-1 0,-7 4 0,1-1 0</inkml:trace>
  <inkml:trace contextRef="#ctx0" brushRef="#br1" timeOffset="-153158.74">25030 9160 10540,'-28'5'965,"11"8"94,1 6 38,22 5-357,27 1-498,6-20 0,11-8 0,4-1-580,-15 1 0,2-1 0,1 0 0,2-1 0,2 0 327,-5 0 0,2-1 1,1 0-1,1 0 1,1-1-1,-1-1 0,0 1-310,3-3 0,1 0 1,0-1-1,0 0 1,0 1-1,-2-1 1,-2 2 295,4 0 1,-2 1 0,-2 0 0,1 0 0,2-2-39,-2-1 0,2-2 0,1 0 1,0-1-1,-1 0 0,-2-1-338,3-1 1,-2 0-1,0-1 1,-2 1-1,0 0 328,-5 3 1,-2 0-1,0 1 1,1-1-1,2-1 78,4-2 1,4-2-1,1-1 1,-1 0-1,-4 3 1,-7 3-9,-3 3 0,-5 2 0,3-1 233,5-3 1,4-2 0,3-2 0,0 2-1,-3 3-242,2 3 0,-3 2 0,2 2 0,2-2 38,0-1 1,3 0 0,1-1 0,0 1-1,1 1-206,-7 1 0,1 1 0,0 0 1,-1 0-1,0 0 0,-4 1 135,6 0 0,-4-1 0,0 1 0,1-1 45,6-1 0,2-1 0,-1 0 0,-2 0 510,2 0 0,-2-1 0,2 1-367,-10 1 1,3 0 0,1-1 0,-1 1 0,-2 1 157,-1 0 1,-2 0-1,-1 1 1,3 0-280,6 0 1,3 0-1,-1 0 1,-1 1 36,4 1 1,-2 2 0,-1-1-30,-5 0 0,0 0 0,1 0 127,0 0 1,3 0-1,0 0 1,-2 0 69,1 0 1,-1 0 0,2 0 64,-1 0 0,3 0 1,1 0-1,-3 0 250,4 1 0,-1-1 0,1-1-227,-6-1 0,2-1 0,0 0 0,-2 0 44,-5 1 1,-2 0 0,1 0 0,1 0-207,9-2 0,1-1 1,2 0-1,-1 1-189,-9 2 0,0 0 0,1 1 0,-2 0 0,0 0-290,4 0 1,-1 0 0,-1 0 0,-3-1-768,5-1 1,-2 0 0,-4-2 920,5-3 0,-8-4 0,1-19 0,-21-7 0</inkml:trace>
  <inkml:trace contextRef="#ctx0" brushRef="#br0" timeOffset="-152141.74">31027 7759 7533,'-37'0'2608,"3"11"-899,24 8-1349,10 2 0,26 8-270,3-21-270,0-2 0,1-6-270,3-23 0,-3-5 360,-9 14 1,-1-1-151,2-12 0,-1-6 0,-9 2-210,-16 4 1,-4 0 404,7 0 0,-2 2 314,-24-15-89,-14 33 629,10 16 1,1 4-765,4-3 0,1 4-45,0 12 0,2 9 1,4 1 988,9 2 1,5 1-1,1 0-929,-3-5 0,0 0 0,5 1-270,4 9 0,5 2 1,7-11-1006,19-13 1,3-6 719,-10 7 0,3-5-465,5-16 1,5-7 0,-6-3 959,8-8 0,-14-4 0,-3-2 0,1-10 0</inkml:trace>
  <inkml:trace contextRef="#ctx0" brushRef="#br0" timeOffset="-151841.74">31415 7561 7533,'1'36'1092,"0"1"0,3 12 0,-2 0 405,-6-12 0,0 1-1437,1-1 0,0 1 0,1-3-420,1-3 0,0-3 360,-4-1 0,2-5-1225,11-6 280,0-43 1,2-17 584,7-3 0,1-2 450,-4 4 0,1 0-135,5-7 0,2 18 1754,-3 40-989,-1-9-351,-12 26 0,-4 10-819,2 1 1,-1 1 134,-2-5 0,0 0-675,10 5 1,2-4 989,-1-11 0,13 2 0,-7-10 0</inkml:trace>
  <inkml:trace contextRef="#ctx0" brushRef="#br0" timeOffset="-151608.74">31768 7685 8882,'2'34'819,"1"1"0,-1-1 0,-1 1 0,0-1-119,6 16 1,2-2-746,-1-19 0,2-5-404,9 5 449,-1-16-360,-9-42 0,-2-17 150,-1 13 0,0-3 0,-1-2-610,0 0 1,0-2 0,0-1 0,0 2-274,1-5 1,0 3 0,0 0 831,-1 4 0,1 1 0,-2 5 1,-2-12-1,6 6 0</inkml:trace>
  <inkml:trace contextRef="#ctx0" brushRef="#br0" timeOffset="-151474.74">31979 7251 9062,'0'18'989,"0"12"-989,7-5 0,2 0 0,3 10 0,13 6 0</inkml:trace>
  <inkml:trace contextRef="#ctx0" brushRef="#br0" timeOffset="-151324.74">32085 7573 7533,'-9'30'1169,"1"-1"0,-2 8-809,4 0 0,4 1-405,5-9 0,2 0-1080,-1 1 1,2-1 1124,3 19 0,7-36 0,-6-13 0</inkml:trace>
  <inkml:trace contextRef="#ctx0" brushRef="#br0" timeOffset="-151091.74">32156 7759 8702,'9'32'989,"-4"-7"1,-2 2-855,2 2 0,-2 0-360,-2 4 0,0-1-944,7 6 1439,0-56 179,0-11 1,1-6-630,7-10 0,4 0 180,2 3 0,1 3 0,-5 10 0,1 3 0,14-10 0</inkml:trace>
  <inkml:trace contextRef="#ctx0" brushRef="#br0" timeOffset="-150824.74">32367 7784 7533,'-7'48'3276,"12"-8"-3134,5-8-1491,18-38 1169,-13-13 0,-3-6-450,-1-6 0,-4-3 765,-8 3 0,-6 5 1215,-21 1-1440,7 38 0,-3 9-1170,24 13 1260,16-22 0,-4 0 0,13-8 0</inkml:trace>
  <inkml:trace contextRef="#ctx0" brushRef="#br0" timeOffset="-150174.74">32491 7747 7533,'10'48'1638,"-6"-23"0,-1 1-713,-3 0 1,0-1-2096,8 7-539,2-38 180,16-22 2069,-15 1 90,13 10 359,-14 35-989,7-2-540,-7 1 271,14-22 89,-13-9 90,15-5 539,-8 6 181,-9 24 809,-1-1-179,-8 19-1350,16-21-2339,3-2-180,17-24 2160,-9 3 1618,-1-3 990,-17 12-990,15 12-1439,3-16-2068,11-9 539,-3-14 1529,-23 9 0,-6 0 0,-14-15 3328,-20 30 91,-9 29-2250,13 11 1,5 7-856,9 1 1,8-1-1034,8-7 0,6-4 989,19 7 0,-6-33 0,1-7 0,9-8 0</inkml:trace>
  <inkml:trace contextRef="#ctx0" brushRef="#br0" timeOffset="-149758.74">33143 7672 7533,'-9'13'3276,"24"-12"-4214,23-30 938,-3 4 0,0-2 0,-13 0 0,-3 0 0,1 1 0,0 0 0</inkml:trace>
  <inkml:trace contextRef="#ctx0" brushRef="#br0" timeOffset="-149624.74">33302 7375 7533,'-12'31'655,"1"0"0,-1 0 1,1 11-1,2 3 0,2 1 164,1-5 0,1 1 0,1 1 0,1-3-485,-2 3 1,1-1-1,5-3-1204,5 1 1,5-3 0,3-12 869,18-19 0,-6 0 0,1-4 0,16-27 0</inkml:trace>
  <inkml:trace contextRef="#ctx0" brushRef="#br0" timeOffset="-149224.74">31186 8069 7533,'-28'5'1034,"1"1"1,-9 19 603,55-6 0,17 0-996,-2-7 1,6-2 0,5-1-1,3-1-990,-10-2 1,3-1 0,1-1 0,3 0 0,0 0-1,1 0 1,1-1 583,-1 0 0,2 0 0,1 0 0,1 0 1,0-1-1,0 0 0,1-1 0,-1 0-136,-5 0 0,1-2 0,0 1 0,0-1 0,0 0 0,0 0 0,-1 0 0,0 1 0,-1 0-168,2 0 1,0 1-1,-1 1 1,0-1-1,-1 1 1,0-1-1,-1 0 1,-1-1-25,7 0 1,-1-1-1,0 0 1,-2-1 0,-1 2-1,-1 0-564,1 2 1,-1 0-1,-1 0 1,-3 1 0,-2 0 386,5 1 1,-3 0 0,-4 1-1,10 2 1,-9 4 0,-12 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5:12:04.405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</inkml:definitions>
  <inkml:trace contextRef="#ctx0" brushRef="#br0">17939 1388 7533,'-34'-5'819,"1"-1"0,0 1 0,-3 5 0,-1 8 0,6 3 0,-3 4 0,-1 5 0,2 7-760,8 0 1,-1 7 0,2 3-1,0 4 1,2 1 0,0 1 0,2 0 333,2-2 1,2 2-1,0 0 1,2 2-1,0 0 1,1 1-1,1-1 1,0 1-338,-1 0 0,1 2 0,-1 0 0,2 0 1,1 0-1,2-1 0,4-1 0,4-3 34,4 8 0,2 1 0,3-1 0,5-4 0,5-9 0,6-12-72,11-11 0,9-11 0,5-10 0,0-6 0,-4-6-173,-9-3 1,-1-7 0,0-5 0,-1-5 0,-2-2 0,0-1 0,-2 1-60,-3 4 0,-1-3 1,-1 0-1,-1-2 1,-1 0-1,-2-1 0,-1-1 1,-2 1 44,-1-1 0,-1-1 1,0-1-1,-3 0 0,-1 0 1,-3 0-1,-4 3 1,-3 1-210,-5-12 0,-4 0 0,-6 2 0,-5 8 1,-5 10-590,-15 9 1,-8 12 0,0 10 966,2 8 0,0 10 0,3 6 0,10 1 0,0 5 0,3 2 0,5 0 0,8 6 0,0-1 0,1 1 0</inkml:trace>
  <inkml:trace contextRef="#ctx0" brushRef="#br0" timeOffset="166">17639 2194 0,'-14'26'1092,"0"-1"0,7 3 0,5 4 0,7 8 0,7 6 0,4 1-273,2-5 0,4 2 0,2 0 0,0-1-164,-4-7 0,0-1 1,1 1-1,0-1 0,1 0-1218,1-1 1,1 1 0,0-1 0,-1-1 0,-3-3 562,0 4 0,-3-3 0,1-4 0,3-1 0,-3-5 0,-8-3 0</inkml:trace>
  <inkml:trace contextRef="#ctx0" brushRef="#br0" timeOffset="1033">18644 1413 7533,'-45'10'1092,"19"17"0,1 13 0,2 1 0,4-1 0,3 2 0,0 9-1380,5-15 0,1 6 1,-2 4-1,1 2 1,0 3-1,0 0 1,2-2-1,0-2 1,1-4 347,0 3 0,2-4 0,1-1 0,0 0 0,0 1 0,0 3-59,0 0 0,-3 2 1,1 3-1,0 0 0,0 0 1,3-2-1,2-2 1,3-4-434,4 4 0,3-2 0,3-3 1,3-2-1,3-4 432,6 0 0,4-4 0,2-3 0,0-1 0,4 7 0,0-2 0,3-8 0,5-18 0,0 1 0,0 0 0</inkml:trace>
  <inkml:trace contextRef="#ctx0" brushRef="#br0" timeOffset="1384">19438 1488 0,'-29'-7'1092,"-1"0"0,6 14 0,-1 8 0,-3 5 0,-1 6 0,2 2-1086,6 1 1,4 2-1,-2 3 217,-2 1 1,-1 5 0,0-1 0,3-5-134,-2 6 0,1-1 119,0-3 1,-1 3 0,5-5 1211,4 12-1241,13-12 0,6-1 90,8-7 0,7-2-90,4-3 0,5 0 0,-2-2-46,2 4 1,-1 0-180,6-4 0,-5 4 225,-16 10 0,-13 3-210,-13-5 0,-11 0 0,1 2 4,-1 9 0,-1 2 1,-3-2 25,1-9 0,-4-1 0,1 0 0,2-3 0,-8 11 0,6-5 0,12-12 0,0 0 0</inkml:trace>
  <inkml:trace contextRef="#ctx0" brushRef="#br0" timeOffset="1553">19579 2714 7533,'-13'36'1092,"1"-1"0,-2 7 0,0-2 546,1-15 0,-1-1 0,0 8 0,2 0-3277,3-6 1,1-2 899,-2 10 1,10 1 0,10-23 0</inkml:trace>
  <inkml:trace contextRef="#ctx0" brushRef="#br0" timeOffset="1900">20232 2008 7533,'-38'21'546,"0"-1"0,0 1 0,6 0 0,0 1 0,1 3 0,3 3 273,0 8 0,4 3 0,2 3 0,2-2 0,1-3 0,1 0 0,5-2 0,10-2-1577,11 2 1,10-2-1,7-13-172,10-16 1,7-14 0,0-7 109,-8-2 1,0-6 0,-2-3 0,-1 1 375,8-8 0,-4-1 0,-5-1 1313,-8 2 1,-5-1 0,-7 8 2374,-8 7-906,-4 28-859,-3 24 1,1 10-2245,1 4 1,6 2-329,4-10 1,5 0 0,2-3 858,8 6 1,3-6-1,-2-11 1,1-4 0,17-1-1</inkml:trace>
  <inkml:trace contextRef="#ctx0" brushRef="#br0" timeOffset="2116">20673 1562 11221,'17'40'409,"1"1"1,0 0-1,-1-1 1,-3-2-1,0 0 1,-2 1 0,0 1-1,-1 0 246,-1 0 0,-1 0 1,-1 1-1,-2 0 0,-2 2-795,-3 5 0,-3 2 0,-2 0 0,-1-2 1,0-3 19,0 5 0,-2-5 0,-7 2-536,-5-9 1,-7 3-1,-4-1 1,1-2 0,4-5 357,2-4 0,2-4 0,-4 1 0,-8 3 0,-6 2 0,-1-1 0,3-3 0,4-4 1,0 0-1,-1 0 0</inkml:trace>
  <inkml:trace contextRef="#ctx0" brushRef="#br0" timeOffset="5466">21819 1078 0,'-41'-5'0,"18"4"2052,-26-5-163,13 6 1387,7 0-646,27-6-1506,21-5 1,15-1-795,2 1 0,4 0 0,0 0-174,4-6 1,2 1-247,0 4 0,3 3 1,-7 6-316,-14 10 0,-3 3 1651,8-5 0,-5 6-1561,-19 32 1,-18 11 448,-9-17 1,-9 3 0,-3-1 0,5 1-610,8-6 0,4-1 0,-1 1 0,-5 1 684,-4-2 1,-5 1 0,-3 1 0,1 0 0,3-2 0,5-2 779,3 8 1,5-3-1,0-1-1109,-5 1 0,0 0 1,14-5-691,24-4 0,13-4 1,1-7 89,4-5 1,5-10-101,-3-6 1,7-5 0,0-3 0,-5-1 633,-6 0 0,-5-3 0,1 0 0,5-3 1,0-1-1,-2 0 0,4-3 0,0 0 1</inkml:trace>
  <inkml:trace contextRef="#ctx0" brushRef="#br0" timeOffset="5866">22507 967 7533,'-8'42'546,"-1"1"0,1 0 0,1 1 0,-1 2 0,2 1 0,-1-1 273,2-6 0,0-1 0,0 0 0,1 3-936,0 5 1,0 4 0,0 1 0,2-4-1,0-7-108,2 3 1,0-2-159,0-6 1,-1 5 0,1-1 0,1-7 628,3-7 1,0-3-1372,-5 7 1,4-7 860,13-16-411,-14-28 1,-3-9 314,9-12-456,-4 7 1,0-11 0,0-2 0,0 7 635,1-3 1,2 0 17,0 4 0,3-8 0,1-1 0,0 1 0,-1 8 72,1-7 0,1 2 494,1 4 1,3-4 0,2 1 0,0 7 1233,9 0 0,1 5-408,-1-3 1,3 8-312,4 19 1,-2 11-291,-2 19 46,-4 16 0,-3 5-885,-12-18 1,-1 2 388,2 16 1,0 8 0,-2-7-180,-4-12 0,-3-1 67,-5 5 1,-4 5 0,-1 1-1,-1-6 23,-2-2 0,-4-1-143,-4 1 0,-6 5 0,-1 0 1,2-6 52,-2 1 0,-3-2-820,0-2 1,-4 5 0,-2-2 0,5-4 478,-2-2 1,-1-2 340,-3 3 0,-4 1 0,5-5 0,9-9 0,1-2 0,-5 1 0,-1 1 0</inkml:trace>
  <inkml:trace contextRef="#ctx0" brushRef="#br0" timeOffset="6516">23618 1376 0,'-29'-7'525,"0"0"0,-5 7 1113,-7 22 0,2 9-870,25-10 1,3 3-290,-13 15 1,-3 7 0,5-4-210,9-12 0,2 2 59,-3 7 1,-1 5 0,3-6 1158,3 6-1893,10-10 1,5-5 44,6-14 205,14-10 0,5-10-880,5-21 1,0-13 254,-4 8 1,-1-4 0,-1-2 907,-10 5 0,-1-2 0,-2-1 0,-1 3-218,9-15 0,-9 3 675,-13 5 0,-6 16 2408,-7 44-2723,-7-4 539,7 22 1,2 4-1080,-2-4-270,8 8 0,4-3 1,8-12-676,5 1 1,4-3 1214,2-8 0,-1-6 0,1-3 0,7 0 0</inkml:trace>
  <inkml:trace contextRef="#ctx0" brushRef="#br0" timeOffset="6767">23865 1413 8972,'-9'46'1638,"0"-14"0,2 4-398,5 6 1,2 3-1331,-3-9 0,0 2 0,1-2 90,5 16 0,2-7 90,-3-14-180,13-58 0,1-19 135,-13 13 0,0-4-624,7 3 0,3-4 0,3 0 0,0 5-456,11-7 1,1 5-605,-3 1 1,1 4 1612,3 7 0,-1 7 1,-3 11-1,3-2 0</inkml:trace>
  <inkml:trace contextRef="#ctx0" brushRef="#br0" timeOffset="7100">24201 1463 7533,'-20'-13'3276,"-4"6"-166,15 18-2660,-1 4-270,4 11 0,4 6 44,5 6 1,2 0-225,-4-7 0,0 1 0,3 13 0,0-4 0,-4-12 0,0 1 630,7-36-630,1-23 0,2-12-720,4 13 1,4-2-1,1 0 554,2-8 0,0-1 0,2 3 0,8-1 0,2 5 0,-3 12 1,-1 0-1</inkml:trace>
  <inkml:trace contextRef="#ctx0" brushRef="#br0" timeOffset="7983">24518 1463 7533,'-10'-13'3276,"-5"6"-1605,-3 13-682,-2 35-674,7-15 0,1 2-360,5 4 0,4-1-1214,11 12 359,27-42-1169,4-27 1259,-16 7 1,-3-2 539,-2-16 181,-10 19 718,-8 7-359,0 10 540,0-10 449,0-2-899,0 5 449,0-3 91,0 11-451,0 0-628,0 6-181,0 0 180,0 7 270,-8-1 180,-2 1-1,-7 4 1,-1 14 360,0 7 0,1 7-271,7-8-359,10-13-899,18-6-360,9-16-181,8-15 181,1-18 584,-22 9 1,-1-1-675,13-15 809,-17 2 180,-1 22 1170,-8 3-720,0 11-630,8 0-90,2 0 720,0 0 810,-3 11 89,-7 9-1618,0 6 629,0-7 0,0-8 0,0-11 0</inkml:trace>
  <inkml:trace contextRef="#ctx0" brushRef="#br0" timeOffset="8283">24783 1537 9062,'7'44'3276,"3"-7"-4483,24-17-233,-5-26 1080,-7-7 1,-1-6 899,7-21 1259,-3 14 1477,-15 50-2261,-8 8 1,-4 6-1151,-4 9 0,-6 2-601,-4-10 1,-5 1-1,-1-3 736,4-8 0,-1-1 0,-2-1 0,-5 0 0,-1 0 0,1-3 0,-4 4 0,-1-1 0</inkml:trace>
  <inkml:trace contextRef="#ctx0" brushRef="#br0" timeOffset="8866">22825 2380 7533,'-9'24'819,"0"0"0,0 8 0,1 6 0,0 5-164,0-3 0,1 5 1,0 3-1,0 0 0,0 1-113,1-6 1,0 0 0,-1 2 0,1-1 0,0 0-1,0 0-962,1-2 0,-1 2 1,1-2-1,0 1 0,1-3 1,2 0-301,-1 6 1,2 0-1,2-4 1,2-4 813,4 6 1,5-8 0,24-3 0,-1-33-1</inkml:trace>
  <inkml:trace contextRef="#ctx0" brushRef="#br0" timeOffset="9300">23372 2628 7533,'-44'-7'1638,"18"10"0,-1 5 0,-4 8 0,0 5-327,-6 6 0,3 4-996,12-3 0,5 1-315,0-1 0,11-2 90,22-6 0,9-3 45,1 6 0,5-3-45,8-3 0,2-1 45,-6 4 0,-7 2-225,-9 15-360,-31-10 0,-11 1-300,-1-6 1,-4-1-1,-2-1-30,-6-1 1,-1-1 0,2-2 779,-4 2 0,3-6 0,-13-19 0,41-19 0</inkml:trace>
  <inkml:trace contextRef="#ctx0" brushRef="#br0" timeOffset="9516">23654 2454 7533,'-20'28'1638,"11"-5"0,2 5-546,6 6 0,2 5 0,-1 3-273,-1-1 0,-1 2 0,0 2 0,0 0-1070,0-6 0,0 1 1,0 1-1,0 1 0,0 0 71,-1 5 0,0 3 0,-1-1 0,0-1 0,0-3 0,0-4 0,0-3 0,-1-1 0,1 0 0,-2 10 0,0-1 0,0 0 0</inkml:trace>
  <inkml:trace contextRef="#ctx0" brushRef="#br0" timeOffset="10650">23883 2975 7533,'-25'5'3276,"13"-3"-346,-4 3-3559,16-16-541,16-3 451,-12 1 1708,4 13 90,-18 19-179,0 7-900,10-7-360,18-19-180,1-19 720,-1-2 900,-10 3-721,-24 24-3417,12-3 3058,-12 8 0,24-11 0,2 0 0</inkml:trace>
  <inkml:trace contextRef="#ctx0" brushRef="#br0" timeOffset="11066">24253 2429 8522,'-19'17'1638,"5"13"0,4 10-546,6 0 0,2 4 0,-1 4-818,-2-9 0,0 3 0,0 1 1,-1 1-1,1 0-256,0 4 0,-1 1 0,1 1 0,0-1 0,-1 0-234,-1 1 0,-1-1 0,1 1 0,0-2 0,0-1-604,1 3 1,1-1 0,0-2 0,2-4 810,2-2 1,1-3 0,1-5 0,3 12 0,11-47 0</inkml:trace>
  <inkml:trace contextRef="#ctx0" brushRef="#br0" timeOffset="11617">24677 2578 0,'-10'-7'3276,"-6"29"-1638,7 6 0,1 6-546,-3 4 0,-1 4 0,-1 2-273,1-2 0,-1 2 0,0 1 0,-2-1-930,1 1 0,-2 0 0,0 0 0,0-1-709,0-2 1,1 0 0,-1-1 0,0-5-274,-2 0 1,0-3 0,1-8 927,-2-6 1,13-37 0,14-9-1,1-1 1</inkml:trace>
  <inkml:trace contextRef="#ctx0" brushRef="#br0" timeOffset="11816">24589 2851 6476,'25'-13'3276,"-5"45"-1638,-3-1 0,-1 8-546,-5 5 0,-3 5 0,0 1-1253,-1-11 1,0 0-1,0 0 1,0-1-920,2 8 1,0-1-1,-2-4-559,0 0 1,-4-9 1316,-3-15 0,-10-31 1,-7-11-1</inkml:trace>
  <inkml:trace contextRef="#ctx0" brushRef="#br0" timeOffset="11966">24553 3148 7533,'-22'12'1638,"-1"0"0,-12 3 1638,57-3-2775,3-20 1,6-7-502,15-2 0,0 0 0,-4-3 0,-3 1 0,-10 4 0,1 1 0</inkml:trace>
  <inkml:trace contextRef="#ctx0" brushRef="#br0" timeOffset="12233">25012 2429 7533,'0'-13'3276,"0"35"-1638,0 17 0,0 13-819,-1-11 0,-1 5 0,0 3 0,-1 1-273,1-11 0,-1 3 0,0 0 0,0 1 0,0 0 0,-1 1-1093,1 3 1,0 1 0,0 1 0,0 0 0,0-1 0,-1-1-1,0-4 1,-1 1 0,1-1 0,-1-1 0,1-2 0,0-2 136,2 4 0,0-2 1,0-3-1,-1-3 1,-4 18-1,-2-13 0,-1-21 1</inkml:trace>
  <inkml:trace contextRef="#ctx0" brushRef="#br0" timeOffset="32466">24236 3681 7533,'-18'-21'1349,"1"0"0,-11-7 0,3-1-269,15 17 1168,2 5-1888,16-4 540,17 10-540,-3-5-1,9 3 1,3 0-180,-1 2-574,10-4 1,4-1 438,-14 3 0,1-1-270,12-2 1,4 0-869,-8 1 1,3 1 0,-5 0 624,-6 0 1,-1 1 347,3 3 0,2 2 1,-8 8 439,-9 32-410,5 1 1259,-17-11 1,-3 0 179,4 2-899,23-10-270,4-23 0,3-7-180,-13 2 0,1-2 32,6-2 0,5-3 0,-6 1 58,8-3-45,-3 6 0,-2 1 2802,-4 1-1948,17 5 328,-22 0-507,0 0 989,15-22-1439,-21 11-540,4-12 0,-1 0 270,-2 7-1639,-2-2 1,1 1 1108,6 4 0,-7-11 0,-4 5 0</inkml:trace>
  <inkml:trace contextRef="#ctx0" brushRef="#br0" timeOffset="32969">25488 3383 7019,'-10'0'3276,"34"17"-2184,5-4 0,8 2 0,-1 0 534,5 3 0,4 1-2415,-3-1 1,6 2 0,1 0 0,-8-3 967,1-2 1,-1 0-113,-4 0 1,5 2 0,-1 0-1,-5-3 449,1-2 1,-1 0-652,-1-1 0,5 1 0,0 0 1,-8-2 518,-7-2 1,-1-1-1554,26 3 0,-4-2-1801,-24-2 1801,3-6 1768,-48-12 1,-1-1 0,-1 1 0,-1-1 0</inkml:trace>
  <inkml:trace contextRef="#ctx0" brushRef="#br0" timeOffset="33267">25912 3136 7533,'-30'-8'1638,"1"1"0,-5-3-578,0 17 1,-4 10-672,9 0 1,0 5 0,1-2-633,-4-1 0,-1 2 265,0 0 1,-5 4-1,1 0 1,8-5 516,-10 6-179,-1-3 0,7-1 1566,23-9-1566,10-7-90,21 8 0,7 0-90,8 2-1087,4 6 0,8 5 1,-7-1 861,-19-7 0,-1 2-775,9 1 1,7 4 0,0 2 0,-6-1 513,-8 1 0,-4 0 1,0 0-1,5 0 1,2 1-1,-3-1 1,1 14-1,1-1 0</inkml:trace>
  <inkml:trace contextRef="#ctx0" brushRef="#br0" timeOffset="34133">22490 3248 7533,'-45'11'3276,"17"8"-2145,20 29-1390,15-17 1,4 1 753,4 9 0,5-1-196,-3-11 1,2-2 0,6-1 127,7-3 0,6-2 1,3-2-1,-1-2-382,-4-3 0,-1-2 0,2-1 0,2-1-234,0-3 1,2 0-1,1-1 1,1-3-1,0-3 333,2-4 0,2-4 0,-1-2 0,0-2 0,-1-1-415,-4 0 1,-1-2-1,-1-1 1,0-1-1,0-1 235,1-1 0,1-2 0,-1-1 0,-1 0 0,-3-1 58,0-1 1,-2-1 0,-4-1-1,-3-3 168,-5-5 1,-3-2 0,-4-3-1,-2 0 214,-3-2 1,-4 0 0,-2-3 0,-3-2-270,-1 5 0,-2-2 0,-1-1 0,-2-2 0,-2 1 0,-1-1-158,-2 5 0,-1-2 0,-2 0 1,-1 1-1,-1-1 0,-2 2 1,-1 0 163,-1 1 0,-1 0 1,-1 0-1,-2 1 0,-1 1 1,-2 4-1,-2 2-6,-5-1 0,-2 1 0,-3 2 0,-1 5 0,-1 5 0,-2 7-31,-4 8 1,-2 6 0,-1 7 0,-2 5 0,2 4 0,2 3-72,7 1 1,1 4 0,1 3 0,-1 4 0,2 1 0,1 3-1,0 0 1,1 1-362,5-5 0,0 2 0,1 1 1,0 2-1,0 0 0,2 1 1,1 1-1,1-1 0,2 2 1,2-1-38,1 3 1,2 1 0,1 1 0,2 1 0,1 0 0,2-1 0,1-1 0,0-1 0,2-2 129,-1 5 1,0-1 0,2-2 0,3-1 0,3-1 0,4-1 0,8 11 0,6 0 0,5-5 0,2-7 0,4-15 0,0 0 0,0 0 0</inkml:trace>
  <inkml:trace contextRef="#ctx0" brushRef="#br0" timeOffset="69017">22384 2132 7533,'-10'-42'3276,"-6"37"-2184,8 29 0,4 20 0,-1 5-437,-3-11 0,0 3 1,-2 2-1,1 3 0,1 1-255,0-4 0,1 3 0,0 2 1,1 1-1,-1 0 0,1 0 1,-1-1-324,2-1 0,-1 1 0,0 0 0,1-1 0,0 1 0,0-1 0,0 0-180,1-3 0,-1 1 0,1-1 1,0 0-1,1-1 0,0-1 1,3-3-718,1 15 1,3-2 0,1-4 0,0-4-274,0-3 1,1-3 0,3-10 436,18-5 1,-9-52-1,-14-2 1,0 0 0</inkml:trace>
  <inkml:trace contextRef="#ctx0" brushRef="#br0" timeOffset="69399">22260 2417 7533,'-2'-35'1092,"0"1"0,27-4 0,17 3-437,-12 19 0,7 1 1,3 2-1,2 1 0,1-1-109,1 1 0,3 0 0,2 0 0,0 1 0,2 0 0,-1 1-323,-3 0 0,2 1 1,0 1-1,0-1 1,1 2-1,-1-1 1,-1 2-186,-3 0 1,1 1-1,-1 0 1,0 1 0,-1 1-1,-1 1 1,-1 1 143,7 1 0,-1 1 0,-1 2 0,-3 3 0,-3 2 20,-1 3 0,-3 3 1,-3 3-1,-4 4 427,2 14 1,-6 7 0,-7 4-91,-11-7 1,-5 4 0,-4 2 0,0 1-576,1-1 0,-1 3 0,-2 0 0,0 2 0,-1 0-171,-2-3 0,0 2 0,-1 1 0,-1-1 0,0 1 0,0-2-33,-1-1 0,1 0 0,-1-1 1,-1 0-1,1-1 0,1 0-416,-1 6 1,0 0-1,1-1 1,-2-2 0,-1-3-165,-4-2 1,-1-2 0,-1-4 0,-2-4 409,-3-1 0,-2-5 1,-1-4-1,-7 0 1,-2-7-1,-4-13 0,-1 0 1</inkml:trace>
  <inkml:trace contextRef="#ctx0" brushRef="#br0" timeOffset="69567">22454 3731 7533,'-27'5'1638,"59"2"0,30-1-1092,-24-5 0,5-1 0,5 0 0,3-2 0,1 1 0,0 0-182,-10 1 0,2-1 0,2 0 0,0 0 0,1 0 0,-1 0 0,1 0 0,-2 0 0,0 0-256,0-1 1,1 1 0,-1-1 0,0 0 0,-1 0 0,-1 0 0,0 0 0,-1 0 0,6-1 0,0 0 0,0-1 0,-3 1 0,-2 1 0,-5 0 0,1 2 0,0 0 0,1 0 0</inkml:trace>
  <inkml:trace contextRef="#ctx0" brushRef="#br0" timeOffset="71817">10178 4648 7533,'-32'-6'1638,"1"0"0,-6-1 33,21 1-1671,34 17 135,8 3 0,6 3-105,-1-1 0,2 2 0,1-2-308,6 1 1,2-2 0,4 0 600,-8-3 1,4 0 0,1-1 0,-1-1 0,-3-2-484,5-2 1,-3-1 0,5-1 323,-7 0 1,5 0 0,2 0 0,2 0 0,-2-1 0,-1 0-547,4-2 0,-3-1 0,1 0 0,1 0 0,2 0 446,-8 1 0,1-1 0,1 1 1,2 0-1,-1 0 0,2 0 1,1-1-26,-4 1 1,2 0 0,0-1 0,1 0 0,1 1 0,0-1 0,-1 1 0,-1 0 0,0 0 27,0 1 1,-1 0-1,0 0 1,0 0-1,-1 1 1,1-1-1,0 1 1,0-1-35,3 1 1,0-1 0,0 1 0,0-1-1,1 1 1,-1-1 0,2 1 0,-1 0-14,-2 0 0,1-1 0,1 2 0,0-1 0,-1 0 0,1 0 0,-1-1 0,-1 1 0,-1-1-122,0-1 1,-1 1 0,-1-2 0,-1 1 0,1 0 0,0-1-1,0 1 1,1-1 71,-1 1 0,0 0 0,1 0 0,1 0 0,-1-1 0,0 1 0,1-1 0,-2 0 0,1 0-4,3-2 0,2 1 1,-1-2-1,0 1 0,0-1 1,-3 1-1,-1 0 1,-3 0 50,4 1 1,-4 1 0,-1 0 0,0-1 0,5 0 33,0 0 1,3-2-1,2 0 1,1 1-1,-1-1 1,0 0-1,-4 2-204,3 0 0,-2 1 0,-1 0 1,1 0-1,4-1 186,-9 1 1,3-1 0,2 0 0,0 0-1,1 1 1,0-1 0,-1 0 0,-1 1-34,2-1 0,0 1 0,0 0 0,-1 0 0,-1 1 0,-1-1 0,-1 0 15,-1 0 0,-3 0 0,0 0 0,-1 0 0,2 0 0,1 0-3,2-1 1,2 0 0,0 0 0,2-1 0,-2 0 0,-1 0 0,-2 0-31,3-1 0,-4-1 0,0 0 0,2 0 0,5 0 36,-11 0 0,2 0 0,4 0 0,1-1 0,1 1 0,0-1 0,1 1 0,-2-1 0,0 1 0,-3 0 60,4 0 1,-1 0 0,-1 0-1,-1 1 1,0-1 0,1 1 0,0-1-1,2 1-163,0 0 1,1 0-1,0-1 1,1 1 0,1 0-1,-1 0 1,0 1 0,-1 0-1,-1 2 85,2-1 0,-2 2 0,1 1 0,-1 0 0,0 0 0,-1 0 0,1 0 0,0 0-34,1 0 0,-1-1 1,1 1-1,0 0 0,0 0 1,-1 0-1,-1 0 0,1 0 59,1 0 1,-1 1 0,0 0 0,0 0 0,0 0 0,1-1-1,1 0 5,-5-1 0,1 0 0,1 0 0,0-1 0,1 1 0,0-1 0,-2 0 0,0 1 0,-3-1 85,3 1 1,-2-1 0,-1 1-1,-1 0 1,1-1 0,2 1 0,1 1 33,1 0 1,2 0 0,1 0 0,2 1 0,0 0 0,0 0 0,-2 0 0,-1 0 0,-2-1-138,1 1 1,-3 0 0,-2 1 0,0-1 0,1 0 0,2 0 0,2 1-22,-3-1 0,1 0 0,3 0 0,1 0 0,0 1 0,1-1 0,-1 0 0,-1 0 0,-2-1 0,-2 1-30,5-1 1,-2 1-1,-2-1 1,-1-1-1,1 1 1,2-1-1,2 0 84,-6 0 0,4-1 0,1 1 0,1-1 0,1-1 0,-1 1 0,-1 0 0,-2 0 0,-2-1 0,-4 1-9,10 0 0,-5 0 0,-2 0 0,1 0 0,3-1 9,-6 0 0,3-1 0,0 0 0,2 0 0,0 0 0,0-1 0,0 1 0,-2-1 186,2 1 0,0-1 0,-2 0 1,1 0-1,0 1 0,1-1 1,2 0-163,-6 1 1,2-1 0,0 1 0,0 0 0,1-1 0,1 1 0,0 0 0,0 0 0,0-1-124,0 1 1,-1 0-1,2 0 1,0 0 0,0 0-1,0 0 1,0 0 0,0 0-1,-1 1 1,0 1 122,2-1 1,-1 1 0,0 0 0,0 1 0,0 0 0,-1 0 0,1 0 0,-1 0 0,0 0-3,5 0 1,-1 0-1,0 1 1,0 0-1,0-1 1,-1 1 0,0 0-1,0 1-45,-4-1 1,0 1-1,0 0 1,-1 0-1,0 1 1,1-1-1,-1 0 1,1 0-68,1 1 0,2-1 0,1 0 0,-1 0 0,-1 1 0,-1-1 0,-1-1 0,-4 1-81,5 0 0,-4 0 0,-2 0 0,1-1 1,4 1-120,-4 0 1,4-1 0,1 1 0,0 0 0,0-1 0,-3 0 0,-3 0-335,9-1 0,-5-1 0,-1 0 0,4 0 93,-1 1 0,3 2 0,1-1 1,1-1-1,0-2-61,-5-3 1,2-1 0,0-2 0,0 0 0,-2 1 0,-2 2 399,7 1 1,-3 2 0,-1-1 0,1-1 0,3-3 0,0-3-1,-1 1 1,-4 4 0,-10 6 0,1 0 0,0 0 0</inkml:trace>
  <inkml:trace contextRef="#ctx0" brushRef="#br0" timeOffset="81499">18062 6074 7533,'28'-34'809,"-11"0"1170,-1 9 899,-22 4-1439,-22 21 1,-9 10-871,9 6 1,-1 6 0,-2 2-331,-8 3 1,-2 1 0,4 4-60,4 5 0,5 3 0,10-2-90,16 0 0,10-4 45,1-5 0,8-4 104,16-9 1,10-5 0,-4 2 165,-5 4 0,-3 5 164,-4-1 1,-1 3 0,-10 3-435,-18 17 0,-14 1-795,-3-14 0,-7-1 1,-2-2-434,-1-2 1,-2-3 0,-1-3 686,-9 0 0,2-10 0,-4-17 0,27-19 0</inkml:trace>
  <inkml:trace contextRef="#ctx0" brushRef="#br0" timeOffset="81883">18574 6333 13199,'15'18'-540,"-3"7"1,14-4-1,-9 3 1</inkml:trace>
  <inkml:trace contextRef="#ctx0" brushRef="#br0" timeOffset="82016">18609 6668 7533,'-14'22'1638,"1"-1"0,-5 12-1092,26-6 0,7-2 0,9 4 0,1-8 0,1 0 0</inkml:trace>
  <inkml:trace contextRef="#ctx0" brushRef="#br0" timeOffset="82866">19138 6272 7533,'-37'-26'3276,"19"8"0,59 12-2505,-5 8 1,3 2-1252,-6-1 0,2 2 1,-3 5 74,5 12 0,-9 9 405,-18 11 0,-13 4 509,-6-11 1,-5-1 0,-2 0-30,-1-1 0,-1-1 0,6-3-345,6 2 0,10-7-270,16-9 0,7-6-90,10-6 0,1-1 629,-6 6 1,-9 6 405,-23 31-600,-17-19 0,-9 2 0,-2-1-1050,0-1 1,-1-1-1,0-3 840,-10 2 0,5-10 0,11-18 0,42-40 0</inkml:trace>
  <inkml:trace contextRef="#ctx0" brushRef="#br0" timeOffset="83050">19985 6309 11940,'-26'33'819,"1"0"0,3-4 0,-2 2 0,-1 1 188,-4 7 0,-2 1 0,1 1-2100,2 0 1,0 0 0,2-2 623,4-7 1,2-2 0,1-3 0,2-1 0,1-6 0,-2-9 0</inkml:trace>
  <inkml:trace contextRef="#ctx0" brushRef="#br0" timeOffset="83216">19667 6383 10321,'3'31'1092,"0"-1"0,4 9 0,6 2-355,6-6 0,5 1 0,1-1-1109,0-2 1,0 0 0,0-1 0,8 7 0,-1-4 0,-8-15 0,1 0 0</inkml:trace>
  <inkml:trace contextRef="#ctx0" brushRef="#br0" timeOffset="83633">20232 6259 7533,'8'-38'3276,"9"13"0,19 14-564,1 28-3341,-10 20-1,-26-2 0,-10 4 720,-5-6 0,-5 1 0,-1 0 419,3-2 1,0 0 0,1 0-195,-12 10 0,12-4-405,42 4 90,-3-26 0,3-3 225,5 3 0,-7 4 134,-21 12 1,-12 4-480,-4-4 0,-7 3 1,-4-2-78,-3-3 1,-5-1-1,-2-1 1,4 0-1,-1 1 1,3-1 0,-2-1-1,0-6 1,0 0-1,0 0 1</inkml:trace>
  <inkml:trace contextRef="#ctx0" brushRef="#br0" timeOffset="84217">20832 6545 7533,'-31'26'1092,"1"0"0,1 10 0,3 3 0,9-9 0,1 1 0,4-1 399,1 12 0,12-8-4189,34-14 1059,-7-36 1,1-12 721,-7 4 1,0-3-1,-3-1 647,1-12 1,-5 3 3545,1 0 0,-24 56-2505,6 8 1,2 4-1177,2 2 0,4-2-1169,6-4 0,3-4 1574,15 1 0,3-24 0,-15-8 0</inkml:trace>
  <inkml:trace contextRef="#ctx0" brushRef="#br0" timeOffset="84434">21078 6519 9691,'-4'37'1092,"-1"0"0,0 8 0,2 2 546,6 2 0,2-2-2350,-6-5 0,4-12-368,4-23 405,1-32 1,0-15-136,4-6 1,4 0 809,5 0 0,3 5 0,-6 14 0,1 6 0,14-2 0</inkml:trace>
  <inkml:trace contextRef="#ctx0" brushRef="#br0" timeOffset="84783">21273 6594 10321,'0'-14'3276,"0"31"-2441,3 8 1,1 6-881,-3 8 0,0 1 45,3 0 0,0-5 540,-4-3-1260,16-57-629,-4-3 0,3-3 1349,11-5 0,1 2 0,-7 7 0,-1 4 0,2 9 0,0-1 0</inkml:trace>
  <inkml:trace contextRef="#ctx0" brushRef="#br0" timeOffset="85133">21572 6569 7533,'-21'17'1638,"-1"0"0,1 18 0,6-10 0,6 0-1534,17 1-1633,17-26-1350,5-37 2294,-12 8 1,-1 0 629,-3 4 0,-2 3 1664,-3-1 990,-1 58-2250,-7-7 1,-2 4-360,-2 10 0,-2 2-495,1-2 0,-1-2-674,-3-4 0,-2-4-2198,-8 12 3151,9-15 1,-7-22 0,6-1 0</inkml:trace>
  <inkml:trace contextRef="#ctx0" brushRef="#br0" timeOffset="85817">21625 6656 7533,'0'-25'1709,"-8"0"-720,-1 12 180,-25 29-539,15 7 0,1 5-1,2 7 1,3 2-315,-2-2 0,6-1-585,25 8-1259,11-46-810,11-29 1394,-20 5 1,-1-2 629,-3 4 0,-3 1 405,-1 0 360,-2 32 90,0 8-270,-6 14 90,6-9-91,-1 10-269,3-9-629,8-3-1,7-35 1260,-5 1 809,5-9-180,-15 14-359,6 22-361,-6 8-269,7 7-270,-7-1-360,-2 9-899,-24-7 0,-7 2 1259,7-2 0,-2 1 0,-11 6 0,-2-2 0,9-11 0,1 1 0</inkml:trace>
  <inkml:trace contextRef="#ctx0" brushRef="#br0" timeOffset="86483">23019 6172 7533,'-4'-2'1638,"3"37"0,6 28-983,-1-27 0,1 5 1,2 3-1,-1 1 0,-1 1-937,-1 0 1,0 3-1,-1 1 1,-1 1 0,1-1-1,-1-1 102,0-5 0,-1 1 0,0-1 0,0-1 1,0 0-1,1-2-640,-1 12 1,1-1 0,0-3 0,1-6 853,0 4 1,3-13 0,4-20 0,-2-53-1</inkml:trace>
  <inkml:trace contextRef="#ctx0" brushRef="#br0" timeOffset="86883">23054 6135 7533,'-6'-29'1092,"0"0"0,21 3 0,11 4 0,11 8 0,8 6 0,5 0-1207,-10 2 1,4 1 0,1 0 0,2 1 0,0-1 218,-2 1 1,1 0 0,0-1 0,2 1 0,-1 0 0,-1 0-30,1 1 0,0 0 0,-1 1 0,1-1 0,-2 2 0,0 0-75,3 0 0,-1 2 0,-1-1 0,-1 2 0,-2 1 128,3 2 0,-1 1 1,-3 2-1,0-1 52,4 3 0,-2 0 0,-3 4 177,-9 1 0,-2 3 0,-2 1 183,14 8 0,-8 8-331,-19-1 1,-6 5 0,-3 3-310,-1-2 1,-3 3-1,-1 2 1,-1 1 206,-3 0 1,-2 2 0,-1 2 0,-1 0 0,0-2-216,0-2 0,0-1 0,-1 0 0,0 0 1,1 2-440,1-4 1,-1 1 0,1 2 0,0-2 0,1-2 0,0-4-44,-2 11 1,2-6 0,-1 0-504,1 1 1,0 0 0,-1-9 539,-3-4 1,-17-20-1,-1-17 1</inkml:trace>
  <inkml:trace contextRef="#ctx0" brushRef="#br0" timeOffset="87116">23319 7474 7533,'-34'-10'819,"0"-1"0,0 0 0,31-14 0,17-2-164,15 10 0,15 4 1,9 1-1,4 2 0,-2-1-564,-11 1 0,1 0 0,2 0 0,1 0 0,1 1 0,0 0 1,0 0-464,-3 1 1,1 1 0,1-1 0,0 1 0,-1 0 0,1 0 0,-2 1 0,-2 1-154,7 1 0,-2 0 1,0 1-1,-1 0 1,-3 1-1,-3 0 514,5 0 1,-3 0 0,-3 1-1,-6 2 1,5 3 0,-13 3-1,-22 0 1</inkml:trace>
  <inkml:trace contextRef="#ctx0" brushRef="#br0" timeOffset="87417">23319 6421 7533,'-25'-17'1638,"1"0"0,39 16-546,18 1 0,15 2 0,3 2-1177,-11 0 0,4 1 0,2 1 0,1-1 0,1-2 414,-2-3 1,1-1 0,1-1 0,1-1 0,-1 0 0,0 1-360,-1 1 0,0-1 0,0 1 0,-1 0 0,-1-1 0,-1-1-168,3-1 0,-1-1 0,-2 0 1,-1 0-1,-1 1-622,0 1 1,-1 2 0,-2-1 0,-4 1-820,10-2 1,-10 0 1399,-17 3 0,-32 6 0,-29 1 0</inkml:trace>
  <inkml:trace contextRef="#ctx0" brushRef="#br0" timeOffset="88067">23107 6842 7533,'-27'0'1092,"50"-4"0,29-2 0,-4 0-715,-13 1 0,4 0-153,-2 0 1,7-1 0,5 0 0,2 0 0,0 0 0,-4 0-555,1 2 1,0-1 0,-1 1 0,0 1 0,-2-1 374,5-1 0,-2 0 0,0 0 0,2 0-81,-2 2 0,3-1 0,0 1 0,-2 0 0,-5 0-216,0-1 0,-5 1 0,-1-2-348,4-4 1,-2-1-1,-2-2-1039,8-2 1,-16-5 1538,-37-24 0,-25 12 0,2 16 0,0 0 0</inkml:trace>
  <inkml:trace contextRef="#ctx0" brushRef="#br0" timeOffset="88350">23689 5925 7533,'-22'26'1638,"17"1"0,5 9-819,5 5 0,4 7 0,3 4 0,-3-2-1125,-4-10 1,0-1 0,-1 0 0,-1 2-1,1 2 336,1 3 0,0 4 0,0 1 0,0 0 0,-2-1 0,-2-2-174,-2-2 0,-3-1 0,0-1 0,0-2 1,1 0 98,2 1 0,1-1 0,-1-1 0,-1-3-495,-3 2 0,-1-3 1,2-11 765,4-16 0,15-13 0,5-29 0</inkml:trace>
  <inkml:trace contextRef="#ctx0" brushRef="#br0" timeOffset="88550">24236 5986 7533,'-10'10'1638,"1"22"0,2 12-819,4-10 0,1 5 0,0 1 0,0-2 273,-4 8 0,-1-1 0,2 4-968,2-6 0,1 4 0,1 2 0,-1-1 0,0-1-801,-2 2 0,0-2 0,0 1 0,0 0 677,3-3 0,1 1 0,1 1 0,-1-2 0,-2-2 0,-1 3 0,-1-3 0,0-1 0,0-3 0,1-5 0,-1 1 0,1-1 0</inkml:trace>
  <inkml:trace contextRef="#ctx0" brushRef="#br0" timeOffset="91050">23389 5578 7533,'0'-14'3276,"0"25"-616,0 0-2300,4 14 0,0 1-180,-2-8-45,2 9 0,0 2-405,-4 0 180,0 19-1529,0-20 0,0-2 1349,0 4 270,0 16 0,0-32 0,0 4 0</inkml:trace>
  <inkml:trace contextRef="#ctx0" brushRef="#br0" timeOffset="91283">23336 5937 7533,'-10'36'3276,"3"-8"-1785,7 7-232,23 1-1079,-9-14 0,27 2-450,2-19 0,-4-10-899,-3-8-1529,-5-6 1978,-27 5 720,19-3 0,-21 5 0,6-7 0</inkml:trace>
  <inkml:trace contextRef="#ctx0" brushRef="#br0" timeOffset="96100">25823 6036 7533,'-19'24'1638,"-2"12"0,3 9-173,12 1 0,6 3-956,-4-10 1,1 2 0,10-7-15,22 0 0,10-17-360,4-27 0,0-17-76,-9-2 1,-3-7 0,-5-2-60,-7-4 0,-6-2 0,-10 2 0,-10 4 0,-8 3 0,-6 7-450,-22 7 1,-6 16-644,13 13 1,1 8 0,4 6 623,-1 15 1,9 5 0,8-3 0,10-2 0,18-11 0,0 0 0</inkml:trace>
  <inkml:trace contextRef="#ctx0" brushRef="#br0" timeOffset="96616">26388 6024 7533,'-20'-7'3276,"-3"12"0,21 20-3169,4 2 0,4 1 1,5 15-1,2-17 0,0 0 1</inkml:trace>
  <inkml:trace contextRef="#ctx0" brushRef="#br0" timeOffset="96750">26388 6346 7533,'-30'26'3276,"7"9"0,39-4-2913,-5-3 0,15 1 1,-9-17-1</inkml:trace>
  <inkml:trace contextRef="#ctx0" brushRef="#br0" timeOffset="97583">26864 6086 7533,'-27'-7'3276,"9"18"0,2 32-2685,23-19 1,8 0-412,5-1 0,5-8-720,15-21 1,2-11 449,-7 6 0,-3-5-660,-7-9 1,-1-6-1,-8 1 75,-10 0 1,-9 1 404,-5-3 0,-9 5 630,-20 12 0,-6 10 404,11 5 1,1 6-226,-5 9 1,-3 7 0,10 4 1098,14 11 0,5 2-1073,-13-8 1,4 1-566,13 13 0,12-4-1124,16-19 0,5-4 629,-6-1 0,2-1-1144,22-4 1,2-8 982,2-11 1,-22-3-1,-3-3 1,1-13 0</inkml:trace>
  <inkml:trace contextRef="#ctx0" brushRef="#br0" timeOffset="97883">27199 6036 7533,'-8'20'3276,"-1"8"0,-1 4-2145,4-7 1,4 0-3561,18 15-449,11-15 719,10-38 1799,6-9 1350,-15-8 1798,-11 34 0,-9 11-2428,-8 6-360,8 1-1799,10-21 900,1 5-2378,15-6 3084,-15 0 0,7-6 1,-9-1-1</inkml:trace>
  <inkml:trace contextRef="#ctx0" brushRef="#br0" timeOffset="98151">27570 6061 7533,'-18'0'3276,"8"0"0,10-6-2273,33-6-1812,-1 4-91,11 30 630,-38 17 1,-8 7 404,3-10 0,-4 3-244,-3-4 0,-3 5 0,-2 1 0,0-3-11,-3 2 0,0-1 0,0-1-540,1 2 0,1 1 1,1-4 565,-6 9 1,2-13 0,8-24 0,8-35 0</inkml:trace>
  <inkml:trace contextRef="#ctx0" brushRef="#br0" timeOffset="98351">27623 6098 7533,'17'-21'3276,"16"-1"0,13 21-2542,1-4-779,-16 5 0,-4 5-1125,-5 19 1080,1-3-180,-35 9 1,-15 4-721,-3 2 1,-4-2 68,0-3 0,-1 0 921,9-7 0,0 1 0,4-5 0,-6 1 0,3 2 0</inkml:trace>
  <inkml:trace contextRef="#ctx0" brushRef="#br0" timeOffset="98750">28011 5863 7533,'-28'0'3276,"10"0"-1335,34 5-2031,-2-3 225,16 2 0,5-3-1774,-7-8 1,0-2 937,5 5 1,-1-2 700,3-10 0,-3-3 0,5-1 0,-16 5 0,1 0 0</inkml:trace>
  <inkml:trace contextRef="#ctx0" brushRef="#br0" timeOffset="98901">28222 5676 7533,'-25'41'1638,"10"-7"0,2 6-546,3-3 0,1 2 0,1-1-1648,-2 9 0,2 0 46,3-10 1,2 2-1,3-6-2458,16 9 1888,-4 1 1080,21-37 0,-5-20 0,7-11 0</inkml:trace>
  <inkml:trace contextRef="#ctx0" brushRef="#br0" timeOffset="99150">28310 6024 8882,'0'31'3148,"-7"16"-2294,5-21 1,2-1-405,7 22-1170,37-28 361,-3-23-226,-7-14 0,-2-5-944,6-4 2608,-11 40 559,-22 24 0,-10 13-991,-3-7 0,-5 4 0,-1 1-1121,4-9 0,-1 1 1,-1 0-1,-2-2 474,-10 4 0,-2-3 0,-1-3 0,0 0 0,-3-5 0,-4-10 0,0 0 0</inkml:trace>
  <inkml:trace contextRef="#ctx0" brushRef="#br0" timeOffset="100283">25859 6681 7533,'-20'-13'3276,"4"7"-2595,16 0-231,0 6 1439,0 0-1799,0-6 0,0 5-90,0-5-180,0 6 1259,0 11-89,0 20-360,0 14-91,1-14 1,-1 5 0,-1-2-945,-2 4 0,-2 1-688,4-2 1,1 3 0,0-4 812,-1-8 0,2-2 0,0 20 0,7-28 0</inkml:trace>
  <inkml:trace contextRef="#ctx0" brushRef="#br0" timeOffset="100516">26247 6867 7533,'-20'-46'3276,"4"11"0,16 22-3098,8 35-222,2-4 0,0 23 0,-2-16 0</inkml:trace>
  <inkml:trace contextRef="#ctx0" brushRef="#br0" timeOffset="100666">26247 7090 7533,'-30'30'3276,"22"2"-2457,36 5 0,9-11 0,6-2 0</inkml:trace>
  <inkml:trace contextRef="#ctx0" brushRef="#br0" timeOffset="102233">26811 6829 7533,'-10'-2'3276,"18"27"-1638,4-4 0,4 4-734,2 5 0,3 4 0,0-3-1849,8 4 1,-1-1-149,-7-5 1,0 0 0,-2-3 382,8 13 0,-11-10 1,-16-17-1</inkml:trace>
  <inkml:trace contextRef="#ctx0" brushRef="#br0" timeOffset="102399">27129 6743 7533,'-30'36'546,"1"1"0,-1 0 0,8-7 0,-1 1 0,1 1 0,1-1-182,-4 10 0,0-1 0,3 0 0,3-5 0,1-2 0,2 0 0,-1 5 0,0 1 0</inkml:trace>
  <inkml:trace contextRef="#ctx0" brushRef="#br0" timeOffset="103116">27499 6953 7533,'-29'-8'3276,"5"21"-1638,21 13 0,6 8-867,-3-1 1,0 1-547,0 7 0,0-2-45,0 6-360,0-17-810,16-32-179,11-26 134,-9 4 1,1 0 1259,4 3 0,-2 4 1034,-2 3 450,-3 48-359,-16 2-991,0-4-449,0-19-989,23-16-900,-1-2 450,21-6 0,-16 7-1170,7 0 1980,-15 6 719,23-11 0,-21-2 0,12-12 0</inkml:trace>
  <inkml:trace contextRef="#ctx0" brushRef="#br0" timeOffset="103383">27958 7053 7443,'-27'24'1092,"1"0"0,2 0 0,3 3 546,5 1 0,4 0-1984,4 16-2262,42-24-669,5-44 2326,-2 5 636,-14-12 0,-7 0 3104,-12 18-2609,12-9 2428,-16 40-2158,0-8 360,0 23-810,16-23 0,-5 13 0,15-10 0</inkml:trace>
  <inkml:trace contextRef="#ctx0" brushRef="#br0" timeOffset="103566">28116 7127 7533,'0'31'1092,"0"0"0,0-5 0,0-1 579,0 18-4100,0-30 630,16-30 1799,-12-12 0,7 5 0,2-1 0,-4-12 0</inkml:trace>
  <inkml:trace contextRef="#ctx0" brushRef="#br0" timeOffset="103967">28293 6731 8792,'-4'28'1092,"0"1"0,3 5 0,0 4-355,-2-1 0,0 3 0,1 0-862,4-2 0,1 0 0,0 0 125,-2-1 0,-1-1 0,1-3-120,4 2 1,-2-7-1500,-11-4-793,22-54 1422,-6 5 1,3-3-650,11-4 1,1 1 1092,7-7 1304,-7 16 412,-15 22-91,-22 27 360,-13 13-540,11-12 1,1 2 269,-6-2 1,8-1 2106,37 4-3167,15-7 0,-9-17 1,3-2-1,-3 1 0,0 0 1</inkml:trace>
  <inkml:trace contextRef="#ctx0" brushRef="#br0" timeOffset="104566">25770 7387 7533,'-27'13'1638,"0"-1"0,-1 13 1638,61-6-1638,2-9 0,5-2-1436,-8-5 0,3-2 0,-2 2-1084,9 5 1,-4 0 521,5 1-152,-41 16 0,-12 6 647,-10 4 0,-5 2 1304,0 5 0,1 1-1169,4-1 0,13-5-1909,28-18 1,9-7 1509,-4-7 1,3-4-1,14-3 1,-2-5 0,2-11-1</inkml:trace>
  <inkml:trace contextRef="#ctx0" brushRef="#br0" timeOffset="104749">26511 7511 7533,'-25'-12'3276,"5"10"0,3 9-3003,17 18 0,1 1 1,7 5-1</inkml:trace>
  <inkml:trace contextRef="#ctx0" brushRef="#br0" timeOffset="104866">26441 7710 7533,'-12'31'3276,"6"-6"-886,32-7-2390,1 0 0,0-10 0,-1 3 0</inkml:trace>
  <inkml:trace contextRef="#ctx0" brushRef="#br0" timeOffset="105684">26952 7437 7533,'-19'-7'2968,"3"2"-1799,8 32-539,6 8-450,-14 4 539,15 1-269,-7-26 270,8 10 989,0 17-1529,0-16 314,-2 5 1,4 2-45,13 2-270,-3 4-135,6-19 0,5-9-90,3-15 0,1-10-90,10-10 0,-1-7-195,-10 3 0,-2-4 1,-2-1-357,-4-3 1,-3-2 0,-3 2 865,4-2 0,-8 1 179,-14-10 1,-12 5 90,-2 24 0,-5 5-900,-18-6 0,-2 10 450,10 21 0,1 9 0,2-1 0,6 5 0,18 6 0,0-1 0</inkml:trace>
  <inkml:trace contextRef="#ctx0" brushRef="#br0" timeOffset="106616">27481 7536 9602,'-19'0'2338,"3"16"-809,16 27-1259,0-14 0,0 1-270,0-3 0,0-1-90,0 19 360,0-37-1349,8-13-1080,10-21 1439,9-13 810,0 13 1439,-9 15-359,-10 29-271,-8-3-3418,8 3-758,17-18 978,13-12 2299,7-2 0,-18 2 0,-11 6 180,-16 6 3096,0 6 0,0 6-2183,8 2-2082,1 4-2159,17-12 1169,-14-6 270,19-6 2068,-27-1 1261,12 1-1531,-16 6 2700,0 6-990,0-5-2159,7 5-989,11-6-900,-6 0 270,11 0 1260,-13-6 719,0-1 0,-2 0 0,-8-9 0,0 2 0</inkml:trace>
  <inkml:trace contextRef="#ctx0" brushRef="#br0" timeOffset="106966">27958 7586 7533,'0'-14'-1709,"0"-3"2158,0 16 1081,0 1-451,0 7 180,0 0-899,0-2 0,0 6-720,0 3-629,7 11 269,3-11 450,8-14 90,0-20 90,-1 5-90,-7-7-179,6 21 269,-14-5 629,-2 17 1710,-10 8-90,0 19-2159,26-11 0,5 2 0,22-16 0</inkml:trace>
  <inkml:trace contextRef="#ctx0" brushRef="#br0" timeOffset="108050">23442 6160 9062,'-27'7'3276,"9"-2"-2145,10-5-591,8 0-990,8 0-89,10-16-631,9 6 720,-7-2 1260,-20 24 90,-20 9 898,0-2-628,13-13-2609,16-18-810,17 9 2249,-14-1 0,3 21 0,-15 3 0</inkml:trace>
  <inkml:trace contextRef="#ctx0" brushRef="#br0" timeOffset="113683">28945 4549 7533,'-19'-7'2248,"3"1"-1348,47 6-1260,17 0 210,-16 1 0,5 1 0,-3 1-165,3 3 1,-3 6 494,5 11 0,-11 7 809,-32 2 0,-8 3 225,4 0 1,0 0-900,-4-6 0,7-4-225,40-1-270,-11-15 0,1 0 90,6 4 0,-9 3 90,-36 28-405,-7-9 0,-7-1-899,-9 0 0,0-3 1304,12-9 0,5-5 0,6-13 0,31-30 0</inkml:trace>
  <inkml:trace contextRef="#ctx0" brushRef="#br0" timeOffset="113882">29916 4338 8702,'-23'36'546,"0"0"0,0 0 0,6-4 0,2 2 0,-1 2 0,-1-1 273,-4 7 0,-2 1 0,1 0 0,2 0-1639,4-1 1,2 0 0,1-1 0,-1-2 636,-3 2 1,-1-3-1,2-4 1,3-1-1,1-7 1,-6-9 0</inkml:trace>
  <inkml:trace contextRef="#ctx0" brushRef="#br0" timeOffset="114016">29616 4524 7533,'8'25'1638,"2"-1"0,5 6-662,2 6 1,4 6 0,2-2-1342,5-2 1,3-1 0,0-2 0,-6-5 0,0-3 0,1-3 0,12-1 0,-1 0 0</inkml:trace>
  <inkml:trace contextRef="#ctx0" brushRef="#br1" timeOffset="114616">30233 4350 8110,'-32'-13'1638,"-1"0"0,-2-5-801,68 24-861,2-3 0,5 2-261,6 8 1,0 3 49,-7 0 1,-7 5 137,-18 8 0,-11 4 213,-14 1 1,-10 1 0,2 0 71,4 4 1,1-1-144,-12 9 0,13-6-90,30-26 0,9-4-45,-2 1 0,1-2 0,20-3 180,-53 38-540,-16-10 1,-7 1 209,9-8 0,0 1 0,-1-1 20,-10 11 0,6-4 0,9 1 0,20-25 0</inkml:trace>
  <inkml:trace contextRef="#ctx0" brushRef="#br0" timeOffset="114799">31009 4227 7533,'-29'28'546,"-1"1"0,1 0 0,1 0 0,0 2 0,-1 1 0,2 3 4,5-1 0,2 2 0,0 2 0,0 0 0,0-1-1206,0 1 1,-2 0-1,2 1 1,1-2 0,2 0 627,3 1 0,2-1 0,2-1 1,1-2-1,-1 12 0,7-7 1,20 1-1</inkml:trace>
  <inkml:trace contextRef="#ctx0" brushRef="#br0" timeOffset="114966">30709 4289 7533,'-35'22'3276,"15"22"-1638,17-16 0,6 3-1904,12-2 1,7 0 0,0-3-262,-1-3 1,3-3-374,13 0 1,7-1-1,-3-7 453,-1-11 0,-2-5 1,8 2-1,-2-5 1,-10-8-1,-1-1 0</inkml:trace>
  <inkml:trace contextRef="#ctx0" brushRef="#br0" timeOffset="115233">31291 4289 7533,'-26'-4'1638,"-1"1"0,-10 3 1638,35 18-3892,32 2-149,0-4 1,2-1 404,-7-4 1,-3 2-91,2 3 0,-6 4 1034,-15 17 1,-4 3-450,4-13 0,-1 0 285,-7 6 0,-5 3 0,2-2 569,2 0 0,0-3-764,-3-4 0,1 0-1260,6 0 1,4-3-45,-1-5-1709,-8 17 2248,-5-9 540,-12 2 0,-1 0 0,1 7 0,4-9 0,-1 0 0</inkml:trace>
  <inkml:trace contextRef="#ctx0" brushRef="#br0" timeOffset="115582">31750 4536 7892,'-20'10'2699,"5"33"-2519,15 1-135,-3 0 0,-2 4-630,-7-3 0,-2-2-384,4-5 0,-1 0 969,-6 8 0,1-5 0,-2-8 0,0 3 0</inkml:trace>
  <inkml:trace contextRef="#ctx0" brushRef="#br0" timeOffset="115750">31697 4611 7533,'-15'23'1092,"1"-1"0,-1 9 0,6 2-572,12-1 1,2-1-431,-3 19-450,13-11 1,9-5 359,2-23 0,3-4 0,-4 3 0,1-3 0,2-11 0,1 0 0</inkml:trace>
  <inkml:trace contextRef="#ctx0" brushRef="#br0" timeOffset="116032">32050 4474 7533,'-18'-2'3276,"8"-7"-2415,3 37-1041,30-2 180,-17 2-585,14-6 1,-1 1-46,-15 10 585,1 3 1,-2 0 403,-13 2-224,1-1 0,1-1 1394,-2-1-1529,2-2 0,16-6-1169,-6-25 809,6 4-1259,-16 4 1619,-2 4 0,-8 5 0,1-1 0</inkml:trace>
  <inkml:trace contextRef="#ctx0" brushRef="#br0" timeOffset="116199">32438 4946 7533,'-29'0'3276,"5"0"-5563,32 0 2287,2 0 0,7 0 0,1 0 0</inkml:trace>
  <inkml:trace contextRef="#ctx0" brushRef="#br0" timeOffset="116333">32755 4921 7533,'-45'19'3276,"18"-1"-1425,3 0-2211,30 1 360,-4 0 0,24-6 0,1-8 0,8-5 0</inkml:trace>
  <inkml:trace contextRef="#ctx0" brushRef="#br0" timeOffset="129383">28363 2516 4100,'-13'-22'449,"-1"0"1,0-13 0,2 0 2351,3-4 77,1-2-1709,11 65 1,2 19-691,-2 1 1,0 5 0,0 4-692,0-8 0,-1 3 0,0 2 0,0 2 0,-1-2 107,0-5 0,-1 0 0,0 1 0,0 0 0,-1-1 1,1 0-94,0 5 0,-2 0 0,1 0 0,1-2 0,1-2-622,1-1 1,1-1 0,2-3 0,1-3 511,5 10 0,7-11 0,4-22 1,1-8-1,21-21 0</inkml:trace>
  <inkml:trace contextRef="#ctx0" brushRef="#br0" timeOffset="129700">29210 2392 7533,'-42'25'409,"0"0"1,0 1-1,-1-1 1,8-3-1,-1 2 1,0 0 0,2 1-1,1 1 410,-4 8 0,2 1 0,2 2 0,1-3-545,-7 5 1,2-1-1,15-2-679,17 1 1,16-7 179,24-15 0,14-7 285,-8-2 0,4-1 0,-2 0 150,-1 1 0,-1 0 0,-8 7 194,-7 19 1,-15 8-345,-15-6 0,-10 3 0,-5-1-527,0-4 1,-4-1-1,-2 0 1,0-2-627,-5 5 1,-1-3 0,0-7 1083,-7-2 1,7-15-1,14-34 1,17-2-1,1 1 1</inkml:trace>
  <inkml:trace contextRef="#ctx0" brushRef="#br1" timeOffset="129900">29369 2008 7806,'-10'28'819,"0"0"0,4 4 0,0 3 0,2 4-164,3 1 0,1 5 1,0 2-1,1 3 0,-1 0-566,1-9 1,-1 3 0,0 0 0,1 0 0,-1 2 0,-1-1 0,0 1-201,0 1 0,-1 2 0,0-1 0,-1 1 0,1 0 0,-1-1 0,1-1-358,0-2 1,1 0 0,-1 1 0,1-2 0,-1-1 0,0-1 0,0-4 103,-2 9 1,-2-3 0,2-3 0,0-2 0,3 0 0,0-4 0,3-6 0,8 1 0</inkml:trace>
  <inkml:trace contextRef="#ctx0" brushRef="#br0" timeOffset="130483">30409 2231 7533,'-30'12'1092,"0"0"0,6 7 0,1 4-415,-1-1 0,-2 1 0,1 1-857,3 1 0,2 2 0,-2-2 390,-5-1 0,-1-1 0,2-1 509,-4 2 1,5 0 989,0 17-990,33-16 1,9 0-720,11 9 0,7 1-840,-7-11 1,2 0-1,2-2-180,3 0 1,1-1 0,-1-2 1019,12 2 0,-4-5 0,-14-5 0,-3-4 0,5-1 0</inkml:trace>
  <inkml:trace contextRef="#ctx0" brushRef="#br0" timeOffset="130651">30074 2900 7533,'-18'20'1638,"-1"0"0,9 27 0,15-12 0,10-1-644,14-9 0,10-3 0,1-2-994,-8-3 0,1-2 0,2-1 0,5 0 0,3-3 0,-3 0 0,2-2 0,0-1 0</inkml:trace>
  <inkml:trace contextRef="#ctx0" brushRef="#br0" timeOffset="132583">30868 2244 7533,'-37'0'1799,"4"0"1477,15 0 0,32-6-2415,15 5 1,10 1-862,-2-4 0,4-1 0,1 3-451,6 3 0,1 4 0,-1 4 61,-5 2 0,-2 3 1,-10 9-61,-13 9 0,-9 7 0,-6 1 557,-7-4 1,-5 1 0,-3 1-1,-2-1 612,-3 2 1,-2 0 0,-1-1 0,-1-3-301,-3 1 1,-1-2 0,4-3 119,-3 4 1,14-7-270,57-14-225,-3-10 0,4-2-117,-3-3 1,1 0-49,-7-2 0,1 0 1,-6 3-804,5 17 338,-31 11 1,-12 9 584,-8-7 0,-8 3 0,-4 2 0,2-2 0,-3 7 0,1-1 0,-3 0 0,-2-4 0,0 0 0,0 0 0,0 0 0</inkml:trace>
  <inkml:trace contextRef="#ctx0" brushRef="#br0" timeOffset="135133">23389 5937 7533,'-28'-3'449,"-1"-1"1,-20-1 1169,8 16-1169,10 2 269,-2 7 1,-1 7-1,14-2 1,3 4 0,-1 3-1391,0 0 0,0 3 1,0 1-1,2-2 731,1 2 0,2-1 0,2 5 227,2-2 1,2 4 0,0 3 0,2-1 0,1-4 42,2 6 0,2-3 0,2 1-286,1-5 1,0 1 0,1 0 0,2 0 270,1 0 0,1 2 0,2-3 0,0-6 275,4-2 1,4-1-367,4 1 1,6 4 0,3 1 0,-1-6 45,2-4 0,1-4 0,0 0-64,2 4 1,2 0-1,3-3 86,1-7 0,4-2 1,1-3-1,-2-1-563,-6-5 0,-1-1 0,0-1 0,2 0 288,1 0 1,2 1 0,1 0 0,0 0 0,-3-2-18,2 1 0,-2-2 0,-1 0 0,1 0 30,12-1 0,-1 0 0,-5 0-30,-11 1 0,0-2 294,8-3 1,4-3 0,-5 1-295,-15 2 0,0-1 30,13-7 0,4-3 0,-6 2 60,7-4-135,-4 4 0,0-2 135,-18 4 0,-1-2-924,17-13 1,-1-2 878,-16 10 0,-1-2-16,4-9 1,2-4 0,-7 4 318,-6-10-348,-3 9 0,1-7 0,-3 1-60,-7 2 0,-3 0 0,1 0 301,4 2 0,-1-1 0,-2-3-354,-4-7 1,-5-5 0,-1-2-1,-2 3-239,-1 5 0,-1 1 0,-1 1 0,-2-2 459,1 2 1,-1 0 0,-1-2 0,0 3 0,0 1-131,0 2 1,0 1 0,0 1-1,-5 3 428,-6-1 0,-4 1 0,0 4 0,3 4-181,0 4 1,-1 4-23,-5-3 1,-6-1-1,-1 1 1,5 4-68,1 5 0,0 3 22,-2 0 0,-6-1 1,0 2-1,5 1-67,-3 2 0,0 2 22,0 0 1,-6-1-1,-1 1 1,7 1-68,0 1 0,0 3 67,-1 2 1,-5 1-1,-3 4 1,5 1 237,10 1 1,2 3 0,0 1 0,-3 2-351,0-1 0,-2 2 0,-2 1 0,0 1 0,1 0 0,5-2-320,-3 3 0,4 0 0,1 0 0,-2 2-238,-1 1 0,-3 2 1,0 2-1,4-2 1,6-2-1082,0 10 1,5 1 1351,0 2 1,-1 3 0,8-1 0,9-1 0,6-1 0,3 8 0,0-1 0</inkml:trace>
  <inkml:trace contextRef="#ctx0" brushRef="#br0" timeOffset="136483">31327 1612 8342,'-20'0'3276,"4"0"-1638,37 0 0,13 0-2073,11 0-240,-9 0 1,-1 5-136,6 18 360,-47 27 180,2-8 585,-7-11 0,5-4 135,21-6-450,30-3 135,-17-15 0,1-1 224,0 4 1,-5 5 989,-6 20-944,-30 5 0,-10 2-1350,7-9 1,-3-2 944,-5 0 0,3-11 0,12-19 0,18-29 0</inkml:trace>
  <inkml:trace contextRef="#ctx0" brushRef="#br0" timeOffset="136650">31909 1425 7533,'-8'30'1092,"0"0"0,-1 3 0,-2 4 0,0-2 0,-1 2 0,0 1-2185,2 2 1,2 1 0,-1-2-547,-4 5 1,0-1 1477,4-1 1,1-5 0,-2-10 0,2 3 0</inkml:trace>
  <inkml:trace contextRef="#ctx0" brushRef="#br0" timeOffset="136800">31785 1562 7533,'0'36'1092,"0"1"0,6 1 0,4-1-1111,6 0 0,3-3-464,-1-7 1,3-5 0,5-7 0,-1-6 0,11-4 0</inkml:trace>
  <inkml:trace contextRef="#ctx0" brushRef="#br0" timeOffset="137117">32120 1463 11580,'-2'11'2339,"20"2"-2969,11 18-179,-9 11 719,-21-6 0,-8 1 719,-4 0 1,-3-1-180,-1 0 0,6-3 359,27 3-1079,8-25-449,19-6-540,-49 30 449,-21-2 0,-7 3 810,7 1 0,-1 0 0,3-10 0,-2 0 0,5-2 0,9-1 0,0 0 0</inkml:trace>
  <inkml:trace contextRef="#ctx0" brushRef="#br0" timeOffset="137450">32156 2479 7533,'-26'14'1638,"1"1"0,9 1 1638,49 8-3089,7-31 0,7-8-187,-11 9 0,2 2 0,-3-4 0,11-12 0,-5-2 0,-16 10 0,1 0 0</inkml:trace>
  <inkml:trace contextRef="#ctx0" brushRef="#br0" timeOffset="137617">32209 2764 7533,'-20'12'3276,"12"-5"0,18-1-2100,18-6 1,9-6-2816,4-5 1,2-1 1091,4 4 1,0-1 0,-3-5 0,-4-1 0,3 3 0</inkml:trace>
  <inkml:trace contextRef="#ctx0" brushRef="#br0" timeOffset="138017">32791 2120 7533,'-36'5'3276,"17"2"0,34 0 0,33 4-2524,-8-11 1,0 7-2392,-2 21 1,-11 11 1253,-21 0 0,-9 3 192,3 7 0,-9 0 223,-14-8 0,-7 1 0,0-4 1608,1 4 0,2-4-533,1-1 1,4-2-425,6-3 1,9-8-503,17-16 451,31 4-136,-14-9 1,1-1-315,21 5 315,-21 4 0,-7 7 269,-20 16 1,-8 4-630,3-9 0,-4 1-173,-8 9 0,-7 4 0,-4-4-112,-4-8 0,-3-4 0,1 0-930,6 0 1,1 0 0,-2-2-14,-10 1 1,-3-3 0,7-9 1027,0-11 1,8-7 0,3-6 0,6-29 0</inkml:trace>
  <inkml:trace contextRef="#ctx0" brushRef="#br0" timeOffset="138600">33320 1785 7533,'-35'0'3276,"7"0"0,-5 16-1875,11 3 0,1 5-681,-4 14 0,3 5 44,0 3 1,6-1-855,11-6 0,10-7-1549,15-15 1,6-11-1,5-26 1,2-14 1004,-8 11 0,0-2 1,-4-1 453,0-10 0,-5 0 629,-2 0 1,-4 16 2826,-10 33-2684,-8-2 1046,2 22 0,2 10-721,-2-9 0,0 1 0,0 2-2010,2 11 1,1 2 0,0-1 774,0-11 0,0 0 1,2-2-1,3 16 1,3-6-1,5-9 1</inkml:trace>
  <inkml:trace contextRef="#ctx0" brushRef="#br0" timeOffset="-189679.73">13935 8986 7533,'-28'-14'1092,"1"1"0,-3 5 0,1 10-32,-3 18 1,3 14-882,11-6 1,2 6 0,1 4 0,0 1-539,-1 1 0,0 3 1,1 2-1,2 1 1,2 0 430,2 2 0,3 2 0,1 0 0,3 0 0,3-3-50,1 5 1,3 1-1,5-6 1,8-9 25,12-9 0,8-9 0,2-14-26,-4-16 1,1-12 0,1-8-1,-4-3-76,-6 0 0,-3-4 0,-1-4 0,-2-2 1,-2 0-272,-3 4 1,-1-3-1,-2 0 1,-2-1-1,-2 0 1,-2 2-18,-3-4 0,-3 0 0,-3 1 1,-1 2-1,-2 2-558,-4-14 1,-4 3-1,-6 12 555,-7 15 1,-5 13 0,3 13 0,2 10 0,3 14 0,0 1 0</inkml:trace>
  <inkml:trace contextRef="#ctx0" brushRef="#br0" timeOffset="-189513.73">13917 9160 7533,'0'46'1638,"0"-18"0,0 2-546,-1 2 0,0 4 0,3 0-751,5 3 1,4 1-1,2 0-1031,5 5 1,3 0-1,3-3 690,2-5 0,3-3 0,0-3 0,-2-6 0,0-3 0,0-3 0,2-5 0,1 1 0</inkml:trace>
  <inkml:trace contextRef="#ctx0" brushRef="#br0" timeOffset="-189130.73">14235 8577 7533,'-28'-14'3276,"11"26"-1638,13 16 0,8 9-1631,3 8 0,3 3-157,-4-12 0,-1 1 0,4-3-75,6 3 0,3-11-44,10-15-136,-2-40 0,-2-13 270,-8 12 0,0-1 225,1 1 0,1-2 0,-4 6 540,-2 0-91,3 21-89,-15 24-450,1 16 0,-2 6-675,-3-12 1,0 1 134,3 17 1,0 1-1100,0-10 1,2-3 1467,9 7 1,8-2 0,0-34 0</inkml:trace>
  <inkml:trace contextRef="#ctx0" brushRef="#br0" timeOffset="-188846.73">14605 8837 10951,'-10'25'3276,"26"0"-4034,13-11-2030,16-25 2023,-24-10 1,-6-8 719,-11-6 0,-6-1 135,-1 4 0,-6 10 597,-23 21 1,-3 13-148,0 17-301,13-4 1,-2 5 0,5 2-356,7 10 1,5 1-695,1-8 1,2 0 314,0 11 0,10-4-1144,16-17 1,5-6 1412,14 8 0,-14-19 0,-1-5 0,7-10 0</inkml:trace>
  <inkml:trace contextRef="#ctx0" brushRef="#br0" timeOffset="-188513.73">14834 8825 10501,'-9'47'3276,"1"0"-3655,10-21 1,4-2-1062,3 7 1,25-37 810,-21-9 1168,19-10 91,-30 19 899,13 18-360,-13 14 360,6 6 540,8-7-1799,11-30-90,-4-11 0,-1-10-180,0-5 0,-2-5 0,-1-2-1093,-4 2 1,-3 0 0,0 1 545,7-11 1,-4 4 0,-10 13 0,-3 8 0,-2 14 0</inkml:trace>
  <inkml:trace contextRef="#ctx0" brushRef="#br0" timeOffset="-187846.73">15434 8936 7533,'-31'21'819,"-1"0"0,3 10 0,0 7 0,3 4-42,7 1 1,2 3-1,2 3 1,-1 2-1325,3-12 1,0 2 0,-1 1 0,2 0 0,1 1 0,4-1 326,2 8 1,3 0 0,3 0-1,2-1 1,4-3-601,2 0 1,4-1 0,3-4 0,3-5 529,4-3 0,3-4 1,3-7-1,14-6 1,-2-10-1,2-13 0</inkml:trace>
  <inkml:trace contextRef="#ctx0" brushRef="#br0" timeOffset="-187546.73">15946 9073 0,'-30'5'1092,"1"1"0,-3 9 0,-1 6 0,6-3 0,-1 3 0,3 3-901,4 4 0,3 2 0,2 0-596,-6 15 1,11-2 437,18-9 0,9-4 12,2-7 0,3-5 793,6-6 0,1-1-389,-2 5 1,-9 4 1188,-19 9 0,-9 4-1230,-2 10 0,-6 1-1501,-2-8 1,-5 1 0,3-3 603,-2 3 0,3-1 1,3-3-1,4-3 1,7-5-1</inkml:trace>
  <inkml:trace contextRef="#ctx0" brushRef="#br0" timeOffset="-187379.73">16051 9853 11041,'-27'37'854,"13"-13"1,2 0-1511,7 2 1,1-1-1,-12 15 1,6-5 0</inkml:trace>
  <inkml:trace contextRef="#ctx0" brushRef="#br0" timeOffset="-187029.73">16598 9184 0,'-25'0'1092,"-1"0"0,-8 18 0,-2 8 0,3 0 0,-1 4 0,3 3 0,2 5 0,3 5 0,4-1-449,2-3 0,3 1 1,11-5-1589,21 5 1,13-14-226,8-29 1,5-16 389,-6 0 1,2-6 0,-3-2 938,-7-2 1,-3-3-1,-3 1 201,4-13 0,-7 19 2916,-10 47-1638,-12 12 0,-2 6-1207,8-4 1,2 1 0,4-1-2071,8 10 1,5-6 1091,-2-12 1,3-7 0,7-10 0,-1-4 0,0-2 0</inkml:trace>
  <inkml:trace contextRef="#ctx0" brushRef="#br0" timeOffset="-186812.73">16898 8961 9422,'14'3'3276,"-8"45"-2184,6-10 0,4 7 0,-3 2-1152,-7-6 0,-3 2 0,-2 1 0,1 1-246,-1-4 0,1 2 0,0-1 0,-3 1 1,-3-1-351,-4-2 1,-2 1-1,-2-1 1,-2-1 0,-1-1 521,-5 7 1,-3-2 0,-1-1-1,-1-3 1,2-6 0,0-3-1,-1-1 1,0-1 0,-7 1-1,0 0 1,0 1 0</inkml:trace>
  <inkml:trace contextRef="#ctx0" brushRef="#br0" timeOffset="-186263.73">17762 9283 7533,'4'-28'1079,"0"0"0,14 2 1,5 3-900,0 0 0,3 3 179,20 5 1,2 9 45,-10 9 0,-1 5 359,6 8 1,0 3 44,-4 2 1,1-2-226,6-8 1,4-10-555,-12-10 0,1-6 0,-1-4-813,-2-1 0,-2-2 0,-2-2-310,-1 1 1,-1-1 0,-5 1 436,-5 0 1,-4 3-1,-1-2 1,-15 15 0</inkml:trace>
  <inkml:trace contextRef="#ctx0" brushRef="#br0" timeOffset="-185979.73">17762 9816 7533,'20'-43'1638,"-3"10"0,7 0-901,9 9 0,7 3 0,1 0-705,-3-2 1,1 1 0,1 4 266,2 5 1,0 5 0,-2 4 464,6 7 1,-2 8-229,-2 8 1,0 0-852,4-10 1,2-7 314,-9-5 0,1-4 0,-1-3 0,-1-3 0,-1-4 0,0-1 0,-1-4 0,1 0 0,-1 0 0</inkml:trace>
  <inkml:trace contextRef="#ctx0" brushRef="#br0" timeOffset="-185346.73">19438 8862 7533,'-18'-25'2608,"-15"12"-970,10 44 0,1 20-973,6-13 0,-1 4 0,1 4 1,2 0-620,5-2 0,0 2 1,3 1-1,1 0 1,3-1 258,0-2 1,1 3 0,3-3 0,4-4 0,7-8 173,13-3 1,9-8 0,2-14-413,-4-15 1,2-14-1,1-6 1,-3-3-176,-3-1 0,-1-5 0,-1-3 0,-3-2 0,-2 0-234,-3-2 0,-2-2 1,-4-1-1,-2 1 0,-3 2-478,-4-1 1,-1 1 0,-6 3 0,-7 6-805,-23-9 0,-9 21-15,-1 37 1,0 17 1629,8-3 0,5 5 1,6 8-1,7-1 1,6-10-1</inkml:trace>
  <inkml:trace contextRef="#ctx0" brushRef="#br0" timeOffset="-185179.73">19526 9110 7533,'-10'25'1092,"1"0"0,9 12 0,7 3 0,5-9 0,4 1 0,2 0-707,1 6 0,3 0 0,1 0-385,5-3 0,2-1 0,-2-3 0,1 2 0,-1-4 0,2-12 0,-1 0 0</inkml:trace>
  <inkml:trace contextRef="#ctx0" brushRef="#br0" timeOffset="-184963.73">20179 8887 7533,'-27'-11'1092,"1"0"0,-2 27 0,3 13 0,7 7 0,3 8 0,3 3-437,5-10 0,1 3 1,2 2-1,2 0 0,1 0-1311,3-1 1,1 0-1,2 1 1,2-2 0,2-1 595,4 5 1,2-2 0,3-2 0,1-5-1,1-4 1,2-4 0,2-6 0,9-4-1,1-1 1</inkml:trace>
  <inkml:trace contextRef="#ctx0" brushRef="#br0" timeOffset="-184679.73">20620 9036 7533,'-45'-2'1638,"15"11"0,1 6 0,8 8 0,3 5-372,-5 8 1,3 4-1897,7-5 0,8 0-405,13-1 1,8-2-405,15 6 1394,-4-15 0,-1 1 675,-7 20-270,-19-13 0,-9 0-540,-22 1 0,-7-1-1394,8 1 0,-1-2 1574,0-10 0,2-2 0,-3 11 0,22-17 0</inkml:trace>
  <inkml:trace contextRef="#ctx0" brushRef="#br0" timeOffset="-184446.73">21026 9618 7533,'-30'-13'3276,"-9"17"0,27 16-2640,-3 3 1,-3 3-2256,0 3 0,1 0-20,2 3 1,0-2 1512,-10 3 1,17-11 0,8-22 0</inkml:trace>
  <inkml:trace contextRef="#ctx0" brushRef="#br0" timeOffset="-184096.73">21361 9023 7533,'-31'14'1092,"1"0"0,1 13 0,3 8 0,6-4 0,1 4 0,5 1 546,4 14 0,8-2-3044,7-5 0,10-13-213,14-31 0,5-14 899,0-11 0,-4-8 480,-10 4 0,-2-4 1,-3 1 643,1-8 1,-6 7 2871,-10 14 0,-2 64-3359,0-6 1,4 3-1043,8 1 1,5-2-515,2-9 1,4-6 950,16-2 1,-12-23 0,-17-7-1</inkml:trace>
  <inkml:trace contextRef="#ctx0" brushRef="#br0" timeOffset="-183913.73">21731 8875 7533,'33'-16'3276,"-3"45"-2184,-14 1 0,-1 9 0,-3 2-273,-5-1 0,-3 3 0,-3 1 0,-1 2-1119,-2-4 0,-1 2 1,-1 0-1,-3 0 1,-3 0 92,-3 2 0,-4 0 0,-1 0 0,-2-2 1,0-3-1,-1 0 0,0-3 0,-1-2 1,-2-1-1,-4-3 0,1 0 0,0 0 1,-1 0-1</inkml:trace>
  <inkml:trace contextRef="#ctx0" brushRef="#br0" timeOffset="-162079.74">10389 12865 0,'-39'-2'307,"0"1"1,0 0-1,5-1 1,1-5 784,-2-4 0,-2-6 0,19-1 0,29-3 0,19-3 0,5 0-437,-2 2 0,4-1 1,4-1-1,4 2 0,3 1-457,-9 7 1,3 1 0,2 1 0,2 0 0,1 0 0,2 1 0,1 1 0,-1 0 0,1 0-118,-5 1 1,2 0 0,0 1 0,1 0 0,0 0-1,1 0 1,0 1 0,0 0 0,1 1 0,-1 0 0,1 0-29,-3 1 0,1 1 0,0-1 1,1 2-1,-1-1 0,1 1 1,0 0-1,0 0 0,-1 0 1,0 1-1,0 0 0,-1-1 61,1 1 1,1 1-1,-1-1 1,1 1-1,-1 0 1,0 0-1,-1 0 1,-1 1 0,-1-1-1,-2 1 1,-1-1-90,8 1 1,-2 0 0,-3-1-1,0 1 1,-1 0 0,-1 0 0,2 0-11,7-1 0,3 1 0,-1-1 0,-2 0 0,-5 0 0,-7-1 482,6 0 1,-2-1-1318,-3 2 1,5 2 0,-1-1 0,-7-1-646,-2-2 1,-3 0-175,8 4 1,-4 4 1287,-1 7 1,-21 7 0,-15 6 0</inkml:trace>
  <inkml:trace contextRef="#ctx0" brushRef="#br0" timeOffset="-161496.74">14111 12357 0,'-28'-4'819,"-1"1"0,0 18 0,-1 10 0,-1 6-164,4 2 0,-1 5 1,1 4-1,0 1 0,1-3-209,4-5 1,0-2 0,1 1 0,1 1 0,1 4-358,2 0 1,0 4 0,1 2 0,0 1 0,1-1 0,2-2 0,1-3 45,-1 4 0,1-3 0,3 0 0,4 3-650,3-3 0,0 4 1,3 2-1,3-2 0,3-2 1,5-5-306,7 3 1,6-5 0,5-5 0,3-2 731,1-8 1,4-1 0,2-4 0,1-4 0,-2-6 0,6-5-1,0-7 1,-1-4 0,-1-5 0,-3-9 0,-1 0 0,1 0-1,0 0 1</inkml:trace>
  <inkml:trace contextRef="#ctx0" brushRef="#br0" timeOffset="-161179.74">14746 12456 7533,'-41'15'655,"0"0"0,0 0 1,0 1-1,2 0 0,5 4 983,5 12 0,5 3-596,-4 0 0,1 3-1102,9-5 0,0 2 1,1 0-1,2-3 0,0-1 0,2 0-165,-2 13 0,3 0 180,1-3 0,4-2-197,3-7 1,8-2-254,23 4 1,11-2 584,-1-6 0,4 0 90,-1-2 0,4 1 0,-4-2-8,-1 0 0,-4 1-82,-6-2 0,-9 4 224,-20 10 1,-16 2-465,-11-9 0,-11-1 1,3 0-871,12 0 1,1 0-1,-3-2 529,-11 0 1,-4-3 0,8-9-1,7-14 1,17-14 0</inkml:trace>
  <inkml:trace contextRef="#ctx0" brushRef="#br0" timeOffset="-160879.74">15099 13621 11940,'0'40'629,"-10"-12"1,-4 2-1619,-3 11 0,-3 0 989,-3-4 0,-1-3 0,2-8 0,1-4 0,-4 1 0</inkml:trace>
  <inkml:trace contextRef="#ctx0" brushRef="#br0" timeOffset="-160479.74">15699 12716 7533,'-42'23'546,"0"0"0,1 0 0,-1-1 0,5-4 0,2-2 0,1 8 109,6 6 0,-1 9 1,2 3-1,2 0 0,5-6 91,2-5 1,5-2-1,1 3-994,-2 5 1,-2 6 0,7-4 0,12-11-1115,36-8 0,13-20 542,-22-12 1,2-8 0,1-6 0,-1 0 413,0 1 0,0-3 0,1-1 0,-3-1 0,-2-2 473,1-8 1,-3-3-1,-4 0 1,-5 4 157,2-18 0,-15 23 1413,-18 50 0,-5 14 0,7-9 0,1 4-1132,-2 17 1,1 7 0,3-2-536,4-1 1,2-1 88,2-10 0,1 2 0,1-2-576,5 16 0,4-4 111,1-16 0,6-4-1234,18 5 1,6-6 803,-15-16 0,1-4 835,6 4 0,3-1 0,-7-6 0,-4-14 0,15-3 0</inkml:trace>
  <inkml:trace contextRef="#ctx0" brushRef="#br0" timeOffset="-160313.74">16193 13509 0,'-18'39'3276,"8"-18"-1638,6 7 0,0 1 1638,-4 3 0,-1 11-3780,-3-18 0,-2 0 914,-5 14-410,-5-6 0,-1-2 0,1-1 0,3-7 0,1 1 0</inkml:trace>
  <inkml:trace contextRef="#ctx0" brushRef="#br0" timeOffset="-159529.74">16369 12704 2244,'-10'-26'3276,"10"8"-1638,14 33 0,5 14 0,2 5 0,-2 10-1422,-9-9 1,0 8-1,0 6 1,-1 2 0,-1 1-1,-1-2 1,-1-5-38,-1 3 1,-1-4 0,-2 0 0,-1 0 0,1 1-210,1 1 0,1 7 0,-1 0 0,-1-6 0,-4-10 0,-4-18-195,-14-21-207,18-20 0,10-18 0,5-9 1,2-3-1,-2 6-126,-1 6 0,0 1 1,2 0-1,1 1 1,3-1 43,2 2 1,4-2 0,2 0 0,0 2 0,0 3-1,-1 6 514,7-3 0,0 7 0,0 3 0,0 3 0,0 3 0,-4 4 0,15 4 0</inkml:trace>
  <inkml:trace contextRef="#ctx0" brushRef="#br0" timeOffset="-159313.74">17074 13497 6745,'-27'6'3276,"9"6"-1638,7 16 0,-1 7-2731,-4-2 1,-3 2 0,3-1 807,3 10 1,-2-2 0,-3-11 0,-3-1 0,6-6-1,5-6 1</inkml:trace>
  <inkml:trace contextRef="#ctx0" brushRef="#br0" timeOffset="-158979.74">17851 12716 7533,'-35'6'546,"0"-1"0,1 1 0,0 9 0,-2 5 0,2 3 0,8 0 1092,5 13 0,5 2-546,-5-5 0,-2 0 0,10-1-654,16 4 0,10-3-214,7-11 1,5 1-1045,-1 3 1,3 3 0,1 2 0,-3-5 602,4 2 0,-1 2 499,-2 1 0,3 7 1,-6 0-1,-15-5-1272,-25-2 1,-16-4 0,1-3 705,3 2 0,-3-6 1,-3-6-1,-3-5 1,3-11-1,3-29 1,-1 0-1</inkml:trace>
  <inkml:trace contextRef="#ctx0" brushRef="#br0" timeOffset="-158779.74">18274 12481 0,'-26'16'1092,"1"1"0,1 1 0,1 5 0,2 4 0,0 5 0,2 0 546,-5 9 0,3 2-1382,10-7 1,2 2 0,2-3-1,-2-3 1,2-2 0,7 1 0,0 1-1</inkml:trace>
  <inkml:trace contextRef="#ctx0" brushRef="#br0" timeOffset="-158480.74">18556 12357 10501,'22'28'819,"-1"0"0,-6 11 0,-4 8 0,0 1 0,-1-7 0,0 2 0,-2 1 0,0 0-162,-2-1 0,-1-1 1,-1 1-1,-2 1-441,-1-3 0,-2 1 0,-1 1 0,-1-3 0,1-5-37,-3 8 1,-2 0-146,0-9 1,-2 6 0,-2 2 0,0-1 0,0-4-875,-4 1 1,0-3-1,-2 2 183,0 1 0,-1 2 0,-3 1 0,-2-2 657,-1-4 0,-2 0 0,-3-1 0,1-1 0,0-2 0,1-1 0,0-2 0,0-2 0,-2 2 0,-1-1 0,-1 0 0,1 0 0,-1 0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5:18:17.105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9071" units="cm"/>
      <inkml:brushProperty name="height" value="0.09071" units="cm"/>
      <inkml:brushProperty name="color" value="#FF0000"/>
    </inkml:brush>
    <inkml:brush xml:id="br4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2381 8614 7533,'-38'3'779,"0"0"1,-9 3-1,6 6 301,9 14-181,-3-6-719,27-3 404,39-18 1,19-9-46,-17 3 1,2-2 0,5-1 0,4 0-768,-3 3 0,6 0 0,3 0 0,3 0 1,0 0-1,0-1 0,-3 1 0,-5 0 246,7-3 0,-6 0 0,0 0 0,1 1 0,5-1-118,-7 3 0,4 1 0,3-1 0,2 0 0,0 1 0,-2 0 1,-4 0-1,-4 0 0,-7 1-227,8-2 0,-10 0 1,7 0 4,-5 2 1,6-1 0,4 0 0,0-1-1,0 1 1,-5 0 0,-5 1-99,3-3 0,-5 2 1,5-2 419,0 1 0,7-2 0,5 1 0,1-2 0,-1 2 0,-5 0 0,-6 1 0,2 0 0,-6 2 0,4-2 0,3-1 0,1 0 0,-1 0 0,0 0 0,1 0 0</inkml:trace>
  <inkml:trace contextRef="#ctx0" brushRef="#br0" timeOffset="983">4886 8453 7533,'-2'26'1638,"40"-4"0,12-4-938,-24-8 1,3-3-881,4-2 1,6 0 0,5-2 0,1 0 0,-4-1 561,1-2 0,-2-2 0,1-1 1,3 1-249,-4 0 1,2 0 0,3 0 0,0 0 0,1-1 0,0 0-482,-3 0 0,2 0 0,0-1 0,1 0 0,-2 1 0,0-1 0,-3 2 383,3 0 0,-2 0 0,-2 1 0,2 0 0,1-2 39,4 0 0,3-2 0,0 0 0,1 0 0,-2 0 0,-3 1-225,5 0 1,-2 0 0,-2 1 0,2-1 194,-1-2 0,0 0 0,1-1 0,1 1-136,-8 1 1,1 1-1,1 0 1,1 0-1,-1 0 1,-1 1 234,5 1 0,0 0 0,-1 1 0,-1 0 0,0-1-127,-5 0 1,-2-1 0,-1 1 0,4-1 0,4 2 36,-5 0 0,4 1 0,4 1 0,3-1 0,1 1 0,-1 0 0,-1 0 0,-3 0 0,-5 0 0,-5 0-77,6-1 1,-8 1 0,0-1-1,9 0 106,-10 0 0,6-1 0,5 1 0,3-1 0,3 0 0,2 0 0,0 0 0,0 0 0,-2 0 0,-3 0 0,-3 0 1,-5 0-1,-6 0-16,10 0 0,-10 0 1,1 0-1,8 0 15,-6 0 1,7 0-1,5 0 1,3-1-1,4 1 1,0 0-1,1-1 1,-2 1-1,-2 1 1,-5-1-1,-5 1 1,-7 0-61,6 1 1,-10 1-1,0 0 1,9 0-16,-5-1 1,7 0-1,6 0 1,4 1-1,2-1 1,2 0-1,0 0 1,-2 0-1,-2 0 1,-5 0-1,-4 0 1,-8-1 59,6 1 1,-10-1-1,1 1 1,9-2 8,-8 1 0,6-1 0,5 0 0,4 0 0,3 0 0,2-1 0,0 1 0,-1-1 1,-1 1-1,-3-1 0,-4 0 0,-5 0 0,-7 1 14,19-3 0,-11 0 0,10 0-23,-15 3 0,6-1 1,6 0-1,4 0 1,3 1-1,1-1 1,0 1-1,-1-1 1,-3 1-1,-5 0 1,-5 0-1,-7 1-67,14 0 0,-10 1 0,9-1 65,-12 1 1,6-1-1,6 1 1,4-1-1,2 1 1,1 0-1,-2-1 1,-1 1-1,-4-1 1,-6 1-1,-8-1-5,13 0 0,-10 0 0,8 0 109,-9 0 1,8 0 0,5 0 0,2 0 0,2 0 0,-2 0 0,-4 0 0,-5 0 0,-9 0 130,16-1 0,-4 2-956,-5 2 1,8 2-1,1 2 1,-5-1 0,-12 0-2622,2 7 3022,-27 32 1,-49-24 0,2-6-1,-1 0 1</inkml:trace>
  <inkml:trace contextRef="#ctx0" brushRef="#br0" timeOffset="3720">2223 7337 7533,'-24'-26'1049,"0"-1"0,-3-13 1,5 18-231,16 46 0,8 27 0,3 13 0,-2-5-593,-2-14 0,-1-1 1,0 1-1,1 3 0,1 4-468,1-12 0,0 2 1,0 2-1,1 2 1,0 1-1,0 1 1,1 0-1,1-1 1,-1 0-1,1-2-123,1 3 1,0 0 0,1 1 0,0 0 0,0-1 0,1-1 0,0-2 0,1-3 0,1-1 292,4 9 0,2-3 1,0-3-1,0-2 0,1-2 1,0 3-1,0 2 0,1-10 1,1-18-1,8-36 0,0 0 1</inkml:trace>
  <inkml:trace contextRef="#ctx0" brushRef="#br0" timeOffset="4116">2381 7363 7533,'-2'-34'819,"26"18"0,18 0 0,6 3 0,-3 2 273,0 2 0,0 4 0,8 0-1457,-13 0 1,5 0 0,6 0 0,2 0 0,2 0 0,0 0 0,-2 1 0,-3 0 0,-5 2 160,7 0 0,-4 1 0,-3 1 0,3 1 0,4-1 184,-8 1 0,4-1 0,4 0 0,1 1 0,0-1 0,-2 1 0,-1 0 0,-4 1 0,-6-1 310,8 2 0,-8-1 0,0 1 0,4 3-162,-4 1 1,4 1-1,2 2 1,0 0 0,-2 1-1,-3 0 1,-8 0 51,2 1 0,-7 0 0,4 5 269,3 4 1,7 6 0,-1 2 0,-3 0-1,-10-3-269,-7 4 0,-5 2 0,3 6 0,1 7 0,0 2 0,-6-6-135,-6 0 0,-5 2-701,-2-5 1,-2 8-1,-1 2 1,-1-1 0,0-7 68,0-5 0,-1-4 1,-2 3-70,-3 4 1,-3 5-1,-1 2 1,1-4 0,1-7 391,-1 0 1,0-4-1,-8 16 1,-1-7 0,4-21-1</inkml:trace>
  <inkml:trace contextRef="#ctx0" brushRef="#br0" timeOffset="4317">2716 8961 7533,'45'-20'86,"0"0"0,-1-1 0,1 1 0,0 0 1,-1-1-1,1 1 0,0 0 0,-1-1 1,1 4-1,0 1 0,-1 1 0,1 0 0,0 1 1,1 1-1,1 0 0,1 0 0,1 1 1,-6 2-1,3 0 0,1 1 0,0 0 1,2 0-1,-1 0 0,1 1 0,-1 1 0,0 0 1,-1 0-1,-2 1 0,-2 1 0,6 2 1,-1-1-1,1 1 0,-1 0 0,1-1 1,-1 1-1,1 0 0,-1 0 0</inkml:trace>
  <inkml:trace contextRef="#ctx0" brushRef="#br0" timeOffset="6667">21078 4772 7533,'0'-34'3276,"0"50"-2457,-1 18 0,-1 17 0,0 7 0,0-3-801,0-12 1,0 0 0,0 0 0,0 1 0,0 1 0,0 4 0,0 2 0,0 0 0,0-2 0,0-3 0,0-5 0,0-1 0,0 0 0,0 1 0</inkml:trace>
  <inkml:trace contextRef="#ctx0" brushRef="#br0" timeOffset="7336">20884 5974 7533,'-37'-7'3276,"59"13"-1901,19 8 0,0 13-1255,-23 13 0,-8 10 0,-3 2 374,-3-12 1,-4 1 0,2-1 0,8-4-1148,11-4 1,7-2 0,2-2 0,-5-2 652,-1 15 0,5-12 0,3-26 0,10-10 0,4-6 0,0-1 0,-6 4 0,-1 1 0,1 1 0,0 0 0</inkml:trace>
  <inkml:trace contextRef="#ctx0" brushRef="#br0" timeOffset="8183">20779 7151 7533,'0'-38'3238,"7"2"-1934,14 20 0,7 2-495,11 2 1,5 4-780,-6 0 0,2 2 0,-1 2 15,9 1 0,-4 6-135,-2 6 0,-9 5-449,-13 13 269,-15 4 0,-10 3 510,-14-5 0,-10 0 0,2 0 479,-1 12 1,-1-1-451,4-12 1,-1-1 0,9-3-180,11 6 135,41-22 0,12-5 0,-18 1 0,-1 3 44,11 5 1,-9 6-90,-30 12 0,-10 2-1112,1-5 1,-6 1-162,-14 8 1,-7 3 0,5-5 682,16-9 0,-1-2 1,-11 4-1,-6 2 1,5-4-1,9-6 0,0 0 1</inkml:trace>
  <inkml:trace contextRef="#ctx0" brushRef="#br0" timeOffset="8816">20955 8057 7533,'-37'-7'3276,"3"23"-4915,23 19 1,5 7 1461,0-14 1,2 1 386,1 11 0,2 6 0,5-7 564,8-12 1,1-3-685,-4 8 0,4-3-180,22-11 0,3-7 180,-3-5-750,2-5 0,8-2 0,-6-4 660,-9-4 0,-3-1 0,17-2 0,-4-3 0,-6-15 0</inkml:trace>
  <inkml:trace contextRef="#ctx0" brushRef="#br0" timeOffset="8950">21237 8106 7533,'-27'29'409,"-1"-1"1,1 1-1,-1 0 1,3 6-1,0 5 1,0 1 0,3-1-1,2-5 473,1-2 1,2-4 0,2 5-883,3 3 0,0 7 0,2 1 0,1-2 0,3-6 0,0 4 0,4-3 0,2 2 0,0-1 0,0 1 0</inkml:trace>
  <inkml:trace contextRef="#ctx0" brushRef="#br0" timeOffset="9733">20867 9011 7713,'-30'-7'1638,"8"35"0,5 10-1227,13-3-276,4 4 0,1 14 0,2 2 0,1-11-135,1-13 0,4 0-144,4 2 0,5 8 0,2 2 0,0-4 1,-3-10-127,14 10 30,0-10 0,6 3 0,-9-9 240,-12-13-270,-16 23-390,-23-19 1,-13-2-1,1-1 660,1 2 0,-1-1 0,0-1 0,-3 0 0,6-6 0,-4-12 0</inkml:trace>
  <inkml:trace contextRef="#ctx0" brushRef="#br0" timeOffset="9836">20814 9234 7533,'29'-21'409,"6"17"1,10 5-1,-7 2 1,9 7-1,-6-2 1,0-1 0,0 1-1</inkml:trace>
  <inkml:trace contextRef="#ctx0" brushRef="#br0" timeOffset="10683">20743 10386 9602,'-19'-7'1798,"3"1"901,47 6-1440,9-10-780,-10 1 1,5-2 0,2 0-1573,2-1 1,1-2 0,-2 1 695,3-7 0,-2 6 961,7 13 1,-13 13-340,-37 23 0,-14 10-705,9-3 0,0 3 1,-2 2 334,-2-5 1,-1 1 0,-1 0-1,2-2 1,-1 4 0,2-2 0,1-1-1,3-5 1,0 0 0,0 0-1</inkml:trace>
  <inkml:trace contextRef="#ctx0" brushRef="#br0" timeOffset="11916">21220 9989 7533,'-18'-30'3276,"0"15"-1638,-5 31 0,-3 12-1047,6 0 1,-1 9-1061,6-6 1,-2 8 0,-1 5 0,0 3 0,0 1 0,2-4 0,3-4 479,-1 3 1,4-4-1,1 0 1,0 5 155,1-2 0,-2 6 0,-1 2 0,2 2 0,2-4 0,4-5 0,4-8 177,11 14 1,14-16-1005,8-20 1,10-10-1,-5-8 390,-2-17 1,-5-13 201,-8 3 1,2-8-1,-5-1 1,-10 7 202,-10 3 0,-12 7-1035,-18 9 1,-13 6-1,5 11 900,9 16 0,2 8 0,-10-3 0,-3 2 0,10 1 0,20 5 0,0-1 0</inkml:trace>
  <inkml:trace contextRef="#ctx0" brushRef="#br0" timeOffset="12400">20743 11440 7533,'-29'-20'1638,"53"5"0,15 1 0,-11 6 0,4 1-1185,10 0 0,9-1 1,2 0-1,-8 2-453,-1-1 0,-2 6 329,-3 11 1,1 8 0,-11 4-195,-19 4 0,-11 7-315,-3 2 0,-6 8 0,-2 3 0,-1-1 1,1-5-914,0-1 1,0-4 0,-1 3 868,-2 5 1,-1 4-1,1-1 1,4-9-1,6-9 1,2-5-1,3 18 1</inkml:trace>
  <inkml:trace contextRef="#ctx0" brushRef="#br0" timeOffset="13169">20920 12468 7533,'-28'-4'819,"1"0"0,-3 18 0,-2 10 0,4 0 376,4-1 0,3 5-970,0 3 0,-1 7 0,3 0 0,6-6-135,7-4 0,8-2-90,15 17 0,9-6-45,-2-25 0,5-4-15,8 2 0,5 0 0,-5-1 105,-8-1 0,-5 3 359,2 16 1,-9 4-225,-21 8-300,-15-13 0,-10 1 1,3-4-151,-12 0-765,-2-25 1,8-13 134,36-29 562,5 9 1,6-10 0,2-2 0,0 6 307,1 9 0,1 3 0,1-5 102,-1-2 0,2-6 0,-1-1 0,-2 2 0,-4 8 288,1 0 0,-10 4-1,-18-5 1,-12 0 0,-2 11-360,3 19 0,-3 10 0,-13 6 0,-6 6 0,9 5 0,14 5 0,5 5 0,1 0 0,1 1 0,0-1 0</inkml:trace>
  <inkml:trace contextRef="#ctx0" brushRef="#br0" timeOffset="13802">21255 13745 7533,'-37'-17'819,"-1"0"0,-6 11 0,-6 6 0,7 6 819,12 7 0,1 8-983,-1 1 0,-6 7 1,-2 3-1,3 0 0,9-3 983,2 14 0,7 3-1451,1-8 0,0 5 0,2-1 0,9-8-367,20 8 45,19-20 0,6-11 135,-14-16 0,1-8-900,4 0 1,3-2 0,-2-5-194,-5-2 1,-2-4 0,-1-1 79,1-2 0,0-1 1,-2-1 562,-2-1 0,-3-2 1,-1 2 201,3-4 0,-3 2 158,-6 5 0,-2 3-180,0 1 1979,-8 25 809,0 25-1034,-10 9 1,-4 9-1216,7-1 1,0 4 0,0 2-492,-2-7 1,0 1 0,-1 0 0,3 1-409,0 4 0,2 0 1,2 1-1,0-4 630,2 5 0,1-3 0,1-3 0,-1 6 0,2-6 0,2-13 0,0-1 0</inkml:trace>
  <inkml:trace contextRef="#ctx0" brushRef="#br0" timeOffset="15033">22613 2838 7533,'-10'-27'1638,"0"0"0,-5 3 0,10 44 0,2 20-1258,-2-3 1,-2 9 0,-1 4-1,1-1 1,1-3-1201,1-5 1,1-2 0,1 0 0,-1 3 760,0 0 1,-2 5 0,0 2 0,2-2 0,1-6 0,2-9 0,11 13 0,-1-10-1,0 0 1</inkml:trace>
  <inkml:trace contextRef="#ctx0" brushRef="#br0" timeOffset="15583">23407 2814 7533,'-30'-21'3276,"7"-1"-1638,49 37 0,11 7 265,-14-12-1753,5 21 0,3 14 0,-10-4 30,-17 6-163,-9-13 1,-6 11 0,-2 3 0,-2-2 0,3-10-1021,-4-3 0,-2-1 1227,-3 6 1,-4 7 0,0-2 0,8-12-45,5-8-1392,24-1 1,8-4 401,7-10-283,11-4 1,10-2 0,-5-2 733,-9-3 0,-1-1 1,3 2-1,3-1 1,-4 1-1,-5-1 0,1 1 1</inkml:trace>
  <inkml:trace contextRef="#ctx0" brushRef="#br0" timeOffset="16317">24324 2801 7533,'-29'-14'3276,"-11"-2"-2864,37 9 847,-13 0-90,63-4-989,-28 15-120,17-1 0,10 1 0,-8 7-105,-16 15 0,-3 3 0,19-9 0,-9 4-165,-36 15 0,-18 7 0,0-7 210,10-17 0,-3-2 30,-17 12 0,-6 4 0,13-2 870,20 10-810,-14-15-210,42-10 0,16 1 0,-3-4 120,2-4-90,-10 14 0,1 11 0,-12-5-90,-26 1-640,-8 1 1,-8 10 0,-3 0 0,4-9 721,5-12 1,-1-2 0,-10 12 0,-3 5 0,9-7 0,9-6 0</inkml:trace>
  <inkml:trace contextRef="#ctx0" brushRef="#br0" timeOffset="16784">25241 2640 7533,'-28'-1'655,"-1"-1"0,2 24 1,-2 13-1,2 4 0,7-5 450,5-2 1,6 3-693,1 6 1,1 10 0,1 4 0,3-4-1,4-12-413,3-8 0,9-5-158,15 2 1,12 3 0,2-3 0,-9-8-473,8-6 220,-7-14 0,10-3 1,-2-3-1,-11-2 1,-3-10-1,0-2 0,1-1 1</inkml:trace>
  <inkml:trace contextRef="#ctx0" brushRef="#br0" timeOffset="16950">25453 2739 7533,'-28'33'409,"0"0"1,0-1-1,5 5 1,0 7-1,0 4 1,0 0 0,3-3-1,2-8-252,3-5 1,2-5 0,0 6-158,1 7 0,-1 8 0,0 5 0,1-1 0,3-5 0,3-11 0,6-6 0,2-3 0,7 22 0,0 0 0</inkml:trace>
  <inkml:trace contextRef="#ctx0" brushRef="#br0" timeOffset="17567">26300 2714 7533,'-47'0'1092,"19"19"0,-1 9 0,5-3-680,-3 4 60,11 7 0,0 15 0,2 0 1,3-10-473,1 7 67,16-8 0,8 11 1,1-1-1,-3-12-247,2 2 112,3-11 1,6 7 0,0 0 0,-8-7 67,-9 6-210,-14 5 0,-9 9 0,-5-8 210,-12-10 0,-4-6 0,7-1 0,0 1 0,0-6 0,-1-12 0,0-1 0</inkml:trace>
  <inkml:trace contextRef="#ctx0" brushRef="#br0" timeOffset="17717">26070 3124 9332,'38'13'1529,"-2"-6"0,0-3-1529,-1-4-547,10-2 1,0-1 0,4-4 0,-14 1 0,-1 0 0</inkml:trace>
  <inkml:trace contextRef="#ctx0" brushRef="#br0" timeOffset="19183">27093 2677 7623,'-19'36'297,"0"-1"1,0 1 0,0-1 0,-1 1 0,1 5 0,-2 6 0,0 2 0,1 1-1,3-2 1,7-4 0,7-6 468,14 5 1,10-7 0,0-1-1607,-9 3 1,0-2 0,5-14 524,19-22 0,-2-20 285,-20-15 0,-9-9 0,-12 17 30,-30 39 0,-8 15 0,17-14 0,3 2 0,2 22 0,1-1 0</inkml:trace>
  <inkml:trace contextRef="#ctx0" brushRef="#br0" timeOffset="19700">27728 3037 7533,'-9'-13'2788,"32"-5"-2069,2 5 1,5 2-31,4 0 1,5 2 0,-6 13-360,-11 24 0,-7 13 0,3-5-241,11-14 1,-5 3-383,-22 13 1,-10 12 0,-4 2 0,4-6 292,6 5 0,0-4 0,-2-5 0,2-2 0,11-3 0,0-1 0</inkml:trace>
  <inkml:trace contextRef="#ctx0" brushRef="#br0" timeOffset="20370">28734 2900 7533,'-30'7'819,"1"-1"0,-4 7 0,0 4 0,13 4-74,28 14 1,13 7-746,-7-1 0,2 4 0,3 0-820,1-7 1,2 1 0,2-1 0,0-3 494,7-2 0,1-3 0,-8 2 280,-9 19 1,-15-7 543,-27-17-949,-2-6 1,-3-10-811,-1-30 1,9-16 1049,25-3 0,13-7 1,-3 0-24,-12 8 1,-1 0 0,7 0 344,12-2 0,10-2 1,1 1-1,-4 3 980,-6 1 0,-3 2 0,-3 0-266,-2-9 0,-5 0-976,-1 3 0,-2-2 1,-12 18 149,-17 28 0,-12 18 0,4-3 0,4-11 0,3 3 0,-2 22 0,1-1 0,0 1 0</inkml:trace>
  <inkml:trace contextRef="#ctx0" brushRef="#br0" timeOffset="20970">30127 2801 7533,'-41'-11'1638,"0"25"0,-4 13-1041,16-1 1,-1 5 0,2 4-1,3 0-777,4 0 0,2 1 1,5 0-1,5-1-600,8 10 1,8 0-1,9-19 600,11-31 0,9-18 1,-1 0 868,-4-3 1,-1 0-1,-7 17 75,-7 35 1,-10 18-765,-8-11 0,-5 6 0,-4 3 0,1 1 0,1 0 0,1 4 0,0 1 0,0 1 0,1 0 0,0-4 0,1 1 0,1-1 0,-1 0 0,0 0 0</inkml:trace>
  <inkml:trace contextRef="#ctx0" brushRef="#br0" timeOffset="48616">12277 10485 7533,'-28'0'3058,"-5"0"-2039,11 20 1,-2 12-1,3-1-704,2-2 0,1 1-637,-2 5 1,-2 3 0,7-2 501,9-5 0,4-3-270,2 9-388,32-5-422,-1-13 180,10-35 1,2-17-31,-18 4 1,-4-6-1,0-5 169,-3 4 1,1-5 0,-1-3 0,-1 0-1,-3 0 509,-2 1 0,-2-2 0,-1 1 0,-1 0 0,0 1 94,2-4 1,-1 2 0,-1 0-1,-1 3 98,-4-5 0,-1 3 0,0 7-2847,6-7 4256,-6 19-24,-2 25 114,-2 25-900,-4 4 1,-3 8 0,1 1-541,3-1 1,2 1 0,-1 3-529,-1-1 0,0 5 0,-1 1 1,1-1-1,1-5 349,-1 2 0,2-3 0,1 2-383,0 2 1,0 5 0,2-2 0,4-7-1257,6-1 1,5-6 1616,6 3 0,3-7 0,15-13 0,3-41 0</inkml:trace>
  <inkml:trace contextRef="#ctx0" brushRef="#br0" timeOffset="48853">12647 10485 7533,'-9'47'655,"0"0"0,0-1 1,1-5-1,2-2 0,2-1 540,4 14 0,8-11-1464,19-21-451,-3-41 0,-3-15 390,-7 6 1,-4-4-1,-4 0 240,-9-16 0,-10 4 270,-4 15 0,-7 12-540,-11 28 0,-1 13 360,15-7 0,5 4 0,7 9 0,10-4 0,19-13 0</inkml:trace>
  <inkml:trace contextRef="#ctx0" brushRef="#br0" timeOffset="49032">12912 10448 7533,'-12'18'3276,"37"-21"-3141,3-2 1,1-4 0,0-3 0,-1-3 0,-3-3 0,-1 0 0</inkml:trace>
  <inkml:trace contextRef="#ctx0" brushRef="#br0" timeOffset="49199">13070 9965 7533,'-21'40'546,"-1"1"0,9-6 0,1 7 0,-1 3 0,2-1 0,0-2-616,-1-2 0,2-1 0,0 0 1,0 3-21,0 3 0,-1 5 0,1 0 0,3-1 0,4-4-1003,7 5 1,6-3 0,0-5 924,0 5 1,3-4 0,11 2-1,3-8 1,9-8 0</inkml:trace>
  <inkml:trace contextRef="#ctx0" brushRef="#br0" timeOffset="49882">13335 10510 7623,'-18'5'2968,"-7"2"-1619,-3 22-1079,10-8 0,1 2 0,6 3 0,3 1-360,-3-1 0,6-3-720,21 2 360,11-14 91,10 0 808,-9 8 1,-20 8-360,-42 8-450,19-14 360,-14-9 0,3-1 0,20 2 0,-18-1 0</inkml:trace>
  <inkml:trace contextRef="#ctx0" brushRef="#br0" timeOffset="50069">13741 10349 7533,'-10'0'1979,"10"27"-1979,10-3 0,7 18 0,1-11 0</inkml:trace>
  <inkml:trace contextRef="#ctx0" brushRef="#br0" timeOffset="50200">13758 10733 7533,'-9'23'1092,"-1"1"0,3 7 0,6 1-1278,8 4 1,4 0 0,-3-4 0,3-2 0,15 11 0</inkml:trace>
  <inkml:trace contextRef="#ctx0" brushRef="#br0" timeOffset="51250">14781 10336 7533,'-23'-20'3276,"-7"20"-2261,-3 14 1,-2 9-657,2 4 1,1 4-180,-1 0 0,3 1-225,7-4 0,11-1-405,36 10 180,1-18 1,7-2 179,-1-1 0,4 1 0,-3-2 180,-1 0 0,-4 1 0,-1 6 0,-12 1 449,-32 2-179,-8-3 0,-7-1-720,-3-3 0,-2-2-675,0 2 1,1-6 1034,9-9 0,5-6 0,8-10 0,15-12 0</inkml:trace>
  <inkml:trace contextRef="#ctx0" brushRef="#br0" timeOffset="51719">15081 10386 7533,'-27'19'3276,"9"21"-1638,13-16 0,2 3-1002,6 13 1,2 1-817,-4-3 0,0-4-719,7 10-810,15-67 854,-1-10 1,2-6 794,-6 10 0,1 0 0,0 1 195,8-9 0,-1 13 2204,0 29-91,-26 42-2113,6-22 0,2-2-1124,-5 12 179,19-47 1,5-11-91,-3 7 1,-1 1 1258,17-12 1260,-9 48-1349,-31 15 180,0 1 0,0 0-3329,0 6 2879,7-17 0,2-3 0,2 1 0,15-18 0</inkml:trace>
  <inkml:trace contextRef="#ctx0" brushRef="#br0" timeOffset="52270">15769 10497 7353,'-27'-6'3276,"-14"22"-1638,21 6 0,2 6-1181,-1 6 0,1 3-323,2 2 1,7-2-1394,16 7-380,17-54 1,3-13 488,-4-4 0,-2-4 1015,6-7 0,-4-1 270,-12 10 0,-6 6-45,-5 10 1619,0 19 1170,0 24-1485,-4 2 0,0 4-1394,2 0 0,2 1-585,1-2 1,6-7-2295,21-10 2879,-10-32 0,1-9 0,-1 2 0,-1-1 0,-4-8 0,0 1 0</inkml:trace>
  <inkml:trace contextRef="#ctx0" brushRef="#br0" timeOffset="52483">15981 9903 7533,'-11'47'409,"0"1"1,0-1-1,1 1 1,3-7-1,1 1 1,1 0 0,-1 1-1,0-1 246,-1 1 0,-1 1 1,1-1-1,0 0 0,3-1-880,2 7 0,3 1 1,2-3-1,1-4-868,0-2 1,1-3 0,5-10 992,28 0 0,-3-63 0,-22 4 0,-1 1 0</inkml:trace>
  <inkml:trace contextRef="#ctx0" brushRef="#br0" timeOffset="52636">16228 9890 7533,'-8'26'546,"0"1"0,1 4 0,0 8 0,-1 4 0,1 1 0,1-3 273,-1 3 0,0 0 0,1 0 0,2 4-790,3-7 0,2 4 0,0 3 1,2 0-1,0-2 0,1-5 0,1-7 1,6 15-1,5-8 0,7-10 1,-1 0-1,0 0 0</inkml:trace>
  <inkml:trace contextRef="#ctx0" brushRef="#br0" timeOffset="53852">16633 10795 8972,'0'33'2788,"0"1"-2608,-7-9-180,5-4 0,-12-1 0,-4 0 0,-3 2 0,-1-4 0,1 0 0</inkml:trace>
  <inkml:trace contextRef="#ctx0" brushRef="#br0" timeOffset="54383">17163 9804 7533,'-19'27'1092,"0"1"0,2 5 0,1 7-273,6-7 0,2 5 0,0 2 0,1-3-1788,-1 3 1,1 0 0,0 1 1057,0 2 1,0 2 0,0 1 0,3-2-150,2 3 0,3-1 1,0-4-221,-3 1 1,6-2-814,8-6 1,5 1 0,1-11 858,7-8 1,1-7 0,-1-4 0,1-12 0</inkml:trace>
  <inkml:trace contextRef="#ctx0" brushRef="#br0" timeOffset="54669">17357 10411 7533,'-22'29'819,"1"0"0,-1 0 0,-5 3 0,3 0 511,9-1 0,5-2-2679,8 8 629,4-16-1528,39-16 1258,-18-19-649,10-18 1,-1-5-815,-9 1 2453,3-2 0,-3 2 539,-11 10-629,4 7 3149,-16 19-1080,0 19-360,0 12-1080,0-4 1,0 0-360,0 4 64,16 8-1144,-13-26 900,21-6 0,-14-7 0,7-7 0</inkml:trace>
  <inkml:trace contextRef="#ctx0" brushRef="#br0" timeOffset="54883">17568 10398 8702,'0'27'1092,"0"-1"0,0 5 0,0 1-167,1 2 1,-2-1-836,-2-7 0,-2 0-90,5 7 0,-1-3 0,-7-11 180,8-12-180,8-14-990,-7-34 451,15 11-181,-3-7 1,0-1-300,8 1 1019,-1 12 0,1 2 0,7-6 0,7 10 0</inkml:trace>
  <inkml:trace contextRef="#ctx0" brushRef="#br0" timeOffset="55234">17833 10411 7533,'-33'34'3276,"11"-16"-2126,5 11 1,1 4-612,-2 8-449,12-13 0,2 1-809,-4 14-1170,24-24 1709,-4-8-1170,21-27 901,-13 0-316,-11-6 1,-1-3 404,8-4 989,-14-1 721,14 25-451,-14 28-89,-2 16-241,-2-9 1,-1 6 0,-2-2-166,-7 5 1,-2 1-285,8-5 0,1 3 0,-3-4 105,-12 5 0,-1-5-855,-1 7 180,-11-6-539,15-35 449,8-13 540,10-6 0,10-11 0,8-2 0</inkml:trace>
  <inkml:trace contextRef="#ctx0" brushRef="#br0" timeOffset="55517">17921 10659 12300,'18'7'630,"7"-2"-630,11-33-810,-7 5 450,-14-2 0,-5-4-809,-2-15 1799,-16 11-1,-1 10 270,-15 34 1,-1 11 450,-1 15-586,0-3 1,3 5-46,16 3 1,4 0-760,-2-10 1,2-2-861,7 2 1,8-3-225,15-11 0,5-7 1124,-6-11 0,1-5 0,5 3 0,-3-4 0,-6-19 0</inkml:trace>
  <inkml:trace contextRef="#ctx0" brushRef="#br0" timeOffset="55783">18274 11055 7533,'-10'6'3276,"-6"6"0,-1 13-1193,-3 1-4242,-13 4 2159,5 6 0,-15-14 0,21-7 0,-1-1 0</inkml:trace>
  <inkml:trace contextRef="#ctx0" brushRef="#br0" timeOffset="56867">18697 10510 7533,'-19'18'3276,"-5"23"-1425,46 1-2121,15-9 315,-14-22 0,3-7-1276,12-18 1,-2-7 1140,-4-2-540,-6-8 1,-3-1-91,-12 1 315,-1-3 1,-4-1 494,-6 5 395,-8 5 1,-7 3 548,-11 15 0,-1 6-314,-9 2-487,7 13 1,-4 8 0,9 0 306,14 18-31,-4-7 1,-6 5 0,7-6-240,11 8-630,2 4 0,8-2-1124,11-22 0,5-5 1109,7 6 1,3-5 0,-2-10 0,1-6 0,-4-7 0,1 1 0</inkml:trace>
  <inkml:trace contextRef="#ctx0" brushRef="#br0" timeOffset="57250">19085 10386 7533,'-17'25'3276,"-1"16"0,8-17-2325,5 5 1,2 3-412,3 15-1260,8 0-539,-6-12-1170,22-35 90,3-35 1980,3 16 314,-13-7 0,-1 1 404,1 10 2070,-7 2-1979,-2 15 2248,-8 27-1978,0 4-630,0-6-90,0-5-1349,24-38-1710,-3-5 2520,14 0-901,-9 5-179,-16 27 1619,-2 3 0,-8 0 0,0-3 0</inkml:trace>
  <inkml:trace contextRef="#ctx0" brushRef="#br0" timeOffset="57500">19438 10485 8432,'-10'0'3276,"10"-11"-1605,26 3-1671,3-5-539,-1 13-181,-5 35 1215,-26 4 0,-8 7-166,3-4 1,-1 2 0,-1-2-649,0-5 1,0-2 0,-1 1 318,-6 7 0,0 0 0,2-4-1639,4-7 1,2-3 1400,-1 18 0,12-32 1,16-42-1</inkml:trace>
  <inkml:trace contextRef="#ctx0" brushRef="#br0" timeOffset="57717">19509 10572 7533,'12'-24'1092,"1"0"0,7 3 0,3 2 508,0-2 0,1 5-1375,4 5 0,-3 9 314,3 25-404,-32 1 0,-8 4-540,-9 12 1,-5 1-901,-2-4 1,-1-3 1304,6-8 0,3-8 0,4-14 0,16-30 0</inkml:trace>
  <inkml:trace contextRef="#ctx0" brushRef="#br0" timeOffset="57916">19703 10138 9691,'0'-14'3276,"7"4"-525,19 10-3471,-1 0 1,3 0-920,0 0 1,1 0 1447,2 1 1,-2-2 0,7-11 0,-11-1 0</inkml:trace>
  <inkml:trace contextRef="#ctx0" brushRef="#br0" timeOffset="58083">19914 9890 7533,'-17'42'819,"-1"-1"0,5-3 0,1 4 0,2 2 0,2-5 0,0 3 0,2 0 0,0 0-1445,2-3 1,2 1 0,0-2 0,1-1 625,-1 3 0,1-2 0,5-6 0,7-4 0,4-9 0,12-7 0</inkml:trace>
  <inkml:trace contextRef="#ctx0" brushRef="#br0" timeOffset="58367">19950 10373 7533,'0'29'1092,"0"0"0,-1 1 0,2 1 546,1 8 0,3-2-1406,6-7 0,4-11-2661,14-28 990,7-5 494,-22-18 1,-3-5 944,7-4 2159,-9 2 1117,-1 50-1638,-8 21 0,-8 10-1064,0-2 1,-4 3-1,-1 1-1279,3-5 1,0 0-1,-2 1 1,-3-1 704,-6 1 0,-3 0 0,-1-1 0,1-2 0,1 3 0,1-2 0,-2-2 0,-4-4 0,0 0 0,0-1 0</inkml:trace>
  <inkml:trace contextRef="#ctx0" brushRef="#br0" timeOffset="60833">14499 11130 7533,'-27'0'1439,"9"0"540,26 33-1260,16-14 1,11-2-480,3-2 0,7 0 0,3-6-605,-9-5 1,2-4 0,3-3 0,1 0-1,0 0 335,-2-1 0,0 0 0,2-1 0,1 0 0,-1-1 1,1 0-326,-4-1 0,0 0 0,1-1 1,0 1-1,0-1 0,1 1 1,-1 1 276,2 0 1,0 1 0,1-1 0,-1 2 0,0 0 0,0 1 0,0 1 77,2 1 0,1 1 0,-1 2 0,-1 0 0,0 1 0,0 0-91,-3 0 0,1 1 0,-1 0 0,-1 0 0,0 2 1,-1 1 341,3 2 1,0 3 0,-1 0 0,-1 0 0,0-1-1,-3 0 1,0-1 0,-1 1 0,1-1 0,0-1-180,4 1 0,1-1 0,0 0 0,0-1 0,1-1-108,0-1 0,1-2 0,0 0 0,1-1 0,0-1-39,-5-1 0,2 0 0,0-1 0,-1-1 0,-1 1 0,-2-1-190,4 1 1,-2 0 0,-1-1 0,2-1 228,-3-1 0,2-1 0,0-1 0,-1 0 0,-2 0 366,12 1 0,-3 0 0,-2-1-211,-7-1 1,-1-1 0,3 1 127,1-1 1,3 0-1,1-1 1,-3 1-106,2-2 0,-3 0 0,0 0-22,2 1 0,0-1 0,2 0-98,-6 2 1,2-1 0,0 1-1,-2 0-294,7 2 0,-3 1 0,-1 0 272,-10-2 0,-1-1 0,3 2 357,12 2 0,3 2 0,-2 3 362,-13 3 1,-2 1 0,-1 1-585,11 3 0,2 2 524,-3 5 1,2 4 0,-1-1-241,-6-4 1,-1 0 0,-1-1-380,-3-1 0,0 0 1,2-2 19,13 1 0,4-2 0,-2-8-150,-6-10 0,-1-7 0,-2 2-630,-6 6 1,-1 1-1,0-3-373,12-10 1,1-5 0,-7 1 738,-13 4 1,-3 1 0,0-2 0,-1 1-1,1-5 1</inkml:trace>
  <inkml:trace contextRef="#ctx0" brushRef="#br0" timeOffset="61500">16228 11539 12210,'30'2'779,"1"1"1,-3 4 0,-2 4-1095,4 7 0,-7 7-45,-13 10 0,-8 4 675,-5 6 0,-6 0 584,-10 0 1,1-2-495,12-13 0,8-4 224,35 3-314,-1-25 0,3-2-225,1 5 0,-8 8 404,-16 12 1,-12 6-705,-12-1 0,-9 3 1,-3 0 29,0-4 0,-3 0 1,-2 0-1,1-3 1,-4 4-1,0-2 1,0-2-1,-10 4 1,1 0-1</inkml:trace>
  <inkml:trace contextRef="#ctx0" brushRef="#br0" timeOffset="63417">12735 12530 7533,'-35'0'629,"8"6"270,-2 12 1,1 9-331,10-1 1,3 4 0,-1 2-509,-6 9 0,-1 3 1,5 0 87,7-1 1,4 0 0,5-3-240,7 6 1,10-11-590,13-17 0,7-12-626,5-21 1,0-13 794,-12 6 1,0-4-1,-4-3 294,0-6 1,-4-4 0,-1 2 245,-3 3 0,-1 2 0,-3 1 869,-2-9 1,-2 17 179,0 45-599,-6 8 0,-3 10 0,0 3-413,0 2 0,-1 4 1,0 1-1,-1 1-273,0-8 1,1 1 0,-2 0-1,0-1 1,-1-1 182,-1 6 1,-2 0-1,-1-3 1,-3-4 82,-3 1 0,-3-4 0,-2-13 30,-27-24-45,27-39 0,13-17-315,9 20 0,5-3 0,4 0 0,2 0-476,4-3 1,3 0 0,3 1 0,-1 4 745,3-3 0,1 3 0,2 4 0,1 8 0,3 3 0,-3 3 0,-7 6 0,1-1 0</inkml:trace>
  <inkml:trace contextRef="#ctx0" brushRef="#br0" timeOffset="63917">13247 12704 7533,'-37'23'1638,"14"-6"0,4 3-938,11 15 1,5 3-566,-4-1 0,6-1-315,14 1 0,7-10-989,19-31 854,-10-20 0,-5-12 285,-11 5 0,-3-5 0,-5 1 345,-4-12 0,-10 5 44,-11 11 1,-5 12-990,0 24 1,1 8 629,-1 4 0,7 4 0,14 6 0,8 0 0,15 9 0</inkml:trace>
  <inkml:trace contextRef="#ctx0" brushRef="#br0" timeOffset="64834">13176 11960 7533,'-10'-3'1638,"8"31"0,4 19-901,1-3 0,1 5 0,-1 5-1195,-1-15 0,0 3 0,0 2 1,0 1-1,-1 1 0,0-2 443,-1 2 0,-1 0 0,0 0 0,-1 0 0,0 0 0,0-2 87,0 7 0,-1 0 0,1-1 0,-1-5 0,1-8-271,0 5 1,2-20-477,12-47 1,4-23 516,-2 9 1,1-7-1,2-1 1,0 2 157,-2 6 0,-1-1 0,3 3 0,1 7 315,18-4 0,-3 20 314,-16 38 1,-5 16-720,-2-4 0,-2 4 0,-2 1-150,-3 3 0,-2 2 0,3-4-1379,5 8 0,7-12 1619,21-18 0,1-38 0,-22-10 0,1 1 0</inkml:trace>
  <inkml:trace contextRef="#ctx0" brushRef="#br0" timeOffset="65067">13600 12766 7533,'-18'36'1638,"8"-8"0,2 6 0,3 14 0,8 1-1227,10-8 1,8-13-1671,28-33 854,-16-20 1,-4-10-46,-9-8 0,-12-3 270,-12 5 0,-10 6-180,-7 14 1,-5 10-1170,-21 25 1529,37 21 0,16-9 0,28-17 0</inkml:trace>
  <inkml:trace contextRef="#ctx0" brushRef="#br0" timeOffset="65319">13882 12629 8972,'-34'35'1638,"19"-11"0,1 3-1252,-1 10 0,3 2-926,1-6 0,6-1-135,10-6 1,6-4-226,16-5 1350,10-11 270,-17 16-181,-30 11-629,-6-5 1,-5 0-676,-2-4 0,1-2 765,-6 8 0,13-24 0,15-13 0</inkml:trace>
  <inkml:trace contextRef="#ctx0" brushRef="#br0" timeOffset="65483">13882 12766 7533,'30'-13'1092,"1"1"0,0-5 0,0-2-1072,6-2 0,-3-2 0,-13 4 1,-3-2-1,-2 0 0,-1 1 1</inkml:trace>
  <inkml:trace contextRef="#ctx0" brushRef="#br0" timeOffset="65619">14093 12258 7533,'-18'38'546,"0"1"0,0-1 0,5-2 0,1 2 0,2 1 0,1 3 109,3 0 0,0 3 1,2 2-1,2-1 0,3-1-1311,2-3 1,4-1-1,0-1 1,1-1 0,-2-2 219,-2 10 0,-1-2 1,8-6-1,19 0 0,5-11 1,2-16-1</inkml:trace>
  <inkml:trace contextRef="#ctx0" brushRef="#br0" timeOffset="66033">14728 12568 0,'-17'-18'2579,"7"20"697,2 18-3289,6 6 1,4 4 12,5 3 0,2-1 0,-4-6 0,2-1 0,18 9 0</inkml:trace>
  <inkml:trace contextRef="#ctx0" brushRef="#br0" timeOffset="66152">14693 12927 7533,'-1'44'1092,"0"0"0,11-9 0,6 0-726,0 1 0,3 3 0,1-6 1,0-8-1,1-2 0,-2 0 1,1-1-1</inkml:trace>
  <inkml:trace contextRef="#ctx0" brushRef="#br0" timeOffset="68686">15328 12791 7533,'-10'-7'1799,"3"1"-180,7 39-1035,6 4 1,3 6-315,-3-1 0,0 3 0,2 2-314,1-10 0,1 1 1,2-1-1,0-2 104,1 6 0,1-3 0,4-10 320,12-10 1,1-16-351,-11-21 0,-2-14 0,-1-2-150,-1 2 0,-1-2 0,-1-2-97,-2-7 0,-1-3 0,-1 1-533,-1 6 1,-1 1-1,1 3 750,0-3 0,1 3 0,2 0 0,2 5 0,3 9 0</inkml:trace>
  <inkml:trace contextRef="#ctx0" brushRef="#br0" timeOffset="69919">15769 12915 7982,'-19'0'2609,"3"5"-1889,16 18-91,0 21-449,0-3 0,0 4-135,0 0 0,0 1-90,0-6 0,0-3 45,0-7 0,0-8-180,0-15-270,16-41-45,-4-5 1,3-3 449,4 6 0,-1 0-45,-4-10 0,0 5 180,9 9 360,-21 2 89,6 11-359,-8 6-270,8 8 180,-6-1-180,6 5 90,-8-10 180,0 4 0,0 0-90,0 2-90,0 5 90,0 0-270,0-6 90,0 5 90,0-10 0,0 9 180,0-3-90,0 5-180,0 0 0,0-6 270,0-1-180,0 1 270,0 0 0,0 6-1170,0 0 900,0 6 0,0-5 180,0 10-90,0-4 720,0 33-451,0-4-44,-1 3 0,2 4-1035,1-6 1,3-2-46,3-6 1,2-4 764,18 2 0,7-41 0,0-11 0</inkml:trace>
  <inkml:trace contextRef="#ctx0" brushRef="#br0" timeOffset="70836">16069 12530 8612,'0'36'655,"0"0"0,0 0 1,0 11-1,0 3 0,0 0-248,0-1 0,-1 0 1,2 0-934,0-9 1,1 1 0,0-1 0,1-1-555,2 7 1,1-2-1,1-4 424,-3-6 1,3-6-1,25-1 1,-13-27 0</inkml:trace>
  <inkml:trace contextRef="#ctx0" brushRef="#br0" timeOffset="71119">16263 12952 7533,'-9'25'1092,"0"-1"0,3 8 0,3 2-257,1 2 1,4-1-1106,7 13-1169,25-48 539,-5-26 900,-11-6 0,-1 4 630,9 19 899,-16 17-989,-5 17 0,-2 5-900,-3 13-810,2-12 1,3-4 1169,5-12 0,8 1 0,-1-16 0</inkml:trace>
  <inkml:trace contextRef="#ctx0" brushRef="#br0" timeOffset="71404">16492 13088 7533,'0'32'3276,"0"-2"-706,8-11-2929,2-6-1710,23-41 630,-11 3 494,-7-3 1,-5-3 584,-17-7 360,3 6 3276,-43 47-616,39 10-1536,-13 16 1,3 6-1395,17-16 0,7 0-1369,9 2 1,4-4 1220,6-6 1,24-30 0,-31-12-1</inkml:trace>
  <inkml:trace contextRef="#ctx0" brushRef="#br0" timeOffset="71653">16722 12927 7533,'-5'36'1092,"0"0"0,0 5 0,2-1 546,3-13 0,0-2-1316,-1 4 0,2-2-772,7 11 360,2-37-900,3-28 1,-1-11 584,-3 14 0,2-1 405,4-8 0,2-3 0,0 7 0,6 0 0,-2 12 0,-1 0 0</inkml:trace>
  <inkml:trace contextRef="#ctx0" brushRef="#br0" timeOffset="71933">16933 12939 7533,'-19'25'1638,"2"1"0,2 0 1638,4 1-2542,-7 18-914,18-38-1260,10-7-199,10-17 1,1-6 238,-5 2 1355,5-4 0,-3 10 1934,-16 32-180,6 10-675,-4 6 1,-1 0-1485,-1 5 450,38-21 0,-25-27 0,6-8 0,-1 0 0</inkml:trace>
  <inkml:trace contextRef="#ctx0" brushRef="#br0" timeOffset="72283">17110 12543 8612,'-8'47'819,"0"1"0,6-14 0,2 2 0,-2 1 273,-5 10 0,-3 1 0,4-4-759,4-4 1,2-1-1084,-1-2 1,1 1-1,1-13 750,1-18-2629,21-12 1910,-19-9 264,27-16 275,-19 9 1529,37 19-899,-33 12 179,-8 17 1,-8 4-360,-22-5-1305,-3 3 1,-1-7 854,5-25 180,-3-5 0,32-29 0,2-7 0</inkml:trace>
  <inkml:trace contextRef="#ctx0" brushRef="#br0" timeOffset="72483">17321 12481 7533,'0'28'819,"0"0"0,-2 12 0,-1 6 0,1-5 819,1-8 0,0 1-1550,-1 3 0,-1 7 0,1-1 1,1-7 0,1-6 1,0-1-990,-1 7 1,1 3 0,1-4 633,2-6 0,2-2 266,-2 4 0,3-2 0,12-4 0,0-14 0</inkml:trace>
  <inkml:trace contextRef="#ctx0" brushRef="#br0" timeOffset="72734">17463 12989 7533,'3'34'1092,"1"-1"0,7 0 0,4-15-1336,7-44 0,1-14-745,8 11 1303,-16-17 1,-14 7 405,-29 36-450,-9 22 1368,14 9 0,3 6 0,4 7 0,5 1-1811,1 0 0,10-1 173,20-2 0,9-5 0,8-7 0,0-19 0,1-1 0</inkml:trace>
  <inkml:trace contextRef="#ctx0" brushRef="#br0" timeOffset="73287">18203 12481 7533,'0'-14'3276,"-8"3"-2325,7 16 2108,-15 41-1710,6-8-1715,0 0 1,-2 9 0,1-5 455,1-5 0,-2 0-45,-2 4 0,-4 7 0,0 1 0,4-7-45,1-1 0,0 1-338,-4 1 1,-3 6 0,-1 1 0,7-8-23,5-4 0,2-1 301,-4-2 1,-3 4 0,1-1 0,4-5-1,6-3 1,2-2 0,-7 10 0,0 0 0</inkml:trace>
  <inkml:trace contextRef="#ctx0" brushRef="#br0" timeOffset="74052">18415 12827 8252,'-10'24'1092,"12"12"0,5 12 0,0-7-122,-4-13 1,0 1-859,2 7 1,2 8-1,0-1 1,-3-9 697,-4 3-271,0 6-1079,12-77 1,8-21 134,6 21 0,3-2 555,-13-5 0,-1-4 0,4 16 749,16 24 1,-5 15-540,-18 19-225,-3 14 0,-2 1-225,-7-8-765,3-7 1,1-1-46,-2-5-2377,22 5 2949,-12-20 1,21-3-1,-6-5 1</inkml:trace>
  <inkml:trace contextRef="#ctx0" brushRef="#br0" timeOffset="74350">18962 12952 7533,'-13'41'655,"1"0"0,0 1 1,0-5-1,2 0 0,6-5 983,8-1 0,8-13-2351,18-34 1,1-19-188,-15 1 1,-11 0 1573,-15 5 1,-7 2-765,1-1 0,-4 11-720,-23 39 1,8 14 0,35-15 809,23-4 0,-1-11 0,21-6 0</inkml:trace>
  <inkml:trace contextRef="#ctx0" brushRef="#br0" timeOffset="74617">19156 12815 7533,'0'33'819,"0"0"0,5 6 0,1 3 0,-1-3 819,-10 9 0,6-13-904,28-24-2373,1-40 1,-1-18 1228,-13 11 0,-2-4 1,3 3-1,7 3 1,3 3-1,-4 5 0,3 2 1</inkml:trace>
  <inkml:trace contextRef="#ctx0" brushRef="#br0" timeOffset="75552">19420 12915 7533,'-17'19'1889,"7"4"539,2 18-2068,8-10-135,0-2 0,0 0 45,0-7-270,0 7 0,0-17-180,0-5 90,8-2-1619,-6-16-360,21-24 1619,-19 4 90,11 4 1,2 2 898,-6 10 451,7 20 2286,-10 39-2595,-8-1-2030,23-29-1529,-1-32 2203,0-4 1,-1 0 314,-1-3 180,-5 20-540,-15 11 540,0 1-179,0-1 359,8-12 0,2-6 0,23-24 0,-19 18 809,10-9 1620,-24 43 179,0-1-1978,0 21-900,0-10-2069,0-6 1710,0-15 449,0-12-90,7-5-270,3 5 181,0 2 1528,-2 16 180,-8 2-539,0 1-1620,0-3-2467,23-33 2147,-9-17 1130,-1 14 0,0-2 0,-5-3 0,-1-1 0,-2 7 0,0-1 0</inkml:trace>
  <inkml:trace contextRef="#ctx0" brushRef="#br0" timeOffset="75736">19879 12456 7533,'2'37'1092,"-2"-5"0,-1 8 0,0 5-624,1-9 0,0 6 0,-1 4 0,2 0 0,0 1 0,1-3 0,1-3-1288,4 7 1,2-3 0,1-1 0,-1 1 697,-2 8 0,-2 6 0,3-9 0,6-24 0,11-29 0,-1-13 0,-7-23 0</inkml:trace>
  <inkml:trace contextRef="#ctx0" brushRef="#br0" timeOffset="77035">17410 13695 7533,'-36'0'3276,"9"6"0,9 1-2184,37-4 0,22 1 0,1 1-201,-4 3 1,1 2 0,-2 6-1072,-7 5 0,0 6 0,-4 2 0,-4 1 450,-4 5 0,-5 3 0,-11 0 8,-12-2 1,-9 1 0,-5-1 0,2-3 813,-1-1 0,-1-4 0,7-3 130,7 12-2122,47-26 1,20-10-194,-10-2 1,4-2 0,0 0 727,-3 1 1,-1-1 0,-1 1 0,-2 0 0,-1 0 0,-6 1 0,-11 1 0,1 0 0</inkml:trace>
  <inkml:trace contextRef="#ctx0" brushRef="#br0" timeOffset="82536">13070 14922 0,'-43'-11'1638,"-2"16"0,-2 4 0,15-3 0,0 3-836,-7 11 0,-3 7 0,7 3-473,14 2 1,6 2 0,2 2-300,-2 6 0,1 1 0,8-1-210,6-4 0,5-1 1,7-5-1171,19 4 1,9-15-225,5-24 0,2-17 944,-15-6 1,-1-8-1,-4-1 660,-3-2 0,-3-1 0,-5 0 120,-6 0 0,-3 0 0,-7 9 3126,-9 8-1638,-2 41 0,2 17-1935,5-5 0,4 5 0,2-2 297,4-1 0,4-1 0,2-2 0,5 8 0,5-7 0,3-21 0,1 1 0</inkml:trace>
  <inkml:trace contextRef="#ctx0" brushRef="#br0" timeOffset="82919">13370 14984 7533,'-26'33'1092,"-1"-1"0,3 5 0,3 3 546,5 5 0,5 0-1946,2-9 0,10-9-2570,32-20 1528,-12-27 1,-2-11 764,4-10 1,-1-2 764,-8 2 0,-3 16 3096,-3 35-2389,-5 17 0,-4 14 0,-1 4-726,1-9 1,-1 4 0,1 2 0,-1 0 0,0 0-249,1 2 0,0 2 1,-1-1-1,0 0 0,-2-2 199,-2 7 1,-1-1-1,-2-3 1,-2-4-113,-2-1 0,-1-5 0,-4-8-180,-9-6 0,-1-15-900,3-24 1,5-14 1079,11-12 0,8-4 0,1 1 0,4 0 0,9-1 0,0-1 0</inkml:trace>
  <inkml:trace contextRef="#ctx0" brushRef="#br0" timeOffset="83249">13564 15232 7533,'0'7'3276,"0"4"0,16-21-5691,19-14 1470,-18-3 1,-2-3 224,4 1 1,-5-1 629,-14 0 0,-8 5 270,-11 11 1799,-9 28-630,10 16 1,3 6-1476,-5 10 666,6-4 0,3 1-181,5-16 1,2-2-225,-1 4 0,2 0-45,6-1 0,2-2-1619,5 6 1349,15-13-3097,10-14 258,3-11 3019,-11-13 0,4-5 0,-11-8 0</inkml:trace>
  <inkml:trace contextRef="#ctx0" brushRef="#br0" timeOffset="83519">13811 15158 7533,'0'8'3276,"0"36"-1638,0-6 0,0 3-1496,0 1 0,0-2-772,0 10-1169,32-72 360,-17 0 449,8-18 1,3 0 1439,10 15 1259,-15 13 180,3 50-1170,-22-7 1,-4 3-1620,1 1 1,2-1 899,6 10 0,3-21 0,8-17 0</inkml:trace>
  <inkml:trace contextRef="#ctx0" brushRef="#br0" timeOffset="83700">14146 15208 10411,'8'-20'3276,"10"-3"-4915,14 7 1,3 2 982,-6-8 1,4 5-1,-3-1 1,-21-1 0</inkml:trace>
  <inkml:trace contextRef="#ctx0" brushRef="#br0" timeOffset="83836">14270 14823 7533,'-9'39'819,"0"-1"0,5 2 0,1 3 0,0 1 273,0 2 0,0 1 0,2 1-1505,2-7 0,3 2 1,1-1-1,0 0 413,3 6 0,0 0 0,4-7 0,4 0 0,5-10 0,22-9 0</inkml:trace>
  <inkml:trace contextRef="#ctx0" brushRef="#br0" timeOffset="84085">14781 15034 7533,'-19'12'3276,"-5"1"0,46 10-3003,-8 14 0,13-2 1,-11 6-1</inkml:trace>
  <inkml:trace contextRef="#ctx0" brushRef="#br0" timeOffset="84219">14781 15517 7533,'-9'25'3276,"1"11"-2730,18-12 0,3 1 0,1 17 0,3-19 0,-1 1 0</inkml:trace>
  <inkml:trace contextRef="#ctx0" brushRef="#br0" timeOffset="106502">15857 14885 7533,'-19'-26'2338,"-5"8"-1978,14 13 944,-13 32 1,-3 17-676,5-2 1,1 6-764,8-7 1,0 5-1,1 2 1,1 0 267,2-2 1,2-1 0,0 1 0,3 0-248,1 1 1,2 1 0,0-1 0,2-2-125,0-5 0,0-2 0,1-1 0,-2-1-63,-2 3 0,-1-2 1,-1-3-871,0-3 1,-4-6 1169,-28-2 0,-3-29 0,-5-13 0</inkml:trace>
  <inkml:trace contextRef="#ctx0" brushRef="#br0" timeOffset="106650">15469 15431 8972,'26'0'3276,"17"0"-3520,-5-2 0,2-2 244,-9 1 0,-1-1 0,9-1 0,-3-2 0,-1-5 0</inkml:trace>
  <inkml:trace contextRef="#ctx0" brushRef="#br0" timeOffset="106936">16016 15356 7533,'-27'32'655,"-1"-1"0,1 0 1,4-2-1,2 0 0,4 0 983,4 1 0,8-3-2883,23 9-394,6-46 1,5-13 263,4 0 0,-1-3 1420,-8-6 0,-1 4 3013,8 10 180,-47 52-2294,9-4 1,3 3-1755,0-5 1,6-4 809,17 7 0,18-27 0,7-17 0</inkml:trace>
  <inkml:trace contextRef="#ctx0" brushRef="#br0" timeOffset="107150">16351 15381 7533,'-22'27'1092,"-1"1"0,0 0 0,3 1 546,8-1 0,4 0-3243,8 16 1605,28-19 0,1-20 0,5-12 0</inkml:trace>
  <inkml:trace contextRef="#ctx0" brushRef="#br0" timeOffset="107403">16439 15356 12570,'34'-22'-315,"3"0"0,-8-10 0,-5 9 1</inkml:trace>
  <inkml:trace contextRef="#ctx0" brushRef="#br0" timeOffset="107586">16563 14935 8522,'-18'31'1638,"6"8"0,-1 8-546,1-5 0,-1 4 0,3 4-883,2-3 1,1 3 0,2 1 0,3-1-1020,2-2 1,3 0 0,2-1-1,3-4 810,2 3 0,3-4 0,5-7 0,11-7 0,5-11 0,-9-18 0,0 1 0</inkml:trace>
  <inkml:trace contextRef="#ctx0" brushRef="#br0" timeOffset="108918">16545 15493 9152,'27'-9'509,"-1"1"1,6-10 0,-3-7-645,-4-10 0,-3-5-277,-5 6 0,-2-2 1,-4 0 351,-5 1 0,-5 1 0,-6 1 796,-9-2 0,-7 1 1,-3 10 72,-6 12 1,-2 12-46,-13 16 1,3 15-466,20 2 1,6 7 0,3 3-10,3 2 1,3 2 0,5-2-561,3-3 0,3-2 1,6-3-751,6-6 1,5-3-1,5-6 1020,12-7 0,5-8 0,0-3 0,6 0 0,0-7 0,-13-7 0,-1 0 0,1 0 0</inkml:trace>
  <inkml:trace contextRef="#ctx0" brushRef="#br0" timeOffset="109684">17392 14997 7533,'-20'0'3276,"-11"22"-2261,27 5 1,4 6-477,-9 11 1,2 3-540,10-11 0,3 1 0,1-2 0,0 6 0,6-7-450,7-12 1,3-13-316,-4-22 0,-1-10-90,5-10 1,-3-6 494,-5-5 1,-2-1 718,-4 10 1,-1 7 1709,0 10 450,-16 60-1710,6-5 1,2 4-1440,3-5 0,2 4 1,3-5-1010,5-1 1,3-5 1429,6 1 1,1-10 0,13-27 0,-11-5 0</inkml:trace>
  <inkml:trace contextRef="#ctx0" brushRef="#br0" timeOffset="110002">17727 15232 7533,'-20'0'3276,"5"0"-1875,30-11-1581,13-13-450,9 1-89,6 11 1123,-30 30 1,-6 11 45,-4 1 0,-4 4 0,-1 2-383,0 1 1,0 2-1,-2 2 1,0-1-417,-2 3 0,-1 0 1,0 0-1,2-1-341,0 7 1,3-2-1,-1-4-524,-2 4 0,2-8 1123,3-11 0,0-34 1,0-13-1</inkml:trace>
  <inkml:trace contextRef="#ctx0" brushRef="#br0" timeOffset="110236">17833 15220 7533,'35'-20'1092,"0"0"0,-6 8 0,-3 6 399,17 20-1221,-36 16 0,-12 5-405,-9-7 0,-7 0-195,-1-1 0,-3 1 0,0-4 46,-5-3 1,1-4 0,-2-1 0,5-3 0,8-1 0</inkml:trace>
  <inkml:trace contextRef="#ctx0" brushRef="#br0" timeOffset="110702">18186 15654 10141,'25'30'-539,"-13"7"539,4-9 0,-9 1 0,3-17 0</inkml:trace>
  <inkml:trace contextRef="#ctx0" brushRef="#br0" timeOffset="111336">18697 15282 7533,'-40'8'1092,"0"-1"0,2 11 0,5 8 546,7 10 0,7 5-822,5 1 1,11-1-1762,11-11 1,9-9-136,12-25 1,5-14 359,-8-5 1,-1-7 0,-2-7 341,-3 0 0,-2-7 0,0-4 0,-2 2 1,-1 4 81,0-5 1,-3 4-1,0-4 368,-4 5 0,1-5 0,-2-1 0,-2 5 0,-3 8 1367,-5 5 0,-2 7 1024,-5-9-1204,-2 59 1,-1 26-1081,7-17 1,-1 6 0,2 5 0,1 1 0,0 0 0,3-4-729,1-3 1,1-1-1,2-1 1,1 1 0,-1 0-108,0 9 1,-1 3-1,2-1 1,1-4 0,5-10-1,11 2 1,5-15-1,23-24 1,-22-14 0</inkml:trace>
  <inkml:trace contextRef="#ctx0" brushRef="#br0" timeOffset="111650">18997 15319 7533,'-21'32'1092,"-1"-1"0,6 7 0,3 3 546,0 2 0,8-1-1092,9-6 1,10-11-1492,14-29 1,4-14 89,-5-9 1,-3-7 254,-4 4 1,-1-3-1,-7 1 735,-6-6 0,-12 6 1034,-12 11 1,-7 12-676,-3 21 1,-1 12-855,3-2 1,5 5 359,8 8 0,11-2 0,21-2 0,16-14 0</inkml:trace>
  <inkml:trace contextRef="#ctx0" brushRef="#br0" timeOffset="112002">19226 15369 7533,'-19'35'3276,"11"10"0,18 0-3532,23-8-2173,-4-30 810,-1-21 1979,-5-6 899,-21 7 1350,6 31-540,0 10-1889,2-2-360,15-32-1260,-11-13 1,0-6-200,4-4 1,-1-1 1448,-7 4 0,0 1 0,13-15 0,-13 21 0</inkml:trace>
  <inkml:trace contextRef="#ctx0" brushRef="#br0" timeOffset="112286">19544 15331 8162,'-8'25'3276,"6"17"-1638,-2-17 0,0 0-364,4 22-3163,16-22 720,-4-22 359,4-22 1,1-7 1168,10-5 1350,-7-12 720,4 48-1530,-22 27-2113,8-5 0,3-1 1214,-1 12 0,13-15 0,-7-23 0</inkml:trace>
  <inkml:trace contextRef="#ctx0" brushRef="#br0" timeOffset="112719">20073 15753 7533,'0'-14'3276,"8"19"-975,2 38-2301,-6-11 0,1 1 0,3-3 0,0-1 0,-3-3 0,0 0 0</inkml:trace>
  <inkml:trace contextRef="#ctx0" brushRef="#br0" timeOffset="113519">20373 14861 7533,'-18'-21'3276,"1"10"-1721,10 34 0,4 16-746,-1-3 1,2 4 0,0 3-1174,1 1 0,0 2 0,2 2 0,0-1-64,1 2 1,2 1 0,0 0 0,2-4-666,1 6 1,2-3 0,2-5 436,6 1 1,3-11-1,8-12 1,-13-29 0</inkml:trace>
  <inkml:trace contextRef="#ctx0" brushRef="#br0" timeOffset="113769">20514 15394 9781,'-10'48'3276,"18"-14"-1874,12-9-4679,23-48 0,-22-14 0,3-6 3599,-48 14 938,-5 38 378,2 9 0,1 7-758,7 6 1,9 4-1826,9 4 1,9-2 944,9-12 0,6-6 0,24-3 0,-6-23 0</inkml:trace>
  <inkml:trace contextRef="#ctx0" brushRef="#br0" timeOffset="114020">20867 14997 7533,'-30'11'1638,"9"6"0,3 7 0,10 13 0,4 7-1364,-2-3 1,0 3-1,1 2-1006,3-8 1,2 2 0,1-1-1,0 1 484,1 1 1,0 0 0,1 0 0,0-1-203,1 6 0,0-2 1,-3-2-189,-2 8 0,-5-8 638,-14 1 0,-7-32 0,1-18 0</inkml:trace>
  <inkml:trace contextRef="#ctx0" brushRef="#br0" timeOffset="114152">20655 15567 11490,'41'-13'270,"-6"2"0,1-1-270,-6 2 0,1-1 0,7-3 0,-2-2 0,-1-9 0</inkml:trace>
  <inkml:trace contextRef="#ctx0" brushRef="#br0" timeOffset="114319">20973 15431 7533,'-20'40'3276,"20"-12"-3134,35-39-142,-7-5 0,-1-5 0,-6 4 0,-3-1 0,-2-6 0,0 1 0</inkml:trace>
  <inkml:trace contextRef="#ctx0" brushRef="#br0" timeOffset="114469">21096 15183 7533,'-18'22'1092,"1"0"0,-3 18 0,5 8 0,5-6 0,4 4 0,2 1-1156,1-9 1,1 1-1,3-1 1,3-3-1030,7 2 1,5-3 0,0-3 545,-1 3 1,3-9 0,7-15 0,-1-9 0,-6-8 0</inkml:trace>
  <inkml:trace contextRef="#ctx0" brushRef="#br0" timeOffset="114685">21396 15815 12660,'0'12'3276,"0"23"-3494,-8 10-1421,3-13 1,0 0 1333,-4 7 0,-7-6 0,6-25 0</inkml:trace>
  <inkml:trace contextRef="#ctx0" brushRef="#br0" timeOffset="114986">21625 15282 7533,'-5'43'819,"0"-1"0,2-4 0,0 2 0,2-3 819,0 0 0,2 0-3277,-1 11 1,0-3 1622,0-14 1,0-5 2054,0-3-1589,7-68-226,1 10 1,2-3-885,0 5 1,2-2-1,1 1-433,2 2 1,0 0 0,0 4 463,5 1 1,-2 3 0,7-16 0,-17 20 0</inkml:trace>
  <inkml:trace contextRef="#ctx0" brushRef="#br0" timeOffset="115134">21837 15034 9691,'0'25'3276,"0"11"-5652,8 2 2376,2-5 0,-1 1 0,-1-14 0</inkml:trace>
  <inkml:trace contextRef="#ctx0" brushRef="#br0" timeOffset="115267">21908 15369 7533,'-8'38'1092,"0"1"0,5-8 0,2 0 546,-4 7 0,2-3-1208,13-3 1,8-16 0,-1-16 0</inkml:trace>
  <inkml:trace contextRef="#ctx0" brushRef="#br0" timeOffset="115601">22102 15319 7533,'-20'46'1638,"7"-18"0,2 1 1638,9 17-2992,-5-1-2713,14-4 540,-5-27 450,14-8 0,-6-19 629,8-12 1710,-9 10 269,-1 4 540,0 46-720,-6-5 1,-2 3-630,1 1 0,-2 0 44,-2 8 1,-4-2-270,-4-15 0,-3-4-45,-14 16-3148,9-30 3058,3-10 0,16-26 0,0 3 0</inkml:trace>
  <inkml:trace contextRef="#ctx0" brushRef="#br0" timeOffset="115884">22278 15034 7533,'0'26'1092,"0"0"0,0 15 0,0 5 0,-2-7 0,-1 2 0,0 0-398,2 2 0,0 1 1,1-4-1640,-1 5 1,2-7-1035,9-4 1529,15-53 1170,-13-3 1079,12-18-540,-15 30 1350,17 10-3149,-8 16 0,-1 5 540,2 0 0,-1 0 0,10 16 0,-12-21 0</inkml:trace>
  <inkml:trace contextRef="#ctx0" brushRef="#br0" timeOffset="116883">22648 15331 9781,'33'-2'-210,"-1"0"0,-10-1 0,11-6 1,-4-5-1,-19-5 0</inkml:trace>
  <inkml:trace contextRef="#ctx0" brushRef="#br0" timeOffset="117019">22772 15059 7533,'-10'46'468,"0"-1"0,0 1 0,1 0 0,-2 1 0,0 2 0,3-4 0,6-6 1170,11-2 0,6-5-1760,1 2 1,5-9 0,26-19-1,-21-13 1,-1 0 0</inkml:trace>
  <inkml:trace contextRef="#ctx0" brushRef="#br0" timeOffset="117886">16016 16137 7533,'38'0'341,"0"-1"1,0 1 0,3 7 0,0 4 0,2 0-1064,4-4 1,1 0 0,4 3 526,-15 1 0,3 2 0,1 1 0,0 0 0,2-1 1,-2-3-60,0-3 0,-1-1 1,0-2-1,1-1 1,1 0-1,3 0 478,-1 0 1,1 0 0,2 0 0,1 0 0,1-1 0,1 0 0,0-1 0,-1 0-173,-1-1 0,-1-1 0,2 0 0,-1-1 0,1 0 0,1-1 0,-1 1 1,1-1-1,-1 1 55,-2-1 1,0 0 0,0 0 0,1-1 0,-1 1 0,1-1 0,0 1 0,0 0 0,0 0 0,1 0-190,-4 0 1,2 1 0,-1-1 0,0 1 0,1-1 0,0 1 0,0 0 0,0 0 0,0 0 0,0 1 0,0-1 121,1 1 1,0 1 0,0-1 0,1 1 0,-1 0 0,1 0 0,-1 0 0,0 0 0,1 0 0,-1 0 0,0 1-2,0-1 1,0 0 0,-1 1-1,1-1 1,0 1 0,-1-1-1,1 1 1,-1 0 0,0 0 0,0 0-1,0 0 122,1 0 1,1 1 0,-1-1 0,0 1 0,0 0 0,-1 0 0,1 0 0,-1 1 0,0-1 0,1 0-46,-2 0 1,0 1 0,0-1 0,0 1 0,-1-1 0,1 1 0,-1 0 0,0-1 0,0 0 0,-1 1 12,3-1 1,-1 1 0,-1-1 0,1 0 0,-1 0 0,0 0 0,0 1 0,-1-2 0,1 1 63,4 0 0,0 0 1,0-1-1,0 0 1,0 0-1,-1 1 1,0 0-1,-1 0-91,4 0 1,-1 1 0,-1 1 0,1-1 0,-1 1 0,-1-1 0,0 0 72,-3-1 0,0 1 0,0-1 0,-1 0 0,0 0 0,-1 0 0,-1 0-193,10 1 0,-1 0 0,-1-1 0,-2-1 0,0-2-482,3-3 0,0-2 0,-3-3 1,-4-2-594,-1-5 1,-4-2 0,-6-2 506,3-5 0,-13-3 0,-23-11 0,-19 26 0</inkml:trace>
  <inkml:trace contextRef="#ctx0" brushRef="#br0" timeOffset="118435">18344 16273 7533,'-19'37'546,"-1"1"0,1-1 0,1-2 0,0 2 0,2-1 0,5-1 1092,7 16 0,4-3-626,-6-1 0,4-1-742,11-2 0,8-8-180,12-21-675,7-5 0,3-4 46,4-6-721,2-2 1,0-1 899,-4 1 360,-3-8 0,-2-2 0,-4 2 0,9-13 0</inkml:trace>
  <inkml:trace contextRef="#ctx0" brushRef="#br0" timeOffset="118569">18574 16509 7533,'-24'19'819,"1"0"0,-3 15 0,1 8 0,3 1 273,9-3 0,3 2 0,0 4-1639,1-9 1,-2 3 0,0 3 0,0 0 0,2-1 0,1-3 461,1 4 0,2-3 1,2 0-1,-2 1 1,1 2-1,-1 2 1,1-2-1,2-5 1,2 2-1,0 0 1</inkml:trace>
  <inkml:trace contextRef="#ctx0" brushRef="#br0" timeOffset="126300">23283 8019 7533,'-37'0'3276,"12"0"-1515,17 6-123,9 34 0,6 15-1702,-10-12 0,0 3 4,2 2 0,1 4 0,-1-4-1579,-4-2 1,0-6 1153,-3 3 0,16-32 0,2-18 0</inkml:trace>
  <inkml:trace contextRef="#ctx0" brushRef="#br0" timeOffset="126653">23283 8019 7533,'-29'-5'3276,"13"-2"-1638,37-4 0,15-1 0,4-2 0,4 1-1107,-4 4 1,3 1 0,0-1-562,-4 1 0,0-1 0,-2 3-60,13 0 0,-4 5 45,-13 5 0,-3 3 270,-1 3 0,-7 6 404,-12 14 1,-8 6 90,-5 9 0,-4 4-841,-1-9 0,-2 3 0,-1-1-29,-1 2 0,-1 1 1,2-2-421,4-4 0,1-1 0,2-2-1069,-1 7 1,2-6-1639,3 0 2667,0-20 0,-8-17 0,-2 0 0</inkml:trace>
  <inkml:trace contextRef="#ctx0" brushRef="#br0" timeOffset="126869">23230 8651 7533,'-34'10'1638,"0"0"0,-5 13 0,69-12 0,22-3-546,-12-2 0,3-2 0,3 0-322,-3 0 0,3-1 0,0 0 1,0-2-1591,-1-1 1,1-2 0,-2 0 0,-3 1 350,-5 1 1,-2 0 0,-2-2 0,11-5 0,-6-2 0,-9-5 0</inkml:trace>
  <inkml:trace contextRef="#ctx0" brushRef="#br0" timeOffset="127252">23178 7982 7533,'-28'0'1638,"10"32"0,3 8 1638,-5 0-2543,11-5 0,0 11 0,0 4 0,3-5-1125,1-1 1,2-2 0,-1 1-429,-1 0 1,0 3 0,1-1 0,2-4-274,6 0 1,2-3 0,0-4 873,-2 1 1,4-11 0,17-18-1,-7-20 1</inkml:trace>
  <inkml:trace contextRef="#ctx0" brushRef="#br0" timeOffset="128567">23160 7053 7533,'-30'0'1169,"7"0"2069,23 16-2698,0-1 359,0 10 1,0 3-540,0 7-682,0 6 0,0 0 502,0-3-630,0 5 0,0 0 450,0-12-1619,-1 2 0,2-2 559,7-9 1060,2 7 0,7-17 0,1 0 0</inkml:trace>
  <inkml:trace contextRef="#ctx0" brushRef="#br0" timeOffset="128917">23248 7053 7533,'8'-34'3276,"17"0"-2887,11 20 0,5 3-209,-14 1 0,1 0-121,4 3 1,5 1 0,0 1-734,12-2 1,-2 3 718,-11 2 0,0 2 314,11 1 0,-4 4-989,0 14 360,-5 7 90,-11 5 0,-9-11 1,-5 1 89,-9 2 0,5 6 0,-2-1 90,-7-5-90,-7 8 0,-2 1 0,5 4-686,-6-5 1,-6 5-1,3-5 507,-1 12 48,4-11 0,-1 4 0,-1-2-1264,-1-3 1,1-3 1214,2-1 1,0 0 269,-1 1 0,-3-5 0,-12-15 0,-1 3 0</inkml:trace>
  <inkml:trace contextRef="#ctx0" brushRef="#br0" timeOffset="129067">23301 7623 7533,'-41'22'1092,"0"0"0,9-9 0,11 0 2184,21 9-1638,25-18 0,10-7 0,-2 4 0,3-2-2731,9 0 1,5-2 0,-4 1 827,-4-2 1,-1 1 264,2-1 0,4 0 0,-4 1 0,-5-1 0,-2 1 0,7-3 0,1-1 0</inkml:trace>
  <inkml:trace contextRef="#ctx0" brushRef="#br0" timeOffset="129500">23230 5974 7533,'-19'0'3276,"3"28"-2235,8 6-636,7-3 0,0 6-375,-1-2 0,-1 2 0,1-2-1175,1-1 1,2-1 364,1 5 1,1 4-1,-1-7-479,0 8 1351,6 5 1,-8-25 0,0-11-1</inkml:trace>
  <inkml:trace contextRef="#ctx0" brushRef="#br0" timeOffset="129800">23195 5986 7533,'0'-26'3276,"24"-8"-975,-11 19-1627,18 0 1,3 1-973,-8 0 523,16 4 0,4 2-287,-21 4 0,1 2 62,16-3 0,2 4-90,-4 8 0,-2 3-225,-9-4 0,-1 3 90,3 4 1,-3 4-30,-8 6 1,-5 1 163,5 12-90,-10 3 0,-4 3-90,-6-15 1,0 1 44,0 15 0,0 3-645,-3-9 1,0 0-1,1-2 555,1 1 1,0 1-423,-4 3 0,-1 3 0,1-6 18,3 7 359,-1-11 0,-2-1 439,-3-1 0,-1-6 0,-9-7 0</inkml:trace>
  <inkml:trace contextRef="#ctx0" brushRef="#br0" timeOffset="129952">23407 6643 7533,'-31'-2'1638,"1"-1"0,-1 2 1638,-1-10-1463,32 9-734,47-3-899,-19 5-972,5 0 0,10 0 0,-6 0 522,-9 0 1,-1 0 269,17 1 0,7 2 0,-6-2 0,-12 0 0,-2 0 0,3 1 0,-1-1 0,0 1 0</inkml:trace>
  <inkml:trace contextRef="#ctx0" brushRef="#br0" timeOffset="130250">24201 5838 7533,'-28'0'3276,"10"6"-706,11 39-2300,7-12-292,0-1 1,0 6 0,0-5 291,0 14-210,0-3 0,0 9 0,0-8-240,0-18 0,0 0 180,-2 12 0,-2 6 0,2-4-1639,0-4 1,2-4 1513,3-5 0,2-1 1,-1 18-1,11-39 0</inkml:trace>
  <inkml:trace contextRef="#ctx0" brushRef="#br0" timeOffset="130600">24253 5900 7533,'0'-21'3276,"16"-6"0,-12 24-654,43-14-2262,-31 16-180,13-4 0,6-1-360,-3 5 0,-1 1 90,-6-3 0,1 0-180,13 2 1,-5 2 179,-21 5-1349,19 11 1259,-22-1-630,-1 18 630,-1-13 360,-8 26-90,0-24 45,0 10 0,0 1-338,0-2 248,-7 11 0,-2 1-499,6 0 184,-6 5 0,2 0 0,7-4-315,-4 2 1,0-1 134,2-9-719,-6-2 0,0-1 719,6-11-1259,-13 17 1709,13-27 0,-6 0 0,8-8 0</inkml:trace>
  <inkml:trace contextRef="#ctx0" brushRef="#br0" timeOffset="130767">24306 6532 7533,'-45'7'3276,"18"-1"0,27-1 0,19-4-1638,8 7 0,5 1-680,16-5 1,0 0-1543,-12 5 1,1 0 583,1-4 0,3-2 0,-7 1 0,8 9 0,-13-7 0,0 0 0</inkml:trace>
  <inkml:trace contextRef="#ctx0" brushRef="#br0" timeOffset="133402">13229 17463 7533,'-43'-5'1709,"6"4"-1080,-6 6 495,13 13 1,1 5-945,8-6 0,1 3-156,-3 10 1,-1 6 0,4 2 424,4-1 1,4 1 0,3 1-210,5 3 0,3 1 0,2-3-195,-3 12 0,10-10-135,25-17 0,8-17-180,-7-25 0,-1-13-390,-1-1 1,2-6-1,-4 1 525,1-4 0,-5-2-465,-6-2 1,-2-5-1,-7 6 285,-12 8 1,-4 2 314,6-1 0,-6 4-180,-17 6 0,-5 8 540,-4 10-1,-5 7 1,-3 4 0,10 1 0,1 0-360,-19 2-1305,23 8 1,9 2 1304,21-2 0,-12 14 0,14-12 0</inkml:trace>
  <inkml:trace contextRef="#ctx0" brushRef="#br0" timeOffset="133836">13370 16856 7533,'-29'4'3276,"5"37"-2480,25-5 1,7 7 0,-1 0-1885,-5-8 1,-1-1 0,0 4 1177,2 0 0,0 4 0,1 2 0,-1 1 0,0-1-144,-2 1 0,-1 1 0,-1 0 0,1-1 0,0-2 31,0 1 1,0-2-1,0 0 1,0 2-68,0 2 0,0 4 0,0-1 0,0-3 0,0-10 197,0-4 0,0-4-107,-1 12 0,2-15 276,6-53-756,3-3 0,1-8 1,2-1 29,2-6 0,1-2 1,0 1 299,-2 3 1,1 0-1,3 4 0,3 3 0,3 2 0,-4 16 2179,-5 20-2029,17 36 180,-32 9 0,-6 1 0,-4 4-270,-3-12 0,-2-1-540,-3 5 1,-1-2 629,5-10 0,1-5 0,-3-10 0,16-30 0</inkml:trace>
  <inkml:trace contextRef="#ctx0" brushRef="#br0" timeOffset="134167">13864 17526 7533,'-35'14'1092,"0"0"0,5 3 0,5 5 546,0 17 0,7 6-1361,5-5 0,8 0-817,9-1 0,8-3-450,0-11 1,5-8 630,20-12-991,4-12 991,-29 6 359,-20 41 89,-11-10 1,-7 0-180,-9 4 1,-2-1-1,12-5 0,1-10 90,-23-29 0,45-11 0,-6-20 0</inkml:trace>
  <inkml:trace contextRef="#ctx0" brushRef="#br0" timeOffset="134320">13899 17674 9422,'44'-11'1638,"-15"-5"0,2-4-3277,6-5 1,-1-2 1369,-3-2 0,-1 0 0,-6 7 1,-2 1-1,2-2 0</inkml:trace>
  <inkml:trace contextRef="#ctx0" brushRef="#br0" timeOffset="134486">14182 17104 3489,'-22'26'819,"1"-1"0,4 7 0,3 5 0,-1-1 376,-4 6 0,1 4-970,8-7 0,1 5 0,1 1 0,2-3-555,0 4 0,3-2 0,2 1-490,3-6 1,1 1 0,2 0 0,1-3 811,1 4 1,3-3 0,2-4 0,9-1 0,3-10 0,19-17-1</inkml:trace>
  <inkml:trace contextRef="#ctx0" brushRef="#br0" timeOffset="134752">14305 17562 7533,'-19'28'819,"0"0"0,0 0 0,9-2 0,1 1 16,-18 23 1,15-11-2275,45-37-1838,6-31 2846,-12 2 1,-1 8 3706,1 28 0,-19 33-2954,-6-6 0,2 0-1537,6-7 1,6-9 1214,15-20 0,12-22 0,-17-20 0</inkml:trace>
  <inkml:trace contextRef="#ctx0" brushRef="#br0" timeOffset="134936">14605 17550 9062,'-18'12'3276,"1"23"-2216,-1-4 1,2 6-792,8 4 1,3 3-1170,-8 0 1,10-6-675,21-13 0,5-13-65,-3-25 1,1-9 1617,11-2 1,-3-3 0,-9-12 0,-5-1 0,-2 13 0,0-1 0</inkml:trace>
  <inkml:trace contextRef="#ctx0" brushRef="#br0" timeOffset="135119">14764 17067 7533,'-18'33'819,"0"0"0,5 2 0,1 3 0,2 4-164,4-5 0,2 3 1,0 1-1,1 1 0,1 0-1233,-1 0 0,0 1 0,1-1 0,1 0 0,2-2-242,1 1 1,3-2 0,0-1 0,0-3 178,3 16 1,4-14 0,13-26 0,-7-25 0</inkml:trace>
  <inkml:trace contextRef="#ctx0" brushRef="#br0" timeOffset="135353">14817 17649 9871,'17'32'3276,"17"-13"-4303,-5-35-1671,-2-19 2518,-18 9 0,-10 1 1439,-32 5 225,13 34 0,1 13 154,-5 13 0,3 6-1387,4-6 0,8 1-1475,16 6 1,10-9 1044,6-22 179,9-4 0,3-7 0,4-18 0,-13 4 0,-1-1 0</inkml:trace>
  <inkml:trace contextRef="#ctx0" brushRef="#br0" timeOffset="136034">15716 17526 7533,'-25'-12'2069,"5"4"-271,3-10-4046,9 17 2248,16 2 0,9 12 0,11-1 0</inkml:trace>
  <inkml:trace contextRef="#ctx0" brushRef="#br0" timeOffset="136167">15752 17798 7533,'-19'24'1638,"0"0"0,2 16-1232,22-15 0,7-2 0,18 3 0,13-2 1</inkml:trace>
  <inkml:trace contextRef="#ctx0" brushRef="#br0" timeOffset="136900">16439 17662 10771,'-9'33'1092,"-1"0"0,0-1 0,4 0 103,12 1 1,4-2-1916,2 11-1169,21-29 360,2-48 719,-20 9 1,0-1 1573,6-5 1,-1 10 1574,-8 21-1125,-4 31 0,-1 15-539,3-1 0,4-3-406,5-6 1,7-14-450,13-36 0,2-20-570,-14 7 1,-3-5 0,0-1-344,0-2 1,0-1 0,-4 3 933,-1-3 1,-3 8 0,2 11 0,-10 19 0</inkml:trace>
  <inkml:trace contextRef="#ctx0" brushRef="#br0" timeOffset="137300">17180 17699 7533,'-40'0'1092,"0"0"0,4 8 0,1 6 546,3 5 0,4 6 0,7 6 0,4 2-1111,1 3 1,7-2-617,17 4-2340,19-38 790,3-17 1,1-10 488,-6-9 0,-1-4 475,3 4 1,-3 0 1213,-11 6 1,-8 11 2736,-13 30-345,-4 36-3156,5-17 0,4-1-3052,21 14 1638,7-39 1,3-8 1383,5-6 1,-4-3 0,-3-2 0,-7-5-1</inkml:trace>
  <inkml:trace contextRef="#ctx0" brushRef="#br0" timeOffset="137550">17357 17079 7533,'-14'22'1092,"0"0"0,0 13 0,3 7-273,6-6 0,3 4 0,1 2 0,-1 0-260,-1 0 0,0 0 1,1 0-1,2 0-1369,2 0 1,2 0-1,1-1 1,0-4-830,2 16 1,5-12 968,16-12 1,-3-44 0,-7-22 0</inkml:trace>
  <inkml:trace contextRef="#ctx0" brushRef="#br0" timeOffset="137733">17568 17116 7533,'-8'44'819,"1"-1"0,-2-1 0,-1 2 0,1 2 0,2-5 0,1 2 0,1 0 0,2-2-896,1 11 0,4-2 0,5-6 77,9 2 0,8-13 0,2-21 0,3-9 0,-4-13 0,1 1 0</inkml:trace>
  <inkml:trace contextRef="#ctx0" brushRef="#br0" timeOffset="138667">16686 18256 7533,'-31'7'1638,"0"-1"0,-7 6 1638,54-5-1638,18-10 0,12-5-880,-4 1 1,6-1 0,2 0-1,1 0-1091,-10 1 1,1 1 0,1 1 0,0-1-1,1 0 99,5 0 0,1 0 0,1-1 1,-2 2-1,-1 1-418,3 1 0,-1 2 0,-3 1 0,-1-2-441,4-2 1,-2-1 0,-5-2-547,1-6 1,-7-1 1198,4-7 0,-41-7 0,-10 21 0</inkml:trace>
  <inkml:trace contextRef="#ctx0" brushRef="#br0" timeOffset="139117">17286 18542 7533,'-27'0'1619,"1"0"-720,24-6-539,20-12-315,3 3 0,3-2-90,0 1 0,-1 0-270,0-1 0,-3 3 495,-2 8 1529,-10 51-1259,-8-11 0,0 5-450,0-3 0,0 3 0,0-2-1093,-1-2 1,1-1 0,1-2-373,2 8 0,1-6 1465,-2 4 0,6-22 0,-8-16 0</inkml:trace>
  <inkml:trace contextRef="#ctx0" brushRef="#br0" timeOffset="139283">17321 18839 7533,'-27'25'3276,"9"-11"0,50 2-2954,1-14 0,6-2-322,1 1 0,4 1 0,-2 0 0,7 1 0,-2 0 0,-2 0 0,0 0 0</inkml:trace>
  <inkml:trace contextRef="#ctx0" brushRef="#br0" timeOffset="-110612.73">24465 16348 7533,'-17'-7'2518,"7"2"-1258,2 16 1528,8 19-1979,0 10-404,0-10 0,0 6 202,0-2 0,1 6 0,-1 0 1,-1-3-835,-3 8 1,0 1 370,2-9 0,1 6 0,0 2 0,-1 0 0,-2-4-444,-1-2 0,-2-1 1,0-1-1,1 2 48,0 0 0,0 2 0,1 1 1,-1-1-1,1-2 222,-2 11 0,1-2 0,0-1-1063,-2 3 1,1-1 0,6-6 850,8-14 0,2-3 0,-4 3 1,1-2-1,20 8 0</inkml:trace>
  <inkml:trace contextRef="#ctx0" brushRef="#br0" timeOffset="-110280.73">24906 16794 7533,'-9'32'819,"0"0"0,0 0 0,1 5 0,6 2 0,6-2 0,4 5 0,5-1 0,3-7 273,7-6 0,5-7 0,3-5-1128,9-2 0,4-7 0,-2-10-1057,-6-12 1,-1-9 0,-4-3 968,-4 3 1,-3-3-1,-7-3 214,-5-17 0,-9-7 0,-10 6 11,-13 13 0,-8 4 0,2-1 48,8-3 1,2-1 0,-7 5 277,-7 9 0,-7 3 1,-1 5-1,4 7-808,-11 16 0,3 8-1258,6-1 1,6 4 1091,10 5 1,10 2 0,20-2 0,8-3 0,17 3 0</inkml:trace>
  <inkml:trace contextRef="#ctx0" brushRef="#br0" timeOffset="-109363.73">25612 15765 6968,'-26'-30'3276,"-9"9"0,-10 20-2141,13 22 1,3 11-686,6 9 0,7 4-269,6-12 1,2 2-1,8-1-151,14 2 0,9-1 0,-1-4-30,-4-5 0,3-4-210,9-4 0,6-1 0,-6-1-372,9 14 762,-9 9-45,-34-9 0,-10 0 45,-19 6 252,-6-9 0,-4-8-28,13-19 1,3-9 45,3-10 0,9-10-630,14-3 0,9-5 0,2-1-111,4-6 0,4-1 0,1-1 88,0 5 1,2-1 0,0 0-1,-3 3 203,-3 2 0,-2 2 0,-4 1 45,-6-17 0,-6 7-135,-3 7-585,-16 23 1,-3 10-2603,3 20 2327,-5-5 950,19 29 0,18-19 0,7 9 0</inkml:trace>
  <inkml:trace contextRef="#ctx0" brushRef="#br0" timeOffset="-109196.73">26000 15666 7533,'-5'27'1092,"0"0"0,-3 8 0,0 3 0,2-3 0,0 3 0,1 2-403,-2 3 1,0 2-1,1 2-689,1-5 0,0 3 0,0 0 0,2-4 0,2 1 0,1-3 0,1-1 0,4 6 0,0 1 0</inkml:trace>
  <inkml:trace contextRef="#ctx0" brushRef="#br0" timeOffset="-108463.73">24201 16075 7533,'-29'36'468,"1"0"0,-1-1 0,1 1 0,3-3 0,1-1 0,2 0 0,3 1-91,2 3 0,4-1 0,2 7-924,3-5 1,1 5 0,1 3 0,1 0 0,-1 0 0,0-5 130,-1 5 0,-1-5 0,1 1 0,0 6 287,2-4 1,1 6-1,0 3 1,0 0 0,1-1-1,1-5 1,0-7 271,2-1 1,0-6-1,0 4-638,0 8 0,0 5 1,-1-1-1,2-6-629,3 1 0,0-5 1124,1 2 0,0-4 0,5 4 0,-2-35 0</inkml:trace>
  <inkml:trace contextRef="#ctx0" brushRef="#br1" timeOffset="-108063.73">24042 15951 9837,'-7'-38'819,"1"-1"0,-1 0 0,-1-1 0,8-1 0,13 10 0,8-3 0,3 1 0,-1 5-1211,3-6 1,7 3 536,-6 10 1,6-3 0,4 0 0,3 0 0,1 0 0,0 2-352,-1 1 0,2 1 1,2 1-1,0 0 1,0 0-1,0 1 1,-2 0 256,2-1 0,-2 0 0,0 1 1,0-1-1,3 1 0,3 1-27,-10 3 1,4 0 0,0 0 0,3 0 0,0 0 0,0 1 0,0 0 0,0 2 0,-1 1 0,-2 1 63,8 1 1,0 2 0,-1 1 0,-1 2 0,1 0 0,-1 1 0,1-1-88,-1 1 1,1-1 0,0 1 0,0 1 0,-1 0 0,0 2 0,0 0 81,-3 2 0,2 1 1,0 0-1,-2 1 1,-1 2-1,-2 1 1,-5 1-77,8 5 1,-4 1 0,-4 3-1,-5 6-7,-3 7 0,-5 6 0,-4 3 0,-5 3 17,-4-1 0,-5 2 1,-3 2-1,-2 2 0,0 2-177,-1-6 0,-1 2 0,0 1 0,-2 1 0,-1 1 0,-2 1 1,-1 1-95,0-8 0,-1 2 0,-2 1 0,-1 1 0,0 1 1,-1-1-1,0 0 0,1-2 0,0-1 0,1-2 111,-1 4 0,1-2 0,1-2 1,0-1-1,-1 1 0,-1 0 1,-2 3 80,0-2 1,-2 1-1,-1 2 1,-1 0-1,0 1 1,0-1-1,0 0 1,0-2-1,1-1-142,-1 3 1,-1-1-1,1-1 1,0-1 0,1 0-1,-1 0 1,-1 1-32,1 1 1,-1 0-1,0 0 1,0 0-1,1 0 1,-1 1-1,1 1-130,2-5 1,0 1 0,0 1 0,1 1 0,-1-1 0,1 0 0,0-2 0,2-3 0,1-2 197,-2 6 1,1-3-1,2-2 1,0-2 0,0 1-1,-3 9 1,0 0-1,0-3 1,1-5 0,-6 0-1,0 1 1</inkml:trace>
  <inkml:trace contextRef="#ctx0" brushRef="#br0" timeOffset="-107846.73">23971 18505 3663,'-39'-14'1638,"0"0"0,-2 7 1638,41-43-2621,24 39 0,18 6 1,8 3-1,2 2 0,-7-4-535,-3-2 1,-3-1 0,2 0 0,6 1-22,-7 3 1,4 0 0,4 1 0,3 0 0,1 0 0,1 1 0,0 0 0,-1 0 0,-2 0-80,-3 0 0,0 1 0,0 0 0,-1 0 0,1 0 0,-1 0 0,0 0 0,-1 1 0,-1-1-122,7 0 1,-2-1 0,-1 1 0,0 0 0,0-1 0,2 2 0,1 0-187,-6 0 0,3 0 0,1 1 0,2 0 0,0 0 1,-2 0-1,-1 1 0,-4-1 0,-3 1 0,-6 1 209,15 2 0,-9 1 0,3 2 0,-2-2 1,5 1-1,1 1 0,-3 0 0,-5 0 1,-8 4-1,1-1 0,0 1 0</inkml:trace>
  <inkml:trace contextRef="#ctx0" brushRef="#br0" timeOffset="-99596.73">26741 17153 7533,'-18'-17'0,"8"8"3276,2-2-1605,8 11 1027,24 0-2338,0 3 0,5 0-720,13-2 0,6-1 360,-3-1 0,4-1 0,-4 0 0,1-2 0,-2-1 0,5-4 0,0 0 0</inkml:trace>
  <inkml:trace contextRef="#ctx0" brushRef="#br0" timeOffset="-99446.73">26793 17438 5300,'-43'4'1638,"0"-1"0,0 3 1638,51-6-2184,20-4 0,14-3 0,4 2-1646,-7 3 1,3 2 0,1-1-1,-1-1 257,-2-2 0,-1-2 0,-1-1 1,0 2-1,8 2 0,0 2 1,-5-2-1,-1-3 0,1 0 0</inkml:trace>
  <inkml:trace contextRef="#ctx0" brushRef="#br0" timeOffset="-99062.73">28363 16534 7533,'-17'-46'3276,"-24"21"-1638,11 42 0,-3 12-546,2-9 0,-3 2 0,1 5-874,1 5 0,0 6 0,1 1 0,2-4 231,0-3 1,2-3 0,5 1-97,6 4 0,5 2 1,12-6-220,25-6 1,13-6-495,-4-5 1,3-2-1,-1 2 74,-1 3 1,-1 1-1,-6 4-164,-3 14 1,-15 5 149,-20-9 0,-11 1 0,-4-1-154,-3 2 1,-5-3 0,-5-3 48,-2-7 0,-6-2 0,0-4 1,4-4 340,-11-5 0,4-9 1,10-1-1,-1-4 1,8-6-1,9-16 1,1 0-1</inkml:trace>
  <inkml:trace contextRef="#ctx0" brushRef="#br0" timeOffset="-98829.73">27728 16286 7533,'-19'-22'3276,"-5"56"-2457,19-4 0,3 9 0,1 4 0,-1 2-273,-1-3 0,-2 2 0,1 2 0,-1 2 0,1 0 0,0 1-537,1-1 0,1 1 1,1 2-1,0 0 0,-1 0 1,1-1-1,-1 0-478,0-3 1,-1 0 0,0 1 0,1-2 0,-1 0 0,1-1 0,2-2 234,0 8 0,1-2 1,1-1-1,0-4 1,0-3-1,1 0 1,-1-4-1,3-5 1,4-6-1,0-1 0</inkml:trace>
  <inkml:trace contextRef="#ctx0" brushRef="#br0" timeOffset="-98579.73">28540 16249 7533,'8'-32'1638,"-1"0"0,-3-6 1638,20 65-2184,-21 8 0,-8 11 0,1 7-546,3-12 0,1 4 0,0 3 0,0 2 0,0 0 0,-1-1-564,-1-4 0,0-1 0,-1 1 0,0 1 0,0 0 0,0 1 0,1 1-347,1-2 1,1 1 0,-1 2 0,1 1 0,0-1 0,0 0 0,0-2 0,0-2 0,0-4 111,0 8 1,1-4 0,-1-2 0,0-1 0,1 1 0,1 3 0,-1 1 0,1-1 0,1-4 0,-1-7 0,2-4 0,0 0 0</inkml:trace>
  <inkml:trace contextRef="#ctx0" brushRef="#br0" timeOffset="-96644.73">14975 1116 7533,'-7'-31'2518,"-19"5"-1169,-3 7-510,1 25 1,-4 12 0,2 2-301,-3 9 1,3 11-600,10-11 1,-2 7-1,-1 5 1,0 3 0,0 1-1,3 0 1,2-1 431,3-2 1,2 1 0,1 0-1,2 1 1,1 1 0,1 0-1,0 0-282,1 2 0,0 3 0,1 0 0,1 0 0,3-1 0,3-3 0,4-2-36,4 5 0,4 1 0,3-3 0,6-10 0,4-15-378,7-17 0,7-14 0,3-8 0,-1-5 1,-4 1-497,0-1 1,-2-4 0,-3-5 0,-3-5 350,-7 2 1,0-7 0,-1-3 0,-2-2 0,-3 0 0,-6 2 0,-5 5 420,-10-4 0,-9 2 0,-3 2 0,4 0 1,7-3-1,2-1 0,-1 3 0,-8 8 1,-29 4-1,0 1 0</inkml:trace>
  <inkml:trace contextRef="#ctx0" brushRef="#br0" timeOffset="-96477.73">14693 1661 7533,'24'30'1638,"-7"-8"0,3 4-546,7 10 0,4 6 0,-3-1 0,-7-8 0,-2-1 0,2 3-1269,-1 0 1,2 4 0,0 2 0,0-3 0,-2-3 176,0-2 0,-1-4 0,1 1 0,0 3 0,2 1 0,-2-6 0,1-11 0,-1 0 0</inkml:trace>
  <inkml:trace contextRef="#ctx0" brushRef="#br0" timeOffset="-96245.73">15522 1178 0,'-25'-15'1092,"-1"-1"0,-6 42 0,2 16 546,0-9 0,3 10-1229,16-13 1,0 8-1,2 5 1,1 4-1,0 1 1,3 1 0,1-1-1,1-3-215,3 1 1,2 0 0,2 0 0,1-1 0,1 1 0,0 0 0,-2 0-664,-1 2 1,-1 2 0,-1 1 0,1-1 0,1-1 0,4-2 0,3-3 445,8 7 1,4-1-1,4-4 1,0-5-1,-1-9 1,10-2-1,1-10 1,10-9-1,0 0 1</inkml:trace>
  <inkml:trace contextRef="#ctx0" brushRef="#br0" timeOffset="-95910.73">16087 1363 7533,'-40'4'655,"1"1"0,0-1 1,3 3-1,0 3 0,4 9 164,7 9 0,2 9 0,3 3 0,2-2 273,-1 1 0,2 0 0,4 1-918,1 7 0,4 2 0,10-6-1164,22 1 1,13-9 809,-6-19 0,5-4 0,-1-1 90,0 0 0,-1 0 1,-1 1 814,13 3 1,-16 6-231,-39 15 0,-19 6-735,3-9 0,-4 0 0,-3-1-853,-2-2 1,-2-2 0,0-1 1087,3-1 1,0-1 0,7-7 0,0-4 0,19-3-1</inkml:trace>
  <inkml:trace contextRef="#ctx0" brushRef="#br0" timeOffset="-95712.73">16510 2244 7533,'-25'16'3276,"5"-1"-1638,3 9 0,1 5-597,-2-1 1,0 1-1672,3 7 0,1-1 630,1-9 0,0-1 0,-2 14 0,5-19 0</inkml:trace>
  <inkml:trace contextRef="#ctx0" brushRef="#br0" timeOffset="-95345.73">17057 1488 9602,'-43'0'1092,"0"1"0,0 13 0,3 11-273,16 0 0,0 6 0,3 5 0,2-1 0,2 4 0,3 2 0,3 0 0,6 0-338,7 7 0,7-1 1,4-5-2121,1 9 1,9-19 818,5-39 1,8-17 0,1-9 0,-7 1-274,-7-8 1,-7-3 0,2-3 873,3 5 1,4-2 0,-3 1 0,-8 3 1856,-10-18 0,-6 25 0,4 54 0,0 18-546,-2-5 0,-1 5 0,2 0-1040,3 4 0,1 1 0,6-2-1145,8 4 1,5-2 0,-1-10 686,13-5 0,-4-10 0,0-7 0,-4-13 0</inkml:trace>
  <inkml:trace contextRef="#ctx0" brushRef="#br0" timeOffset="-95110.73">17480 1116 15718,'24'20'1638,"-6"6"0,1 10-983,-7-3 0,0 6 1,-1 4-1,0 1 0,-2 0-1040,-1-1 1,1 1-1,-3 1 1,-1 1 0,-4 3-85,-2-3 1,-4 4 0,-1 1 0,-2 1 0,-1 0 0,-1-3 0,0-4 233,-2 3 1,-1-3 0,-1-2 0,-2-1 0,-1 1 0,-3 0 0,-3 1 0,-1-1 0,0-3 0,1-4 0,-6-1 0,0-1 0,1 1 0</inkml:trace>
  <inkml:trace contextRef="#ctx0" brushRef="#br0" timeOffset="-93595.73">4939 10225 7533,'27'6'819,"1"0"0,10-6 0,6-5 0,5 1-521,-7 1 0,3 0 0,2 0 1,2 0-1,1-1-767,-6 1 1,1-2 0,1 0 0,2 0 0,0 0 0,0 1 0,1 0 208,-3 0 1,0 1-1,1 1 1,1-1-1,-1 1 1,2 0 0,-1 0-1,1 0 130,-3 1 1,0-1-1,0 1 1,1 0 0,0 0-1,1 0 1,-1 0 0,1 0-1,0-1 247,-2 1 0,0-1 0,0 0 0,0 0 0,1 0 0,-1 0 0,1 0 0,1-1 0,-1 0 0,1 0-94,-3 0 0,1 0 0,0-1 0,0 0 0,1 0 0,-1 0 0,1 0 0,0 0 0,0-1 0,0 1 0,0-1 58,2 0 1,0 0 0,0 0 0,1 0-1,-1-1 1,1 1 0,-1-1 0,1 0 0,-1 1-1,0-1 1,-1 1-194,-1 0 0,-1-1 1,1 1-1,0 0 1,0-1-1,-1 1 0,0 0 1,-1-1-1,-1 2 1,0-1-1,-1 1 89,5-1 1,-1 1-1,-2 0 1,0 0-1,0 0 1,0 1 0,1-1-1,1 1-45,-3 1 1,1 0 0,1 0 0,0 1 0,1-1 0,-1 1 0,1-1 0,-1 1 0,-1 0 0,0-1 33,5 0 0,-2 0 1,0 0-1,-1 0 0,0 0 1,2-1-1,1 1 1,3-1 45,-8 0 1,1 1-1,2-1 1,1 0 0,0 0-1,2 0 1,-1 0 0,1-1-1,0 1 1,-1 0 0,0-1-1,0 1 33,-2-1 0,0 1 0,1-1 0,-1 0 0,0 0 0,0 0 0,0 1 0,0-1 0,0 0 0,0 0 0,1 0 0,-1 0 74,1 1 1,0-1 0,0 0 0,0 0 0,1 0 0,-1 0 0,0 0 0,1 0 0,-2 1 0,1-1 0,0 1 0,-1 0 43,2 1 1,0-1-1,-1 1 1,0 0-1,0 0 1,0 1 0,0-1-1,0 1 1,0-1-1,0 1 1,0 0-91,0 0 1,1 0-1,0 0 1,1 1 0,-1-1-1,0 1 1,-1 0 0,0 0-1,-2 0 1,-1 0 0,-2 0-74,8 1 0,-2 0 0,-3 0 0,0 1 0,0-1 0,0 0 0,2-1 83,-1 0 1,1-1 0,2 1 0,-1-1 0,1 0 0,-2-1 0,-2-1-1,-2 0-630,1-2 1,-3 0 0,-1-2 0,0 1 0,-1-1 0,2 0 530,3 0 1,1-1-1,0 0 1,0 0 0,-2 0-1,-1 0 1,1-2 0,-1 0-1,-1 0 1,-3 0 0,-2 0-1,0-2 1,1 0 0,-1 0-1</inkml:trace>
  <inkml:trace contextRef="#ctx0" brushRef="#br0" timeOffset="-92962.73">4075 9865 7533,'-17'-26'1092,"0"0"0,-8 18 0,-3 13 0,5 20 0,1 14 0,3 5-653,2-3 0,2 4 1,2 2-1,3 1-116,3-2 1,2 1 0,2 2 0,4-1 0,3-3-369,5 3 0,4-1 0,4-4 0,5-4-639,2-7 0,5-3 0,2-5 0,2-7-136,3-9 1,3-6 0,1-6 0,-2-2-1,1-4 1,1-3 0,-2-4 0,-4-1 687,0-4 1,-3-3 0,-4-1 0,-2 1 0,-2-2-1,-6 1 1,-8-2 0,0 1 0</inkml:trace>
  <inkml:trace contextRef="#ctx0" brushRef="#br0" timeOffset="-92829.73">4339 10114 0,'-29'2'1092,"-1"1"0,1 12 0,2 10-273,6 1 0,0 7 0,2 4 0,1 3-273,5-3 0,1 4 0,1 2 0,2 1 0,0 2 0,0-1-837,2-1 1,0 1 0,2 1 0,-1 0 0,2 0 0,0 0 0,0-2 262,1 2 1,1 1-1,1-2 1,0 0-1,1-2 1,-1 0-1,1 0 1,0 1-1,1-2 1,0-3 0,1-3-1,3-3 1,1 0-1,-1 0 1</inkml:trace>
  <inkml:trace contextRef="#ctx0" brushRef="#br0" timeOffset="-91977.73">18115 1636 7533,'-19'0'3276,"3"0"0,63 0-2640,-12-3 1,4 1-637,-1 1 0,3 0 0,-2 1 0,8 0 0,-2 0 0,-8 4 0,1-1 0</inkml:trace>
  <inkml:trace contextRef="#ctx0" brushRef="#br0" timeOffset="-91829.73">18168 2020 7533,'-47'0'3276,"6"-5"0,55-2-1638,15-5 0,10 1-2731,3 4 1,6 3 0,-3-1 682,-7-1 0,-2 0 1,0 0-1,6 3 1,1 2-1,-6 0 0,8 1 1</inkml:trace>
  <inkml:trace contextRef="#ctx0" brushRef="#br0" timeOffset="-89196.73">19121 818 7533,'-10'-19'3276,"2"12"0,8 25-2552,0 10 0,0 11 1,0 4-258,1-6 1,1 3 0,0 2 0,-1 1-1,1 2-797,-2-2 1,1 2 0,-1 1-1,0 1 1,0 1 0,1 0 174,0-3 1,0 2 0,0 1 0,1 0 0,-1-2 0,0-1-1,0-4-138,-1 9 1,0-3 0,0-3 0,0 1 44,-2 2 1,0 1 0,2-5 0,4-12-3030,11-4 2657,5-6 0,-1-47 0,-3-18 0</inkml:trace>
  <inkml:trace contextRef="#ctx0" brushRef="#br0" timeOffset="-88895.73">19773 818 7533,'-39'29'819,"0"0"0,12-9 0,-1 1 0,2 4 273,-2 14 0,1 6 0,2-2 0,3-11 0,2-1 0,7 1-924,9 16 0,14-5-483,7-22 0,7-6 75,8-8 0,5-5 1,-2 0 194,0-3 0,-1 2 404,12 5 1,-10 10 180,-32 11 0,-10 6-331,0-2 1,-3 2 0,-5 0-515,-6-4 0,-4 0 1,-4 0-1,2-2-788,-8 5 1,-1-2 0,2-4 901,-5 2 1,3-8 0,-4-14 0,39-20 0</inkml:trace>
  <inkml:trace contextRef="#ctx0" brushRef="#br0" timeOffset="-88629.73">20073 595 7533,'-29'15'1638,"14"19"0,6 15-819,6-8 0,4 6 0,0 4 0,0 1-273,-1-7 0,0 2 0,0 2 0,0 1 0,0 0 0,0 0-813,0-7 1,0 0 0,0 1 0,0-1 0,0 1 0,0-2 0,0 0-281,0 3 1,0 1 0,-1-2 0,1 0 0,0-3 0,1-2 141,1 4 0,0-3 0,0-3 0,0-4 0,-2 7 0,2-7 0,6 2 0</inkml:trace>
  <inkml:trace contextRef="#ctx0" brushRef="#br0" timeOffset="-88345.73">20338 1289 7533,'-28'-10'1638,"1"1"0,-9-4-819,36 13 0,12 7 0,14 6 0</inkml:trace>
  <inkml:trace contextRef="#ctx0" brushRef="#br0" timeOffset="-88029.73">20690 558 7533,'-19'3'1638,"9"23"0,4 12-546,4 1 0,3 5 0,0 7-706,-1-13 0,0 6 0,0 2 1,0 2-1,0 0 0,0 0 1,0-3-642,0 0 0,0-2 0,0 0 0,0 0 0,0 1 0,0 2-214,0 3 1,0 2 0,-1 2 0,1 0 0,0-2 0,0-3 0,1-6-352,1 1 1,0-4 0,0-4 0,0 0 386,-3 6 0,-1-2 1,7-16-1,11-23 0,-7-21 1</inkml:trace>
  <inkml:trace contextRef="#ctx0" brushRef="#br0" timeOffset="-87812.73">21096 719 7533,'-18'35'819,"1"-1"0,2 3 0,1 5 0,0 3 0,-1-1 0,0 3 0,-1 2 0,1 1-525,2-7 0,0 2 0,1 1 1,-1-2-1,-1-2-1114,-1 2 1,-1 0 0,0-3 0,1-3 272,-1 1 1,2-4 0,0-7 0,-3-6 0,9-36 0</inkml:trace>
  <inkml:trace contextRef="#ctx0" brushRef="#br0" timeOffset="-87662.73">20973 1091 7533,'29'13'1638,"-4"6"0,-3 8-546,-12 7 0,-5 7 0,2 1-2185,6 3 1,3 1 0,-2-2 840,-6-6 1,-2-1-1,-1-2 1,4 7-1,-2-8 1,-7-10-1</inkml:trace>
  <inkml:trace contextRef="#ctx0" brushRef="#br0" timeOffset="-87529.73">20990 1450 7533,'-27'-5'3276,"9"3"-436,57-20-2840,-11 13 0,2-5 0,-1-1 0,-4-5 0</inkml:trace>
  <inkml:trace contextRef="#ctx0" brushRef="#br0" timeOffset="-87345.73">21361 645 7533,'-10'46'655,"0"0"0,5-11 1,1 3-1,0 2 0,1 3-109,2-4 0,1 3 0,0 2 0,1 1 0,0 0 0,-2 1-323,1-2 0,-1 1 0,-1 0 0,1 1 0,0 0 0,-1-1 0,2-1-223,-1 5 0,1-1 0,0 0 0,0-1 0,0-2 0,-1-1 0,-2 0 0,0-2 0,0 0 0,-1-3 0,1-3 0,0 3 0,-1 0 0,1 0 0</inkml:trace>
  <inkml:trace contextRef="#ctx0" brushRef="#br0" timeOffset="-87095.73">21731 1190 7533,'-29'-7'3276,"13"2"0,65 5-3184,-6 0 1,-9 0 0,1 0 0,8 0 0</inkml:trace>
  <inkml:trace contextRef="#ctx0" brushRef="#br0" timeOffset="-86962.73">21802 1500 7533,'-22'12'3276,"55"-16"-2803,13-4 0,-5-3 1,2-3-1,-17 2 1,1-1-1</inkml:trace>
  <inkml:trace contextRef="#ctx0" brushRef="#br0" timeOffset="-86679.73">22507 669 7533,'-27'10'819,"-1"0"0,4 10 0,1 7 0,4 5 0,5 5 0,4 5 0,3 4 0,-1-1-164,-1-5 0,0 1 1,1 1-1,2-1 0,2 0 164,3 8 0,4 0 0,2-2 0,4-3-216,4 1 0,5-4 1,6-10-1290,18-10 1,6-17-408,-12-12 1,0-9 0,-2-4 815,-4-2 1,-3-4 0,-2-1 0,5-13 0,-7 0-1,-11 8 1,0 0 0</inkml:trace>
  <inkml:trace contextRef="#ctx0" brushRef="#br0" timeOffset="-86512.73">22666 955 7533,'-23'29'655,"0"0"0,0 1 1,1 10-1,0 4 0,2 2 0,5-10 0,0 1 1,0 1-1,1 1 0,2 0-784,1 2 1,1 2-1,2 0 1,0-1 0,0-3 128,-2 11 0,2-2 0,1-3 0,1-4 0,1-1 0,0-7 0,-5 11 0</inkml:trace>
  <inkml:trace contextRef="#ctx0" brushRef="#br0" timeOffset="-86096.73">23195 992 7533,'-27'-10'1638,"10"25"0,0 11-546,2 4 0,1 5 0,0 2-273,3-1 0,0 2 0,-1 2 0,-1-2-1358,-3-1 0,-2 0 0,0 0 0,2-2-554,0 5 1,1-2 0,-1-5 704,-7-2 0,2-7 0,4-1 0,9-23 0</inkml:trace>
  <inkml:trace contextRef="#ctx0" brushRef="#br0" timeOffset="-85945.73">22913 1029 7533,'12'36'655,"-1"0"0,1 1 1,6 4-1,2 1 0,1 0 164,-4-7 0,1 1 0,0-1 0,2-2-581,3 4 1,2-2 0,1-4 0,-1-4 0,1-3 0,-1-5 0,2-7 0,-1 0 0</inkml:trace>
  <inkml:trace contextRef="#ctx0" brushRef="#br0" timeOffset="-85695.73">23566 744 7533,'-20'38'1638,"11"4"0,2 8-819,3-10 0,1 3 0,-1 3 0,0 1-164,-1-4 0,0 3 1,-1 0-1,1 0 0,-2 0-392,0-2 1,0 0 0,-1 0-1,0-1 1,1-2-1084,0 4 1,0-2 0,0-1 0,0-5 233,-2 8 0,3-11 0,6-12 0,0-35 1</inkml:trace>
  <inkml:trace contextRef="#ctx0" brushRef="#br0" timeOffset="-85446.73">23777 1178 7533,'-6'38'819,"-1"1"0,1-1 0,-1 9 0,6 0 273,9-5 0,5 0 0,7-15 546,11-20 0,3-16-2246,-5-13 1,-1-10-1,-3-5 193,-7 2 1,-1-4 0,-5-2 0,-4 2 1253,-5-12 1,-7 1-1,-11 10 253,-9 17 0,-8 7 0,-2 8-1105,-6 14 1,-2 11-1,2 3 13,4 1 0,2 3 0,5 3 0,5 3 0,4 2 0,7-2 0,5 14 0</inkml:trace>
  <inkml:trace contextRef="#ctx0" brushRef="#br0" timeOffset="-83945.73">24165 570 7533,'0'-32'3276,"-15"8"-1605,-5 11 128,-23 30-90,6 16-1170,16-6 1,6 2-270,11-1 0,6 1-225,5-1 0,6-1-405,15-1 0,5-2-360,-5-2 1,1 0 314,-2-4 1,-1 1 134,7 11 360,-39-16-90,-14-3 180,-25-11 89,8-11-89,19-20-495,16 2 1,6-3-271,8-6 0,2-2 495,-4-4 0,-1 2 495,2 11 0,-4 4 1034,-15-14-1709,-19 34-1439,-3 14 1709,5 12 0,25-5 0,10-4 0</inkml:trace>
  <inkml:trace contextRef="#ctx0" brushRef="#br0" timeOffset="-83760.73">24465 384 7533,'-10'13'1638,"2"9"0,1 6 0,5 11 0,2 5-546,-2 1 0,-1 4 0,0 0-963,1-8 1,0 1 0,0 0 0,0-3 0,-1 4 0,0-2 0,-1-1 0,-2-5 0,0 0-1,1 0 1</inkml:trace>
  <inkml:trace contextRef="#ctx0" brushRef="#br0" timeOffset="-83043.73">24236 459 7533,'-43'5'1638,"20"7"0,1 5 0,-2 4 0,3 3-1227,1 7 1,4 2-187,5 1 0,5-1-225,7-4 0,5-1-315,10 0 1,4-1 44,2-2 0,3-1 135,2 4 0,-1 0 180,-10-6 0,-5 1 315,-3 25 269,-33-16-988,-21-13 179,15-10 0,0-7 90,-8-24-270,23-16-315,25 2 1,9-3 254,1 10 0,3 0 1,-2-1 119,-5-1 0,-3-1 0,2 1-15,14-5 0,-7 2-44,-27-14-1800,-5 52 2159,-9-4 0,4 28 0,16-21 0</inkml:trace>
  <inkml:trace contextRef="#ctx0" brushRef="#br0" timeOffset="-36846.74">3598 11824 7533,'0'-40'2338,"0"5"-1348,0 23 1079,0 16-810,7 28 0,2 10-944,-7-12 0,0 4-614,0 0 1,1 8 0,1 6-1,-1 3 1,-1 1 0,0-1 477,-3-7 1,0 2 0,-1 1 0,-1 0 0,1 1 0,-1 0 0,1-1 0,0-1-371,1 2 1,0-2 0,1-1-1,0 1 1,-1 1 0,1 1-1,-1 4 243,0-11 1,-1 3-1,1 1 1,-1 2-1,-1 0 1,1 2-1,0-1 1,1 0-1,0-1 1,0 0-1,1-2 1,0-2-120,2 10 0,2-2 1,0-1-1,0-1 1,1 0-1,0-1 1,-1 0-1,0 1 100,-2-3 1,0-1 0,0 0 0,-1 0 0,1 0-1,-1 0 1,2 1 0,-1 2-43,2-5 0,-1 2 0,1 1 0,1 0 0,-1 1 0,1-1 0,-1 0 0,1-1 0,-1-2 0,0-1-64,0 3 0,0-1 1,-1-2-1,1 0 1,-1-1-1,1 1 1,-1 2 84,0 4 1,0 1 0,0 1 0,0 0 0,-1 0 0,1-2-1,0 0-26,0 0 0,0 0 0,0-2 0,0 0 0,0 0 1,-1-1-59,1 8 0,-2 0 0,1-1 0,-1-4 0,0-6 325,-1 9 0,0-3-411,0-1 1,0 6-1,0-2 1,0-7 202,0-9 0,0-2-1138,0 8 1,0 3 0,0-7 1490,0 0-2557,0 8 3411,0-38-2891,-7-28 1,-2-13 2238,5-14-983,0 15 1,-3-7 0,0-3 0,2 2 325,2 1 1,0 0-1,1 0 1,0 0-1,0-2 1,-1 0-1,1-1 1,-1 1-1,1-2 1,0 1-1,0-1 1,1 1-1</inkml:trace>
  <inkml:trace contextRef="#ctx0" brushRef="#br0" timeOffset="-35879.74">3687 11774 7533,'-24'-23'1092,"0"-1"0,-2-5 0,3 2 489,4-1 38,1-3-1169,10 13 179,24 12-449,15 6 0,5 0-45,-6 0 0,2 0-452,14 0 0,3 0 407,-10 2 0,3 0 0,0 0-827,4 0 1,0 0 0,1 1 706,3-1 0,-1 0 0,1 1-120,-2 0 0,-1 1 0,1-1-120,-8-1 0,1 0 1,0 0-1,4-1 18,1 2 0,2-1 0,2 1 1,2-1-1,1 1 84,-7-1 1,1 0 0,2 0 0,0-1 0,2 1 0,-1 0 0,1-1-142,-5 0 0,2 1 0,-1-1 1,1 0-1,0 0 0,0-1 0,1 1 1,-1-1 341,1 0 1,2-1 0,0 1 0,0-1-1,-1 0 1,-2 0 0,-1 0 0,-2 1-34,6-1 0,-4 2 0,-1-1 0,0-1 0,3-1 179,-7-1 1,1-1 0,2-1 0,0-1 0,-1 1 0,-2 0 0,-3 0-1,9-1 1,-4 1 0,-1 0 0,0-1-113,-1-2 1,0 0 0,0 0-1,1 0 23,-3 2 0,3 1 0,-1 0 0,-1 1 0,-5 1-193,10-2 1,0 3 124,-10 1 1,3 0 0,1 1-1,-2 2-82,1 1 0,0 2 0,-2-1 210,0 0 0,-1 1 0,-1 0-472,15 4 0,-4 0 367,-18-5 0,-1-1 841,2 0 0,-1-1-526,1 4 1366,6 12-1996,-1 13 90,-19 1 0,-3 3 0,8 8-17,-14-11 0,-1 5 1,-1 2 315,0 7 1,-2 2 0,0 5 95,-1-13 1,-1 1 0,0 3 0,0 2 0,0 2 0,1 1-156,1-8 0,0 1 0,1 2 0,0 1 0,0 1 0,0 0 0,0 1 0,0 1 0,-1 0-185,-1-3 1,0 1 0,-1 0 0,0 1 0,1 1 0,-2 0 0,1 0-1,0 1 1,1-1 0,-1 1 0,1 0 213,0 0 1,0-1 0,0 1 0,0 0 0,0 1 0,1 0 0,-1-1 0,1 2 0,-1-1 0,1 0 0,-1 0 0,0 0-101,0-2 1,1 0-1,-1 0 1,0 1 0,0-1-1,0 1 1,0 0-1,0-1 1,0 1 0,0-1-1,1 0 1,-1 0-1,1-1 63,0 2 1,0 1-1,-1-1 1,1-1-1,0 1 1,1 0-1,-1-1 1,0 0-1,1 0 1,-1 0 0,1-1-1,0 0-107,1 1 1,-1-1 0,1 1 0,0-1 0,0 0-1,1-1 1,-1 0 0,0 0 0,1 0 0,-1-2 0,1 1-256,-1 3 0,1 0 0,1 0 0,-1-1 0,0-1 1,0 0-1,0-1 0,0-2 0,0 0 291,0 10 1,0-2 0,0-1 0,0-2 0,-1-1-1,-1-3 1,0 7 0,0-4 0,-1-2 0,-2-3 0,-3-5-1,-1 0 1,1 1 0</inkml:trace>
  <inkml:trace contextRef="#ctx0" brushRef="#br0" timeOffset="-35179.74">3422 16447 7533,'-20'0'3238,"5"6"-2878,15-5 629,0 4-719,15 1 1079,28 6-989,-1 2-755,-10-5 0,6 2 1,-3-2 439,-4-1 0,1-1-9,1 0 0,7 1 0,3 1 0,2-1 0,-2 0-36,-2-1 0,0 0 0,1 0 0,1-1 0,4 0 0,-8-1 0,3-1 0,1 1 0,1-1 0,1 0 0,1 0 0,0-1 0,-1 1-307,4 0 1,0-1 0,0 0 0,0 1-1,1-2 1,0 1 0,1-1 0,0 0 458,-7 0 1,0-1 0,1-1 0,0 1 0,0-1 0,0 0 0,1 0 0,-1 1 0,1-1 0,0 1-142,2 0 1,0 0 0,0 0 0,1 0 0,-1 0 0,1 0 0,0 0 0,0 0 0,0 1 0,0-1 77,-3 0 1,-1 0 0,1 0 0,0 1 0,-1-1 0,1 0 0,0 1 0,0-1 0,0 0 0,0 0 0,0 1-9,0-1 1,0 1 0,0-1 0,0 1 0,0-1 0,0 1-1,0-1 1,0 0 0,-1 0 0,1 0 0,-2 0-20,4-1 1,0 0 0,0 0 0,0-1 0,-1 1 0,0-1 0,-1 0 0,-1 0 0,-1 0 0,-2 0-152,5 0 1,-2 0-1,-2 0 1,0 0-1,-1 0 1,0-1 0,0-1 103,7 0 0,1-2 0,0 0 0,-2-1 0,-3 1 0,-3 1-188,9-1 0,-6 0 0,0 1-877,4-1 1,1 1 0,-4 1-590,5-1 1,-8 2 1983,-9 2 0,-42 0 0,-12 0 0</inkml:trace>
  <inkml:trace contextRef="#ctx0" brushRef="#br0" timeOffset="-34045.74">2787 13584 7533,'-8'-32'1799,"-17"-4"-1170,-5 21-269,-13 9 539,18 24 1,-2 11 0,5-1-676,2-2 1,2 5-310,-1 3 0,-4 8 1,2 0-1,4-5 580,5 0 0,2 1-16,1 7 1,0 5 0,2-7-124,2-15 1,2-3-357,9 20 0,4-5-89,2-16-1,14-7 0,4-5 90,4-12-405,7-19 0,0-8-225,-8-6-463,-7-3 1,4-8 0,-5 4 681,-8 13 1,-1-2 95,0-4 0,1-7 0,1-1 0,-2 6 675,3-6 0,-1 9 719,2 7 13,-20 49 0,-9 27 0,0 4-488,3-14 0,0 4 1,-1 2-1,1 3 0,0 2-704,1-11 0,1 2 0,-1 3 0,0 1 0,1 1 0,0-1 1,0 0-1,1-3 0,1-2-35,1 5 1,0-2 0,1-1-1,1-2 1,0 1 0,-1 1-1,0 2 1,0 2 0,0 0 0,1-2-1,0-2 1,1-7 0,3-1-1,1 0 1,-1 0 0</inkml:trace>
  <inkml:trace contextRef="#ctx0" brushRef="#br0" timeOffset="-33330.74">6050 10659 7533,'-18'-23'1092,"-1"0"0,-4 3 0,-3 4 546,-4 10 0,-1 5 625,-12 8-2478,12 7 0,-4 7 0,5 2 889,3 14 1,3 5-196,0-7 1,0 3 0,1 2-188,7-5 0,1 2 1,3 0-1,5-2-322,5 1 1,5-1-1,7-4-810,8-1 1,7-3 0,3-9-16,18-12 1,6-15 148,-18-1 0,1-4 1,0-4-1,-2-3-81,-2-8 0,-1-6 0,-3-1 0,-1 3 222,1 1 0,-1 2 0,-3-2 445,0-5 0,-2-1 1,-6 8 3395,-7 5-561,-26 59-1846,0 0 1,-3 8-1,1 3-1102,8-2 1,2 2 0,1 2 0,-3-1 277,-2-4 0,-2 0 0,0 0 0,3 2-45,5-1 0,3 3 0,0 0 0,1-2 0,1-4 0,-1 4 0,1-5 0,0 2 0,1 3 0,0 0 0,0 0 0,0 0 0</inkml:trace>
  <inkml:trace contextRef="#ctx0" brushRef="#br0" timeOffset="-30063.73">2170 17451 7533,'-44'0'1638,"1"0"0,-21 0 1638,64 0 0,57 17-3153,-14-3 0,6 3-372,-15-6 0,2 1 1,2 1-1,-3 2-651,8 7 1,-2 4 0,-6 4 839,-7 7 0,-6 4 0,-9 3 307,-12-4 0,-7 2 1,-5 2-1,0-1 143,-3 4 1,-3 0 0,-2-1 0,0 0 418,-2-2 1,-1-1 0,1-1-1,5-3-1229,3-1 1,5-1-1,9-7-1219,16-3 1,11-12 1560,9-19 0,7-13 1,-1-1-1,-9 4 1,-1-1-1,-1-3 0,7-12 1,0 0-1,-1 0 1</inkml:trace>
  <inkml:trace contextRef="#ctx0" brushRef="#br0" timeOffset="-29662.73">2893 17476 10411,'-5'35'819,"0"0"0,4-1 0,1 3 0,1 3 0,0 1 0,2 3 0,0 1 0,0 0-1639,1 2 1,1 0 0,-1-1 0,0 0 236,0-3 1,-2-1-1,1-1 1,-2-4-273,1 22 1,-4-26-359,-8-59 763,3-8 1,0-11-1,4-3 675,3 6 0,4-3 0,1-1 0,-1 2 382,-1 1 0,0 1 0,2 2 0,6 6 22,10 2 1,6 6 0,1 13 584,13 20 1,1 17-1035,-8 4 0,-1 7 0,-2 3-190,-10-7 1,-1 2 0,-3 1 0,-3 1 278,-2 2 1,-3 1 0,-3 0 0,-5-2-30,-6 8 0,-7-2 0,-7-3-1050,-11-2 1,-8-3-1,1-5 630,-4-1 0,-1-5 180,9-12 0,-2-1 0,5-4 0,-5 0 0,0 0 0</inkml:trace>
  <inkml:trace contextRef="#ctx0" brushRef="#br0" timeOffset="-28979.73">3898 17823 6855,'-24'5'1092,"-1"1"0,0 16 0,1 8 0,0 3 0,-1 5 0,4 3-475,2 3 1,4 3-1,4 0-527,3 0 0,4 0 0,6-4-756,7 5 0,9-16-189,12-29 1,3-16 74,-12-7 1,-3-10-1,0-2 300,4-9 1,-2-4-1,-3 1 964,-9 4 1,-2 0 0,-1 5 99,3-5 1,0 19 2691,0 62-2313,-1-3 1,3 5-1354,0-4 1,2 2-1,2-2-1249,6 8 1,5-6 1214,1-10 0,1-7 0,10-6 0,-4-19 0</inkml:trace>
  <inkml:trace contextRef="#ctx0" brushRef="#br0" timeOffset="-28712.73">4251 17835 7533,'-5'33'1092,"0"-1"0,4 7 0,2 4 0,1-1 0,1 2 0,2 0-964,3-3 0,1 1 0,-1-3-278,-3-3 0,-3 0 0,3-7 892,11 8 607,-32-74-1304,16-2 0,4-6-1138,0 9 1,1 0 0,4 1 903,8-9 0,5 5 0,0 10 0,1 4 1,10 2-1</inkml:trace>
  <inkml:trace contextRef="#ctx0" brushRef="#br0" timeOffset="-28262.73">4568 18009 7982,'-9'-13'3276,"1"6"-1065,8 29-2031,7 4 0,2 5 0,-3 15 0,-1 3-885,4 0 1,0-2 838,-4-10 1,-2-5 1787,-3 8-663,0-55-1439,2-12 0,4-6-913,0 0 1,3-3 0,1 1 892,1 1 1,2 1 0,0 1-1,5-12 1,2 5 0,13 3-1</inkml:trace>
  <inkml:trace contextRef="#ctx0" brushRef="#br0" timeOffset="-27879.73">4974 17996 7533,'-45'6'1638,"22"5"0,3 7 0,8 8 0,4 4-1002,-2 6 1,5 0-1582,13-2 1,7-5-2333,15-4 2487,-8-42 0,1-13 790,-4-3 0,-3-3 405,-5-4 0,-4 3 2871,-7 1-2055,5 83-3919,13-17 2698,-4 3 0,2-9 0,11-30 0,-11-7 0</inkml:trace>
  <inkml:trace contextRef="#ctx0" brushRef="#br0" timeOffset="-27612.73">5186 17996 7533,'0'41'1092,"0"0"0,2-5 0,4-4 238,4-5 0,5-10-4028,22-26 1528,-17-9 1,-2-6 2023,-1-5 1,-1-1 1124,2-1 1297,-1 72-2719,-11-12 0,-3 6 0,-2 3-580,-3 0 1,-3 2 0,-2 2-1,-2 0-586,-3 5 0,-2 0 0,-3 1 1,-3-2 608,-1-8 0,-4-1 0,-1 0 0,0-1 0,0-2 0,0 1 0,0-1 0,0-1 0,-2-2 0,-1-4 0,0-1 0,-1 1 0,1-1 0</inkml:trace>
  <inkml:trace contextRef="#ctx0" brushRef="#br0" timeOffset="-25729.73">4357 11588 7982,'-18'0'3276,"8"17"0,3 31-1638,6-2 0,2 7-1880,-4-10 0,0 2 0,1 1 107,1-9 0,2 1 0,-1 0 1,-2-1-496,-5 6 0,-3-1 1,3-2-712,6 9 0,-2-6 1341,-12 1 0,7-16 0,-2-21 0</inkml:trace>
  <inkml:trace contextRef="#ctx0" brushRef="#br0" timeOffset="-25479.73">3810 12456 7533,'-39'5'3276,"47"-3"-1638,29-1 0,14-2-546,-8-4 0,3-2 0,2 1-971,-7 2 1,2 0 0,0 1 0,-1-1-1215,7-2 1,0-1 0,-4 2 545,2 2 1,-4 1 0,-12-1 0,-5 0 0,-9-4 0</inkml:trace>
  <inkml:trace contextRef="#ctx0" brushRef="#br0" timeOffset="-24563.73">3969 12009 7533,'-18'20'2338,"8"3"-2068,18-14-1169,12-9 89,-1-20 990,-3 0 270,-16 2 1079,-16 29 990,-11 21-1620,5 2-1259,7-4-359,48-41 719,-9-6 0,9-2 0,-25 15 0</inkml:trace>
  <inkml:trace contextRef="#ctx0" brushRef="#br0" timeOffset="1020.27">1976 12084 7533,'-25'-6'1638,"1"0"0,-8-7 0,58 4 0,21 0-819,-14 6 0,4 0 0,2 2 0,3 0-164,0 1 0,3 0 1,1 2-1,1-1 0,0 2-109,-5-1 0,1 1 0,1 0 0,0 1 0,-1 0 0,0 0-820,5 3 0,1 0 0,-1 1 0,-1 0 0,-2 0-546,2 0 1,-2 0 0,-2 0 0,0-1 409,9 1 0,-2-2 1,-5-1-1,-5-1 1,-5-2-1,-7-6 0,0 1 1</inkml:trace>
  <inkml:trace contextRef="#ctx0" brushRef="#br0" timeOffset="1254.27">3210 11873 7533,'12'10'1638,"18"2"0,11 2-546,-1 3 0,4 3 0,1 0-273,-7-4 0,1 1 0,0 1 0,-2-1 273,7 6 0,-2 0 0,-5 0 546,7 5 0,-17 1-790,-31-2 1,-14 0-1669,-7-8 1,-9-2 0,-6 0 0,0 1 748,-1 2 0,-3 0 1,-1 1-1,-1-1 0,1 0 1,0-2-1,1-1 0,-1 0 1,1 1-1,0 0 1,4 1-1,-1-1 0,1 1 1,0 0-1,-1 0 0</inkml:trace>
  <inkml:trace contextRef="#ctx0" brushRef="#br0" timeOffset="1838.27">1746 10844 7533,'-35'-12'3276,"0"27"-1638,22 18 0,6 11-546,-2 1 0,1 4 0,2 4-1597,2-13 0,1 2 1,1 2-1,1 0 0,1-1-315,1 8 1,2 0 0,1-1 0,1-4 565,3 5 0,0-4 1,6-7-1,7-5 0,5-12 1,-1-24-1,1-1 0</inkml:trace>
  <inkml:trace contextRef="#ctx0" brushRef="#br0" timeOffset="2071.27">2099 11043 10861,'-9'36'819,"0"1"0,0 0 0,13 14 0,13-6 819,18-10 0,11-16-2191,-7-20 0,3-10 1,-2-7-78,0-9 0,-3-7 1,-12-4 1721,-16-1 0,-11-4 0,-11 8-146,-19 5 1,-15 8 0,-1 10-1767,10 13 1,-1 8 0,-1 4 0,2 2 702,0-1 0,-1 2 1,4 3-1,8 3 0,6 7 1,7 4-1,8-3 0,11 0 1,1 0-1</inkml:trace>
  <inkml:trace contextRef="#ctx0" brushRef="#br0" timeOffset="2620.27">2699 10981 7533,'-20'-5'3276,"36"-2"-2081,8-4 0,7-2-1195,0 1 0,3 0 0,-1-1 0,2-4 0,-2-1 0,0-2 0,-1-1 0</inkml:trace>
  <inkml:trace contextRef="#ctx0" brushRef="#br0" timeOffset="2804.27">2893 10386 7533,'-14'38'819,"0"0"0,9-2 0,3 4 0,0 2 0,-1 0 0,0 2 0,2 1 0,2 1-1639,2 2 1,4 2 0,0-1 0,-1-1-1,-1-6 1,-1-1 0,1-2 0,1-2 163,6 13 1,3-8-1,11-4 1,-9-38 0</inkml:trace>
  <inkml:trace contextRef="#ctx0" brushRef="#br0" timeOffset="3104.27">3140 10795 7533,'-12'26'1092,"0"0"0,1 3 0,1 2 546,-3 7 0,6-1-1406,12-7 0,8-9-2301,34-19 430,-15-18 1,-2-8 1702,-9-1 1,-4 2 2723,6-2-1664,-28 44 1,-5 16-466,3-3 1,1 5 0,-1 2-728,-2-2 1,-2 1-1,-1 0 1,1 1-430,0-1 1,0 0-1,-1 0 1,1-2-374,-4 6 1,0-2-1,0-4 870,-4 2 0,2-7 0,0-2 0,9-30 0</inkml:trace>
  <inkml:trace contextRef="#ctx0" brushRef="#br0" timeOffset="3371.27">3263 10944 7533,'16'-25'3276,"27"0"-2954,-2 17-277,-12 20 0,-7 10 449,-19 18 1,-12 8 254,2-4 1,-3 3 0,-2 1-809,1-7 0,-1 0 0,0 0 0,0-1-1034,-3 8 1,0-1 0,2-3 812,-1 3 0,2-6 0,-5 5 0,-1-41 0</inkml:trace>
  <inkml:trace contextRef="#ctx0" brushRef="#br0" timeOffset="3603.27">3387 10932 7533,'21'-17'1638,"1"0"0,15 5 393,-2 42-1627,-30-1 1,-8 6-270,-7 11 0,-7 1-1035,-6-6 1,-1-3 899,4-5 0,3-6 0,1-9 0,26-19 0</inkml:trace>
  <inkml:trace contextRef="#ctx0" brushRef="#br0" timeOffset="3870.27">3581 11080 7533,'0'38'3276,"15"-7"-436,13-30-5448,9-31 1753,-24 5 1,-6-2 2833,-17-20 1297,-35 40-1638,20 29 0,3 13-1721,0 5 0,8 5-1556,14 3 1,8-2 1429,5-18 1,4-6 0,20 0 0,-4-29 0</inkml:trace>
  <inkml:trace contextRef="#ctx0" brushRef="#br0" timeOffset="4138.27">3881 10932 10051,'-18'17'1092,"0"1"0,-4 6 0,1 2 193,9 5 1,3 1-1601,-5-5 0,4-2 315,10 17 270,8-24 180,2-11-180,7 4-1530,1 1-1438,-40 24 2698,7 4 0,-9-18 0,-3 0 0,9-4 0,1-1 0</inkml:trace>
  <inkml:trace contextRef="#ctx0" brushRef="#br0" timeOffset="4653.27">3933 12146 7533,'-29'-19'3276,"6"1"-2457,23 11 0,7 7 0,3 7 0</inkml:trace>
  <inkml:trace contextRef="#ctx0" brushRef="#br0" timeOffset="10504.27">6385 17079 9422,'-10'32'1638,"2"-3"0,1 5-546,3-2 0,1 4 0,0 1-1563,-3 7 1,0 2 0,0 0-490,2 3 1,2 1 0,-1-4 959,-3 4 0,4-7 0,7-13 0,5-7 0,10-5 0</inkml:trace>
  <inkml:trace contextRef="#ctx0" brushRef="#br0" timeOffset="11437.27">6738 17687 7533,'-25'35'2788,"13"-13"-2518,0 0 0,0 2-720,3 14-1709,-9 2 2159,8-10 0,-6-19 0,7-11 0</inkml:trace>
  <inkml:trace contextRef="#ctx0" brushRef="#br0" timeOffset="11754.27">6932 17216 7533,'16'-32'3276,"3"13"0,24 2-2909,-12 13 0,-1 7-682,-4 7 0,-3 7-585,2 18 1,-7 5 764,-10-9 0,-8 4 375,-6 5 0,-6 4 1,-3-3 793,-8 3 1,-1-3-1,2 5 1,5-1-1710,3-8 0,12-8-964,30-15 1,11-10 1540,-8-8 1,0-4 0,10-1 0,-3-3 0,-18-3 0,1 0 0</inkml:trace>
  <inkml:trace contextRef="#ctx0" brushRef="#br0" timeOffset="11887.27">7426 17562 7533,'-4'26'1638,"0"-1"0,-6 24 0,2-20 0,-1 1-2126,0-1 1,0 1 487,0 0 0,0-2 0,0 13 0,1-23 0</inkml:trace>
  <inkml:trace contextRef="#ctx0" brushRef="#br0" timeOffset="12270.27">7602 17178 7533,'16'-19'3276,"27"1"-1638,-12 10 0,3 4-2216,3 2 1,-2 8-953,-7 8 1,-11 8 2383,-22 15 1,-13 7-196,6-12 1,-2 1 0,-3 0 359,-7-1 1,-2-1 0,5-1-256,6 3 1,11-5-1215,23-3 45,11-18 0,3-3-135,-6 2 1,-5 4-720,-4 22 1259,-31-2 0,-12 2-1215,-10 1 1,-2-2 1214,8-3 0,1-4 0,2-7 0,3-5 0,5-7 0</inkml:trace>
  <inkml:trace contextRef="#ctx0" brushRef="#br0" timeOffset="12420.27">8149 17624 14459,'35'0'-330,"-7"0"0,-3 0 0</inkml:trace>
  <inkml:trace contextRef="#ctx0" brushRef="#br0" timeOffset="12553.27">8731 17612 7533,'36'12'819,"7"1"0,-14-6 0,4-2 0</inkml:trace>
  <inkml:trace contextRef="#ctx0" brushRef="#br0" timeOffset="12687.27">9472 17624 7533,'20'13'819,"3"-1"0,-13 1 0,8-1 0</inkml:trace>
  <inkml:trace contextRef="#ctx0" brushRef="#br0" timeOffset="13770.27">9984 17042 7533,'-28'40'1638,"11"-1"0,1 7-546,6-4 0,1 3 0,0 2-548,1-7 1,-2 1 0,1 1 0,1-2-1638,0 9 1,1-2 0,3-3-547,1 5 1,6-6 1185,8-2 0,15-35 0,-9-13 1</inkml:trace>
  <inkml:trace contextRef="#ctx0" brushRef="#br0" timeOffset="13987.27">10107 17377 7533,'0'33'819,"0"1"0,0-1 0,12 4 0,7-9 819,14-15 0,5-14-1316,3-18 0,-4-13-682,-11 7 0,-2-5 0,-11 1 810,-15-7 0,-14 6-855,-17 20 0,-8 13 405,2 12 0,2 8 0,0 4 0,7 3 0,17-6 0,0-1 0</inkml:trace>
  <inkml:trace contextRef="#ctx0" brushRef="#br0" timeOffset="14820.27">6385 17761 7533,'-30'-8'1574,"0"-1"0,-18-6-675,18 4 1,2 3-91,-2 8 361,13 36-406,37-7 1,16 0-76,2-8 1,8-1 0,4-2-897,-8-5 0,3-1 0,4 0 1,1-1-1,3 0 319,-11-3 1,1 0-1,2 0 1,1-1-1,1 0 1,0 0-1,1 0 1,0 0-403,-1 0 1,1 0 0,0 0 0,0 0 0,1-1-1,0 1 1,1-1 0,0 0 0,0 0 248,-5 0 0,0 0 0,1-1 0,0 1 0,0-1 0,0 1 1,1-1-1,-1-1 0,1 0 0,-1-1 0,0 0-114,4-2 0,0 0 0,0-1 0,0 0 0,0-1 0,0-1 0,0 0 0,-1 0 0,0 0 0,-1-1 324,2 0 1,0 0 0,-1-1 0,0 0 0,0 0 0,-1 0 0,-1-1 0,0-1 0,-1 1 139,6-3 1,-1-1-1,-1 0 1,0-1-1,-2 1 1,0 2-1,-2 1 5,-1 1 1,-1 1 0,-1 1 0,-2 1 0,0 2 0,-2 1-30,7 5 1,-2 2 0,-1 1 0,-2 1-129,-3 0 1,-2 2-1,1-1 1,-1-2 44,1-2 0,0-1 1,0-1-1,1-4-112,3-4 0,2-3 0,-1-2 0,1-1-248,1-3 1,1-1 0,0-1 0,-1 0-158,-3 1 0,-1 0 0,0 0 0,0 1-505,-2 3 1,0 1 0,-1 1 0,-3 1 450,9-1 1,-2 3 0,2 3 0,-4 2 0,6-1-1</inkml:trace>
  <inkml:trace contextRef="#ctx0" brushRef="#br2" timeOffset="37016.26">6545 10993 21023,'25'-40'0,"0"0"0,1 0 0,-1 0 0,1 0 0,-1 0 0,1 0 0,-1 0 0,1 0 0,-1 0 0,1 0 0,-1 0 0,1 0 0,4-5 0,6-3 0,1-1 0,-1 1 0,-2 2 0,-5 5 0,-9 6 0,-9 9 0,-13 9 0,-12 10 0,-11 8 0,-8 6 0,-8 6 0,-5 6 0,-5 3 0,-2 5 0,-2 3 0,-1 2-55,33-18 0,-1 1 1,-1 1-1,-1 2 0,-1 0 1,-1 1-1,-1 1 1,-1 1-1,-1 0 0,-1 2 1,0 1-1,-2 0 1,0 1-1,-1 1 0,0 1 1,-1 0-1,-1 1 0,0 1 1,-1 1-1,-1 0 1,0 1-1,0 0 0,-1 1 1,0 1-1,0 0 1,-1 1-1,-1 0 0,1 1 1,-1 0-1,1 0 1,-2 1-1,1 0 0,0 1 1,0 0-1,-1 0 0,1 1 1,0 0-1,0 0 1,-1 0-1,1 1 0,0-1 1,1 1-1,-1 0 1,1 0-1,0 1 0,1-1 1,0 0-1,0 1 1,1-1-1,0 0 0,0 1 1,1-1-1,1 0 0,0 0 1,1 0-1,1 0 1,0 0-1,1-1 0,1 0 1,0 0 2,2-1 1,0 1 0,1 0 0,0 0 0,1 1-1,0 0 1,0 1 0,1 0 0,0 0 0,0 1-1,1-1 1,0 2 0,0-1 0,1 1 0,-1 0-1,1 0 1,1 1 0,-1-1 0,1 1 0,0 1-1,0-1 1,0 0 0,0 1 0,1 0 0,-1 0-1,1 0 1,0 0 0,0 1 0,0-1 0,0 1-1,0-1 1,0 1 0,0 0 0,0-1 0,0 1-1,0 0 1,0-1 0,0 1 0,0 0 0,-1-1-1,1 1 1,0-1 0,-1 1 0,0-1 0,0 0-1,0 0 1,0 0 0,0 0 0,-1-1 0,0 1-1,0-1 1,-1 0 0,1 0 0,-1 0 0,0-1-1,-1 0 1,0 0 0,0 0 0,-1-1 0,1 0-1,-2 0 1,1-1 0,-2 0 0,1 0 1,-1-1 0,0-1 1,-1 1-1,0-1 0,-1 0 1,-1 0-1,0 0 0,-1 0 1,0-1-1,0 0 0,-1 1 1,-1-1-1,0 0 0,0 0 1,0-1-1,-1 1 1,0 0-1,-1-1 0,1 0 1,-1 0-1,0 1 0,0-1 1,0-1-1,-1 1 0,1 0 1,-1 0-1,1-1 0,-1 1 1,1-1-1,-1 1 0,1-1 1,-1 0-1,1 0 1,0 1-1,0-1 0,0 0 1,1 0-1,0 0 0,0 0 1,0 0-1,0 0 0,1 0 1,1 0-1,-1-1 0,1 1 1,1 0-1,0 0 0,0 0 1,1 0-1,1 0 1,0 0-1,0 0 0,2 0 1,-1 0-1,2 0 0,0 0 1,1 0-1,1 0 0,0 1 1,1-1-1,1 0 0,1 1 1,1-1-1,1 1 0,0-1 1,2 1-475,-519 1721-209</inkml:trace>
  <inkml:trace contextRef="#ctx0" brushRef="#br2" timeOffset="37016.26">33866 11302 8574,'-18'12'30,"-22"16"39,1 1-1,2-1 1,4 1 0,2 1 0,5 0-69,-8 16 0,0 3 0,5 2 0,9-5 0,12-6 0,17-11 0,1-21 0,3-2 0,4-2 0,4-2 0,2-2 0,4-2 0,3-1 0,2-2 0,4-1 0,2-2 0,2-1 0,3-1 0,-33 7 0</inkml:trace>
  <inkml:trace contextRef="#ctx0" brushRef="#br2" timeOffset="37016.26">0 19050 8191,'2165'-1699'0,"-2136"1676"0,0 0 0,1 0 0,-1-1 0,1 0 0,0 0 0,0 0 0,1 0 0,-1-1 0,1 0 0,0 0 0,0 0 0,0-1 0,0 1 0,1-1 0,0 0 0,-1 0 0,1 0 0,1-1 0,-1 0 0,0 0 0,1 0 0,0 0 0,0 0 0,0-1 0,0 0 0,0 0 0,1 0 0,0 0 0,0 0 0,0-1 0,0 1 0,0-1 0,0 0 0,1 0 0,0-1 0,0 1 0,0 0 0,0-1 0,0 0 0,0 0 0,1 0 0,0 0 0,0 0 0,0-1 0,0 1 0,0-1 0,0 0 0,1 0 0,-1 0 0,1 0 0,0 0 0,0 0 0,0-1 0,1 1 0,-1-1 0,1 0 0,-1 1 0,1-1 0,0 0 0,0 0 0,0 0 0,0-1 0,1 1 0,-1 0 0,1-1 0,-1 1 0,1-1 0,0 0 0,0 1 0,0-1 0,1 0 0,-1 0 0,1 0 0,-1 0 0,1 0 0,0 0 0,0 0 0,0 0 0,0 0 0,0-1 0,0 1 0,1 0 0,-1-1 0,1 1 0,0 0 0,-1-1 0,1 1 0,0-1 0,0 1 0,1-1 0,-1 1 0,0-1 0,1 1 0,-1-1 0,1 0 0,0 1 0,-1-1 0,1 1 0,0-1 0,0 1 0,0-1 0,1 1 0,-1-1 0,0 1 0,1-1 0,-1 1 0,1-1 0,-1 1 0,1-1 0,0 1 0,0 0 0,0 0 0,0-1 0,0 1 0,0 0 0,0 0 0,1 0 0,-1 0 0,0 0 0,1 0 0,-1 0 0,1 0 0,0 0 0,-1 1 0,1-1 0,0 1 0,0-1 0,0 1 0,0-1 0,0 1 0,0 0 0,0 0 0,1 0 0,-1 0 0,0 0 0,1 0 0,-1 1 0,0-1 0,1 1 0,0-1 0,-1 1 0,1 0 0,-1 0 0,1 0 0,0 0 0,0 0 0,0 1 0,-1-1 0,1 1 0,0 0 0,0-1 0,0 1 0,0 1 0,0-1 0,1 0 0,-1 1 0,0-1 0,0 1 0,-7 5 0,1-1 0,-1 0 0,1 1 0,-1-1 0,1 1 0,0-1 0,-1 1 0,1 0 0,0-1 0,0 1 0,1-1 0,-1 1 0,0 0 0,1-1 0,-1 1 0,1 0 0,-1 0 0,1-1 0,0 1 0,0 0 0,0 0 0,0 0 0,0 0 0,0 0 0,0 0 0,1-1 0,-1 1 0,1 0 0,-1 0 0,1 0 0,0 0 0,-1 0 0,1 1 0,0-1 0,0 0 0,0 0 0,0 0 0,1 0 0,-1 0 0,0 1 0,1-1 0,-1 0 0,1 0 0,-1 1 0,1-1 0,0 0 0,0 1 0,0-1 0,0 0 0,0 1 0,0-1 0,0 0 0,0 1 0,0-1 0,1 1 0,-1-1 0,1 1 0,-1-1 0,1 1 0,0-1 0,-1 1 0,1 0 0,0-1 0,0 1 0,0-1 0,0 1 0,0 0 0,0-1 0,0 1 0,0 0 0,1-1 0,-1 1 0,0 0 0,1 0 0,-1 0 0,1-1 0,0 1 0,-1 0 0,1 0 0,0 0 0,0 0 0,0-1 0,0 1 0,0 0 0,0 0 0,0 0 0,0 0 0,0 0 0,0 0 0,1 0 0,-1 0 0,0 0 0,1 0 0,-1 0 0,1 0 0,-1 0 0,1 0 0,0 1 0,-1-1 0,1 0 0,0 0 0,0 0 0,-1 0 0,1 0 0,0 1 0,0-1 0,0 0 0,0 0 0,1 1 0,-1-1 0,0 0 0,0 0 0,0 1 0,1-1 0,-1 0 0,0 1 0,1-1 0,-1 0 0,1 1 0,-1-1 0,1 0 0,-1 1 0,1-1 0,0 1 0,-1-1 0,1 0 0,0 1 0,0-1 0,-1 1 0,1-1 0,0 1 0,0-1 0,0 1 0,0-1 0,0 1 0,0-1 0,0 1 0,0-1 0,0 1 0,0 0 0,1-1 0,-1 1 0,0-1 0,0 1 0,0 0 0,1-1 0,-1 1 0,0-1 0,1 1 0,-1 0 0,0-1 0,1 1 0,-1 0 0,1-1 0,-1 1 0,1 0 0,-1 0 0,1-1 0,-1 1 0,1 0 0,-1-1 0,1 1 0,0 0 0,-1 0 0,1-1 0,0 1 0,-1 0 0,1 0 0,0 0 0,-1-1 0,1 1 0,0 0 0,0 0 0,-1 0 0,1 0 0,0-1 0,0 1 0,0 0 0,-1 0 0,1 0 0,0 0 0,0 0 0,0-1 0,0 1 0,-1 0 0,1 0 0,0 0 0,0 0 0,0 0 0,0 0 0,0 0 0,0-1 0,0 1 0,-1 0 0,1 0 0,0 0 0,0 0 0,0 0 0,0 0 0,0 0 0,0 0 0,0 0 0,0 0 0,0 0 0,0 0 0,-1 0 0,1 0 0,0 0 0,0 0 0,0 0 0,0 0 0,0 0 0,0 0 0,0 0 0,-1 0 0,1 0 0,0 0 0,0 0 0,0 0 0,0 0 0,0 0 0,-1 0 0,-2 1 0,-1 1 0,1-1 0,0 1 0,-1-1 0,1 1 0,0-1 0,0 1 0,0-1 0,0 0 0,0 1 0,0-1 0,0 0 0,0 1 0,0-1 0,1 0 0,-1 0 0,0 1 0,1-1 0,-1 0 0,1 0 0,0 0 0,-1 0 0,1 1 0,0-1 0,-1 0 0,1 0 0,0 0 0,0 0 0,0 0 0,0 0 0,0 0 0,0 0 0,0 0 0,0 0 0,1 0 0,-1 0 0,0 0 0,0 0 0,1 0 0,-1 0 0,1 0 0,-1 0 0,1-1 0,-1 1 0,1 0 0,0 0 0,-1 0 0,1 0 0,0 0 0,-1-1 0,1 1 0,0 0 0,0 0 0,0 0 0,0 0 0,0-1 0,0 1 0,0 0 0,0 0 0,0 0 0,0-1 0,0 1 0,1 0 0,-1 0 0,0 0 0,0-1 0,1 1 0,-1 0 0,1 0 0,-1 0 0,0-1 0,1 1 0,-1 0 0,1 0 0,-1 0 0,1-1 0,-1 1 0,1 0 0,0 0 0,-1 0 0,1 0 0,0-1 0,-1 1 0,1 0 0,0 0 0,0 0 0,-1 0 0,1 0 0,0 0 0,0-1 0,0 1 0,0 0 0,-1 0 0,1 0 0,0 0 0,0 0 0,0 0 0,0 0 0,0 0 0,0 0 0,0 0 0,0 0 0,0 0 0,0 0 0,0 0 0,0 0 0,0 0 0,0 1 0,1-1 0,-1 0 0,0 0 0,0 0 0,0 0 0,0 1 0,0-1 0,0 0 0,1 0 0,-1 1 0,0-1 0,0 0 0,0 1 0,0-1 0,1 0 0,-1 1 0,0-1 0,0 1 0,0-1 0,1 1 0,-1-1 0,0 1 0,0-1 0,0 1 0,1-1 0,-1 1 0,0 0 0,0-1 0,0 1 0,1 0 0,-1 0 0,0-1 0,0 1 0,0 0 0,0 0 0,1 0 0,-1 0 0,0 0 0,0 0 0,0 0 0,0 0 0,0 0 0,0 0 0,1 0 0,-1 0 0,0 0 0,0 0 0,0 1 0,0-1 0,0 0 0,0 1 0,0-1 0,0 1 0,0-1 0,0 0 0,0 1 0,0 0 0,0-1 0,0 1 0,-1-1 0,1 1 0,0 0 0,0 0 0,0-1 0,0 1 0,-1 0 0,1 0 0,0 0 0,0 0 0,-1 0 0,1 0 0,0 0 0,-1 1 0,1-1 0,0 0 0,-1 0 0,1 1 0,-1-1 0,1 1 0,-1-1 0,1 1 0,-1-1 0,0 1 0,1-1 0,-1 1 0,0 0 0,1 0 0,-1-1 0,0 1 0,0 0 0,1 0 0,-1 0 0,0 0 0,0 0 0,0 1 0,0-1 0,0 0 0,0 0 0,0 1 0,0-1 0,0 1 0,-1-1 0,1 1 0,0-1 0,0 1 0,-1 0 0,1 0 0,0-1 0,-1 1 0,1 0 0,-1 0 0,1 0 0,-1 0 0,0 1 0,1-1 0,-1 0 0,0 0 0,1 1 0,-1-1 0,0 1 0,0-1 0,0 1 0,0 0 0,0-1 0,0 1 0,0 0 0,0 0 0,-1 0 0,1 0 0,0 0 0,-1 0 0,1 1 0,0-1 0,-1 0 0,0 1 0,1-1 0,-1 1 0,0-1 0,1 1 0,-1 0 0,0-1 0,0 1 0,0 0 0,0 0 0,0 0 0,0 0 0,0 1 0,0-1 0,-1 0 0,1 1 0,7-3 0,0 0 0,-1 0 0,1 0 0,0 0 0,0 1 0,-1-1 0,1 0 0,0 1 0,0-1 0,-1 0 0,1 1 0,0-1 0,-1 1 0,1 0 0,0-1 0,0 1 0,-1-1 0,1 1 0,-1 0 0,1 0 0,0 0 0,-1 0 0,1-1 0,-1 1 0,1 0 0,0 1 0,-1-1 0,1 0 0,-1 0 0,1 0 0,-1 0 0,1 1 0,-1-1 0,0 0 0,1 1 0,-1-1 0,1 1 0,-1-1 0,0 1 0,1 0 0,-1-1 0,0 1 0,1 0 0,-1 0 0,0 0 0,0 0 0,1 0 0,-1 0 0,0 0 0,0 0 0,0 0 0,0 0 0,0 1 0,0-1 0,0 0 0,1 1 0,-1-1 0,-1 1 0,1-1 0,0 1 0,0 0 0,0-1 0,0 1 0,0 0 0,0 0 0,-1 0 0,1 0 0,0 0 0,0 0 0,-1 0 0,1 0 0,-1 0 0,-29 9 0</inkml:trace>
  <inkml:trace contextRef="#ctx0" brushRef="#br3" timeOffset="51721.27">21061 3632 2766,'-43'5'3276,"21"24"-1391,-1-11-1930,20 13 0,6 0 45,-3-12 547,-1 10 0,2 4-232,2-7 0,1-1 89,-2 10 1,-2 0-148,1-4 0,-2 2 13,-2 10 0,-4 6 0,0-5 148,-3-11 0,0 3-311,4 2 1,0 8 0,1 5 0,1-1 0,0-2-514,0 0 0,2-2 0,0 1 0,0 3 354,0-10 1,1 1-1,-1 3 1,1 0 0,0 1-1,0 0 1,1-1-225,0 0 1,1 0-1,1 1 1,-1-1-1,1 0 1,-1 1 0,0 0 287,0 3 1,-1 0 0,0 0 0,1 1 0,-1-1 0,0 1 0,0 0-175,0-5 0,0 0 0,0 0 0,1 0 0,-1 1 0,0-1 0,-1 1 0,1-1 297,-1 1 0,0 1 0,0 0 0,0-1 0,-1 1 0,1-1 0,-1 0 0,1-1 6,0 2 0,-1-1 1,0 0-1,1 0 0,-1-1 1,1 1-1,0 1-51,1 2 0,-1 3 0,1 0 0,1 0 0,-1-2 0,0-3 0,0-2-90,0 4 0,0-5 0,1 0 0,0 5 0,2-6 0,0 3 0,1 4 0,0 0 0,0-1 0,-1-1 0,0-4-18,-2 0 0,0-3 0,-1-2 0,1 2 0,0 5-228,0-4 0,1 3 1,0 3-1,1 1 1,-1 1-1,0-2 1,0-3-1,-1-2 246,0 2 0,-1-4 0,0-1 0,0 2 0,-1 2-26,1 3 0,0 3 1,0 2-1,0 1 0,0-2 1,0-1-1,0-5 64,0 6 1,0-6 0,0 1 0,0 4-1,2-5 1,0 4-1,0 3 1,0 0 0,1 0-1,0-3 1,-1-4-39,1 5 0,-1-4 0,1-1 0,1 3-15,0-4 0,2 1 0,0 2 0,1 0 0,-1 0 0,-2-2-129,-1 1 0,-1 0 0,0-1 1,0-1-1,1 0 144,2 5 0,2-2 0,0 1 0,-3 4-39,-2-7 1,-3 3-1,0 2 1,-1 1-1,0 0 1,1-3-1,1-3 88,1 7 0,1-4 0,-1-1 0,0 5 92,-1-8 0,-1 2 1,0 4-1,-1-1 0,1 0 1,-1-3-1,2-3-51,-1 6 0,1-5 0,0 0 0,1 3-30,-1-4 0,1 3 0,1 1 0,-1 0 0,1 0 0,-1-2-42,1 2 0,1-2 0,-1-1 0,0 2 0,-1 3-160,-1-4 1,0 3 0,-1 2-1,0 0 1,0 0 0,0 1-1,-1-2 86,1-2 1,1 0 0,-1 0 0,0 0 0,-1 0 0,0 0-1,-2 0 33,-2-2 1,0 2-1,-2-1 1,-1 1 0,1 0-1,0-3 1,0-1-1,2-3 0,-1 13 1,1-5 0,1-1 0,-3 2 141,0-7 1,-2 2 0,0 0 0,-1 1 0,2-3 0,2-4-56,2 10 1,2-4 0,0-1 54,-3 0 1,-1-1 0,2 2 120,1 6 0,2 1 0,0-2-210,2-9 0,0-1 0,0-1-60,0-3 0,0 0 0,0 2 127,1 1 0,1 3 0,1-1 0,-1-1-37,1 0 0,0-1 0,1-2-150,0 12 0,2 1-240,-1-5 1,0 3-1,0-6 465,0-5 0,0 0-15,-1 7 0,0 5 0,-2-4-75,-1-5 0,-2 1 15,-2 3 0,0 3 0,-1-1-31,1-7 1,-1-1 0,1 0-165,-2 9 1,2 0 44,4-3 0,1 2 0,3-6-180,3-9 0,2-3 135,2 4 0,3-2 467,4 0 1,5-5-468,14-11 0,1-3 180,-13 4 0,1-1-15,9-5 0,7-1 0,-1-1 411,-1-1 0,0 0 1,3 0-442,2-1 0,5 0 0,-1 0 0,-1 0 45,-10 0 0,-2 1 0,0-1 0,3 0-153,-1-1 0,2 1 0,1-1 0,-1 1 0,-1-1-72,6 1 0,-1 1 0,0-1 0,-2-1 30,6 1 0,-1 0 0,4-1 6,-7-1 0,4 1 0,1 0 1,0-2-1,-1 0-125,-6-2 0,-1-2 0,-1 0 0,0 0 0,0 1 269,5 2 0,-1 0 0,1 1 0,3-2-69,-8-1 1,2-1-1,2-1 1,-1 1 0,1 0-1,-3 2 51,4 3 0,-1 0 0,0 2 0,-2 0 0,0-1 40,2-2 1,-2 0-1,1 1 1,4 1-49,-7 1 0,4 2 1,3 1-1,0 1 0,-1-1 1,-2 1-1,-3-2-95,6 3 0,-3-1 0,-1 0 0,5 1 121,-6-2 0,5 1 0,2 0 0,1 1 0,-1-1 0,-2-1 0,-5 1 143,7 0 0,-5 0 0,-1-1 0,5 0-143,-4-2 0,4 0 0,1 0 0,0 0 0,0-1 0,-2 1-36,3 1 0,-2 0 0,-1 0 0,0-1 0,-1 1 121,-5-2 1,-1-1-1,-1 1 1,1 0 0,3 1-99,-3 1 0,3 1 0,1 0 0,1 1 0,-1 0 1,-1 0-1,-1 0-41,6 2 0,-1 0 0,-2 1 0,0-1 0,0 0 54,-3-1 0,-2 1 0,1-1 0,0 0 0,4 0 0,-5-1 0,2 1 0,2-1 0,0 0 0,1 0 0,-1-2 0,-1 0 45,5-2 0,-1-1 0,0-1 0,0 0 0,-2-1 0,-1 1-9,1 0 0,-3 1 0,0-1 0,1 0 0,4-1-3,-6 1 1,3-1 0,3-1 0,0 1-1,1-1 1,-1 1 0,-2 0 0,-2 0-188,3 0 1,-1 1 0,-2 0 0,-1 0 0,1 0 0,-1 0 171,5 0 0,-1 0 0,1 0 0,0 1 0,4 2-7,-10-1 0,4 2 1,1 1-1,1 0 0,0 0 1,-1 1-1,-3-1 0,-4 0-51,3 1 1,-5 0 0,-1 0 0,1 1 0,4-1 26,3 0 0,4 0 0,3 1 0,0-1 0,0 1 1,-3-2-1,-5 0 58,8 2 0,-5-1 0,-1-1 0,3-2 0,-5-2 0,2 0 0,2-2 0,0 0 0,-1-2 0,-3 0 26,-2-1 1,-1-2 0,-1-1 0,-1 1 0,1-1-72,5 1 0,0 0 0,0-1 0,2 0 18,-3 0 0,3-1 0,1-1 0,-3 1 0,-2 1-75,9-1 0,-4 0 0,-1 2 57,-2 0 0,-2 0 0,2 1 90,-6 0 0,1-1 0,0 1 0,-4 0-94,-1 2 0,-2 0 0,-1-1 49,15-2 0,0-2 467,-13 3 0,0 0 1,-2 0-513,5 0 0,-3 1-90,15-3 454,-20 6 1,-1 0-635,-1 0 90,-7 6 2174,11-5-2084,-4-17 90,-8-10 0,0-3 0,-1 5 0,-1-3 30,-2-7 0,-2-6 0,0-1-752,0-5 1,-2-3 0,2 2 721,2 8 0,1 1 0,-2-6-186,-4 8 1,-2-4 0,0-2 0,0-2 0,0 0 0,1 0 170,2-4 0,1-1 0,0 0 0,0-1 0,0 2 0,-2 0-205,-2 6 0,-1 2 0,0 1 1,0-2-1,0-1 0,0-4 193,0 6 0,0-2 0,0-3 0,1-1 0,0-1 0,0-1 0,-1 0 0,0 1 0,0 0 0,0 2-63,-1-2 0,-1 1 0,0-1 0,0 1 0,0 1 0,0-1 1,-1 1-1,1 0 0,0 0 67,0-3 1,0 2-1,0 1 1,-1-1-1,1 0 1,0-1-1,0-2 1,0-2 7,-1 8 0,0-2 0,0-1 0,0-1 0,0-1 0,1-1 0,-1 0 0,0 0 0,0 1 0,0-1 0,0 2 0,0 0 6,0-1 1,0 1 0,0-1 0,0 1 0,0 0 0,0 0 0,0 0-1,-1 1 1,1 0 0,0 0 0,0 1 18,0-4 0,0 0 0,1 2 0,-1 0 0,0 0 0,0 0 0,1-2 0,-1-1 0,1-3 23,-1 10 1,1-2 0,-1-2 0,0 0-1,1-2 1,0 0 0,0 0 0,-1-1 0,1 0-1,0 1 1,0 0 0,1 1 0,-1 0 0,0 2 70,0-2 1,1 0 0,0 1 0,0-1 0,0 2 0,0-1 0,1 1 0,-1 1 0,0-1 0,-1 1 0,1 1 0,-1-1-82,1-2 1,-1 1-1,0 1 1,0 0-1,0 1 1,0 0 0,-1-2-1,1 0 1,1-1-1,-1-2 28,1 5 0,-1-2 1,1-1-1,0-1 1,0-1-1,1 0 1,-1-1-1,0 0 1,1 1-1,-1 0 1,-1 1-1,0 1 1,0 2-1,0 1-24,-1-5 0,0 1 0,-1 1 0,0 1 0,0 1 0,-1 1 0,1 0 0,-1 0 0,2-1 0,-1 1-7,1-4 0,1 2 0,0-1 0,0 1 0,0 0 0,0-1 0,0 0 0,0-1 0,-1-1-94,0 1 0,-1 0 1,0-2-1,1-1 1,-1 0-1,-1 0 1,1 0-1,0 0 0,0 2 1,0 0-1,-1 2-46,2-1 0,-1 0 0,0 1 0,0 1 0,0 1 0,0 0 1,0 0-1,0 1 0,0 1 81,1-7 0,0 2 1,-1 2-1,1-1 1,0 0-1,0-2 1,0-2-34,0 7 0,-1-1 0,1-3 0,-1 0 0,1 0 0,-1-1 0,0 1 0,1 1 0,-1 2 0,0 2 46,0-6 0,0 3 1,-1 0-1,1 2 1,-1 0-1,1 1 1,0-1 39,1-3 1,1 1 0,0 0 0,-1 1 0,0-2 0,0-1 106,-2 5 0,0-2 0,-1-1 0,1 0 0,-1 0 1,-1 2-1,1 1 0,0 3 58,-1-5 1,0 3 0,0 1 0,0 1 0,0 0-135,-1-8 0,1 0 0,-1 0 0,1-1 81,-2 6 0,0-2 0,1 0 0,-1 2 0,1 2-36,0-11 0,2 4 0,-1 2-30,0 4 0,0 3 0,0-3-90,0-8 0,0-1 0,0 3-120,0-1 0,0 3 150,-4 9 0,0-1 490,1 4 0,0-1 1,-1 2-401,-4-1 0,-2 3 333,2 1 0,-1 0-378,2-11 0,-4 2-90,-8 9 0,-3 2-270,-2-13 0,-7 1 544,-3 11 0,-7 2 1,-3 1-320,3 5 0,-1 0 0,-4 1 0,-2 2 129,8 6 1,-2 0 0,-2 2 0,-1 0 0,-1 0 0,-1 1-7,5 1 1,-1-1 0,-1 1 0,-1 1 0,-1-1 0,0 1-1,-1 0 1,-1 0-290,4 2 0,-3 0 0,0 0 0,-1 0 0,0 1 0,-1 0 0,2 0 0,0 0 0,1 0 0,3 0 243,-7 0 0,3 0 0,1 0 1,1 0-1,-1 1 0,-1-1 1,-4 1-6,6 1 0,-1 0 0,-3 0 0,0 0 0,-1 0 0,0 1 0,0-1 0,0 1 0,1 0 0,1 0-184,1 0 1,0 0-1,2 0 1,0 0-1,-1 1 1,0 0-1,0-1 1,-3 1-1,-1-1 215,6 1 1,-2 0 0,-2 0 0,0 0 0,-1 0 0,-1 0 0,0 0 0,0 0-1,0 0 1,1 0 0,0-1 0,2 1 0,2 0-84,-5 0 0,1-1 0,2 1 0,1-1 0,-1 0 0,1 1 0,0-1 0,-1 1 0,-2-1 0,-1 1 104,5-1 1,-1 1-1,-1-1 1,-1 1 0,0-1-1,-1 1 1,0-1 0,1 1-1,-1-1 1,1 1 0,0-1-1,2 1 1,0 0-12,-2 0 1,1-1 0,0 1 0,1 0-1,0 0 1,0 0 0,1 0 0,0 0-1,0 0 1,1 0 0,-1-1-24,-4 1 0,2-1 0,0 1 0,1-1 0,-1 0 0,0 0 0,-1 1 0,-2-1 0,-2 1 51,9-1 0,-1 1 1,-2 0-1,-1 0 1,-1 0-1,0 0 0,-1 0 1,0 0-1,1 0 1,-1 0-1,1 0 1,1 0-1,1 0 0,2 1-2,-5-1 0,2 0 0,1 1 0,1-1 0,0 1 0,1-1 1,-1 1-1,-1 0 0,0-1 0,-2 1 0,-1-1-30,3 1 0,-2-1 0,0 1 1,-1-1-1,0 1 0,-2-1 1,1 1-1,-1-1 0,0 1 1,0-1-1,-1 1 0,1-1 1,0 1-1,-1-1-3,6 1 1,-1-1 0,0 1 0,0-1 0,-1 1 0,1-1 0,-1 0 0,0 1 0,1-1-1,-1 1 1,0-1 0,1 1 0,-1-1 0,1 1 0,1-1 0,-1 0 15,-4 1 0,-1-1 0,1 1 0,-1-1 0,0 1 0,0-1 1,1 1-1,0-1 0,1 0 0,1 1 0,0-1 0,1 0 0,2 1 1,0-1 2,-3 0 1,1 0 0,1 0 0,2 0 0,0 0 0,1 0 0,0 0 0,0 0 0,-1 0 0,0 0 36,-3 0 0,0 0 0,-1 1 0,0-1 0,1 0 0,-1 1 0,2 0 0,1-1 0,2 1 0,1 0 2,-8 1 0,2-1 0,3 1 1,0 0-1,1 1 0,-2 0-74,-1 0 0,-2 1 0,1 0 0,1 1 0,0-1 0,3 0 0,0 0 0,0 0 0,2 0 0,4 0 0,3 1 0,-8 7 0,0-1 0</inkml:trace>
  <inkml:trace contextRef="#ctx0" brushRef="#br3" timeOffset="57020.27">18821 10969 7533,'-47'0'3276,"6"0"0,31-6-204,2 10-1003,39 25-1485,-2-6 1,5 1-495,-1-7 0,3 0 0,3-4-454,-4-6 0,2-1 0,1-3 0,1-1-86,1-4 0,0-2 1,1-1-1,-2 1 120,9-4 0,-2 1 1,-2 6 1421,-9 9 0,-2 6 0,-5 4 546,-1 19 0,-5 6-546,-7-7 0,0 2 0,4-3-664,4-6 0,3-3 0,5-5-938,10-7 0,5-7 0,0-5-583,-2-5 1,0-5 0,-2-2 843,-5 1 1,-1-2 0,-4-2-1,1-7 1,-7-1 0,0-10-1</inkml:trace>
  <inkml:trace contextRef="#ctx0" brushRef="#br3" timeOffset="65037.27">19315 9172 0,'-10'-12'3276,"2"5"0,8 12 0,0 37 0,8-5-2643,-7-3 1,-1 7 0,1-2 1002,3 6 1,0-1-1337,-4-6 0,0 0 0,0-1 59,0 7 1,0-4 705,-4-11 0,0-3-885,2 2 3075,-6-7-4514,8-70-136,3 17 1,2-3 861,-2-3 1,0-4 0,1-2-121,1 4 1,2-2 0,0 0 0,-1 2 472,-2 2 0,0 1 1,0 1 448,2-4 1,1 0 0,-4 8 2564,-11 2-1844,-2 35 831,-8 33-517,9 7 0,1 6-899,-2-7 0,2 1-136,4-8 1,1 0 0,0-2 45,-1 4 0,0-5-585,4 6 1051,0-12-1411,16-60-359,-4-17 539,-2 20 0,2-4 0,-1-2-643,-3-9 1,-3-2 0,2 3 697,6-5 1,-1 3 799,-6-8 0,-2 7 2473,4 21-2248,-16 36 359,-2 28-899,0-8 0,-2 5 0,1-1-540,0 9 1,0 1 329,3-9 0,-1 1 0,1-1-973,1-1 1,2-1 0,1-3-547,2-1 1,2-2 982,0 8 1,0-2-1,2-4 1,6-5 0</inkml:trace>
  <inkml:trace contextRef="#ctx0" brushRef="#br3" timeOffset="66654.27">14693 10969 0,'-17'-6'3029,"-9"5"247,6-5 0,11 23-761,18-2-1525,19 15-136,10-13 1,6-4-541,-9-4 1,1-3-333,-4 1 0,3 0 0,2-4-252,7-9 0,2-4 0,-3-2 1457,-1 1 0,0-1-1277,-1-1 0,3-2 0,-3 0-225,5-1 0,-6 2 225,3 0 809,-1 14 1,-6 6 757,-20 4-128,7 13 1,3 5-181,9 2-719,-14-5 0,3-2 314,21-9 1,3-9-451,-13-6 1,0-3-225,-2-1 0,2-2 0,-1-2-1080,-1-5 1,0-4-1,-5 2 945,-5 1 1,-1 1-1595,20-4 1,-5 2-1639,-24 3 0,21 6 3145,-25 2 1,-1 10 0,-8 2 0</inkml:trace>
  <inkml:trace contextRef="#ctx0" brushRef="#br3" timeOffset="67137.27">15046 9210 7533,'-20'-17'1638,"1"0"0,-13-6 1638,32 17-2010,22 5 1,11 2-1088,7-1 1,5 0-360,0-1 0,4 1 1,0 1-331,-4 2 0,-1 3 0,-6 7 600,-10 9 0,-5 7 0,-9 3-424,-14 11 0,-13 5 0,-2 1 828,4-8 1,-3 0 0,0 1 0,-2-3-675,-6 5 0,-2-2 0,10-4 45,11 1 0,15-8-958,27-22 1,18-13 0,-4 0 781,-18 5 0,-2 1 0,3-2 0,8-4 0,4-2 0,0-1 0,-5 1 1,1-1-1,0 0 0</inkml:trace>
  <inkml:trace contextRef="#ctx0" brushRef="#br3" timeOffset="67671.27">16986 11191 7533,'-29'25'3276,"5"0"-1638,49-12 0,13-6 0,-8-8 0,3-3-1758,2 1 1,3-1 0,2-4 96,-2-2 1,1-5-1,0 0 1,-4 2-456,-2 0 0,-3 1 1,1 1 357,11-3 0,2 1 0,-4 4-195,-3 3 0,-6 6 896,9 18 498,-19-4 0,-1 4 559,1 11 0,-1 3-937,-6-10 0,3-2-303,18 9 1,5-5-129,-8-13 0,0-3-900,7-2 1,3-5-151,-3-9 1,2-4-1,-4-3 285,1-4 1,-3-5-599,-5 1 1,0-3 0,-6-3 686,-2-16 0,-10-1 1,-10 9-1,-3 0 0,1-8 1,-1 1-1</inkml:trace>
  <inkml:trace contextRef="#ctx0" brushRef="#br3" timeOffset="68137.27">17410 8986 7533,'-10'-33'3276,"2"4"0,31 11-204,-1 10-2847,1-1 0,5 1 45,10 9 0,0 2-270,-11 0 0,-1 2-270,14 3 0,-5 8-450,-21 17 1,-9 5 764,-2-7 0,-6 1-115,-2 0 1,-4 3-1,-4 0 550,-8 2 0,-4 0 0,2-2-441,6 4 1,-1-1 320,-16 5 0,13-4 1025,51-3-1025,1-22-225,2-8 0,5-1 0,9 1 0,0-1-90,-20-5 0,-1 3 0,10 10 0,-8 6 135,-26 9 44,-7 0 1,-7 4-735,-11 0 1,-7 1-1,-2-2-583,2-3 1,-3-1 0,0 1 841,3 0 1,-2 2-1,1-1 1,1-3 0,-1-3-1,1-2 1,3 0 0,-8 12-1,1 0 1</inkml:trace>
  <inkml:trace contextRef="#ctx0" brushRef="#br3" timeOffset="70637.27">15434 13460 7533,'-20'0'3276,"13"5"-1425,16 2-592,33 16-854,-10-4 0,6 0-226,-2-6 1,2-2 0,4-1-480,-5-2 0,3-2 0,1-2 0,-1-2 187,4-5 1,1-3 0,0-2 0,0 0 179,-2 0 1,0-2-1,0 1 1,-2 0 272,9-3 0,-2 1 0,-5 8 380,4 16 0,-5 10 89,-8 6 1,-2 4-720,-8-8 0,1 0 0,3-5 29,7-10 1,4-6 0,2-4-210,-4-4 1,1-3 0,1-2-1,0 0 135,2-2 0,-1-2 0,1 1 0,-2 1 165,7-1 0,-1 1 0,-3 4-390,8 3 0,-4 3-720,-7 4 1,-1-4-740,2-14 1,-2-5 1460,-4 3 0,-1-3 1,-7 0-1,0-4 1,-2 2-1,3-3 1,-1 1-1</inkml:trace>
  <inkml:trace contextRef="#ctx0" brushRef="#br3" timeOffset="71437.27">15857 13460 7533,'-35'12'1638,"20"10"0,3 7-83,-3 13 0,4 4-1196,5-10 1,2 2 0,4 0-180,4-1 0,4 0 0,4-5-585,13 2 1,5-7 404,-6-13 0,3-5-810,16-5 1,2-8 809,-16-4 0,-1-2 0,4 3 0,0-1 0,-2-4 0,-1 0 0</inkml:trace>
  <inkml:trace contextRef="#ctx0" brushRef="#br3" timeOffset="71587.27">16069 13584 7533,'-41'27'1638,"13"8"0,1 9-546,5-4 0,0 4 0,1 0-1352,4-6 1,2-1-1,2 2 260,4-2 0,2 3 0,2-1 0,3-6 0,5-3 0,2-1 0,-1 15 0,1 1 0</inkml:trace>
  <inkml:trace contextRef="#ctx0" brushRef="#br3" timeOffset="72254.27">18591 13410 7533,'-37'4'3276,"27"21"-1638,29-7 0,13-1-1634,2-6 1,6-2 0,2-3-447,-5-6 1,1-4 0,2-1 0,0 1 373,2 1 1,1 0 0,-1-1-1,-1 2 248,5-2 0,-1 0 0,-2 6 757,-5 8 0,-1 4 0,-1 1-128,-3-1 1,-2 1 0,1-3-211,5 0 1,1-3 0,1-5-570,0-5 0,1-5 0,-1-1-690,-2-1 1,-1-1-1,-2-1-979,8-6 1,-5 1-1639,6 3 2726,-25 6 0,-18 6 0,-10 0 0</inkml:trace>
  <inkml:trace contextRef="#ctx0" brushRef="#br3" timeOffset="72620.27">19068 13658 7533,'-20'28'1638,"10"-5"0,4 5 0,8 16 0,4 5-914,-2-15 0,2 1 1,2-2-680,11 13 0,5-4-45,-2-8 0,3-7-45,-2-14 0,-1-1 315,4 16-720,-50 3-630,3-5 1,-5-1-560,-6-3 1,-1-4 1447,6-3 1,1-7 0,-7-15 0,15-12 0</inkml:trace>
  <inkml:trace contextRef="#ctx0" brushRef="#br3" timeOffset="72754.27">19085 13844 7533,'6'-25'3276,"29"6"-1638,11 11 0,4 4-1381,-9 3 0,-1 2 0,8-1 1,-4 1-1,-1 4 0</inkml:trace>
  <inkml:trace contextRef="#ctx0" brushRef="#br3" timeOffset="74020.27">15540 15939 7533,'-35'5'3276,"-1"8"0,17 6 0,58 6-2524,2-14 1,10-3-731,-8-4 1,4-1 0,4-2-1,0-2-676,-6-2 1,1-2 0,1-2 0,1 0 0,-1 0 473,-4 0 0,1 0 0,-1-1 0,1 0 0,-1-1 0,-1 1 54,3-1 0,-1-2 0,-1 1 1,-1 1-1,0 1 706,3 2 1,1 0-1,-3 3 1,-5 6 993,10 12 0,-6 9-975,-14-4 1,-1 2 0,1 0-106,9 8 1,4-8-165,-1-16 0,5-9 0,1-4-679,-6-1 1,1-4 0,1-2 0,-2 0 415,-3 0 1,-1-3-1,0 2 1,2 1 246,7 0 1,4 2 0,-2 2 0,-6 4-51,2 5 1,-2 4-55,0 1 0,3 1 0,-5-1-131,-6-1 1,-3-4-1719,-2-4 1,-1-4-1,-1-5 1,-2-3 982,0-2 1,-4 0-1,1-12 1,3 0 0</inkml:trace>
  <inkml:trace contextRef="#ctx0" brushRef="#br3" timeOffset="74787.27">16828 15704 0,'-18'-13'3276,"-15"17"-1638,7 11 0,-1 11-983,6 4 0,-1 9 1,0 4-1,2 2 0,1-3 164,0 0 0,3-1 0,0 1 0,2 3-580,2-4 0,-2 4 0,2 2 0,1-1 0,5-4 0,4-5-329,8 4 0,6-6 1,6-8-79,12-4 1,4-17-793,-2-29 1,-1-19-1,-6 0 870,-2 2 0,-12-1 875,-14-5 0,-9-2 0,-9 15-560,-22 25 0,-10 17-765,11 0 0,-2 4 1,5 5 539,11 3 0,3 4 0,5 2 0,0 10 0,9 0 0,16-10 0,0 0 0</inkml:trace>
  <inkml:trace contextRef="#ctx0" brushRef="#br3" timeOffset="75520.27">18697 15926 7533,'-43'-16'3276,"22"12"-526,-11-7-2120,54 29-450,5-7 0,7-2-225,2-2 0,6-5 45,-7-5 0,5-4 0,0 0 0,-4-1 90,6-6 0,-2 3 389,-1 6 1,3 4 0,-7 6 149,-11 8 1,-1 4 269,16 8 1,4-5-585,-2-17 0,0-10-345,-7-3 0,0-4 0,-2-3-1063,0-3 1,-2-3 0,-3 1-547,-3-3 1,-3 6 915,2 14 0,-23 20 1,0 15-1</inkml:trace>
  <inkml:trace contextRef="#ctx0" brushRef="#br3" timeOffset="76155.27">18979 16149 7533,'-21'0'3276,"-1"0"-1065,54 0-2166,1-7 0,2-2-45,-4 1 0,1 1-45,14-5 0,0 4 45,-17 7 0,-5 8 404,-10 13 1,-6 8-495,-7 9 0,-4 3-720,-3-6 1,-1 1 0,-2-3-830,-4 2 1,1-2 1399,6-1 0,4-6 0,2-11 0,0 4 0</inkml:trace>
  <inkml:trace contextRef="#ctx0" brushRef="#br3" timeOffset="76888.27">20355 15914 7533,'-19'-32'3276,"3"13"-256,32 41-2481,-1-2 1,5 1-315,12 5 0,7-5-405,8-8 0,4-8 0,-18-7 0,0-4 1,0-1-136,18-7 0,-6 7 854,-20 18 1,-2 6 449,1 1 1,-1 3-46,-11 8 1,3-2-585,13-16 0,5-10-225,-1-8 0,0-6-1774,12-7 1,-1 1 982,-14 7 1,-1 3-1,15 5 1,-28 24 0</inkml:trace>
  <inkml:trace contextRef="#ctx0" brushRef="#br3" timeOffset="78523.27">20655 16149 7713,'-8'-20'3276,"-9"-2"-1605,-19 31-1222,13 7 1,1 4-225,2 8 0,3 3 0,1 1 0,7 1-135,13 7 0,7-4-180,11-6-90,2-3 0,3-3 0,10-9 270,-10 14 180,-3 1-270,-30-2 450,-4 13-91,-17-14-359,-16-3 180,-2-11-540,7-30-180,37-7 1,8-7-1,5 0 0,5-4 1,1 1-29,4 1 1,1 0-1,-1 0 448,-3-2 0,-1-1 1,-2 5 164,-2 4 0,-5 3 45,-9-18-990,-39 12 450,22 15 450,-16 3 0,1 7 0,18 11 0,-9 0 0</inkml:trace>
  <inkml:trace contextRef="#ctx0" brushRef="#br3" timeOffset="79170.27">21784 16038 7533,'-18'-25'2968,"-7"0"-2788,5 6 3096,3 7-885,32 23-1672,12 2 1,7 0-540,-1-3 0,4-1 0,1 0-401,8-2 1,2-1-1,1-2-139,-1-3 1,0-2-1,-1 0 30,-7 1 0,-2-1 1,0 0 688,10-1 1,-2 0 674,-11 4 1,0-4-316,9-15 1,-1-5-630,-14 7 0,0-2-960,0-6 1,0-5 0,-4 3-1740,6-11 970,-13 15 1,-3 1 1535,-7 2 0,0 11 1,2 1-1</inkml:trace>
  <inkml:trace contextRef="#ctx0" brushRef="#br3" timeOffset="79721.27">22190 16224 7533,'-36'-26'2878,"17"8"-2698,-5 12 180,15 12-360,-9 1 539,8 11-359,2-5 450,0 22-90,6-13-1,-5 19 181,7-9-810,7-6 90,11-8-540,25-35-269,-11 1-303,1-13 0,-2-6 483,-7-7 539,-3 11 0,-1 1 1709,-2-1-1439,-9 13 539,-9 23 720,-9 20-359,-1 19-870,2-12 0,-1 6 0,2-2-1296,5 6 0,0 1 846,-3-1 0,-1 3 1,2-1 239,3 0 0,2-1 0,-1-3 0,-4 1 0,0-2 0,-1 10 0,0 0 0</inkml:trace>
  <inkml:trace contextRef="#ctx0" brushRef="#br3" timeOffset="81121.27">16598 18344 0,'-10'-13'0,"-5"1"2502,13-1-2322,-14 1 2938,6-1-2758,0 7 1938,-13 0-2118,19 6 3096,-12 0-1001,16 6-1196,16 6-899,4 2-90,8 1 0,2-1-90,12-5-445,-10-3 0,7 1 0,-5-3 445,-6-3 0,-1-2-150,15-3 0,5-3 0,-4 1-30,-12 2 0,0-1-60,9-3 0,5-1 1,-6 2 104,-12 3 0,-1 1-131,20 4 1,-2 4 175,-13 3 758,-5 5 1,-3 3-579,-3 5-771,3-8 1,3-2 1399,5 2-314,-3-10 0,3-6-162,-1-7 0,2-6 0,-2 2-648,-2 2 0,1-2-415,3-4 1,5-4 0,1 0 0,-8 4-346,-6 4 1,-1 2-475,19-13 1,-2 4 1295,-12 14 1,5 2-1,-5 5 1</inkml:trace>
  <inkml:trace contextRef="#ctx0" brushRef="#br3" timeOffset="81554.27">18397 18244 7533,'-17'-14'3276,"7"3"-346,2 28-2570,8-2 134,0 12 1,0 4-315,0 12-671,-4 3 1,0 1 580,3-21 0,0-1-1729,-3 25 1,0-2-159,4-15 1527,2-1 0,4-7-3007,20-28 0,3 0 3011,6-22 0,-9-5 0,-8-2 0</inkml:trace>
  <inkml:trace contextRef="#ctx0" brushRef="#br3" timeOffset="81754.27">18644 18331 7533,'10'41'1638,"-9"-4"0,-2-1 1638,7 11-2314,-4-4 0,6-7-1412,19-26 385,-2-1 1,1-6-701,6-25 1,-1-9 539,-5 13 0,-3-4-155,-6-6 0,-2-6 1,-6 4 289,-9-7 135,-14 4 0,-5 3 135,-13 7-540,-4 16 0,-2 8-90,-3 14 450,10 14 0,3 6 0,13-10 0,3 0 0,-1 11 0,0 0 0</inkml:trace>
  <inkml:trace contextRef="#ctx0" brushRef="#br4" timeOffset="84521.27">22578 4946 13025,'-30'7'3276,"-1"9"-551,21-8-849,0 10-164,3 0-1204,2 7 0,2 2-536,1 12 178,-1-5 0,-1 7 1,3-2 333,7 5 1,4 0-553,-1-6 0,2 1 0,4-3-407,3-6 1,4-3 0,1-4-687,4-1 0,2-7 40,13-8 1,-1-14 800,-7-24 0,-4-8-90,0 13 1,-3-3 523,-8-2 1,-1-5 0,-2-3 0,-4 2-43,-5-5 1,-4 1 0,1 1 94,2 2 1,1 0-1,-5 0 75,-7-9 0,-6-2 1,-6 7-83,-4 15 0,-4 4 0,0 0-251,-3-11 1,-4 4-354,-4 10 0,-6 5 0,6 10-233,7 14 1,5 9 613,-1 9 1,5 4 0,10-3 0,8 0 0,15 4-1,0 0 1</inkml:trace>
  <inkml:trace contextRef="#ctx0" brushRef="#br4" timeOffset="87089.27">17604 8391 16847,'-16'-41'-1639,"-1"12"1,-1 1-724,-14-9 2414,-5 11 1,-6 14 480,11 26 0,-1 13 0,0-2-1270,-12-8 0,0 4 859,17 3 0,-2 6 0,1 4 0,1 2 0,4 0-93,3 2 0,4 2 1,1 1-1,1-1 0,-1-1-519,-3 2 0,-1-2 0,2 2 0,1 3 575,6-5 1,0 3-1,0 2 1,2 1 0,2 1-1,2-2 1,2-2-77,4 7 0,4-1 0,3-1 0,0 0 1,-1 0-280,-1 1 1,-1 0 0,0 1 0,2-2 0,4 1 41,0-8 0,2 2 0,2-1 1,1-1-1,2-3 0,3-2 125,4-1 0,5-3 1,0-2-1,1-2 1,-2-2-30,5 4 1,-2-4 0,6-1 188,-2-3 0,4 0 0,3 0 0,0-5 0,-1-5-248,3-8 1,1-8-1,-1-1 1,-1 1 388,6 7 0,-2 1 0,3-7 75,-9-7 0,4-4 1,0-4-1,-2-3 0,-5-3-267,-1-8 0,-6-5 1,-2-1-1,2 1 232,-1 6 1,1 2-1,-2-1 1,0-6-184,-6 3 0,0-4 1,-1-3-1,-1-1 1,-2 0-1,-3 0-102,-3-6 1,-3-1 0,-3 0-1,-1 0 1,2 2-9,-1 6 1,1 1 0,-1 1 0,-1-2 0,-2-3-93,-3 0 1,0-5 0,-2-1 0,-1-1 0,-3 0 0,-3 3 0,-3 3-4,-5 4 1,-5 1 0,-3 3 0,-2 0 0,2 1 0,2-1-75,2-5 1,2 1 0,1-1-1,-4 3 1,-6 2 200,-6 2 1,-6-1 0,-3 3-1,-3 3 1,-1 7 0,2 9-323,2 11 1,-1 8-1,0 6 1,-1 3-1,1-1 1,1-3 320,-4-4 1,1-1-1,0 0 1,1 2 0,-1 5 72,3 5 0,-2 3 0,1 2 1,1 3-1,3-1 0,4-1 0,-5 10 1,6 0-1,1 1 0,0 1 0,-1 0 1,0 1-1</inkml:trace>
  <inkml:trace contextRef="#ctx0" brushRef="#br3" timeOffset="88622.27">3863 11824 7533,'-10'-14'2968,"2"-8"-539,8 14 89,0-5-719,0 13-540,16 13-989,27 6-270,-15-12 0,1 0-360,7 3 1,-2 2 179,4 7 449,-29 6 1,-10 4 135,-18 0 0,-6 1-135,9 5 0,-1-1-360,-6-11 0,5-2 90,18 8-270,25-17 180,13 17 45,-18-11 0,-3 3 45,-7 11 0,-10 3-270,-14-1 0,-8-3-989,-8-1 0,-4-4 1259,2-7 0,-1-7 0,3-10 0,1-4 0,-6-12 0</inkml:trace>
  <inkml:trace contextRef="#ctx0" brushRef="#br3" timeOffset="89139.27">3810 11762 7803,'-10'-6'2788,"10"-12"-449,10 3-630,15-3-990,19 24-1079,3 8-135,-16-1 1,-2 4-136,-6 2 1,-8 5 584,-17 10 0,-10 5 674,-2 3 1,-5 0 134,-9 0 1,1-2-315,8-10 0,12-5-91,41-1-269,15-19-180,-19-2 1,-6 5 808,-14 28-1124,-24-5 1,-9 1 404,-8 4 0,-3 0 0,3-1 0,0-3 0,5-7 0,1-1 0</inkml:trace>
  <inkml:trace contextRef="#ctx0" brushRef="#br3" timeOffset="93289.27">4657 11824 7533,'-28'-6'3276,"11"-1"0,1 0-923,22 2-1094,35 5-1169,-16 7 0,1 3-360,15 2 0,-4 7-675,-13 9 1,-10 6 674,-13 11 0,-10 3 570,-4-14 0,-3 0 0,-2-1 329,-1 0 1,0-1 0,0-2-495,-9 7 0,13-6-945,38-6 810,14-25 0,7-7 0,-5 0 0,2-1 0,-8 0 0,1 0 0,-1 0 0</inkml:trace>
  <inkml:trace contextRef="#ctx0" brushRef="#br3" timeOffset="94658.27">5274 11848 7533,'-10'-13'3276,"2"2"-346,8 11-2750,8 0 90,26 0-540,5 5-135,-13-4 1,1 0-226,16 10-180,-24 12 630,-3-1-1021,-27 17 0,-9 2 1561,4-5 149,-4-3 1,-5 7 0,5-6-240,5 6-495,-4-4 0,6-2-495,21-7-539,18-10 1259,3-17 0,2-5 0,-5-1 0,-1-2 0,9-4 0,-1-1 0</inkml:trace>
  <inkml:trace contextRef="#ctx0" brushRef="#br3" timeOffset="95156.27">5662 11911 7533,'-10'-14'3276,"2"-3"-1605,16 16-322,26-5-1349,-3 6 270,-2 2 0,1 2-450,7 8-180,-2 2 0,-9 20 270,-16-12 225,-13 4 0,-2 1 45,1 2-329,-18 5 1,-3 1 417,9-4-972,-11 8 0,-3-3 973,9-17 630,-5 19-1260,26-31 360,10 0-2789,39-7 2519,-16-1 323,-3-2 1,-1 0 0,6-2 0,1-2 0</inkml:trace>
  <inkml:trace contextRef="#ctx0" brushRef="#br3" timeOffset="96473.27">22701 4289 7533,'-19'-21'3276,"11"-12"-1515,18 29-1042,23-18-404,-4 19 0,3 4-270,-3-1 0,0 0-315,10 4 0,-1 5-360,-6 7 1,-3 4 179,2 8 0,-15 1 1,-8 0-152,-26 6 646,-2-3 0,-3 0 494,0-10 1,-1-2-135,-3 4 0,1 0 2023,-9 6-2158,17-10-270,34-3-450,12-11 1,4-5 404,-6 2 0,1 0-516,20-3 0,-4 0-159,-11 5 504,1 2-99,-50 11 0,-13 4 270,9-4 0,-3 0-105,-7 2 0,-5 1 1,1-1-436,-7 5 0,4-1 585,12-7 0,3-1 0,-16 8 0,39-19 0</inkml:trace>
  <inkml:trace contextRef="#ctx0" brushRef="#br3" timeOffset="96840.27">23495 4400 7533,'-25'-23'3276,"13"13"-166,4-12-2750,18 21-90,31-5-270,-18 6-360,13-1 0,1 2 0,4 10-45,-13-6 1,-3 4-181,-8 12 0,-9 5 855,-12-1 0,-7 2 45,-1 7 0,-6 1 464,-5-3 1,-5 1-1,3-3-691,3 0 1,1-2 270,-14 8 1,13-2-1799,44-4 360,9-16 629,6-12 0,4-4-5,-8 2 0,-1-3 1,3-5-1,-1 0 1,-8 4-1,1 1 1</inkml:trace>
  <inkml:trace contextRef="#ctx0" brushRef="#br3" timeOffset="97256.27">24306 4536 7533,'-14'-25'1638,"-1"0"0,15-18 1562,14 24-2885,15 8 0,6 5-405,-3 4 0,1 3-90,6 4 0,-3 6 135,-9 11 0,-9 6 270,-25 14 0,-12 4 314,3 0 1,-3-1-855,-13-2 0,13-6-1124,33-16 0,11-5 1439,14-9 0,6-9 0,3-3 0,0-4 0,-14 1 0,-1 0 0,0 0 0</inkml:trace>
  <inkml:trace contextRef="#ctx0" brushRef="#br3" timeOffset="97640.27">25118 4438 7533,'-12'-25'809,"6"11"360,25 4 1,11 3-1305,1 2 0,3 3-135,8 1 0,-2 6-135,-12 12 1,-9 8 1033,-17 14 1,-14 4-1,-3-9 1,-6 1 0,1 0-181,-2-1 1,0-1 0,9-1-855,10-1 1,12-6-65,16-10 1,8-6 0,5-5 0,1-4 0,-2-3 0,0 0 0</inkml:trace>
  <inkml:trace contextRef="#ctx0" brushRef="#br3" timeOffset="98490.27">26070 5057 11400,'16'-7'-203,"-12"2"1,12 5 0,-16 0 0</inkml:trace>
  <inkml:trace contextRef="#ctx0" brushRef="#br3" timeOffset="99474.27">18256 18852 6813,'-10'13'-630,"42"4"630,2-15 0,4-3 0,-3 2 0,1-2 0,5-2 0,0-1 0</inkml:trace>
  <inkml:trace contextRef="#ctx0" brushRef="#br3" timeOffset="100524.27">6244 11799 11670,'-5'25'869,"0"1"1,1 5 0,1 4-1080,0-1 0,0 2 0,1 0-1274,0 13 0,2-3 134,-1-9 1,2-5 1349,1 4 0,21-36 0,-3-14 0</inkml:trace>
  <inkml:trace contextRef="#ctx0" brushRef="#br3" timeOffset="100757.27">6403 11911 7533,'0'26'1092,"0"0"0,6 1 0,4 0 546,4 4 0,7-5-1451,16-12 0,4-14-952,-5-17 1,-3-10 89,2-4 0,-9-5 1529,-23-9 1,-14 4-720,-13 17 0,-7 8-135,-6 12 0,-1 8 0,5 5 0,4 6 0,8 9 0,1 0 0</inkml:trace>
  <inkml:trace contextRef="#ctx0" brushRef="#br3" timeOffset="102007.27">26035 4499 7533,'0'-34'3058,"0"1"-1349,-16 65-1170,-1 3 1,-1 4-450,3-7 0,-1 3-194,2-2 1,0 3 0,-1 2 0,1-3 43,-2 0 0,1-3 0,1 0 60,-3 15 0,2 0-660,2-12 1,0-1-1,8-7-2617,21-3 2604,-5 5 673,31-40 0,-13-10 0,-7 3 0,-1-1 0</inkml:trace>
  <inkml:trace contextRef="#ctx0" brushRef="#br3" timeOffset="102241.27">26247 4648 7533,'9'8'3276,"-9"36"-1991,4-12 0,6-2-1150,12 1 0,7-11-225,15-23 0,4-17-90,-9-2 0,-1-7 1,-5-4-164,-7-5 1,-6-3 0,-9-1 611,-11 1 1,-10-1 0,-8 6-570,-14 6 0,-10 7 1,-1 6 91,7 8 0,-1 6 0,2 3 0,-16 4 0,10 10 1,29 10-1,0 0 0</inkml:trace>
  <inkml:trace contextRef="#ctx0" brushRef="#br3" timeOffset="104924.27">27040 4413 7533,'-29'-21'809,"6"-1"91,23 15-451,39-5-179,10 5-225,-9 2 0,0 4-180,-9 6 0,-7 7 135,-14 36 135,-25-11 0,-8 3 270,0 2 0,5 0-540,15-6 0,12-5 135,16-15 0,12-7 0,-1-3 0,10-1 0,2-5 0,-7-2 0,1 0 0,-1-1 0</inkml:trace>
  <inkml:trace contextRef="#ctx0" brushRef="#br3" timeOffset="105374.27">28028 4313 7533,'-27'-5'3238,"9"3"-2339,26-3-719,27 10-180,-11-3-225,1 6 0,-3 6-404,-10 18 404,-15 2 0,-8 5 435,-2-10 0,-3 1 0,-2 0 239,-5 1 1,-2-2 0,6 1-1080,6 6 1,12-5 629,24-10 0,11-6 0,8-7 0,4-4 0,-9-2 0,0 0 0,-1 0 0</inkml:trace>
  <inkml:trace contextRef="#ctx0" brushRef="#br3" timeOffset="108141.27">28822 4363 7533,'-20'-19'1799,"5"6"0,7-3 90,6 8-1440,-6-5 541,16 8-541,33 21-449,-17-6 0,1 1-540,11 6 1,-1 3 224,-13 0 0,-7 3 360,-17 12 0,-12 1 809,-7-2 1,-7 0-286,5-5 1,-3 1 0,3-4-390,-5-5 0,11-2-360,40 20 180,8-36 0,11-10 0,-1 2 0,6 7 0,2-1 0,-5-7 0,-1 0 0,1 0 0</inkml:trace>
  <inkml:trace contextRef="#ctx0" brushRef="#br3" timeOffset="110025.27">29510 5553 7623,'-10'-14'3276,"26"3"-2261,17 5 1,10 1-747,-1-2 1,4-1 0,1-2-636,-7 2 1,2-2 0,-1 0 0,1 0 252,1 0 1,0 0 0,-1 1-1,-3-1-157,-3 0 0,-3-1 1,-2 2 198,6-1 1,-16 2-290,-36 1 615,-17 1-210,-1 6 0,-2 0-495,-12 0 225,14 2 1,-1 2 447,7 1 1,-1 2-989,-8 2 1,2 2 764,-6 13 0,16-14 0,1 0 0,4 8 0</inkml:trace>
  <inkml:trace contextRef="#ctx0" brushRef="#br3" timeOffset="115041.27">20443 14761 0,'0'-30'532,"-7"-2"2744,-19 1-2429,5 11 1398,-21 9-896,-1 28-989,12-8 45,6 13 0,1 7 314,1 2 1,3 2-630,4-4 0,0 4 477,1 0 1,-2 5 0,0-1-148,2 1 0,1 0 0,0-1 247,4-3 1,0 0 0,-1 2-444,-1 2 1,-1 2 0,1 2 0,0-1 67,2-3 1,1 0-1,0 0 1,2-2-233,-1 6 0,1-2 0,0 4 74,1-1 1,-1 4 0,1 1 0,2-3 75,2 5 0,2-2 0,2-2-150,0-6 0,0-2 0,2 3 7,-1 0 1,0 4-1,2-1 1,1-4-8,5-1 0,1-3 0,0 0-30,-2-3 0,0 0 0,0 1 269,3 6 1,1 2 0,0-4 194,4 2 1,-1-3-450,-3 0 0,2-1 225,6 4 0,5-4-565,-1-13 1,1-2 204,-8-4 0,3-1-245,15 0 0,-2-3 245,-11-6 457,6-4 0,4-1-277,-6-2 0,-1 0-45,1 0 0,1 0-45,8 0 0,1 0-360,-6 0 0,-2 0 271,19 0-361,-13-1 0,1-3 737,-10-4 0,1-2-422,12-10 0,0-3 90,-11 6 0,-1-2 242,-3-3 1,0-3 0,-3-2-333,4-14 0,-5 1 78,-1 6 0,0-3 87,-1 0 0,0-4 0,-2 0 60,-9 5 0,-2 0 0,1 0-90,2 5 0,1 0 0,-1-3 0,-2-2 0,-1-3 0,-1-1 0,0 1-30,-1-9 0,-1 2 0,0 1 30,0 5 0,1 2 0,-1-3 135,0-1 0,0-3 0,-1-1 0,-2 3 104,-5-4 1,-1 3 0,1 1-619,4 4 0,0 1 0,-1-2 491,-3 0 1,-3-3 0,-1 1-1,0 2 128,-5-3 0,-1 3 0,0 2-210,3 3 0,-1 1 0,-3-1 60,-2 1 0,-4-3 0,-2 2 0,-2 5-196,-9 3 1,-3 7-1,-3-1 106,6 3 0,-2-1 0,-1 2 0,1 1-30,-6-1 0,1 3 0,-2 4-330,-3 2 0,-1 5 1,4 8-734,11 12 1,3 6 0,1-1 682,-11 0 0,3 5 1,12 4-1,3 7 1,5-1-1,8 0 0,0 1 1</inkml:trace>
  <inkml:trace contextRef="#ctx0" brushRef="#br3" timeOffset="116275.27">30021 4214 7533,'-7'-19'2158,"5"1"361,-30 0-270,-13 15-1395,9 7 1,0 5-91,2 9 1,3 8-450,1 6 0,9 5 44,15 2 1,10 3-45,6 2 0,7-1-285,1-12 0,4 0 0,1-1-302,3 0 1,1-1 0,1 0 181,1 0 0,1 0 0,-1 0 90,-6-2 0,-2 0 0,-1-1 405,10 8 0,-9 1 179,-15-2 1,-10 1-45,-9-1 0,-9-4-271,-11-4 1,-6-4-135,-6 1 0,-1-9-270,4-18 0,4-10-405,8-8 1,7-7 209,15 0 0,5-4 1,4-2 164,4-5 1,4-1 0,5 1 194,6-3 0,4 0 0,2 1 105,-4 9 0,0-1 0,1 1 0,0 1 67,0 1 0,1 1 1,-1-1-1,-2 1 128,3-8 0,-2 0 0,-6 0 105,-5-8 1,-12 1-661,-16 3 0,-11 6-1414,-11 13 1,-4 8 1412,5 4 0,1 7 1,2 14-1,4 7 0,13 3 1,0 1-1</inkml:trace>
  <inkml:trace contextRef="#ctx0" brushRef="#br3" timeOffset="140692.26">3916 16075 0,'-35'0'1050,"7"-17"1931,10 13-1182,58-12-1529,3 16-278,-12 1 1,8 1-1,5 1 1,2 0-1,-2-1 62,0 0 0,0-1 0,1 0 0,1 1 0,0 0-24,-6 1 0,0 0 0,0 0 0,2 1 0,1-1 0,3-1 60,-3 0 0,2-1 0,3 0 0,1-1 0,0 1 0,1-1 0,0 1 0,-1-1 0,-1 1 6,2 0 0,-2 0 1,0 0-1,-1 0 0,1 0 1,1-1-1,2 0 1,2 0-38,-8 0 1,2-1 0,2 0 0,0 0 0,1 0 0,1-1 0,0 0 0,0 1 0,0-1 0,-1 0 0,0 1 0,-2-1-20,0 0 1,1 1 0,-1-1 0,0 0 0,0 1 0,-1-1 0,0 0 0,-1 0 0,-1 0 0,-1 0 0,-1-1-41,6 1 0,-1-1 0,-2 0 0,-1-1 0,0 1 0,-1 0 0,1-1 0,0 0-131,0 0 0,1 0 0,1-1 0,-1 1 0,0-1 0,-3 1 0,-2-1 0,-4 2-184,6-1 0,-5 0 1,-2 0-1,3 1 135,11-2 0,2-1 0,-1 2 0,-8 1-1459,7 0 1,-15 6 1640,-24 9 1,-22 2-1,-34 4 1</inkml:trace>
  <inkml:trace contextRef="#ctx0" brushRef="#br3" timeOffset="141059.26">3669 15505 7533,'16'21'809,"19"-6"1,16 0-1,2 0-1629,-17-4 1,1 1 0,2-1 0,6-1 930,-5-1 0,4-1 0,4 1 1,2-1-1,2 0 0,1-2 1,-1-1-1,0-1-61,-7-4 0,0 0 1,1-2-1,0-1 0,0 0 1,1-1-1,1-1 1,0 0-1,2 1 0,0-1 97,-7 2 1,1-1 0,2 0 0,-1 0 0,2 0-1,0-1 1,0 1 0,1-1 0,-1 0 0,1 0 0,0 0-1,0-1 1,-1 1 0,0-1-121,2 1 0,-1-1 1,2-1-1,-1 1 0,1 0 1,-1-1-1,1 0 0,-1 0 1,-1 0-1,1 0 0,-2 0 1,0 0-1,-2 0 0,0 0 0,6-2 0,-2 1 0,-1-1 0,0 0 0,-1 0 0,-1 0 0,0 0 0,0 0 0,0 1 0,1 0-108,0 1 0,1-1 1,0 1-1,1 0 1,-1 0-1,-1 1 0,-1 0 1,-2 0-1,-3 1 1,-2 1 98,7-1 0,-5 2 0,-1 0 0,-1 0 0,2 0-148,2-1 0,2-1 0,1 1 1,-1-1-1,-4 2 0,-4 2-350,10 2 1,-4 2-1,-23 4-2797,-40 13 3233,-21-9 1,-10-2 0,14 0-1,-3-1 1,0-1 0,-8-3-1,0 0 1,1 0 0</inkml:trace>
  <inkml:trace contextRef="#ctx0" brushRef="#br3" timeOffset="141375.26">3969 14724 7533,'-27'-32'135,"1"-1"0,-4 6-135,38-17 413,16 39 1,12 11 0,10 4 0,3 3-1,0-4-772,-7-3 0,2 0 0,1 0 0,3 0 0,2 0 0,1 0 0,1-1 0,2 1 506,-13-2 1,2 0 0,1 0 0,1 0 0,1-1 0,1 1-1,0 0 1,1-1 0,0 1 0,1-1 0,-1 0 0,0 0-1,0-1 1,-1 1-135,1-1 0,0 0 0,1-1 0,0 1 0,0-1 0,0 0 0,0 0 0,0-1 0,0 1 0,-1-1 0,0 1 0,-1-1 0,0 0 0,-2 0 11,5 0 1,0 1-1,-2-1 1,0 0-1,0 0 1,-1 0 0,-1-1-1,1 0 1,-1 0-1,1-1 1,-1-1 58,5-1 0,-1 0 1,1-2-1,-1 0 1,0 0-1,0 0 1,-1-1-1,-2 1 0,0 0 1,-2 1 18,7-1 1,-2 1 0,-1 0 0,-2 1 0,0-1 0,0 0-1,0 0-571,0 1 1,0-2 0,0 1 0,0 0 0,-2 0 0,-1 1 0,-1 1-188,7 0 1,0 0-1,-2 1 1,-6 2 0,-11 2 218,7 8 0,-58 4 1,-15 0-1,-5-4 0,-1 0 1</inkml:trace>
  <inkml:trace contextRef="#ctx0" brushRef="#br3" timeOffset="141725.26">3687 13745 7533,'28'-29'-428,"0"-1"1,0 1 0,3-3 0,8 6 427,-6 15 0,6 2 0,6 2 0,4 2 0,2 2 0,1 0 0,-1 1-328,-7 2 0,2 1 0,1 2 1,1 0-1,2 1 0,-1 1 1,0-1-1,0 1 0,-1-1 1,-2-1 29,5-1 0,-2 0 0,-1-1 0,-1 0 0,2 0 0,0 1 0,2 1 0,3 0 285,-9 0 0,3 1 1,2 1-1,2 0 1,1 0-1,1 1 1,-1-1-1,-1 1 1,-1-1-1,-2 1 1,-3-1-1,-3-1 1,-4 0 12,12 1 0,-7 0 0,-4-1 0,2 0 0,6 0 0,-4 0 0,5-1 0,3 1 0,2-1 0,0 1 0,-1-1 0,-3 0 0,-5 0 0,-5-1 0,3 0 0,-7 0 0,-1 0 0,6-1 0,1 0 0,5 1 0,4-1 0,0 0 0,-1 0 0,-5-1 0,-8 0 0,1-2 0,-6 0 0,2 0 0,9 0 0,1 0 0,-1 1 0,0-1 0</inkml:trace>
  <inkml:trace contextRef="#ctx0" brushRef="#br3" timeOffset="143492.26">3898 11625 7533,'-25'-13'1079,"5"2"360,-21 33-1259,19 0-849,4 3 1,-3 8 0,4 1 938,4 8 0,2 4-136,-1-11 1,-1 2 0,-1 2 0,4 2 180,4 6 0,3 2 0,1 1 0,1-2-225,0-7 0,1-1 0,0 0 0,1 1 22,1 6 0,1 1 1,2 0-1,5-5 98,11 4 0,7-4 0,-3-5-210,-4 0 0,3-7 150,13-7 0,8-4 0,-5-7-60,-13-10 0,1-6 22,4-6 0,5-6 1,1-2-1,-6 1-67,1-2 0,-1-5-68,-1-4 1,4-6 0,0-3-1,-5 0 23,-8 3 0,-3-2 0,-1 0 0,-1-2 108,0 2 0,1-2 0,-2-1 0,0 0 0,-2 2-108,4-13 0,-2 3 0,-7-2 54,-8 7 1,-4-3 0,-4 3 0,0 7 80,-2 3 0,-5 1 314,-4 0 1,-5-5 0,-2 2 0,1 5-1,-13-1 1,-3 5-300,7 2 0,-2 0 0,-3 7-173,2 13 1,-4 6-1,0 3 1,5 1-68,-5 1 0,2 7-675,4 3 1,-4 6-1,1 3 1,9-3-91,4 4 1,7 2 854,1-1 0,1 2 0,2 0 0,3 5 0,5 0 0,5 1 0,0-1 0</inkml:trace>
  <inkml:trace contextRef="#ctx0" brushRef="#br3" timeOffset="148025.26">4145 11712 7533,'-25'25'-180,"13"0"1709,-19 5-989,27-15-1,-12 2 1080,16-17 540,16-17-1170,3-4 1,5-6-541,2-4 1,4-5 0,2-1-631,-2 2 0,1-1 0,1-2 1,0 0 144,-5 6 0,0-1 0,1 0 0,-1 0 0,0 1-9,4-5 0,1 0 0,-2 1 0,0 2-221,3-4 0,-1 1 0,-1 2-34,-6 9 0,-1 1 0,-2 2-645,1-3 1,-1 2-1754,11-6-271,-23 17 2969,-2 8 0,-8-1 0,0 0 0</inkml:trace>
  <inkml:trace contextRef="#ctx0" brushRef="#br3" timeOffset="148292.26">4692 10795 7533,'15'-28'1092,"-1"1"0,12 0 0,5 3-685,2 5 0,4 3 0,1 1-77,-1 4 0,0 1 0,-3 5 209,0 4 1,-4 8 134,-6 6 1,-8 7-1305,-19 19 1,-10 6 629,0-5 0,-1 0 0,-1 6 0,0 0 0,-2-10 0,1 1 0</inkml:trace>
  <inkml:trace contextRef="#ctx0" brushRef="#br3" timeOffset="149109.26">8696 10882 7533,'-10'-21'3276,"-6"10"0,7 34-2460,4 17 1,0 9-577,-3-7 0,-1 3 0,2 3-840,5-3 1,1 2-1,1 2 1,-1-2-221,1-2 1,-1 1 0,1-2 0,1-3 644,2 4 1,0-2 0,3-5-1,6 1 1,2-7 0,3-3 0</inkml:trace>
  <inkml:trace contextRef="#ctx0" brushRef="#br3" timeOffset="149392.26">9278 11526 7533,'-18'24'3276,"1"18"-1638,5-13 0,-2 0-2261,-6 6 1,-3-1 622,0-4 0,-1-3 0,2-10 0,-1-3 0,-10 3 0</inkml:trace>
  <inkml:trace contextRef="#ctx0" brushRef="#br3" timeOffset="150075.26">9472 10981 7533,'-4'-19'3276,"16"17"-2261,12 9 1,5 6-1376,0 5 0,-3 8 0,-3 12 0,-9 8 600,-14-10 0,-7 2 0,-2 1 367,-2 5 0,-3 1 0,-2-1-38,-2-4 1,-3-2 0,5-1-642,0 7 1,15-10-1413,26-23 0,8-8 1484,14-2 0,-4-13 0,-3-5 0,-5-2 0</inkml:trace>
  <inkml:trace contextRef="#ctx0" brushRef="#br3" timeOffset="150225.26">9966 11427 7533,'-26'41'3276,"7"-17"0,17 21-2958,6-30 0,21 9 1,-7-12-1</inkml:trace>
  <inkml:trace contextRef="#ctx0" brushRef="#br3" timeOffset="150359.26">10231 11427 12570,'17'0'-570,"-7"0"0,-2 0 1</inkml:trace>
  <inkml:trace contextRef="#ctx0" brushRef="#br3" timeOffset="150492.26">10566 11315 10771,'0'7'3276,"15"-1"-4096,5-6 1,7-6 0,-1-1 0</inkml:trace>
  <inkml:trace contextRef="#ctx0" brushRef="#br3" timeOffset="150826.26">10813 10844 7533,'0'9'1638,"0"14"0,0 9-546,0 6 0,1 5 0,-2 1-844,-2-4 1,-2 2-1,0 0 1,2 0-1069,1-2 1,2 1 0,-1-1 0,0-3 696,-2-1 0,-1-2 0,3-4 0,4 0 0,4-9 0,11-15 0</inkml:trace>
  <inkml:trace contextRef="#ctx0" brushRef="#br3" timeOffset="151042.26">11024 11204 7533,'0'31'1092,"0"-1"0,2-3 0,4-2 2184,27 8-2640,-9-37 1,0-10-1582,-1-12 1,-7-7 269,-10-9 1,-12 1 269,-14 10 1,-7 4 404,-5 6 0,-1 8 0,-12 13 0,21 7 0</inkml:trace>
  <inkml:trace contextRef="#ctx0" brushRef="#br3" timeOffset="151376.26">11377 10659 9871,'-2'-7'3276,"20"1"0,11 23-2639,-12 1 0,-6 6-457,-14 19 0,-10 7 59,2-10 1,-3 3 0,0 0 184,-3 3 0,0 1 1,4 0-365,6-3 0,4-1 0,3-1 30,3 6 0,8-2-266,6-12 0,6-1 0,-5 0 626,-3 12 0,-6 0-180,-6-10 0,-3 1 0,-3-1-1800,-8 14 1,-9-5 1529,-13-7 0,-3-5 0,9-6 0,-1-3 0,-2-8 0,-1 0 0</inkml:trace>
  <inkml:trace contextRef="#ctx0" brushRef="#br3" timeOffset="151925.26">8643 10411 7533,'-22'13'1638,"1"1"0,-8 26-546,12-4 0,-1 8 0,4 0-1271,2-1 1,3 1 0,0 1 178,0-7 0,0 0 0,0 0 0,1 0-210,1 10 0,1 0 1,1-6 307,1-8 1,0-1-189,3 7 0,2 0 636,6-9 1,2 0 38,0 7 0,2 1-106,1-8 1,4 0 0,-1-1-345,4 5 0,-1 1-255,-5 1 0,-1 5 0,-2-6 120,0-8 0,-2 1-1093,-3 13 1,-2 7 0,-3-4 737,-3-4 1,-2-1-1,2-7 1,0 2-1,-1-2 1,-5 9 0,1 0-1</inkml:trace>
  <inkml:trace contextRef="#ctx0" brushRef="#br3" timeOffset="-200338.46">7955 15530 7533,'-39'-20'-180,"12"12"0,7-2 0,16-2 0,-12 0 0</inkml:trace>
  <inkml:trace contextRef="#ctx0" brushRef="#br3" timeOffset="-199821.46">8537 14712 7533,'-34'5'1638,"0"-1"0,-15 1 0,8 16 0,-1 9-1091,15-9 1,1 2 0,-1 1-69,-5 7 1,1 1 0,2 2-180,4-2 0,3 2 0,4 0 155,-1 13 0,15-3-365,27-8 0,12-3-390,-11-10 0,2 0 1,1-2 29,3 0 0,2-1 0,-4 1 270,5 14 0,-13 3 495,-22 3 0,-12 0-405,-1-12 0,-5-1 0,-2-3-134,-9 6 0,-4-4-1261,-5 0 1,5-14 1304,14-28 0,5-1 0,26-27 0</inkml:trace>
  <inkml:trace contextRef="#ctx0" brushRef="#br3" timeOffset="-199655.46">8484 15431 7533,'-11'11'3276,"5"-9"0,39 9-2865,-4-14 1,3-5-2051,12-5 1,2-4 1343,-3 1 1,-2-2 0,-4-5 0,-5-3 0,1-11 0</inkml:trace>
  <inkml:trace contextRef="#ctx0" brushRef="#br3" timeOffset="-199505.46">8802 15145 0,'-25'6'1092,"1"0"0,-1 13 0,1 3 546,-4-5 0,1 3-546,8 8 0,2 6 0,4 2 0,4 0 0,3 1 0,1 3-798,-1-3 1,-1 1 0,3 2-1,4-3-1118,8 11 1,5-2-1,5-5 824,-1-8 0,2-3 0,4-7 0,13-7 0,2-10 0,-5-13 0,1 0 0</inkml:trace>
  <inkml:trace contextRef="#ctx0" brushRef="#br3" timeOffset="-199205.46">9066 15976 7533,'-4'39'-300,"1"1"0,-12 6 0,-4 1 300,7-14 0,-1-1 0,-1-1 0,-12 12 0,-1-4 0,6-10 0,-1 1 0</inkml:trace>
  <inkml:trace contextRef="#ctx0" brushRef="#br3" timeOffset="-181638.46">9419 14737 7533,'8'-31'3276,"-6"5"0,14 12-1695,-17 33 0,-4 13-1042,0 5 1,-1 5 0,-1 4-687,0-7 1,-2 2 0,-1 1 0,0 2 0,1-2 236,1 2 0,-1 0 0,1 0 0,1 0 0,0-2-158,-1 4 1,0 0 0,1-3-1,4-3-416,3 16 0,10-16-2793,33-27 3069,4-30 0,-23-3 0,-3-3 0,13-14 0</inkml:trace>
  <inkml:trace contextRef="#ctx0" brushRef="#br3" timeOffset="-181354.46">9560 15344 9781,'8'19'3276,"18"-7"-1638,-5-19 0,3-8-3277,4-5 1,-1-5 540,-4-9 1,-9-2 1187,-13 4 0,-10 6 3058,-38 12-1510,10 35 0,1 13-632,12-8 1,2 4 0,6 1-1937,6 4 1,5 3 0,8-5-710,12-1 1,7-6 1509,2-9 1,3-7-1,7-12 1,-1-8 0,2-9-1</inkml:trace>
  <inkml:trace contextRef="#ctx0" brushRef="#br3" timeOffset="-180854.46">10037 14674 7533,'-26'-20'3276,"6"42"-1638,-1 16 0,1 11-819,13-15 0,2 4 0,0 1 0,1 1-1104,-3 3 1,0 2 0,0 0 0,2 0 374,3-1 0,2 0 0,1-1 0,0-1-210,2 7 0,2-1 0,-3-3-44,-2-6 1,-1-2 0,-4-1-1007,-6 9 1,-5-4-46,-6-9 1,-3-7 1214,-2-6 0,1-8 0,-9-11 0,9-14 0</inkml:trace>
  <inkml:trace contextRef="#ctx0" brushRef="#br3" timeOffset="-180720.46">9790 15406 13379,'37'-13'11,"0"1"0,-3 0 1,1-1-1,2 1 0,-2-1 1,-10 1-1,-1-1 0</inkml:trace>
  <inkml:trace contextRef="#ctx0" brushRef="#br3" timeOffset="-180537.46">10089 15195 7533,'6'12'3276,"22"-10"-3520,-2-9 0,3-4 244,18-6 0,-14-17 0,-25 15 0</inkml:trace>
  <inkml:trace contextRef="#ctx0" brushRef="#br3" timeOffset="-180387.46">10266 14935 7533,'-22'14'1092,"1"-1"0,-4 22 0,5 9 0,5-3 0,3 4 0,1 2-273,4-7 0,0 1 0,3-1 0,5-1-1507,7 7 0,7-3 0,3-5 688,5 0 0,5-10 0,7-18 0,0-10 0,-9-10 0,-1 0 0</inkml:trace>
  <inkml:trace contextRef="#ctx0" brushRef="#br3" timeOffset="-180137.46">10478 15802 16707,'-8'49'146,"0"0"0,-1-9 0,-2-1 1,-2-2-1,-1-1 0,1-12 1,0 0-1</inkml:trace>
  <inkml:trace contextRef="#ctx0" brushRef="#br3" timeOffset="-179188.46">8026 14476 8342,'0'-14'3276,"-8"9"0,-10 17-1638,2 9 0,-3 5-747,-2 3 1,-3 4 0,0 3-1193,2 0 0,0 3 0,-1 2 0,0 0 499,3-4 0,-1 0 0,0 2 0,2 0 0,0-1 53,3 0 1,0-1 0,1 1 0,1 0 0,3-2 87,-1 4 1,1-1-1,4-1 1,3 0 109,8 7 1,5 0 0,4-2 119,2-2 1,3-2 0,4 0-676,-1-7 1,3 1-1,2-1 1,-1 0-715,-1-2 1,0 0 0,1 0 0,2 0 814,6 3 0,3 0 1,0-1-1,-4-2 0,-4-4 1,-2-1-1,0-2 1,4 0-1,0 0 0,0 0 1</inkml:trace>
  <inkml:trace contextRef="#ctx0" brushRef="#br3" timeOffset="-160805.46">10654 15208 8342,'0'-8'3276,"0"3"0,16 5 0,3 0-2580,24 0-2045,-5 0 179,-9-4 1,0-3 1169,3-7 0,9-5 0,-24 1 0</inkml:trace>
  <inkml:trace contextRef="#ctx0" brushRef="#br3" timeOffset="-160620.46">10848 14885 7533,'-20'11'3276,"5"25"-1638,13-2 0,4 6-584,-2-6 0,0 3 0,0 0-2147,0 6 1,0 2 0,0-2 611,0 7 0,0-2 1,-3-7-1,-2-6 0,-5 1 1</inkml:trace>
  <inkml:trace contextRef="#ctx0" brushRef="#br3" timeOffset="-159253.46">11060 14959 7533,'-10'27'3276,"2"13"-1965,16-2-996,-3 7 0,0 5-180,0-5 0,-1-1-160,-3 1 0,-2-2 250,2-11 0,-4-12 1247,-4-24-843,7-39-674,9-2 0,5-3-1439,-1 3 0,4 1 1382,8 0 1,2 4 0,-11 18 0,-2 3 0,9-6 0</inkml:trace>
  <inkml:trace contextRef="#ctx0" brushRef="#br3" timeOffset="-158904.46">11254 15195 13649,'9'7'540,"15"-7"-1979,-4-18-270,7 3 359,-9-14-359,-11-7 2069,-30 7 2159,1 10-2069,-13 16 1034,16 22 0,5 8 315,2 19-1619,3-20 0,2 1-405,4 6 0,6-3-3052,21-6 104,-10 5 1194,27-24 1979,-22-10 0,7-8 0,-9-6 0</inkml:trace>
  <inkml:trace contextRef="#ctx0" brushRef="#br3" timeOffset="-158604.46">11430 15108 7533,'-18'18'3276,"9"13"0,1-9-384,8 23-2892,0-17-1259,0 3-1080,8-13-809,9-35 2698,3 1 1,5-20-1594,-15 17 2223,-2 6 2518,-8 19 181,0 13-2340,0 8-2697,8-8-1119,9-19 2724,3-3 1,-2-13-1,-11 9 1</inkml:trace>
  <inkml:trace contextRef="#ctx0" brushRef="#br3" timeOffset="-158250.46">11589 15257 6633,'10'-7'810,"-3"2"1528,-7 5-269,0 0-899,0 11-721,0 3-898,0-1-181,0 4 0,0-21-89,0 8-271,0-21 630,0 14-449,0-13 539,0 14-719,0-3 989,8 10 0,-6-3 0,6 3 0</inkml:trace>
  <inkml:trace contextRef="#ctx0" brushRef="#br3" timeOffset="-157704.46">11695 15319 7533,'-18'32'3276,"8"-2"-166,10-16-3919,18-20-1,1-9-2467,-1-32 863,-2 24 1964,-11-2 1,0-1 589,4-13-500,-1 7 0,0-3 360,-3-3 0,0 0 1259,0 7 1,0 3 988,2-8-539,-14 43-900,0 18 1,1 14 0,1 0-780,-2-3 0,-1 1 0,3 2-348,4-1 1,2 3 0,2-1 0,0-4 317,2 12 0,4-7 0,7-12 0,3-8 0,7-8 0</inkml:trace>
  <inkml:trace contextRef="#ctx0" brushRef="#br3" timeOffset="-156737.46">12136 15641 7533,'-20'0'3276,"4"6"0,8 6-1193,-1 24-2758,-3-13 1,-2-1 44,-5 18-26,6-16 1,0-2-1,-5-2 1,1 11 0</inkml:trace>
  <inkml:trace contextRef="#ctx0" brushRef="#br3" timeOffset="-153971.46">12541 14712 7533,'-10'-26'3276,"-13"8"0,-12 40-1638,4 7 0,-1 9-897,7-2 1,0 5 0,2 2-1225,6-8 0,1 3 1,0 0-1,3-3 483,-1 1 0,2-2 0,2 1-90,1 0 0,3 0 0,6-3-97,14-5 1,3-2 6,-1 22-270,14-20 1,4-3-901,6 2 1350,-16-3 0,-3 2 0,-4 4 360,-17-1 0,-9 0 134,-22-4 1,-5-2-360,18-2 0,-1 1 246,-23 5 0,3-1-381,18 7 0,-5-5 0,18 2 0</inkml:trace>
  <inkml:trace contextRef="#ctx0" brushRef="#br3" timeOffset="-153754.46">12488 15716 7533,'-19'0'3276,"3"0"0,32-6 0,11-1-2760,3 0-2135,-6 2 0,1-1 1619,12-6 0,0-2 0,-4-4 0</inkml:trace>
  <inkml:trace contextRef="#ctx0" brushRef="#br3" timeOffset="-153587.46">12647 15493 7533,'-19'22'1092,"1"1"0,-1 9 0,5-1 2184,4 0-1740,5 2 0,2 3-1716,2-7 0,2-1-269,-1 21-676,0-21 1,0-6 135,0-13 989,16 2 0,-5-17 0,15 0 0</inkml:trace>
  <inkml:trace contextRef="#ctx0" brushRef="#br3" timeOffset="-153470.46">12682 15753 13469,'27'-8'-612,"-1"-1"1,4 5-1,1-18 1,-21 16-1</inkml:trace>
  <inkml:trace contextRef="#ctx0" brushRef="#br3" timeOffset="-153320.46">12806 15616 10231,'-8'36'1638,"3"-9"0,0 1 0,0 4 0,0 1-3115,1 5 0,1-2 1477,3 10 0,0-12 0,0-21 0</inkml:trace>
  <inkml:trace contextRef="#ctx0" brushRef="#br3" timeOffset="-152537.46">12753 15728 7533,'-8'-14'3276,"6"4"0,26 26-3622,7-6-2931,14-4 2702,-12-8 0,-23-16 0,-2 6 0</inkml:trace>
  <inkml:trace contextRef="#ctx0" brushRef="#br3" timeOffset="-152387.46">12859 15604 8972,'-10'13'3276,"-6"10"-616,6 20-2975,5-18 1,1 2 314,-1 5 0,2-2 0,3 8 0,0-8 0</inkml:trace>
  <inkml:trace contextRef="#ctx0" brushRef="#br3" timeOffset="-152204.46">12965 15629 7533,'-10'19'3276,"-6"10"0,14 20-3494,-2-15 0,0 2 218,4-6 0,0 0 0,-3 1 0,-2-4 0,-4-2 0</inkml:trace>
  <inkml:trace contextRef="#ctx0" brushRef="#br3" timeOffset="-151804.46">12806 14922 7533,'23'-44'3276,"7"18"-1638,0 30 0,1 14-546,-11 7 0,-2 10 0,-2 3-638,0 4 1,-2 4-1,-2 3 1,-1 1-150,-3-4 1,-2 2 0,-1 1 0,0 0 0,-1 0-141,0-7 0,0 0 0,0 1 0,-2-1 0,0-1 0,-3 0-309,-2 4 0,-4 0 0,0 0 0,-1-3 0,2-3-6,2 7 0,1-5 0,-6 0 150,-6-6 0,-7 1 0,0-3 0,1-6 0,0-2 0,-1-3 0,-4 3 0,1 1 0,-1-1 0</inkml:trace>
  <inkml:trace contextRef="#ctx0" brushRef="#br4" timeOffset="-145537.46">29369 3718 9423,'-26'-6'912,"1"0"0,-22-1-306,11 12 1,-4 5-1,0 2-164,7 2 0,2 2 1,-3 2-572,-3 1 0,-3 2 0,0 2 0,2 0 515,5 1 1,2 0 0,0 2 0,1 0-71,-2 1 0,1 1 0,0 0 0,1 0-17,-4 5 0,1 0 0,2 3-61,8-4 1,1 3 0,1 1 0,1-3 14,0 1 1,2-2-1,1 3 39,3 1 0,1 4 0,0 0 1,2-2 138,1 4 1,1-2-1,1 1-151,1 4 1,1 0 0,1 1-7,1-3 1,1 0 0,2-1-40,3-2 1,2-1 0,-2 1 2,-1-1 0,-2 1 0,3-1-7,5-1 1,2 0-1,-1-3-15,-4 8 1,3-3 44,16 3 1,3-3-386,-7-13 0,2-2-44,8 6 0,2-1 1,0-5-1,-1-1 461,-7-1 0,1-2-399,13 1 1,1-1-34,-10-2 0,1-1-174,9 1 0,2-1-164,-9-2 0,1 0 561,5 5 1,2-1 228,-3-3 0,1-1 1,6 6 1,2-1-316,-12-7 1,2-2-1,1-1 1,4-3 0,1-1 0,1-1-30,0 1 0,1 1 0,0-1 90,3-2 0,1-2 0,-1 1-30,-5 1 0,0-1 0,0 1 0,0 0 0,0-1 0,1-1-30,-1-1 0,1-3 0,-2 0-30,-3 0 0,-2-1 0,1-1 5,-1-1 1,0 0-1,-1-1 25,10-1 0,0 0-45,0-3 0,0 0 0,-3 0 0,-1-1 45,-1-4 0,0-3-45,4-3 0,0-2 0,-5-3 0,-1-1-90,3-1 1,-2-3-16,-13 3 0,-2-3 0,-2-1-30,-4 2 0,-3-1 0,2-2-123,4-9 1,0-2-1,-2-2 303,-7 9 0,-1-1 0,-2-1 0,1 1 67,0 1 1,1 1-1,-2-2 1,0-1 134,-2-9 1,-1-4-1,-2 0 1,1 2-24,-1 8 1,0 1 0,-2 0 0,-1-3-90,-2-1 0,-1-3 0,-3-1 0,0 0 0,0 3-442,-2-4 1,-1 3 0,-1 0 0,0-1 387,0 8 0,0-1 0,-1 0 0,-1 0 0,0 1 76,-4-10 1,-2 0-1,0 2 1,1 5-23,2 5 0,0 5 0,-2-3-68,-1-3 0,-2-3 1,-1 1-1,-2 6-119,-3 8 1,-1 5 0,-2-3 96,-4-8 0,-1-4 0,-2 0 0,-1 3 22,4 8 1,-1 3-1,-1 0 1,0-1-82,-4-3 0,0 0 0,-1-1 0,1 3 149,-3-3 0,1 2 0,-1 3-90,-1 1 0,-1 3 0,2 0 29,8 3 1,1 0 0,0 3-120,-7 3 0,-2 3 1,4 1 89,4-1 0,0 1-90,-5 4 0,-3 3 0,1 2 210,4 3 0,2 1 0,-3 1-98,3-1 1,-1 1-1,-1 1 1,0 1 21,-2 4 1,-1 1 0,1 2 0,0 1-23,1 1 1,1 1 0,-1 1-1,2 2-232,1 1 0,1 3 0,1 1 0,0 0-442,-1 3 0,-1 0 0,3 1 0,2 1 112,6-3 0,1 0 1,4 3-1,3 3-116,5 5 1,4 5-1,3 2 1,1-2 0,0-4 357,-2 0 0,1-3 0,3 2 0,5-3 0,2 3 0,2 1 0,0-1 0,-2-7 1,-1 9-1,0 1 0</inkml:trace>
  <inkml:trace contextRef="#ctx0" brushRef="#br3" timeOffset="-111487.46">7303 11080 7533,'-20'-2'3276,"4"43"-2184,14-12 0,3 7 0,0 3-477,-1 7 0,0 5 1,0 1-1,0-2-525,0-10 0,1-1 0,-1 0 0,-1 2 35,-1 5 1,-1 5 0,0 0 0,-1-4 0,1-6 8,-3 5 1,0-3-338,1-4 1,1 4 0,-1-1 0,1-4-68,0 1 0,0-3-1035,4 8 1,0-2-1973,0 6 0,8-34 3216,2-16 0,8-34 0,-1-9 0</inkml:trace>
  <inkml:trace contextRef="#ctx0" brushRef="#br3" timeOffset="-111037.46">7338 11279 7533,'-20'-25'1092,"47"6"0,24 1 0,-3 2 546,-16 5 0,2 2-819,7-2 0,7-1 0,2 2 0,-8 4 819,-1 6 0,-4 5-461,3 3 1,0 2-1538,-3 0 1,-1 1 269,0 6 1,-4 2 89,6 13 270,-20-8 0,-3 5 45,-8 6 0,-4 5 44,-2-2 1,-1 3 0,-1 2-417,-2-6 1,-2 1 0,0 0-1,0 1 124,0 3 1,1 0 0,-1 1-1,0-1-887,-2-2 1,1-1 0,-1 0 0,1-1-274,0 5 1,1-1 0,-2-3-547,-4 7 1,-3-6 1023,1-12 0,-1-6 1,-14 1-1,3-17 0</inkml:trace>
  <inkml:trace contextRef="#ctx0" brushRef="#br3" timeOffset="-110853.46">7373 12344 7533,'-42'13'1092,"0"0"0,4-3 0,17-2 2184,37-2 0,31-12-1638,-6-2 0,6-2-2091,-1 1 1,5-2 0,-3 0 32,-11 0 1,-1 0-1,1 0-673,9 0 1,1 1 0,-5 1 545,-9-1 1,-3 1 0,-4 3 0,-1 0 0,10-6 0</inkml:trace>
  <inkml:trace contextRef="#ctx0" brushRef="#br3" timeOffset="-109837.46">7655 11179 7892,'-10'42'1092,"5"-12"0,-1 7 0,2 3-437,1-2 0,1 3 1,1 4-1,-1 0 0,0 0-714,-1 2 0,-1 2 0,0 0 0,0 0 0,1-1-193,2-4 0,1 0 0,0 0 1,0-2-1,-1-3-841,-1 12 1,-1-3 0,3-6 1027,4-7 1,-1-9 0,-3-16 0,0-23 0</inkml:trace>
  <inkml:trace contextRef="#ctx0" brushRef="#br3" timeOffset="-102737.46">8678 3458 7533,'0'-25'2069,"0"6"-91,-15 1-898,-5 28-451,-15 15 1,-4 9-420,15-9 0,2 1 0,-1 4-299,0 3 1,-1 2-1,2 2 1,3-2 88,1-2 0,4 0 0,9 0-28,11 4 0,9 0 0,5-4-17,11-2 0,8-4-15,0-4 0,5 1 0,-5-1 150,-1-2 0,-10 5 315,-19 17 0,-16 2-585,-13-12 0,-11-4-300,-3-2 0,-7-2 1,3-4-1160,-2-5 1,3-6 1501,4-1 1,8-8 0,17-25 0,17-2 0</inkml:trace>
  <inkml:trace contextRef="#ctx0" brushRef="#br3" timeOffset="-102437.46">8996 3471 7803,'23'-12'-90,"1"0"0,11-3-379,-4 7 1,6 1 0,-5-1 0,11-10 0,-14 8 0,-1 0 0</inkml:trace>
  <inkml:trace contextRef="#ctx0" brushRef="#br3" timeOffset="-102237.46">9137 3434 7533,'-16'42'468,"1"0"0,-1 0 0,0 0 0,2-1 0,0 0 0,0 1 0,3 2-80,3-4 0,1 2 0,2 0 0,1 1 1,1-1-1209,1 9 1,2 1 0,3-2 0,4-5 473,6-1 1,5-4 0,4-3 345,4-1 0,5-3 0,2-11 0,8-17 0,2-10 0,-1-2 0,0 0 0</inkml:trace>
  <inkml:trace contextRef="#ctx0" brushRef="#br3" timeOffset="-101353.46">9402 3632 0,'-10'-24'3276,"-6"9"-182,14-3-1205,-14 18-870,12 24 0,6 15 1,-2-1-840,-3-6 0,-1 4-515,2 2 1,2 9 0,1 3 0,-1-1 0,1-8-56,-1-6 0,0-3 0,0 1 390,-1 7 0,0 5 0,0-2 0,4-8 0,3-6 0,3-4 0,1 1 0,0 0 0</inkml:trace>
  <inkml:trace contextRef="#ctx0" brushRef="#br3" timeOffset="-100833.46">9613 3446 7533,'-17'-39'3276,"15"3"0,4 22-2954,25 10 0,10 8-682,-11 7 0,1 3 135,17 3 0,-2 5-45,-8 11 1,-7 5 358,-6-1 1,-5 4 157,-7-8 1,-1 5-1,-2 1 1,-3-1-322,-4 8 0,-3-1 0,1 4 199,2-7 1,2 5 0,-1 0 0,-1 0 0,-2-3-110,-3-3 1,-3-3 0,0 0 0,2 0 140,3 1 0,3 1 1,-1-2-1,-3-3 113,-6-1 0,-4-2 0,0-5-329,-3-2 0,-1-3 59,-6 4 0,-3-4-1350,-3-7 1,1-5-1928,-9 3 3174,-2-24 0,31-10 1,2-16-1</inkml:trace>
  <inkml:trace contextRef="#ctx0" brushRef="#br3" timeOffset="-100487.46">10072 3396 10501,'41'0'854,"0"1"1,4-2-1350,-5-4 1,1-1 494,-2 3 0,2-1 0,-4-3 0,-7-4 0,-3-2 0,2 0 0,1 1 0</inkml:trace>
  <inkml:trace contextRef="#ctx0" brushRef="#br3" timeOffset="-100287.46">10354 3371 7533,'-31'38'655,"-1"-1"0,15 0 1,1 7-1,2 2 0,1 0 0,2-8 0,1 0 1,0 1-1,2 1 0,1 4-1110,3-1 1,0 5 0,1 2-1,2 1 1,0-1 0,1-1-1,2-4 365,0 2 0,1-2 0,1-2 0,3-1 1,4 0-567,4 2 1,3 2-1,3-2 1,3-7 0,2-10 507,10-12 1,3-10 0,0-4-1,-2 0 1,0-2 0,-4-6-1,5-17 1,-1-1 0</inkml:trace>
  <inkml:trace contextRef="#ctx0" brushRef="#br3" timeOffset="-98687.46">10689 3582 3434,'0'-25'2789,"0"-5"487,-16 15 0,-27 15-2330,12 21 0,-2 11-406,2 2 0,0 4 0,5 2-510,7-1 0,6 2 0,3-1-35,3-3 0,2 0 0,11-10-1634,26-12 1,7-13 586,-8-12 0,-1-10 422,2-11 1,1-8-1,-8 3 1350,-12 9 0,-3 4 2127,14-5-1543,-26 47 1,-6 15-556,2 9 1,0 6 0,1-1-1050,1-13 0,1-2 0,0 3-520,0 5 1,1 4 0,0-1 0,1-6-410,0 3 1,2-3 1228,6 11 0,2-3 0,-6-9 0,13-14 0</inkml:trace>
  <inkml:trace contextRef="#ctx0" brushRef="#br3" timeOffset="-98221.46">10866 3359 7533,'-20'-7'3276,"12"1"0,57 6-3089,-24 3 0,1 0-232,17-1 0,0 3-990,-9 6 1,-5 7 1528,-8 12 1,-5 6-45,-1 6 0,-6 7-409,-9-13 0,-3 6 0,-2 2 0,0 0 0,2-3 71,2-2 1,0-2-1,0 0 1,0 5 36,-1 3 1,0 6 0,-1 1 0,0 1 0,0-2 0,1-5 288,0-1 0,0-4 1,1-1-1,-2 2-34,-1 8 1,0 3 0,-3-2 0,-4-7-379,-5-6 1,-5-6 0,-3-4 288,-11 3 0,-4-13-315,-6-20 0,2-11 0,17 3 0,5-6 0,5-17 0,0 0 0</inkml:trace>
  <inkml:trace contextRef="#ctx0" brushRef="#br3" timeOffset="-98037.46">11377 3892 0,'-10'-11'3276,"18"-3"-1638,18 4 0,7 1 0,-4-1 0,3 2-1431,12 4 1,-2 1 0,-5-2 0,-13 5 0</inkml:trace>
  <inkml:trace contextRef="#ctx0" brushRef="#br3" timeOffset="-97904.46">11395 4177 7533,'-28'12'3276,"3"6"0,31-4 0,21-7-3262,9-9 1,10-6 0,-2 0-1,-1-2 1,2-2 0,2 0 0,0 0-1,0 0 1</inkml:trace>
  <inkml:trace contextRef="#ctx0" brushRef="#br3" timeOffset="-92103.46">19191 8812 7533,'-27'3'779,"-1"0"1,-2 5-1,1 8-270,5 13 1,2 12 0,0 4-930,5-8 0,-1 3 0,1 2 1,1 2-1,2 1 689,2-5 1,0 2 0,1 2 0,1 0 0,1 1 0,1 0 0,3-1-61,0 7 1,2 0 0,1 0 0,4 0 0,3-2 0,4-3-91,5 3 1,5 0 0,4-3 0,4-6 0,5-7-67,6-9 1,5-6 0,4-5 0,1-6 0,0-5-114,-5-6 0,1-5 0,1-4 0,-1-3 0,0-4 1,-2-1-117,-3-1 1,-1-2-1,-1-3 1,0-2 0,-2-1-1,-2-2 1,-3-1 265,-1 0 0,-2-3 0,-2-1 0,-1-1 0,-3-1 0,-2-1 0,-3 0 179,-1-6 1,-2-1 0,-3-2 0,-4 0 0,-3 2 0,-5 0-56,-3 5 0,-3-1 0,-4 1 1,-3 2-1,-3 1 0,-4 5-34,-4 1 0,-5 2 0,-3 3 0,-2 2 0,-2 6 0,-1 5-600,-3 5 0,-3 6 0,-2 5 0,0 4 1,1 2-1,3 4 420,2 1 0,2 5 0,1 2 0,1 3 0,2 1 0,1 1 0,-3 5 0,1 2 0,3 2 0,3 1 0,5 1 0,11 4 0,0-1 0,0 1 0,0-1 0</inkml:trace>
  <inkml:trace contextRef="#ctx0" brushRef="#br3" timeOffset="-91354.46">12118 3483 7533,'-10'-35'3276,"18"13"0,4 46-2184,-6 15 0,-3 14 0,-2-2 0,-3-11 0,-2-2 0,0 5-577,0 1 1,1 5-1,-1 1 1,0 0-1,-1-6-755,-4 4 0,-1-4 0,4 2-580,5-3 1,3 3 0,1-2 0,-1-5-820,-7 3 1,6-6 1571,16 9 0,5-15 0,-8-30 0,19-14 0</inkml:trace>
  <inkml:trace contextRef="#ctx0" brushRef="#br4" timeOffset="-88787.46">8114 4301 542,'-42'-6'126,"0"1"0,11 2 1,1 3 1511,-18 2 0,4 7-270,20 9 0,9 8-798,9 6 0,8 6 0,7-4-408,10-7 1,8-2-1,8-4-148,0-7 1,8-1 0,5-3 0,3-1 0,0-2 0,-1-1 66,-6-3 1,-1-1-1,1-1 1,1-2-1,1 0 1,2-1-1,4 1 2,-10 0 1,4 0 0,1-1-1,3 0 1,0-1 0,1 1-1,1-1 1,-1 1 0,-1-1-1,-1 1 1,-2 0 0,-2 0-61,6 1 0,-3-1 1,-2 1-1,-1 0 0,1 0 1,1-1-1,2 0 0,3 0 119,-11-1 1,3 1 0,1-1 0,2 0 0,1-1 0,1 1-1,0-1 1,0 0 0,0 0 0,-1 0 0,-1 0 0,-1 0-1,-2 0 1,-2 0 41,8 0 0,-2-1 0,-2 0 0,-2 0 0,0 0 0,0 0 0,1 0 0,1 0 0,1 0-132,-2 1 0,1-2 0,2 0 1,0 0-1,0 0 0,0 1 0,1-1 1,-2 2-1,1 0 0,-2 1 0,-2 1-75,4 2 1,-1 0-1,0 2 1,-1 1 0,-1 0-1,-1 0 1,-1 1 0,-2 0-1,-2-1 119,12 2 1,-5-1 0,-1 1 0,-1 2 0,2 3 210,-5 2 1,1 3 0,0 2 0,-1-1-1,-1-1 1,-2-4-169,5-3 0,-3-4 0,0-1 0,2 0-10,-1 0 1,2 0 0,1-1 0,-1-1-1,0 0-241,5-3 1,-1-1 0,0-2 0,-1 0 143,-2-3 1,0 0 0,-1-2 0,-2 1 420,3 0 1,-2-1 0,-2-2-634,-5-3 0,-2-3 0,-3 1 211,-2-3 0,-3 0-931,-3 0 1,-5-1 899,-5-21 0,5 19 0,-9-11 0</inkml:trace>
  <inkml:trace contextRef="#ctx0" brushRef="#br3" timeOffset="-86987.46">12153 16013 10501,'43'20'1092,"-10"-12"0,6 0 0,-3-1 546,-2-3 0,1 0-819,1 1 0,7 1 0,1 0 0,-5-1-368,-3 0 0,-2-1 1,0 1-692,10 1 0,2-1 0,-2-2-390,7-7 1,-4-3-1010,-10-2 1,-6-5 818,-3-17 1,-13 8 0,-15 10 0</inkml:trace>
  <inkml:trace contextRef="#ctx0" brushRef="#br3" timeOffset="-86401.46">11977 13609 7533,'-20'-14'3148,"5"3"-2159,22 16 60,11 23 1,5 16 0,1 1-623,-7-11 0,0 0 0,1 1 1,1 1-547,-1 0 1,2 1 0,0 1 0,0 0-1,0-1-25,-1 2 0,1 0 0,-1 1 1,-1-3-1,-2-4-36,5 13 0,-1-3-913,-1-5 1,2 1 0,-4-4-487,-6-8 0,-3-2 1579,2 12 0,-12-20 0,-15-17 0</inkml:trace>
  <inkml:trace contextRef="#ctx0" brushRef="#br3" timeOffset="-86221.46">12188 14340 8522,'8'37'1092,"0"0"0,8 2 0,3-4 546,-4-10 0,2-3-1477,6 3 0,3-10-230,-1-17 0,1-11-1024,-4-7 1,0-8 0,-2-1 894,6-12 1,-3-3-1,-5 9 1,-1-1-1,-5 2 1,-7 2-1,0 0 1</inkml:trace>
  <inkml:trace contextRef="#ctx0" brushRef="#br4" timeOffset="-62003.46">29757 6135 8006,'17'-19'-367,"-7"1"764,-2 11-86,-8 2 171,0 5 101,-23-6-548,17 5 554,-34-4 120,13 5-422,-3 7 0,-1 2-221,-10 1 51,2 5 1,-2 4 33,4 2 0,1 1-371,6-5 1,0 1 300,-3 5 1,-3 2-1,8-4 80,3 4-36,-11 9 1,-1 0 14,14-10 61,-7 10 0,3 1-76,13 1-34,-6 4 0,1 1-4,15 9-6,-5-14 1,-3 6 0,2-4-51,4-9 1,0 2-763,-1 3 1,-3 6 0,1 0-1,2-5 757,1-1 0,0 1-16,0 1 1,0 6 0,0 0 0,1-7 14,-1-1 1,2 0 34,1 2 0,1 6 1,0 0-1,-1-3-450,-2-3 1,-1-2-1,1 0 421,4 5 0,1 0 0,-1 3-43,-2 7 0,-1 2 1,4-2 43,3-12 1,3-2 0,0 1 56,2 12 0,1 2 0,2-5-128,2 2 0,3-5 180,7-1 0,3-3 110,1-5 1,-1-2-251,-6-4 0,1 1 93,5-1 1,3 2 0,-4-5 0,9 6 25,-8-8 1,4 3 0,-4-3-107,7 8 168,2 1 0,3 2 88,-6-10 0,-1-1-242,-7-1 0,3-2 153,16 1 1,2-6-28,-17-8 0,1-5-185,19-4 1,0-5-86,-18 2 1,-2-3 914,13-9 1,-1-5-1130,-11-2 0,-3 0 275,-6 5 0,1-1 532,0-3 1,1-4-1,-2 0-490,-1-13 1,-1 0-72,1 4 0,1-2 155,-1 1 1,1-3 0,-2 0-65,-5 1 0,-2 0 1,2 2-345,1 5 0,2 1 1,-1-3 291,-2-2 0,1-4 0,-2-1 0,0 2 41,1-3 1,-1 1-1,0 1 59,0 4 1,0 2-1,0-3 31,-3 0 1,-1-3-1,0 0 1,0 1 16,2-9 0,-1 1 0,-1 2-477,-1 8 1,0 2 0,-1-4 392,0-7 1,1-4 0,-1-1-1,-2 3-95,1-2 0,-2 2 1,-1 0 88,0 4 1,-1 0-1,-2-1-28,0 5 0,-2-1 0,-1 1 0,-5 5 5,-16-6 0,-3 6-8,5-1 0,-3 2 14,0 11 1,-2 1-1,-1 1-60,2 1 1,0 1 0,1 1-3,-4-2 1,-1-2-91,2-5 0,-1-5 0,1 3-74,-7-4 0,2 2 233,8 1 0,-1 1-105,-5 7 1,-4 2 0,0 9-1259,-14 15 0,2 7 1298,7-9 0,-1 4-437,9 7 0,-4 5 0,1 5 0,5 1 383,5 10 1,5 4 0,0-1 0,-4-2 0,0 0 0,2 1 0,7 7-1,-1-1 1,1 0 0</inkml:trace>
  <inkml:trace contextRef="#ctx0" brushRef="#br4" timeOffset="-60487.46">27111 4772 7968,'0'-25'-528,"0"-5"1431,0-13 358,-24 14-348,-13 11-503,3 37 0,-2 15-206,6-3 0,0 4 0,1 6-421,8-5 1,-1 3-1,1 2 1,0 2-1,1 1 252,1-4 0,1 1 1,-1 1-1,1 0 1,1 1-1,0 1 29,-1 2 0,1 0 0,0 2 0,0-1 1,2 1-1,1-1 43,1-2 1,2 0 0,0-1 0,1 1 0,1-1 0,0 0-257,0 6 0,1 0 0,1-1 0,2-1 0,1 0 165,2-4 0,1-2 1,2 1-1,0-1 0,0-1 9,0 0 0,0 0 0,1 0 0,0-1 0,2 1-30,1 0 1,1 0 0,1-1 0,1 1 0,-1-1-146,1 8 0,1-1 0,1 0 0,0-1 195,2-1 1,2-1 0,0 0 0,-1-2-58,-2-3 1,-1-2-1,1 0 1,2-2 76,9 4 0,2-1 0,-3-4-100,-5 0 1,1-3 79,14 2 0,3-4 597,-8-12 0,1-1-687,4 9 0,2-1 541,6-3 0,1-3-586,-5-3 1,0-5-46,8-11 0,1-9 45,-3-11 0,0-8 9,-8-1 0,0-5 0,-3-4 36,-8 2 0,-1-2 0,-2-3 1,-1-2-270,-2 3 0,-1-2 0,-1-2 0,-1-1 0,0-2 314,-2 3 0,0-3 0,0 0 0,-2-1 0,1-1 0,-1 0-257,-2 3 0,1 0 0,-2-1 0,1-1 0,-1 1 1,-1-1-1,1-1 313,-2 5 0,1 0 0,0-1 1,-1-1-1,-1 1 0,0 0 0,-1 0 1,-1 0 77,-1 0 1,-2 1 0,0-1 0,-1 1 0,0-1 0,-1 2 0,-1-1 0,1 1-215,-2-4 1,1 1 0,-1 0 0,0 1-1,-2 0 1,0 1 0,-2 0 213,-3-3 1,-2 0 0,-1 1 0,-1 1 0,-1 1 0,1 1-74,-3-2 1,-1 0 0,0 2 0,-1 2-1,0 2-61,-2 0 0,1 0 0,-2 5 0,-3 6-101,-12 0 1,-4 7-1,0 16-719,10 19 1,-1 13 0,2 7 0,2 0 704,2 0 1,2 3-1,2 2 1,0 2-1,3-1 1,0 2-1,1 2 1,3-1-1,1-2 1,7 1-1,-1 0 1,0-1-1,0 1 1</inkml:trace>
  <inkml:trace contextRef="#ctx0" brushRef="#br3" timeOffset="-54870.46">11130 17736 7533,'-23'-26'3276,"-7"35"-2330,4 8 1,-5 5 0,4 2-1124,4 4 1,1 3 356,-8 5 0,-3 4 0,8-2-45,11-4 0,4 0-1774,-5 10 1,5-2 1384,7-15 1,8-3 474,12 0 1,7-2-447,-1-3 1,1-1 44,15 11 90,-19 2 0,-9 5 45,-17-6 0,-3-1-1055,8 5 1,-2-2 1009,-11-1 1,-4-2 114,2 0 1,-3-1-791,-7 0 1,-3-2 764,1 0 0,1-5 0,-8-4 0,19-38 0</inkml:trace>
  <inkml:trace contextRef="#ctx0" brushRef="#br3" timeOffset="-54720.46">11042 18393 7533,'10'40'3276,"13"0"-1245,13-26-1851,-5-2-1170,6-12 1,-2-6 989,-9-7 0,2-1 0,1-3 0,-2-14 0,-9 12 0,-1 1 0</inkml:trace>
  <inkml:trace contextRef="#ctx0" brushRef="#br3" timeOffset="-54570.46">11307 18195 7533,'-14'36'468,"0"1"0,0-1 0,1 1 0,2-1 0,1 0 0,2 1 0,1 0 17,3 0 0,0 2 0,3-1 1,3-2-1579,4 2 1,3-2 0,1-3 436,-1 1 1,4-7-1,20-11 1,-15-23 0</inkml:trace>
  <inkml:trace contextRef="#ctx0" brushRef="#br3" timeOffset="-54437.46">11395 18554 12660,'19'7'809,"13"-2"-2608,11-16-539,-2 3 1682,-14 0 1,-3-2-1,-6-8 1,-11-1 0</inkml:trace>
  <inkml:trace contextRef="#ctx0" brushRef="#br3" timeOffset="-54287.46">11589 18319 7533,'-19'35'1092,"1"0"0,-1 5 0,4 4 0,11-11 0,5 2 0,0-1-2731,3 6 1,2-5 818,6 7 1,19-37 0,-11-11 0</inkml:trace>
  <inkml:trace contextRef="#ctx0" brushRef="#br3" timeOffset="-54154.46">11800 18256 8702,'5'32'1638,"0"0"0,-5 8-128,-4 3 0,-2 6-1690,1-7 0,-2 1 1,2-2-230,-1-1 1,2-1-1,1 2 1,0 2-1,1-7 1,2 1-1</inkml:trace>
  <inkml:trace contextRef="#ctx0" brushRef="#br3" timeOffset="-53587.46">12330 18294 8882,'7'-14'3058,"3"9"218,31 11-1874,-9 1-713,-1-4 1,6-1-1,1-1-2190,10-3 1,0-2 1470,-15 2 0,1 1 1,1-3-151,9-3 0,2-1 0,-7 0 0,8-2-838,-13 2 0,5-3 0,-6 3-511,8 0 1529,-15 1 0,-1 1 0,0 1 0,-7 5 0</inkml:trace>
  <inkml:trace contextRef="#ctx0" brushRef="#br3" timeOffset="-51187.46">13000 18009 9422,'8'-14'1799,"2"3"-540,31 33-900,-22-2 1,1 4-90,11 10 0,-1 2-225,-10 2 0,-3 0-810,1-6 1,-3-2-225,-5 7-271,-26-8 1260,-4-15 0,-5-3 0,1 0 0,-1-1 0,-4 1 0,-1 1 0</inkml:trace>
  <inkml:trace contextRef="#ctx0" brushRef="#br3" timeOffset="-50870.46">12541 17835 7533,'-28'7'629,"-1"-1"1,-13 17 0,4 5-496,21-10 1,1 2-969,-10 12 1,-4 7 0,3-5 833,6-8 0,1 0 180,-2 7 0,-2 5 0,4-6 386,4-9 1,2-1-432,-2 7 0,7 1 224,24 11-179,-1-19-135,16-3 0,5-3-135,-2-3-330,-2 0 1,7 3-1,-1 1 420,-3 1 0,0 2 0,0-1 0,1 1 0,-1 0 0,1 1 0,-2 1 0,0-1 0,1 1 0</inkml:trace>
  <inkml:trace contextRef="#ctx0" brushRef="#br3" timeOffset="-50470.46">13653 17984 7533,'0'-42'3276,"-8"20"-1638,-6 41 0,-6 15-1244,-1-10 1,-4 2-1,1 2-478,-2 10 1,1 3-1,-1-1 24,1-6 0,-1 0 0,7 0-345,4 12 1,12-1 113,13-16 0,8-2-69,4-2 1,3-2 282,-4-2 0,-5 1 122,-16 5 0,-8 1-225,-12 7 0,-7-1-630,-5-1 1,-1-1 724,10-6 0,1-3 1,-9 1-1,21-19 1</inkml:trace>
  <inkml:trace contextRef="#ctx0" brushRef="#br3" timeOffset="-50303.46">13600 18517 10411,'37'-7'1638,"-12"2"0,-1-1-776,5-1-1312,-4-5 0,1 0-179,11 3-676,-11-8 1,-1 1 135,5 6 1169,3-19 0,-23 10 0,-2-5 0</inkml:trace>
  <inkml:trace contextRef="#ctx0" brushRef="#br3" timeOffset="-50154.46">13899 18195 7533,'-19'12'1079,"3"5"0,0 6 559,2 13 0,1 8-546,2-5 0,1 5 0,2 0-1110,-1 3 0,1 0 1,7-1-913,8-8 1,6-1-1,0-4 930,2 1 0,4-9 0,9-18 0,2-9 0,6-12 0</inkml:trace>
  <inkml:trace contextRef="#ctx0" brushRef="#br3" timeOffset="-48353.46">12224 17216 7533,'-38'0'1092,"-1"0"0,10 1 0,0 3 0,-5 5 0,-1 3 0,4 7-280,7 7 1,6 6 0,1 2-424,-2 4 1,2 2 0,8 1-240,8-1 0,6 0 0,8-6-737,16-1 0,7-17-43,-4-27 0,3-15 1,-4-7 134,-8 1 0,-4-6 1,-2-3-1,-2-2-12,-1 0 1,-2-3-1,-2-1 1,-1-2-1,-3 1 435,-1 0 0,-2-2 0,-2 0 0,-1 1 1,-1 3 205,-2-5 1,-1 2 0,-2 2 0,2 3 764,2-3 1,0 2 0,-6 20 899,-16 29-1110,16 25 1,7 17 0,1 3-820,-3-10 1,1 2-1,-1 2 1,2 1-1,0 0 55,1-3 0,0 1 0,1 1 0,1 0 0,0 0 0,1-3-429,0 3 0,1-1 1,1 0-1,2-3 1,1-2-590,7 9 1,3-4 0,2-8 445,3-8 1,1-12-1,19-33 1,-17-19 0</inkml:trace>
  <inkml:trace contextRef="#ctx0" brushRef="#br3" timeOffset="-48220.46">12400 16757 7533,'-27'-1'3276,"9"2"0,10 39-3159,18-17 1,4 1 0,-8 2-1,1 0 1,10-2 0,0-1-1</inkml:trace>
  <inkml:trace contextRef="#ctx0" brushRef="#br3" timeOffset="-48070.46">12524 17104 7533,'-18'21'1092,"0"-1"0,-4 9 0,1 4 546,9 4 0,3 3-867,-2 7 1,6-1-1222,7-18 1,6-3 449,7 1 0,3-6 0,4-13 0,11-2 0</inkml:trace>
  <inkml:trace contextRef="#ctx0" brushRef="#br3" timeOffset="-47804.46">12735 16707 7533,'-27'11'1638,"8"14"0,5 8-546,7-2 0,5 3 0,-1 3-779,-2-1 0,0 1 0,1 2 1,2 0-337,4 3 1,2 0-1,1 1 1,0-2-1,-2-2 1,-1-1-1,1-1 1,1 0-428,4 9 0,1-1 1,-1-2-1190,-2 8 1,-2-6 1207,-3-15 1,-2-4-1654,-9 7 2084,0-32 0,-5-6 0,5-9 0</inkml:trace>
  <inkml:trace contextRef="#ctx0" brushRef="#br3" timeOffset="-47670.46">12612 17067 7533,'-28'0'3276,"11"0"-1065,56-17-2211,-11 5 0,3-2 0,2-2 0,0-1 0,-4-1 0,-1 0 0</inkml:trace>
  <inkml:trace contextRef="#ctx0" brushRef="#br3" timeOffset="-47404.46">12982 16522 7533,'-29'5'3276,"-3"18"-1638,29 7 0,5 6-546,-5-1 0,-1 3 0,3 2-1235,3-3 0,2 2 0,1 1 0,-1 1 53,1 6 0,0 1 0,0 0 0,0 1-373,0-1 0,0 1 0,0 0 1,0-1 34,-1-4 1,1 0 0,-1-2 0,-2-2-173,-1 5 0,-1-3 1,-1-4-886,2-5 1,-2-6 1484,-7-5 0,-1-33 0,-9-3 0</inkml:trace>
  <inkml:trace contextRef="#ctx0" brushRef="#br3" timeOffset="-47287.46">12859 17364 7533,'8'-34'1092,"-1"-1"0,8 3 0,6 2-624,12 6 0,4 4 0,-4 6 0,1 4 0,4 4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5:56:12.22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25241 16856 7533,'-49'0'629,"10"6"541,31-5-1,22 15 360,29 4-1080,-14-7 1,4 2 0,3-1-715,0-2 1,4 0 0,1-1-1,1 0 409,-5-2 0,0 1 0,2-1 0,1 0 0,3-2 87,-1-2 0,5 0 1,1-1-1,1-1 0,-1 0 1,-1-1-1,-5 1-718,9 0 0,-5 1 0,-1-2 0,5 0 577,-3-2 0,3-1 0,1 0 0,1 0 0,0-1 0,-4 1 126,0 1 0,-1-1 0,-2 1 0,1 0 0,1 0-332,-3 0 1,1 0 0,1 0 0,0 0 0,-1 0 0,0 0 205,5 0 0,-1 0 0,1 0 0,-1 0 0,0 1 71,0 1 1,2 0 0,-1 1 0,-2-1 0,-1 0-76,-2 0 1,-2 0 0,-1-1 0,0 1 48,-1 0 0,-1 0 0,0-1 0,0 1 154,-1-1 0,0 0 0,-2 0 0,-1 1-169,0 2 0,-1 0 0,-4-1 15,-4-2 0,-1 1 805,11 7 0,-2-1-1120,-7-7 180,-9 5 2016,5-6-3995,-22 0 1625,6 0 354,-16-6 0,-10-6 0,-9-8 0</inkml:trace>
  <inkml:trace contextRef="#ctx0" brushRef="#br0" timeOffset="5183">29210 16645 7533,'-37'-14'2968,"3"3"-1619,1 11-809,11 12 0,-1 4-181,-15 10 1,-2 5-173,13-6 1,2 4-1,2 0-7,2 4 0,1 0 0,6 1 41,4 7 1,12-1-87,24-4 0,9-5-135,-2-5 0,3-2 135,11-1 0,-8 2 315,-25 19-360,-27-15 0,-11-3-990,-15 0 1,-7-6 899,11-10 0,-2-3 0,3-4 0,0-1 0,4-6 0,5-12 0,1 0 0</inkml:trace>
  <inkml:trace contextRef="#ctx0" brushRef="#br0" timeOffset="5484">28663 16434 7533,'-17'11'1638,"10"23"0,4 12-931,-2-3 0,-1 4 0,1 4-1114,1-9 1,1 2 0,-1 3 0,1 0-1,-1-1 389,2 1 0,0 0 0,-1 1 0,1-2 0,0 0-387,-3 5 0,0-1 1,1-2-1,2-3-688,3 0 1,2-4 0,1-5 1053,-1-3 0,4-12 0,10-21 0,1-20 0</inkml:trace>
  <inkml:trace contextRef="#ctx0" brushRef="#br0" timeOffset="5767">29333 16385 7533,'-19'-7'3276,"19"18"-1721,4 17 0,4 9-1076,0 2 1,1 5 0,-1 4-869,-4-10 1,-2 2-1,-1 3 1,0 0 0,1-1 280,0 2 0,0 1 0,-1 0 0,1 0 0,-1-1-548,-1 0 1,0-1-1,-1 1 1,1-3 0,1-2 622,1 9 0,0-4 0,2-4 0,-1 5 0,3-7 0,12-2 0</inkml:trace>
  <inkml:trace contextRef="#ctx0" brushRef="#br0" timeOffset="6267">29722 16856 7533,'-12'-14'2968,"37"-2"-3958,12 8 1,7 3 989,-5 2 0,0-2 0,1-3 0,-4 0 0,-2 0 0</inkml:trace>
  <inkml:trace contextRef="#ctx0" brushRef="#br0" timeOffset="6400">29792 17091 7533,'-6'33'1638,"37"-25"0,15-8-1423,-14-2 1,2-1 0,2-2-1,7-5 1,3-3 0,-4 0-1,0-3 1,0 0 0</inkml:trace>
  <inkml:trace contextRef="#ctx0" brushRef="#br0" timeOffset="7033">30709 16522 7533,'-47'-3'1638,"20"23"0,5 12-546,14 6 0,6 7 0,1 3-1460,-4-4 0,1 2 0,0 1 0,1 2 206,1-7 0,1 3 0,0-1 0,2 0 0,2-2-658,2 3 1,3-1 0,0-1 0,2-4 786,1 3 0,2-4 0,2-6 0,8-7 0,1-9 0,18-19 0</inkml:trace>
  <inkml:trace contextRef="#ctx0" brushRef="#br0" timeOffset="7267">31009 16955 7533,'-11'39'546,"0"1"0,-1-1 0,1 0 0,3 6 0,3 0 0,6-3 546,7 0 0,6-2 0,7-14-848,9-19 1,6-12 0,-2-7-816,-4-6 0,0-7 1,-2-5-1,-4-2 278,-1-6 1,-4-4 0,-5-2 0,-5 2-68,-7-9 0,-7 2 0,-12 8 53,-12 14 0,-10 8 0,-1 9-383,5 10 1,-1 7-1,2 4 690,-14 7 0,9 6 0,19 2 0,9-1 0,11-5 0</inkml:trace>
  <inkml:trace contextRef="#ctx0" brushRef="#br0" timeOffset="7917">31538 16273 7533,'-45'-13'3276,"2"7"-2864,8 41-323,24-11 1,2 4 45,-2 9 0,7 2-270,16-1 0,7-2 45,-5-7 1,3-1 44,10-1 0,-1-1 0,-8-4 0,-8 0 135,-18 4 0,-8-2 89,-17 9-44,1-19 0,3-10-135,9-33-90,28-3 0,10-5-30,-4 6 0,3-2 1,1 0 59,3-4 0,1-1 0,-2 2 15,2-7 0,-9 3 45,-18 10 0,-6 5-990,-4 8 990,-27 23 0,40 8 0,4 4 0</inkml:trace>
  <inkml:trace contextRef="#ctx0" brushRef="#br0" timeOffset="8084">31891 16149 9332,'-13'39'819,"1"-1"0,4-3 0,2 3 0,0 1-832,-1 9 0,1 2 1,1-2-398,4-9 0,2-2 1,-1 0-1,0-1 1,1 0-1,0-5 0,7 13 1</inkml:trace>
  <inkml:trace contextRef="#ctx0" brushRef="#br0" timeOffset="151749">6932 14464 7533,'0'-43'3276,"-16"16"0,-11 9-1638,-1 29 0,-5 12-747,5-4 1,-3 3 0,2 2-743,0 4 1,0 3 0,3 0-90,1-3 0,1 1 0,10 0-600,12 6 1,12-2 44,10-4 0,9-3 285,0-9 0,6-1 1,-3 0 254,7 11 0,-4 1 539,-3-1 1,-11 3 179,-23 6 1,-11 1-900,-9-1 0,-5-2-1439,-9-3 0,-1-4-65,7-7 1,7-4 838,13-5 0,14-17 0,22-1 1</inkml:trace>
  <inkml:trace contextRef="#ctx0" brushRef="#br0" timeOffset="151915">7091 15071 7533,'0'37'3276,"0"6"-1638,0-12 0,0 4-1170,0 9 0,0 0 0,-4-9 0,0-1 0,-1 1 0,0-1 0</inkml:trace>
  <inkml:trace contextRef="#ctx0" brushRef="#br0" timeOffset="152649">16087 14266 7533,'-21'-17'1092,"1"1"0,-10 10 0,-3 10 0,-1 10 0,-2 7 0,0 5-454,6-2 1,0 3 0,0 1 0,2 1-437,1 1 1,0 1-1,2 0 1,4 0-24,0 6 1,4 0 0,10-1 66,18 9 0,14-6-276,1-17 0,6-4 0,2 0-30,2 4 0,2 0 0,-3 0 150,-4-2 0,-2-1 0,-8 4 405,-9 16 0,-14 2-525,-14-11 0,-10 0 0,-3-2-1050,-5 2 1,-5-3 0,0-1 1079,2-5 0,-1-1 0,4-5 0,0-2 0,7-8 0,13-13 0</inkml:trace>
  <inkml:trace contextRef="#ctx0" brushRef="#br0" timeOffset="152816">16316 14972 17067,'27'6'-780,"-1"0"1,-8 7 0</inkml:trace>
  <inkml:trace contextRef="#ctx0" brushRef="#br0" timeOffset="153166">16334 15245 7533,'-18'42'3276,"8"2"-1638,2-14 0,0 1-12,7-5 0,1 0-1581,-5 0 0,2-2-405,3 6 900,0-18 539,0 10-359,0-6-180,8 3-450,9-24-630,18-27-315,-13 10 1,2-2-785,6-4 1,0 1 1569,-6 7 1,-1 2-1,0 2 1,-3 2-1,6-4 1</inkml:trace>
  <inkml:trace contextRef="#ctx0" brushRef="#br0" timeOffset="153999">23530 14427 5900,'-43'-11'3276,"6"13"-1638,4 9 0,-1 7-546,10 2 0,0 5 0,0 1-860,-2 1 1,1 2 0,1 0 442,-7 11 0,9 0 53,21-9 1,10-3 305,11-4 0,7-4-757,13 3 1,1-2-638,-11-3 0,-4 1 248,8 17-1103,-49-17 1,-11-1-425,-7 0 1,-1-3 1329,4 1 1,1-1 0,1-6 0,9 0-1,19 3 1</inkml:trace>
  <inkml:trace contextRef="#ctx0" brushRef="#br0" timeOffset="154249">23724 14811 0,'-17'-16'3276,"-1"6"0,8-8 0,10 18 0,10 18-2755,16 2-521,1 11 0,-7-12 0,-5-1 0</inkml:trace>
  <inkml:trace contextRef="#ctx0" brushRef="#br0" timeOffset="154533">23707 15071 7533,'-18'7'3276,"32"-1"0,7-1 0,24 8-2659,-24 9 1,-6 8-33,-8 1 0,-5 4 314,-3 1 1,-3 2-1,0-2-629,-1-1 0,-2-1 359,-8 11 1,-1-5-540,-4-11 0,-7 2-3058,-15-20 2968,5-22 0,-8-3 0,2-11 0</inkml:trace>
  <inkml:trace contextRef="#ctx0" brushRef="#br0" timeOffset="-139413.74">8978 8503 7623,'-19'-20'3276,"-5"8"-526,22 6-1401,-21 6 1,19 0 1528,-28 11-2608,21-8 1169,-23 25-1079,22-13 269,-11 26-179,18-9 0,0 3 44,-7 8 1,-1 3-75,6-9 0,1 1 0,-1 0-230,-1 1 1,-1 1 0,1-2 109,1-3 0,1-2 0,1 0-121,0 6 1,0-3-90,1-8 0,0-2 360,4 1 0,0-2 0,0 17-450,4-15 0,0 1 0,0 1 0,2 1 0,2-1 0,2 0 0,2 5 0,1 0 0,0 4 0,2-3 0,5-5 0,3-2 0,-5 1 0,1-3 0,16 5 0,-2-7 237,-5-17-237,7-1-3277,8-6 3162,-13 0 115,11 0 0,2-17 0,-4 2 0,-13-2 0,-1-2 0,-3-2 0,-1-1 0,-1 2 0,-3 0 0,-2-3 0,-2-2 0,3-1 0,-1-1 0,0-6 0,-2-3 0,2-9 0,-1-4 0,-4 7 0,-1-4 0,-2 1 937,-3 0 1,-1 0-1,-3 0-937,-2-5 0,-3 0 0,-3 1 0,-2 6 0,-2 1 0,-2 3 0,-3-6 0,-5 2 0,-5 7 0,-6-1 0,3 5 0,4 6 0,-1 0 0,3 0 0,-2-1 0,0 4 0,-7 4 0,-1 7 0,-6 8 0,0 10 0,11 11 0,0 8 0,3 0 0,-12 6 0,5 5 0,19-1 0,1 1 0,-1-1 0</inkml:trace>
  <inkml:trace contextRef="#ctx0" brushRef="#br0" timeOffset="-137730.74">25876 8602 7803,'-29'-7'1638,"1"5"0,1 4 662,-4 21-1356,4-5 1,1 3-46,3 5 1,3 4-91,1 6 1,2 2-180,-1 1 0,1 3-88,5-10 1,0 1 0,1 1-34,-2 1 1,1 1 0,1-1-90,4-1 0,1-1 0,0 0 164,-4 14 1,4-1 89,8-6 1,4 0-135,2-2 0,2-2-450,-1-12 0,1-1 0,16 17 89,-9-17-179,-1-5 0,2 1 0,4 4 0,1-1 0,-4-2 0,1-1 0,8 1 0,1-1 0,-6-5 0,-1-2 0,17 15 0,-14-14 0,-1-3 0,4-3 261,15-1-261,-17-8 0,1-2 0,12-3 0,2-5 0,-16-6 0,1-5 0,-1-1 0,9-8-612,-5-4 1,-1-2 611,-9 3 0,-2-1 0,-1-4 0,-1-3 0,-2 0 0,-3 8 0,-1-1 0,-2 0 0,-1-4 0,-3 2 0,-1-11 0,-4 3 0,-1 8 0,-2-1 0,1 0 0,-1-2 0,-3 2-117,-12-3 1,-3 0 116,5 8 0,-1-1 0,1 1 0,-5-9 0,-1 5 0,-1 11 0,1 7 0,-12 2 0,1 10 0,-6 4-990,-5 6 1,0 6 989,-2 5 0,4 5 0,6 3 0,7 5 0,14 4 0,1 1 0</inkml:trace>
  <inkml:trace contextRef="#ctx0" brushRef="#br0" timeOffset="10854.27">5927 13708 14819,'-5'29'419,"0"1"1,-3 4 0,0 2-2059,7 8 1,0 0 982,-3-10 1,0-3-1,4 16 1,0-29 0</inkml:trace>
  <inkml:trace contextRef="#ctx0" brushRef="#br0" timeOffset="11371.27">6385 13720 7533,'-19'0'3276,"3"0"0,47 0-3172,9-6-554,-13 8 0,0 0 271,9-6-361,-28 38 1574,-22-10 1,-6 3 134,-3 8 0,-1 1-809,1 0 0,7-3-1350,16 10-649,27-31 1,9-6 1389,-6-5 1,0-2 0,9-2 0,-3-1-1,-1-9 1</inkml:trace>
  <inkml:trace contextRef="#ctx0" brushRef="#br0" timeOffset="11771.27">7073 13633 7533,'-43'-13'3276,"6"2"-2505,2 33-771,17 0 810,26 20-90,19-15-720,-1-15 0,1-1-225,-3-2 0,-1 0-405,20 10 1440,-41 17-1,-29 2-224,5-12 0,-3-2-541,1-9 1,3-2-1484,-5 14-1838,26-20 3264,10 0 0,8 4 1,-1-4-1</inkml:trace>
  <inkml:trace contextRef="#ctx0" brushRef="#br0" timeOffset="12354.27">7426 13584 7982,'-27'20'1638,"12"8"0,4 7-1117,4 9 0,4 4-371,4-14 0,1 0 0,3-2-1140,5 8 1,8-7-136,7-14 1,2-6 1124,13 3 0,1-21 0,-24-2 0</inkml:trace>
  <inkml:trace contextRef="#ctx0" brushRef="#br0" timeOffset="12504.27">7514 13708 7533,'-21'23'1092,"-1"1"0,2 8 0,3 5-1255,4-5 1,1 2-1,2 0-93,-1 12 1,4-1 0,5-7 0,4-3 0,8 6 0</inkml:trace>
  <inkml:trace contextRef="#ctx0" brushRef="#br0" timeOffset="12871.27">8061 13621 7533,'-29'26'655,"-1"-1"0,1 1 1,5-1-1,2 1 0,3 2 52,3 2 0,2 3 0,9-3-393,13 6 1,9-3-450,5-4 0,5-4-90,5-6 1,-1-1-91,-9 2 0,-9 3 0,-19 1 0,-11 1-360,-8 2 1,-7-3-226,-12-2 1,-2-5 429,12-5 0,3-6 0,4-9 0,5-7 0,4-16 1</inkml:trace>
  <inkml:trace contextRef="#ctx0" brushRef="#br0" timeOffset="12987.27">7938 13856 7533,'23'-30'3276,"14"-2"-3178,-2 18 1,1 2-1,-11 2 1,-1 2 0,25 3-1</inkml:trace>
  <inkml:trace contextRef="#ctx0" brushRef="#br0" timeOffset="13887.27">8608 13584 7533,'-26'-7'2158,"15"2"-1438,-13 10-180,14 13 269,0 8 181,-13 11-91,3 0-809,6-13 0,1 1-180,3 0 0,2 1-135,3 1 0,2 2 270,3 1 0,0 1 180,0 2 0,0 1-45,-1 4 0,2 0-360,5-5 0,4-2-135,2-5 1,4-9-136,9-20 0,2-11 135,-5-6 0,-4-6 360,3-12 0,-9 0 270,-19 9 0,-10 6-180,-5 9 0,-3 10-135,0 13 0,1 8 0,1-1 0,5 2 0,10 24 0</inkml:trace>
  <inkml:trace contextRef="#ctx0" brushRef="#br0" timeOffset="14388.27">9013 13757 7533,'-17'-5'3276,"7"3"-2595,34-3-591,23 5-135,-11-2 0,0 4-135,-5 11 1,-7 7 538,-12 6 1,-6 6-135,-6 14 0,-4 3-495,-2 0 0,2-3 270,6-12 0,6-5 0,19 6 0,8-30 0</inkml:trace>
  <inkml:trace contextRef="#ctx0" brushRef="#br0" timeOffset="14904.27">9754 13708 7533,'-39'-4'1092,"0"1"0,5 8 0,3 6 546,2 6 0,5 5-912,8 5 1,7 4-457,8 3 0,10-1-225,10-6 0,5-3 0,3 6 0,3-1-405,6-3 0,-2-1-90,-11 3 1,-9 1 718,-14 20-179,-15-28 0,-7-4 45,-8-3 0,-3-3 180,5-5 0,2-6 315,-10-23-810,36-3 0,8-5 60,4 2 0,4-3 0,1 0-268,4-2 0,1 0 1,0 0 147,-2 0 0,-1 1 0,-3 1 510,1-5 0,-9 5-270,-33-11-1529,-22 42 1529,19 8 0,1 6 0,4 5 0,3 3 0,-6 22 0</inkml:trace>
  <inkml:trace contextRef="#ctx0" brushRef="#br0" timeOffset="21655.27">10495 12754 10321,'-8'24'3276,"6"6"-1245,-5 8-1671,-1 0 90,6 10-900,-7-20 0,2-1-1189,13 3 1,2-2 1422,-12 18 1,20-12 0,-16-22 0</inkml:trace>
  <inkml:trace contextRef="#ctx0" brushRef="#br0" timeOffset="22058.27">10548 12233 7533,'-27'0'-1439,"9"-6"1169,18-1 270,10-5 0,15-1 0,3 7 0,-9 0 0,5 6 0,-14 6 0,-1 6 0,-1 13 0,-23 12 270,11 7-1,-20 0 991,14-1-1170,1-6-180,9-11-270,9-2 90,17-17-360,9-2 181,2-21 449,6 6 0,-15-24 0,-3 8 0</inkml:trace>
  <inkml:trace contextRef="#ctx0" brushRef="#br0" timeOffset="22521.27">10813 11625 7533,'-43'-13'-1619,"13"-4"1978,6 22 1,-1 5-180,-4 5-90,10 2 0,2 3-180,0 18 0,9-7 0,24 5 0,-5-15-90,23 2 0,-7-10-89,1-1 179,-3 1 90,-7-1-90,-8 0 180,-3 6-180,-22 1 270,-5 6-180,-7-6 179,-7-1 91,7-11-90,-1-12 180,11-20-495,17-12 0,8-3 45,3-8-465,-1 11 1,2-5-1,0 8 375,7-1 135,-5-10 0,-2 0-253,-2 7 298,-4 11 0,-5 1 0,-16-10 0,-5 20 0,-15 0 0,7 22 1088,-5 6-1088,14 7 0,1 0 0,10 0 0,8-7 0</inkml:trace>
  <inkml:trace contextRef="#ctx0" brushRef="#br0" timeOffset="23190.27">10425 11390 7892,'-10'-20'2429,"2"8"-990,24 1-1259,3 10-270,9 1-449,13 18 179,-20 2-360,5 16 91,-18 1 269,-8 2-90,-8 4 900,-2-6 809,-8 5-809,32-3-450,0-7-90,29-14 90,-16-7-180,-1-4 270,-8 5 90,-24 6 0,2-4 0,-30-2-810,-1-1 270,6-9 360,4-6 0,1-4 0,2-12 0,-11-17 0</inkml:trace>
  <inkml:trace contextRef="#ctx0" brushRef="#br0" timeOffset="23354.27">10407 10361 0,'-18'-30'0,"9"4"396,3-1 1,4 1-397,10 2 0,-4-2 0,1 1 0,13-2 0</inkml:trace>
  <inkml:trace contextRef="#ctx0" brushRef="#br0" timeOffset="23488.27">10442 9507 7533,'-27'-38'449,"1"1"-359,16 8 0,3-1-90,-3-18 0,5 17 0,2 1 0,3-12 0</inkml:trace>
  <inkml:trace contextRef="#ctx0" brushRef="#br0" timeOffset="24021.27">10583 8850 7533,'-25'5'809,"-10"13"-179,12-4 0,1 4-316,-4 8 1,6 3-45,12-3 0,5 0-225,5 3 0,7-3-135,12-5 0,4-4-152,-3-2 1,1 0 151,20 10-179,-16 5 179,-9-4 180,-3 16-180,-20-4 45,1-13 0,-2 0 45,-14 13-90,0-14 0,-1-1-90,-8 5 270,-7-4-90,19-13 0,9-44 45,12-6 0,8-7-15,0 4 0,4-2 0,-1 0-423,-4 5 0,-1 0 0,2-1 453,6-6 0,3-1 0,-3 8 30,1-7 135,-6 6 0,-8 1 412,-21 4-772,-7 18 0,-7 8-293,2 15 1,-2 6-1,-6 1 1,3 4-1,12 10 1,-1 0-1</inkml:trace>
  <inkml:trace contextRef="#ctx0" brushRef="#br0" timeOffset="-182291.46">14182 10026 0,'-32'-12'0,"1"0"0,5 1 0,-1 3 1420,-20-4 1,-4 17-1047,24 15 1,0 13 0,0 8 0,2 6 0,1 4 0,3 0-245,7-12 1,1 2 0,1 3 0,0 1 0,2 2 0,1 2 0,1 1-1,1 1 1,1 1 0,1 1 0,1 1-138,2-11 1,0 1-1,1 1 1,0 1-1,1 1 1,1 1-1,0 0 1,0 2-1,2-1 1,0 1-1,1 0 1,1 0-1,0 0 1,1 0-1,1-1 1,0 0-1,2-1 1,0-1 6,1 2 0,1-1 0,1 1 0,0 0 0,1-1 0,0 1 0,2 0 0,0 0 0,1-1 0,1 0 0,0-1 0,2 0 0,1 0 0,0-1 0,2-1 0,0-1 0,1-1 0,2-1 34,0 0 1,2-1 0,0 0 0,2 0 0,1-1 0,1 0 0,0-1 0,2 0 0,0-1 0,1-1 0,1-1 0,0-1 0,0-1 0,2-2 0,-1-1 0,1-1 0,0-2 0,1-2 22,4 2 0,1-2 0,1-2 0,1-1 0,0-2 0,1-1 0,1-2 0,0 0 0,1-3 1,0 0-1,-1-2 0,1 0 0,0-2 0,-1-1 0,0-1 13,1-2 1,0 0 0,1-1-1,0-2 1,0-1 0,0-1-1,0-2 1,0-1 0,0-1 0,-1-2-1,0-1 1,-1-1 0,-1-2-1,0-1 35,0-2 0,0-2 0,1-1 0,-2-2 0,1-1 0,-1-2 0,-1-1 0,-1-1 1,-1-1-1,0-1 0,-3-2 0,0 0 0,-3-1-155,3-4 1,-1-1 0,-1-2 0,-2 0 0,0-3 0,-3 0 0,-1-2 0,-2-1 0,-1-1 0,-2-1 0,-3-1 41,-2 0 1,-2-2-1,-1-2 1,-2 0-1,-1-2 1,-2-1-1,-2 0 1,-1-1 0,-2 0-1,-2 0 1,-1 0-1,-2 1 70,-1 2 0,-2-1 1,-2-1-1,-1 1 0,-1-1 1,-2 0-1,-2 0 0,0 0 1,-3 0-1,0 1 0,-2 1 1,-1 0-1,-2 1-102,0 2 1,-2 1 0,0-1 0,-3 1 0,0 0 0,-2 0 0,-1 1 0,-1 0 0,-1 1 0,-1 1 0,-2 1 0,0 2 0,-2 0 0,0 2-19,-2 0 0,-3 1 0,-1 1 0,-1 2 0,-1 0 1,-2 2-1,-1 0 0,0 1 0,-1 0 0,0 2 1,-1 0-1,1 1 0,-1 0 0,1 1 96,-1 1 1,0 0-1,-1 0 1,0 1-1,-1 1 1,0 1 0,0 0-1,-1 1 1,1 1-1,-1 1 1,0 1 0,1 1-1,0 1 1,0 1 30,0 1 0,-1 1 0,1 1 0,-1 1 1,0 2-1,0 0 0,1 1 0,0 0 0,0 2 1,0 0-1,1 1 0,0 1 0,1 0 17,-7 0 0,0 1 0,0 0 1,0 1-1,1 1 0,1 1 1,1 3-1,1 2 0,2 2 1,2 3-87,-3 3 0,2 3 0,1 2 0,1 2 0,3 4 0,1 2 0,3 3 0,3 4 16,5-1 0,3 3 1,1 4-1,1 2 0,2 2 1,2 2-1,2 1 1,1 0-1,3 1 0,1-1 1,3-2-67,1 1 0,3 1 1,2 0-1,2 0 1,2 0-1,2 1 1,1 0-1,2 1 0,1 0 1,2 0-1,0 1-169,-1-8 1,2 2-1,1 1 1,0 0-1,2 1 1,0 1-1,2-1 1,0 0-1,2 0 1,1-1 0,1-1-1,1 0 1,1-2-1,2-1 1,1-2 166,1-1 0,3-1 0,2-1 0,1-1 0,2 0 0,2-1 0,0-1 0,0-1 0,1 0 0,0-1 1,-1-1-1,0 0 0,-1-1 0,-1-1 0,-2 0 0,6 5 0,-1-1 0,-1-1 0,-1 0 0,1-2 0,-1-1 1,0 0-1,1-2 0,0-1 0,1-1 0,3-5 0,0 1 0,1-1 0,-1 0 0,0 1 0,1-1 0,-1 0 1,0 1-1,0-1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5:57:17.65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5609 5676 7803,'35'-6'944,"-10"14"0,1 6-809,4 5 0,3 2 15,-1-3 0,3-1 0,2 0-425,5 1 0,3-1 0,1-4 342,-7-4 1,1-3-1,1-1 1,0 0-1,2 1 1,1-2-1,1 1 1,-1-2-244,4 0 0,0-2 0,1 1 1,-2-1 130,-1 1 0,-1-1 0,-1 1 0,2-1 0,2-1 0,0-1 0,1 1 0,-2 1 45,-6-1 0,-1 1 0,0 1 0,0 0 118,-1 2 1,1 0-1,-1 1 1,-1 0 121,7 0 0,-1 0 0,1 0-121,3 2 1,2 0 0,-1-3 30,-5-4 0,0-3 0,3 1-263,-2 0 1,2 0 0,1 0-1,0-1-189,-3 0 1,0 0-1,1 0 1,0 0 409,-3 1 0,1 1 0,0 0 0,1 0 0,-1 1 0,-2 0 0,0 1 0,0 1 0,1-1 0,-1 0 125,3 0 1,0 0 0,1 0 0,-1-1 0,2-2-171,-6 0 0,1 0 1,0-2-1,1 0 0,0-1 1,1 0 0,-3-1 0,1 0 0,1-1 1,0 0-1,0-1 0,1 0 0,-1-1-176,4 0 0,0-1 0,0-1 0,0 1 1,0-1-1,1 1 0,-1 0 99,-1 0 0,0 0 0,0 0 0,0 0 1,0 1-1,-1 1 0,1 1-26,-2 2 1,0 0-1,0 1 1,0 1-1,0 0 1,-1 1-1,0 0 107,4 0 1,0 1 0,-1 0-1,1 1 1,-1 0 0,1 1 95,1 0 1,0 0 0,0 1 0,0 0 0,1-1 0,0-1-75,-4-2 0,0-1 0,0 0 0,0-1 0,1 0 0,0 0 0,0 0-173,1 1 1,1 0-1,0 0 1,1 0-1,-1-1 1,1 1 0,-1-1 17,0-1 1,0 0 0,1-1 0,-1 0-1,0 0 1,0 2 0,0 0 51,-2 1 0,-1 2 0,1-1 0,-1 2 0,1-1 1,-1 1-1,-1 0 86,7 1 0,-1-1 1,0 2-1,-1-1 1,0 0-1,0 1 106,-2-1 1,-2 1 0,1-1 0,-1 1 0,1-1 0,0 0-30,0 0 0,1-1 0,0 0 0,0 0 0,0 0 0,-1-1-120,-1 0 0,-1 0 0,0 0 0,1-1 0,-1 1 0,0-1-120,2 0 0,-1 0 0,0-1 0,1 1 0,-1 0 0,1 1-270,-1 0 0,1 0 0,-1 1 1,1 1-1,-1-1 0,0 1-60,-1-1 0,-2 1 1,1 0-1,0 1 0,0-1 1,1 0-50,-2 1 1,2 0 0,1 0 0,-1 0 0,0 0 0,-1-1 0,-3 1-5,2 0 0,-2-1 0,-1 1 0,0-1 0,3 0 473,1 0 0,2-1 0,2 1 0,-1-1 0,-2-1 0,-5 0 0,9-4 0,-5-1 0,1-1 0,-1 0 0,0 1 0,-1-1 0,1 1 0</inkml:trace>
  <inkml:trace contextRef="#ctx0" brushRef="#br0" timeOffset="934">16563 5801 7533,'-20'-44'2158,"20"17"-2158,36 33 45,9 6 0,4 3-372,-15 2 0,4 0 461,4-8 1,8-1 0,3-1 0,-4-2-382,-10-2 0,-2-1 1,0-1-1,5-1 307,2-1 0,5-1 0,2-1 0,1-1 0,-2 1 0,-4 0-412,3 0 0,-4 1 0,-1-1 1,4 0 411,-5-1 0,2-1 0,1-1 0,1 1 0,-1 0 0,-2 1 11,2 1 1,0 2 0,-1-1 0,-2 2 0,0-1-50,3 0 1,-3 0 0,0 1-1,3 2-40,2 1 0,2 2 0,1 0 0,-2 2 0,-3 2-488,-5 2 0,-2 2 1,-2 1-1,0-1 536,9 3 0,-2-1 0,2 2 195,-5 0 0,3 2 0,-1-1 0,-1-3-254,4-2 1,-2-2-1,-1 0 119,-7 0 0,-1 0 0,4-2 79,-3-3 1,4-2 0,2 0 0,1-2 0,-2-1-80,9-4 0,0-1 0,-1-2 0,0 2-125,-5 2 0,-1 2 0,1 0 0,3-2-40,-5-1 0,2-2 0,2 1 0,1-1 1,-1 2-1,-2 1-51,3 3 0,-1 1 0,-1 2 0,1 0 0,1 0 171,-5 0 0,1 0 0,0 1 0,1-1 0,0 1 0,1-1 45,-2 0 0,2 1 0,0-1 0,1 0 0,-1 0 0,-2 0 0,-1 0 161,5 2 1,-2-1 0,-2 1 0,1-2 0,3-2 122,-1-1 1,3-3 0,1 0 0,-1-1 0,-1 0 0,-2 0-304,-4 1 1,-2 0 0,-1-1 0,0 1 0,3 1 18,1 1 0,2 0 0,2 1 0,-1 0 0,-3 1 0,-5 0-60,7 2 0,-5 1 0,1 2 60,-3 2 0,2 2 0,-1 1 0,-1-2 269,2-1 1,-2 0 0,-1-1-225,11 3 0,2-3-45,-11-4 0,4-3 0,1-1 0,1-5-108,-7-3 0,2-3 0,-1-2 0,0-1 0,-1 2 40,3 2 1,-2 1-1,0-1 1,4-2-488,-1-2 0,3-4 0,1-1 0,1 1 0,-1 2 0,-3 3 465,5 5 0,-1 3 0,-2 2 0,-1-1 0,-4-4 0,-1 0 0,-1 1 0,0 4 0,8 9 0,-1 1 0,1-1 0</inkml:trace>
  <inkml:trace contextRef="#ctx0" brushRef="#br0" timeOffset="1283">26635 6160 7533,'-28'-19'-248,"11"1"1,1 6 0,6-1-1</inkml:trace>
  <inkml:trace contextRef="#ctx0" brushRef="#br0" timeOffset="1584">26335 5986 7533,'-26'6'2518,"15"-4"-1169,3 20-764,31-6 0,11-1-360,-14 0 0,5-1-517,6-4 1,7-1 0,5-3 0,0-2 471,-3-3 0,2-3 0,2-1 0,-1 0 0,-1-1-467,3 1 0,-1 0 1,0-1-1,5-1 441,-6 0 0,3 0 0,2-1 1,2-1-1,0 1 0,-1 0 1,-1 0-274,3 0 1,-1 0 0,0 1 0,0 0-1,-2-1 1,1 1 178,-6-1 0,-1 1 0,-1-1 0,1 1 0,1 0 0,2 0 63,-1 1 1,2 1 0,1 0-1,1 0 1,1 0 0,-1 1 0,-2-1-1,-1 1-188,4-2 0,-1 1 1,-2 0-1,0 0 1,0 1-1,-1-1 95,-3 0 0,0 1 0,-1 0 0,0 0 0,2-1 0,1 1-39,3-1 1,2 0 0,2 0-1,0 0 1,-1 0 0,-1-1 0,-3 0-316,3-2 0,-2-1 0,-2 1 0,-1-1 1,0 2-487,5 0 0,0 2 1,-2-1-1,0 0-10,2-2 1,1-1 0,-5 1 0,-11 2 783,-2 4 1,-17 0 0,-34 0 0</inkml:trace>
  <inkml:trace contextRef="#ctx0" brushRef="#br0" timeOffset="2417">3598 7015 7533,'0'-8'2878,"40"32"-1978,-15 0-1020,5-5 1,11-1 0,2-2 186,-4-8 1,3-3-1,2-2 1,-3 1-524,6 3 1,-1-1 0,4-1 473,-6-3 0,4-2 0,2 0 0,-1-1 0,-3 0 386,3 0 1,-1-1 0,-2 0 0,0 0-315,-5 1 0,-1-1 0,0 0 0,3 0 71,2 1 1,3 0 0,1-1 0,0 1 0,-3 1-185,6 1 1,-2 0 0,-2 1-1,0-1-133,-6 0 0,-1-1 1,-1 0-1,4 1-60,3 1 0,3 1 0,1 1 1,-1 0-1,-5-1 10,5 2 1,-4-1 0,1 1 0,-5 0 0,1-1 0,1 2-1,-2-1 1,6 1 0,0 0 0,1-1 0</inkml:trace>
  <inkml:trace contextRef="#ctx0" brushRef="#br0" timeOffset="24984">22525 3148 7533,'-28'0'1638,"1"0"0,-16 6-546,17 9 0,-2 9 0,2 4-902,3 1 0,2 5 0,0 2 0,-1 3 169,3-4 1,-2 2 0,1 2 0,-1 1 0,2 1 0,2 0 134,0 1 1,1 1 0,0 1 0,3 0-1,2 0 1,3-1-567,3 5 0,3 0 0,2 0 0,5-3 0,3-3-748,6 1 1,4-2 0,5-5 0,5-7-1,5-8 1,5-6 0,3-6 0,-1-4 690,0-6 1,-1-5-1,0-4 1,-2-1 0,5-4-1,-3-4 1,-4-2 0,-10-3-1,0 1 1,-1-1-1</inkml:trace>
  <inkml:trace contextRef="#ctx0" brushRef="#br0" timeOffset="26550">22948 719 0,'-27'-6'1230,"-7"5"408,3 4 0,-4 5 0,-6 15 0,-2 8-1256,12-11 1,-1 3 0,1 2 0,1 2 184,2 2 0,2 3 1,2 0-1,2 2-148,-4 8 1,4 3 0,7-2-180,9-4 0,5-1 0,8-3 508,19 6 0,11-6-868,-6-15 0,4-3 0,-1-1 150,-2-1 0,-1-2 0,-2 1 1608,8 5 0,-13 6-986,-32 13 1,-15 2-953,3-14 0,-4-2 0,-1-1-793,-5 3 1,-2 0 0,2-3 727,-5-2 1,9-5 0,18-11 0,28-19 0</inkml:trace>
  <inkml:trace contextRef="#ctx0" brushRef="#br0" timeOffset="26750">23019 1624 16618,'0'41'1638,"-4"-12"0,0 4-3277,-1 14 1,0 0 1091,0-12 1,0-1 0,1 2 0,0-4 0,4-7 0</inkml:trace>
  <inkml:trace contextRef="#ctx0" brushRef="#br0" timeOffset="27902">23319 1116 7533,'-12'0'3276,"14"5"-1676,18-1 0,11-1-2860,5 1 1,0-1 1259,-6 1 0,-1-2 0,2-4 0,-5-2 0,-8-3 0</inkml:trace>
  <inkml:trace contextRef="#ctx0" brushRef="#br0" timeOffset="28051">23319 1388 11940,'20'15'279,"1"1"1,24-7 0,4-3 0,-12 3 0,0-2 0,-1-7 0,0 0 0,0 0 0</inkml:trace>
  <inkml:trace contextRef="#ctx0" brushRef="#br0" timeOffset="28602">24271 620 7533,'-43'22'1092,"18"5"0,-1 9 0,1 5-437,4-5 0,1 3 1,-1 3-1,1 2 0,2 2-187,2-7 0,1 1 0,0 2 0,1 1 0,1 0 0,1 0 0,3 0-521,-2 6 0,2 2 0,0-1 0,4 0 0,5-2 0,4-4-603,7 0 1,6-2-1,4-2 1,2-3 0,1-5 398,10 5 0,4-7 0,4-11 0,-5-13 0,3-7 0,0-4 0,-4-3 0,7-11 0,0 0 1</inkml:trace>
  <inkml:trace contextRef="#ctx0" brushRef="#br0" timeOffset="30217">24624 905 913,'-28'-6'2519,"3"5"-1618,15-5 89,2 6 1780,40 0-1736,4 3 1,6 0-810,5-4 0,2 3-165,-12 4 0,0 2 0,-5 6 120,0 12 0,-11 8 179,-19 2 1,-9 5 0,-4 1 308,0-6 1,-3 1 0,-2 1 0,0-2-130,0 0 1,-3 0 0,2-2-1,3-1-629,-1 3 0,3-2 1,11-6-439,22-2 1,11-9-463,12-10 1,6-9 989,-13-1 0,4-4 0,0 0 0,-5-1 0,11-2 0,-4-2 0,-10 3 0,0-1 0,-1 1 0</inkml:trace>
  <inkml:trace contextRef="#ctx0" brushRef="#br0" timeOffset="30417">25541 1562 15628,'0'26'1092,"0"1"0,-9 12 0,-5 2-1045,1-8 1,-2 1-1,-2 1-345,-3 0 0,-3 1 0,0 0 0,0-2 0,0-1 0,1-2 0,-1 0 0,-2 2 1,0 0-1,0 0 0</inkml:trace>
  <inkml:trace contextRef="#ctx0" brushRef="#br0" timeOffset="35567">26123 756 7533,'-27'-14'0,"9"3"3276,10 28 0,8-2-1638,-7 17 0,-1 5 1638,4 8-3312,-1-4 1,-2 7 0,3-5 260,4-9 0,0 1-68,-1 4 1,-2 5-1,1 1 1,0-6-158,1-1 0,0 0-653,-1-1 1,0 6 0,0 0 0,0-5 537,2 7 0,0-1 115,2 2 0,1 2 0,0-4 0,1-5 0,2-4 0,3 3 0,0 0 0</inkml:trace>
  <inkml:trace contextRef="#ctx0" brushRef="#br0" timeOffset="44750">26793 930 7533,'-19'0'3276,"3"0"0,16-6 0,16 5 0,27-5-2408,-19 10 1,1 3-599,10 2 0,-1 1-540,3 11 315,-20 7 0,-9 6-90,-15-3 0,-9 4 108,0-1 1,-4 5-1,-1 1 1,-1-3 445,-4 5 1,-1-2 0,0 1 29,3-9 1,-2 1 0,4 0 0,8-3-1,10 12 1,14-7-1529,31-7-104,-7-20 1,6-3 0,-2-2-547,-3-1 1,0-5 545,5-6 1,4-4 0,-6 2 436,7-1 1,-7-8-1,-2-1 1,-1 2 0</inkml:trace>
  <inkml:trace contextRef="#ctx0" brushRef="#br0" timeOffset="45133">27428 570 6183,'29'13'1092,"-1"-1"0,9 8 0,-1 7 0,-14 0 0,-2 6 0,1-2 546,8 3 0,0 5-819,-9-5 0,0 6 0,-1 3 0,-3-1-979,-4 1 0,-2 2 1,-2-1-1,-1-1 115,0-6 0,-1-1 0,-2 0 1,-1 4 97,-2 6 1,-1 4 0,-2 2 0,-4-2 0,-5-3-710,-5-7 1,-6-2-1,-2-2 1,-1 0 0,2 0 280,1 7 1,1-1 0,-2 0 0,-5 0 279,3-10 1,-5 2 0,-2 0 0,-2-1 0,1-1 0,2-4 0,3-3 0,-9 4 0,4-7 0,-3 3 0,-4 2 0,0 1 0,1-1 0,-1 1 0</inkml:trace>
  <inkml:trace contextRef="#ctx0" brushRef="#br0" timeOffset="46434">26617 1562 8162,'-23'-10'1638,"-1"0"0,-17-2 1638,31 12 0,2 7 0,8 22-1638,-3-3 0,-2 3-2362,2 6 0,-3 1-915,-10 5 1,-2 0 1258,8-3 0,-1-3 0,-9-9 0,-1-1 0,7-1 0,0 0 0</inkml:trace>
  <inkml:trace contextRef="#ctx0" brushRef="#br0" timeOffset="92884">22331 3235 7533,'-10'0'989,"2"0"-449,8-11-1080,16 3 450,-4-4-539,21 6 629,-21 6 0,19-6 0,-11-1 0</inkml:trace>
  <inkml:trace contextRef="#ctx0" brushRef="#br0" timeOffset="93400">22684 3099 11670,'-44'-2'1638,"11"13"0,-2 7-661,6 5 0,-1 4 0,-1 3-1161,-3 0 0,-2 2 1,0 2-1,3 2 435,7-3 1,1 2 0,1 0 0,1 2 0,-1-2 71,0 0 1,-1 0 0,1 0 0,2 1 0,3 0-54,2 7 1,2 0 0,4 1 0,1-2-61,2 4 0,3-2 0,3-2-210,4 4 0,6-4 225,5-5 0,7-5 176,7-11 1,7-4-492,-4-4 0,3-2 0,2-2-60,3 1 0,1-3 0,1 0 90,4-1 0,1-2 0,-2 2 240,5 4 0,-4 5 584,-8 7 1,-12 6 359,-20 10 1,-15 4-1815,-7-8 1,-6 0-1,-5-2-36,1-6 0,-3-1 1,-3-1-1,2-2-367,-9 2 1,1-2 0,-1-5 545,5-5 1,-1-3 0,6-8 0,-12-20 0,27-13 0</inkml:trace>
  <inkml:trace contextRef="#ctx0" brushRef="#br0" timeOffset="93867">22948 4214 15268,'-2'38'-1439,"12"-1"1439,17-6 0,-7-6 0,-4-7 0</inkml:trace>
  <inkml:trace contextRef="#ctx0" brushRef="#br0" timeOffset="94067">22948 4511 7533,'0'27'1638,"0"0"0,-8 9 0,7-2 0,0 1 0,-3-5 0,1-2-1032,3 20-67,7-2-1258,27-56-920,-7-12 1,1-4 1515,0 4 0,0-2 0,3-11 0,-3 0 0,-10 16 0,0 1 0</inkml:trace>
  <inkml:trace contextRef="#ctx0" brushRef="#br0" timeOffset="94617">23583 3793 7533,'-37'7'3276,"11"-2"0,66-5-1638,-6-2 0,6-1-1976,0-1 0,3 0 1,0-1-73,-3 1 0,0 0 1,-3-2-1,6-2 1,-5-1-1,-14 3 0,1-1 1</inkml:trace>
  <inkml:trace contextRef="#ctx0" brushRef="#br0" timeOffset="94767">23671 4165 7533,'-13'7'3276,"56"-18"-2184,-9 5 0,7 2 0,1-2-1350,4-2 0,1-1 1,0 2-1,-5 1 1,0 2-1,-3 1 1,3 0-1,0 1 1</inkml:trace>
  <inkml:trace contextRef="#ctx0" brushRef="#br0" timeOffset="95334">24906 3198 7533,'-30'8'819,"-1"-1"0,0 17 0,-1 11 0,1 5-164,9-5 0,0 3 1,2 5-1,0 1 0,2 3-187,3-4 0,0 3 0,1 2 0,2 2 0,0 0 0,3 0 0,2 0-878,3-6 0,0 2 1,2-1-1,2 1 1,1 0-1,2-1 0,2-1 1,2-2-60,3 3 1,3-1 0,3 0 0,1-2 0,1-1 0,0-2 0,0-3 103,6 11 1,0-3 0,2-5 0,4-7 0,10-4 0,5-8 0,-9-7 0,-1-6 0</inkml:trace>
  <inkml:trace contextRef="#ctx0" brushRef="#br0" timeOffset="102334">25153 3495 7533,'35'-5'1638,"-3"-4"0,5 0-546,5 1 0,6 2 0,-3-1 0,-8 0 0,-2-1 0,-5 10 546,2 15 0,-13 11-546,-23 7 0,-14 8 0,-3 3-753,2-3 0,-2 2 0,-1 2 0,0-2 38,3-7 1,0-1 0,0 1 0,1-2 0,1 0-378,-1 1 0,0 0 0,3-2 0,5-4 178,0 7 0,12-8-178,19-12 0,9-7-1639,5-9 1,4-4 545,-4 0 1,2 0 0,-3-1 545,0-3 1,-1-1 0,4 1 0,-2 0 0,3-6 0</inkml:trace>
  <inkml:trace contextRef="#ctx0" brushRef="#br0" timeOffset="102517">25964 4289 7533,'9'31'1092,"0"1"0,-8 11 0,-8 2 0,-4-11 0,-5 0 0,0-1-683,-4 9 1,-3-2-1,2-9 1,-3-1-1,2-4 1,5-7 0,-1-1-1</inkml:trace>
  <inkml:trace contextRef="#ctx0" brushRef="#br0" timeOffset="110084">26335 3285 13739,'2'43'546,"0"0"0,0 0 0,0 0 0,-1-6 0,-1-3 0,1 5 109,0 2 0,1 4 1,0 3-1,-1 1 0,1-4 164,-2 4 0,0-1 0,-1-1 0,2 2-1272,0-3 1,0 1 0,1 1 0,0-2 0,-1-1 362,0 0 0,-1-2 0,0-1 0,1-2-1003,3 7 1,2-4 0,0-7 1111,4 0 0,7 5 0,1-23 0</inkml:trace>
  <inkml:trace contextRef="#ctx0" brushRef="#br0" timeOffset="110317">26793 4400 7533,'4'28'1638,"0"-1"0,6 8 0,-5-10 0,0 0 1638,3 14-1638,-16-6 0,-8 2-1170,-8 3 0,-5-1 0,1-6 0,-2-2 0,-9-3 0,1 0 0</inkml:trace>
  <inkml:trace contextRef="#ctx0" brushRef="#br0" timeOffset="114517">26988 3669 7533,'-20'-6'3276,"4"5"0,40-5-1638,0 6 0,5 0 0,14-1 0,4 2-1239,-11 4 0,1 2 1,-2 3-985,10 8 0,-8 8 285,-21 4 0,-7 6 1,-7 2-52,-8-2 0,-7 2 1,-4 1-1,0-2 800,1-1 1,-1-1 0,-1-1 0,-1 0 642,-10 10 0,-1 0 0,10-5-592,13-6 1,13-6-2140,19-10 1,12-9 545,-3-4 1,3-4 0,2-4 682,8-5 0,2-4 1,-4-1-1,4 0 1,-4-2-1,-4-7 0,1-1 1</inkml:trace>
  <inkml:trace contextRef="#ctx0" brushRef="#br0" timeOffset="114784">27746 3371 7533,'14'-40'3276,"23"22"-2184,-10 27 0,5 10 0,-3 6-273,-6 0 0,-1 5 0,-2 4 0,-1 1-164,-2-1 0,0 3 1,-2 1-1,-3 2 0,-2 1-484,-4-1 0,-3 1 0,-2 1 1,-2 2-1,-2-1 0,-1 0-690,-2 3 0,-2 0 0,-1 0 0,-2 0 0,-3 0 0,-1-2-28,-3 1 1,-3 0 0,-2-1 0,-2-1 0,2-1 0,0-2 272,2-1 1,0-1 0,0-2 0,-1-2 0,-1-2 0,-7 3 0,-2-2 0,0-4 0,3-5 0,-3-2 0,1-1 0</inkml:trace>
  <inkml:trace contextRef="#ctx0" brushRef="#br0" timeOffset="156033">24201 6296 7533,'-18'-35'1439,"0"13"199,0 2 0,-5 5-713,-10 22 1,-4 11-702,6-4 1,-2 4 0,-2 2 0,2 2-340,-2 7 1,0 3 0,1 2-1,-1 1 349,5-7 0,0 1 0,0 0 0,2 1 0,5 0-144,-3 13 0,5 1 0,11-3-138,13 2 0,14-5-282,7-14 0,9-5 0,2-1 150,1-2 0,2-3 1,-2 1 404,11 6 0,-6 2 89,-15-1 1,-9 2 584,-16 2 1,-10 0-181,-13 1 1,-9-3-1350,2-4 1,-5-3-1,-1-1-300,-3-2 1,-3-3 0,3 0 929,-11 4 0,5-5 0,15-6 0,8-6 0,15-4 0</inkml:trace>
  <inkml:trace contextRef="#ctx0" brushRef="#br0" timeOffset="156234">24253 7003 7533,'-29'-15'2878,"13"11"-2878,26 23 0,16 6 0,1 0 0</inkml:trace>
  <inkml:trace contextRef="#ctx0" brushRef="#br0" timeOffset="156467">24289 7325 11580,'8'36'854,"0"-12"1,1 2-720,-2 2 0,-2 1 539,-2 4 1,-6-3-90,-12-9 0,-5-4-1035,-3-2 0,-1-6 450,-21-26 0,19 0 0,18-18 0</inkml:trace>
  <inkml:trace contextRef="#ctx0" brushRef="#br0" timeOffset="156733">24783 6867 7533,'0'-32'3276,"15"2"-1155,-11 16-322,35-2 359,-25 8-2293,9 2 1,3 0 134,11 5 0,1 2 0,-5 12 0</inkml:trace>
  <inkml:trace contextRef="#ctx0" brushRef="#br0" timeOffset="156867">24800 7053 7533,'-11'6'3276,"44"0"-3448,2-8 0,4-2 1,0 1-1,-1 0 1,-1-3-1,0-1 1</inkml:trace>
  <inkml:trace contextRef="#ctx0" brushRef="#br0" timeOffset="157384">25788 6321 7533,'-36'18'819,"0"0"0,6 10 0,1 8 0,3 6-164,9-3 0,3 5 1,2 3-1,1 3 0,1 0-187,1-7 0,2 2 0,0 1 0,1 1 0,1 0 0,2-1 0,0 0-508,2 3 1,1 0 0,1 0 0,2-2 0,3 0 0,3-2-617,5 5 1,3-1-1,3-2 1,3-4 0,1-6-438,11 2 1,4-9 0,1-9 652,-4-14 0,1-6 0,-4-5 0,-1-7 0,-6-6 0,0-26 0</inkml:trace>
  <inkml:trace contextRef="#ctx0" brushRef="#br0" timeOffset="195302">26388 6408 7533,'-30'-21'1979,"-1"-1"-540,21 15 270,0 1-1080,3 0 361,30 23-136,2-10 1,3 1-855,15 11 0,5-11 0,0 1-135,-22 2 0,-1 1 135,8-3 0,-3 4-810,-9 15 1,-9 7 389,-15 0 0,-7 3 1,0-2-21,3 5 0,-2 1 485,-5-4 0,-5 4 0,-1 0 0,0-4 524,1-7 1,0-3 0,1 1-1,-1 3 1,0 1 0,8-3-345,6 0 0,10-6-1034,20-13-676,20-17 1,8-6 1484,-6 2 0,-2-1 0,-1-4 0,-2 0 0,0 2 0,-1 1 0</inkml:trace>
  <inkml:trace contextRef="#ctx0" brushRef="#br0" timeOffset="195502">27252 7065 7533,'0'19'3276,"-8"16"0,-9-2-2010,3-6 1,0 1-1088,-13 12-1303,3-11 0,-1 0-515,1-6 1,1-1 1113,-1-1 1,1-2-1,-11 10 1,27-23-1</inkml:trace>
  <inkml:trace contextRef="#ctx0" brushRef="#br0" timeOffset="195718">27799 6346 7533,'-10'32'3276,"2"-12"-2184,5 10 0,1 9 0,-1 1-1116,1 6 1,-1 1 0,-1-2 113,-2-7 0,0-2 0,0 4-158,2 6 1,0 4 0,0 1-1,-2-5-1025,-2-2 1,-1-3 0,1-1-1,3 2 1,2 0 0,-1 0 976,-1-1 1,0-1 0,-1-6-1,-1 12 1,-3 2 0</inkml:trace>
  <inkml:trace contextRef="#ctx0" brushRef="#br0" timeOffset="195918">28099 7201 9602,'0'39'1638,"-7"-9"0,-2 3 0,1 4 0,-4 2-1724,-2-4 1,-5 1 0,2 0-1008,1-1 1,0 0 0,0-3-547,-2 5 1,-1-5 1086,3-9 0,1-6 0,5-10 1,-8-1-1</inkml:trace>
  <inkml:trace contextRef="#ctx0" brushRef="#br0" timeOffset="196267">28628 6383 7533,'39'-13'1638,"-11"9"0,-1 2 1638,10 3 0,-5 5-2793,-2-4 0,-6 7-483,-22 15 0,-5 4 179,16 12-655,-22-6 1,-9 7 0,-4-2 145,-1-1 0,-2-2 1,1-1 479,3-3 0,2 0 0,-2 1-61,-7 7 1,-1 2 0,6-4 630,11-10 0,2-3-496,-5 2 1,5-3 598,17 5-1228,23-30 1,7-9 224,10 1-913,-8-3 1,8-4 0,-4-2-1,-10 0 1,-2-1 0,0 0 727,0 2 1,0 1 0,1-1 0,-1-3 0,0 0 0,-3 2 0,-6 6 0,1-1 0</inkml:trace>
  <inkml:trace contextRef="#ctx0" brushRef="#br0" timeOffset="196501">29281 6433 10951,'27'-7'3276,"-2"7"-1638,-4 13 0,0 3 85,2 7-329,6 12 0,-1 10-2471,-13-4 0,-4 3 0,0-1 1256,0-9 1,0-1 0,-3 4-72,-4 0 0,-1 5 0,-2 2 0,-3 1 0,-4-3-558,-5-1 0,-4-2 1,-3 0-1,-2 1 0,-1 2 450,2-3 0,-3 2 0,0 0 0,-2 1 0,-1 0 0,1-1 0,0-2 0,-2 3 0,-1-2 0,1-1 0,-1 0 0,-1-1 0,-1 0 0,-2-3 0,0 0 0,0 0 0,0 1 0,0-1 0,0 0 0</inkml:trace>
  <inkml:trace contextRef="#ctx0" brushRef="#br0" timeOffset="-158728.74">4022 11229 7533,'-28'-28'1259,"11"1"-449,1 25 899,-10-3-1170,5 10 91,-7 11 0,-1 3-1505,-10 11 1115,16 1 0,-1 7 0,2-4-575,2-7 0,1 2 447,1 5 0,-1 7 1,0 2-1,3-7-664,-1-1 0,0 0 597,0 3 0,-3 7 0,0 0 0,3-6 44,0-2 1,2 0 22,3-3 1,-1 5-1,0 0 1,2-6-68,1-3 0,1-1 315,-1 21 0,2-2-1,0-13-89,14-5 0,4-2 0,2 0-90,4-4 0,1-1 0,3-2-45,-3 5 0,-1 0-135,-4-9 0,7 6 0,1 0-90,-6-3 224,13-3 1,2-3-45,-5-1 180,7-5 0,3-4 561,13-10-517,-10 3 1,4-1-105,-5 0 0,2 0 0,0 0-165,10 0 0,0 1-75,-10 0 0,2 1 0,1 1-60,0 3 0,3 1 0,-1 1 0,-4-2-69,11 0 1,0-1-22,-9 3 0,4 1 0,2 0 0,0-2 0,-6-3 0,0-1 0,1 0 0,-1-1 1,-4 2 149,6 1 0,-4 1 0,5-1 15,-7-2 0,5-1 0,2 0 0,1-1 0,-2 1 0,-4 1-353,5 0 0,-3 0 0,-2 1 0,0 0 518,7 0 0,-2-1 0,3 2-38,-2 1 1,3 2-1,0-1 1,-3 1-334,-5-2 1,-2 0 0,-1 0 0,-1 0 310,7 2 0,-1 0 0,3-1-54,-7-2 0,3-1 1,1 0-1,1 0 0,-3-1 31,2-1 1,-1-2-1,-1 1 1,-1 1-8,9 1 0,0 0 0,1 0-60,-1-1 0,4-2 0,-2 1 0,-4 1-38,-6 3 0,-3 2 1,0-1 67,1-2 0,1 0 0,2 1-53,-1 4 1,3 1-1,-1 0 1,-5-1 67,2-3 0,1 0-90,1 2 0,7 2 0,2-2 0,-1-1 45,-6-4 0,0-2 0,0-1 0,-2 1 30,8 0 0,-1 1 0,2-1-30,-9-1 0,3-1 0,0 0 0,-1 0 0,-3 0 192,6-2 0,-4 1 0,1 0-192,2 1 0,0 0 0,2 1 38,0 0 1,3-1 0,1 1 0,-3 1-39,-5 2 0,-3 1 0,2 0 0,2-1 15,-4 0 0,3-1 0,2 0 0,-1 0 0,-1 0 0,-3 0-15,2 1 0,-2-1 0,-1 1 0,2-2 108,0 1 0,2-2 0,1 0 0,-2 0 0,-2 0-76,11-2 0,-2-1 0,-2 1 58,-2 1 0,-1 1 0,2-1 90,-2 2 0,2 0 0,0 0 0,-3 2 435,0-1 0,-2 2 0,2 2-548,-2 0 0,2 3 1,0 0-1,1-1-180,-1 0 1,0-1 0,-1 0 0,-2 2 112,0 3 0,-2 1 0,2-1-135,2-2 0,3-2 0,0 0 0,-7 0 90,-2 0 0,1-1 67,4-1 1,7-1-1,2 0 1,-3 0 97,0-1 0,-1 0 0,-2 0-90,-2 0 0,-1 0 0,2 0-8,-2 0 1,2 0-1,1 0 1,-2 0 96,6 2 1,-2 0 0,3 0 63,-2-1 1,2 1 0,2 0 0,0-1-238,-4 1 0,2-1 0,0 0 0,-2 1 0,-2-1 9,-3 1 0,-2-1 0,-2 1 0,3-1 45,7-1 0,2-1 0,0 1 0,-2 1-315,-8 1 1,-2 1 0,0 0 0,-1 0 314,8-2 0,-1-1 0,2 1 0,-2 4 0,3 1 0,-1 0 0,-3 0 186,2-1 0,-4-1 1,1 0-187,-3 1 0,1 0 0,2-1-232,-3 0 0,4 0 0,1-1 0,-2 0 0,-6 0 232,10-2 0,0-1-45,-5 1 0,4 1 0,3-1 0,-2 1-8,2-1 1,1 0 0,-1 1 0,2-1 34,-10 0 0,1 1 0,0-1 0,2 1 0,1-1 18,-3 0 0,1 0 0,2 0 0,1 0 0,0 0 0,-1 0 0,-1 0 83,4-1 0,-2 1 0,1-1 0,-1 0 0,1 0 0,-1-1-98,3-1 0,0 1 0,1-1 0,-1-1 0,-2 1 0,-2-1 37,5 0 1,-3 0-1,0-1 1,1 1-23,-4-1 0,3 0 0,0 0 0,-2 1 0,-4 0-30,7 0 0,-5 1 0,1 0 0,-1 0 0,0 0 0,3 1-15,0 0 0,2 1 0,1 0 0,-2 1 121,-8-1 0,-1 0 0,0 0 0,2 0-94,3-1 0,2 0 0,1 0 0,1 0 0,-2-1 18,1 0 0,-1-1 0,0 1 0,0-1 0,-1 1 18,-1 0 0,0 0 0,0 1 0,-2-1 0,-2 0-48,7-2 0,-2 0 0,0 1-30,6 2 0,0 1 0,-2 1-180,-10 1 0,-2 0 1,1 0 149,5 0 0,1 1 0,4-1 90,-7-2 0,4 0 0,0-1 0,1-1 0,-3 1 22,2-2 1,-1 0-1,0-1 1,2 0-41,-2-1 0,4 0 0,-1 0 0,-1-1 0,-4 1 48,3-3 0,-4-1 0,1 1-90,6-1 0,1 0 0,-3-2 773,2-6 0,0-3-743,-3 0 0,3-2 0,-2-4 30,-13 3 0,0-3 0,-3 0 0,0 2 90,1 1 0,-2 1 0,-3-3 0,-1-10 0,-3-5 0,-6 2 89,-7-5 1,-2 2-135,4 4 0,-3-2-135,-5 1 0,-3-4 1,-4 4-361,-8-5 0,-6 0 390,-2 2 0,-5-2 0,-2 2-30,-3 3 0,-2 1 0,-2 5 225,2 6 0,-1 3 1,-4 3-249,-1 4 1,-4 2-1,-1 2 1,2 3 118,5 3 1,2 2 0,-1 1 0,-5 0-72,3 1 1,-5-1 0,-1 0 0,-3 0 0,1 1 0,0 0 0,3 0-124,0-1 1,2 1 0,1 0 0,-1 0-1,-1 1 1,-2 0 243,3 0 0,-4 1 0,0 0 1,-2 0-1,1 0 0,1 0 1,3 0-1,3-1 34,-12 0 0,6 0 0,0-1 0,-4 1 12,7 0 1,-3 0 0,-2 1 0,-1-1 0,0 0-1,3 0 1,3 0-13,-8 0 0,4-1 0,0 0 0,-6 0-79,13 1 0,-4 1 0,-3-1 1,0 0-1,-1 0 0,1 0 1,3 0-1,3 1-276,-3-2 0,3 1 0,2 0 0,0 0 0,-4 0 239,3 0 0,-3 0 0,-1 1 1,0-1-1,-1 1 0,2-1 1,0-1-35,-1 1 0,0-1 0,0-1 0,1 1 0,1 0 0,0 0 42,-1 0 0,1 1 0,0-1 0,-1 1 0,-4-1 6,4 0 1,-3-1 0,-2 0 0,-1 0 0,-1 0-1,0 0 1,2 0 0,2 1-4,-5 0 0,2 0 0,2 1 0,-1 0 0,-2 0 0,-3-1-143,11 1 0,-1-1 0,-2 0 0,-1 0 1,0 0-1,-2 0 0,1 0 0,-1 0 0,1 1 1,0 0 139,-1 0 0,-2 0 0,1 1 0,-2 0 0,1 0 0,1 0 0,0 0 0,1 0 0,1 0 0,2 0 5,-5 0 0,2-1 0,2 0 0,0 0 0,0 0 1,0 1-1,-3 0 13,5 1 0,-2 0 0,-1 0 0,0 0 0,0 1 0,0 0 0,1-1 0,0 0 0,2 0-158,-3 0 0,0-1 0,1 0 1,1 0-1,1 0 0,0 0 0,0 1 158,-4-1 0,2 1 0,1 0 0,-1 1 0,-2-1 0,-1-1-23,2 1 1,-2-1-1,-1 1 1,-2-1 0,1 0-1,0 0 1,1-1-1,2 0-67,0 0 1,0-2 0,2 1 0,0-1 0,0 0 0,1 1 0,0 0 89,-1 1 0,1 0 0,0 1 0,0 0 0,-1-1 0,-3 0-14,3-2 1,-3-1 0,-2 0-1,0 0 1,-1-1 0,1 0-1,1 1 1,2 0 51,0 0 1,1 0-1,1 0 1,0 1 0,1-1-1,0 0 1,1 0-1,-2 0 0,2-1 0,1 1 1,0-1-1,-2 1 0,-3-1-38,2 0 0,-3 0 0,-1 0 0,-2-1 0,0 1 0,1 0 0,1 0 0,2 1 12,3-1 1,2 1 0,1 0 0,0 1 0,-1-1 0,-1 1 0,-2-1-43,1 2 0,-2-1 0,0 0 0,-2 1 0,0-1 0,-1 1 0,0 0 0,0 0 0,0 1 3,2-1 0,-1 1 0,0 0 0,0 0 0,0 0 0,-1 0 0,1 1 0,0 0 0,1 0 1,0 1 26,-2 1 0,1 0 0,1 0 0,0 1 0,0-1 0,0 2 0,-1-1 0,0 1 0,-1-1 0,3 0 0,0 1 0,-1-1 0,-1 1 0,0 0 0,0 0 0,0 0 0,1 1 0,0-1 0,2 1 0,0-1 49,-1 1 1,1 1 0,2 0 0,-1-1 0,2 1 0,-1 0 0,0 0 0,-1 0 0,0-1-50,-4 1 0,0-1 0,-1 1 0,1-1 0,-1 1 0,0-1 0,0 1 0,1-1 0,0 1 38,1-1 0,0 1 0,-1 0 0,0-1 0,1 1 0,1-1 0,2 1 0,2-2 0,2 1-20,-6 0 0,5-1 0,2 0 0,-2 0 0,-2 1 16,0-1 0,-3 1 0,-2 0 1,0 1-1,1-2 0,4 1 1,3-1 369,0 0 1,5-1 0,0 0 0,-4 1-244,-6-1 1,-4 1 0,-1 0 0,1 0 0,4 0-72,-4 0 0,3 1 0,-1-2-23,4 0 1,-2 0-1,0 0 1,4-1-332,1 1 1,2-1 0,1 0 83,-10 3 0,-2 3-780,1 1 1,-3 3 0,8 1 194,20 0 1,1 3 764,-15 8 0,-7 4 0,7 1 0,10 1 0,3 2 0,-3-1 0,0-1 0,0 0 0</inkml:trace>
  <inkml:trace contextRef="#ctx0" brushRef="#br0" timeOffset="-154596.74">27234 9073 7533,'34'-19'202,"3"12"0,0 8 1,-3 12-1</inkml:trace>
  <inkml:trace contextRef="#ctx0" brushRef="#br0" timeOffset="-154229.74">27376 8887 7533,'0'-25'3276,"-24"12"-1638,0 12 0,-5 7-546,-5 5 0,-5 6 0,-2 3-755,4 2 1,-1 3 0,-1 1-1,1 0 23,-2 0 0,0 1 0,1 0 0,3-1 179,-8 6 1,4 0 0,16-2 1505,30 17-2075,19-40 0,12-7 0,3-2-38,-2 2 1,4-1-1,1 0 1,-2 2-248,-1 0 0,1 1 0,-3 3 1,-4 3-316,15 15 0,-17 10 495,-32 9 1,-18 5-106,-6-10 0,-8 0 0,-4-4-590,-4-2 0,-4-5 0,0-6 830,5-8 0,-1-5 0,4-7 0,-2-7 0,5-9 0,13-15 0,-1 1 0</inkml:trace>
  <inkml:trace contextRef="#ctx0" brushRef="#br0" timeOffset="-153978.74">26617 8565 7533,'-6'38'546,"-1"0"0,0 0 0,3 1 0,-1 3 0,2 2 0,0 3 0,1-2 0,2 3 0,0 3 0,1 1 0,0-1 0,-1 0-17,0-3 1,-1 1 0,1 0 0,0-1 0,0 0 0,1 0-1077,0-2 1,1 0 0,0 0 0,1-1 0,0-2 0,1-3-274,2 3 1,0-3 0,1-3 0,2-4 163,8 9 1,3-12-1,8-13 1,-13-24 0</inkml:trace>
  <inkml:trace contextRef="#ctx0" brushRef="#br0" timeOffset="-153745.74">27675 8701 7533,'16'-41'3276,"-4"23"0,13-10 0,1 56-2184,-19 3 0,-4 9 0,-1 6-437,-1-4 0,-1 5 1,0 2-1,-1 3 0,1 0-962,-1-8 0,-1 2 0,1 1 1,-1 0-1,0 1 0,0 0 0,0 0 307,0 1 0,-1 2 0,0 0 0,0 0 0,1-1 0,-1-2 0,1-3 0,0 4 0,0-1 0,1-3 0,-1-1 0,1-3 0,1-3 0,0-1 0,0 1 0,0-1 0</inkml:trace>
  <inkml:trace contextRef="#ctx0" brushRef="#br0" timeOffset="-131645.74">28275 9110 7533,'-29'-7'3276,"5"-9"-436,56 13-2660,-17-3-45,16 11 0,3 3-945,-3 0 630,6 3 1,1 0-1530,3-3 764,1-1 1,-2-1-675,-6-1 1228,15-5 0,-32 0 0,1 0 1</inkml:trace>
  <inkml:trace contextRef="#ctx0" brushRef="#br0" timeOffset="-131495.74">28328 9432 7533,'-23'20'3276,"66"-8"-2749,-7-17 0,8-6 0,3-1-801,-2 5 1,3 1 0,1-2 0,-3-1 0,-7-2 0,-2-2 0,0 0 0,-1 0 0,9 1 0,-1 1 0,0-1 0</inkml:trace>
  <inkml:trace contextRef="#ctx0" brushRef="#br0" timeOffset="-129795.73">29369 8912 7533,'-18'23'899,"8"14"-180,5 0 1,2 5-866,2-7 1,0 1-1,3 0 356,5 1 0,3-2 0,5-2 257,4-3 1,5-2-1,3-11-197,10-16 0,4-13 0,-1-5-226,-7 0 1,0-5 0,-1-3 0,-3-3-253,2-8 1,-3-5 0,-2-2 0,-5 0 139,-4 5 1,-3 0 0,-4 0-1,-6-1 180,-7 0 1,-5-1-1,-5 1 1,-4 6-961,-8 2 1,-5 5-1,-1 3 878,3 0 0,0 2 0,-2 7-120,-7 9 0,-2 7 1,11 7-1987,10 22 2076,4-9 0,5 2 0,15 1 0,7-1 0,5-2 0,0-1 0</inkml:trace>
  <inkml:trace contextRef="#ctx0" brushRef="#br0" timeOffset="-129445.73">30656 7982 7533,'-33'8'819,"0"1"0,5 18 0,1 12 0,-1 4-164,6-11 0,-2 2 1,0 2-1,1 4 0,1 3-1020,6-5 1,0 3 0,1 3 0,0 1 0,0 2 0,1 0 0,0 0 0,1-3 0,-1-3 373,-1 7 1,-1-4 0,2-1 0,-1 0 0,2 3 0,0 3-73,3-7 0,0 4 0,0 2 0,0 2 0,0 0 0,2 0 0,1-1 0,2-3 0,2-3 1,2-4-662,4 14 0,5-6 1,3-2-1,4 1 76,1-2 1,4 3-1,2-1 1,2-5-1,2-7 616,8-4 0,4-7 0,2-11 0,2-11 1,3-9-1,-7-4 0,-13-4 0,1 0 0</inkml:trace>
  <inkml:trace contextRef="#ctx0" brushRef="#br0" timeOffset="-128862.73">29545 8602 6993,'-30'17'819,"-1"-1"0,6 12 0,1 6 0,3 0-209,-1 8 1,3 5-913,6-13 0,0 5 0,0 2 1,3 1-1,4-3 347,5 3 0,6-1 0,0-1 0,-2 0 15,-8 8 0,-2-1 0,7 0-90,8 4 0,8 0 0,7-17 165,18-28 0,4-11-45,-8 11 0,1-6-68,-2-16 1,5-10-1,0-7 1,-5-1-136,-6-5 1,-4-4-1,-2-2 1,0 2-234,1 6 0,-1 2 0,0-1 0,-3-4 274,-2-2 0,0-5 0,-2 0 0,-5 1 0,-6 5-48,-11-4 0,-8 4 0,1 2 60,9-1 0,1 1 0,-10 6-420,-20 4 0,-10 6 1,2 12 479,7 16 0,1 9 0,-12 0 0,2 6 0,22 4 0,-1 0 0</inkml:trace>
  <inkml:trace contextRef="#ctx0" brushRef="#br0" timeOffset="-119045.73">30992 8553 8252,'-20'0'3276,"-19"0"-2054,1 10-653,9 5 1,-4 4 0,1 0-1131,1 1 0,0 5 965,1 1 1,-2 4 0,0 3 0,4-1 134,5 5 1,5 0 0,-2-1-390,-2-4 0,0-1 0,4 1-61,3 4 1,4 1 0,13-8-360,30-11 1,9-7 269,-18 4 0,3-5-810,18-9 1,9-10-1,-3-6-283,-11-8 1,-3-6 0,0 1 715,0 6 0,-2 2 1,0-4 106,-5-4 0,0-3 0,-3-1 0,-4 3 225,0-6 0,-5 2 135,3 3 0,-4 1 2924,-9-15 262,-32 81-2055,11-16-712,2 7 1,-2 8 0,1 3-985,0 7 1,2 3 0,0-2 534,1-7 0,-1-2 0,0 5-456,1 0 0,-2 6 0,0 1 1,0-1-1,2-5-539,-1 2 0,1-4 0,1 3 115,2-1 1,0 3 0,0-1 0,1-6-820,-3 8 1,2-8 1475,7 6 1,8-46 0,2-7-1</inkml:trace>
  <inkml:trace contextRef="#ctx0" brushRef="#br0" timeOffset="-118845.73">31238 9222 7533,'-19'7'3276,"19"3"0,43-14-24,6 3-3657,-8-8 1,2-5-689,-10 0 1,-1-1 0,-1 1-547,5-1 1,-1 0 545,-1-3 1,1-2 0,-6 1 436,2-14 1,-9 14-1,-3-1 1,-1-15 0</inkml:trace>
  <inkml:trace contextRef="#ctx0" brushRef="#br0" timeOffset="-118678.73">31715 8751 7533,'-30'38'655,"1"1"0,0-1 1,5 1-1,4 0 0,-1 3 164,1 0 0,0 4 0,1-1 0,3-3-256,4-6 0,3-2 0,-1 3-1383,-1 8 1,-1 5 0,2-1 0,2-6-820,1 5 1,4-3 1610,2-11 1,1 1 0,1-4-1,2-1 1,4-9 0,11-16-1</inkml:trace>
  <inkml:trace contextRef="#ctx0" brushRef="#br0" timeOffset="-118345.73">32120 8689 7533,'-30'1'1092,"0"0"0,-11 20 0,3 7 546,12-10 0,1 5-546,1 7 0,1 5 0,6-4 953,5 12-2045,12 7-1979,27-27 340,14-36 1,3-12 848,-21 12 0,1-2 299,10-13 1,4-7 0,-7 0 40,-8 1 1,-4 1 539,4 2 0,-1 2 1619,1-9-71,-31 59 0,-7 13 1638,-7 2-3083,10-7 1,0 9 0,-1 3 0,-1 0-262,-1 2 1,-1 1 0,1 1-1,0-1 68,4-5 0,1 0 0,0 0 0,0 4-547,2-3 1,-1 4 0,0 2 0,1-1 0,0-4 0,1-6 136,-2 11 0,1-4 1,2 6-1,1 3 1,-2-7-1,-2-16 0,0 1 1</inkml:trace>
  <inkml:trace contextRef="#ctx0" brushRef="#br0" timeOffset="-115628.73">31062 9915 6157,'-26'0'90,"-1"0"0,-3 1 0,-1 3 899,-4 11 0,0 5-539,5-2 0,-1 3 0,4 3 59,4 6 1,3 2 0,4 1-139,0 1 0,2 0 0,11-1-281,22 9 0,13-3-150,-9-15 0,2-3 0,3 0-1033,7 2 1,2-1 0,-3-1 865,-4-1 1,-3 3 406,2 15 0,-11 4 496,-24-10 1,-10 1-407,1-3 0,-4 3 0,0-3-135,-5 6 0,-5-6 334,0-7 1,-5-4-1,7-14-604,8-21 1,7-12-256,10-7 0,8-8 0,3-3-98,1 9 1,2-1 0,2-2 0,1-2 0,1 1 307,1 1 0,1-2 0,1 0 0,0-1 1,0 1-1,-1 1 90,1-3 0,-1 0 0,0 1 0,-3 0 0,-3 3 882,-2-2 1,-1 1 0,-5 3-1,-9 9-837,-18-1 0,-9 16-285,3 20 0,-4 12 1,3 4 329,2 4 0,4 4 0,1 1 0,-5 13 0,7-1 0,17-13 0,1-1 0</inkml:trace>
  <inkml:trace contextRef="#ctx0" brushRef="#br0" timeOffset="-115445.73">31238 10262 7533,'20'26'1638,"1"-14"0,7-6-572,9-8 1,6-7 0,1-2-2160,1-2 1,1-2 0,-2-2 682,-8-2 0,-3-1 1,0 0-1,11-8 1,-6 0-1,-20 10 0,-1 1 1</inkml:trace>
  <inkml:trace contextRef="#ctx0" brushRef="#br0" timeOffset="-115295.73">31627 9977 7533,'-18'30'655,"0"1"0,1-1 1,0 5-1,3 2 0,0 3 164,2-4 0,0 3 0,2 1 0,0-1-1310,2-2 1,1 0 0,0 0 0,2 0 490,-1 14 0,3 0 0,2-5 0,4-5 0,4-5 0,7-11 0,-1 1 0</inkml:trace>
  <inkml:trace contextRef="#ctx0" brushRef="#br0" timeOffset="-114879.73">32085 9977 7533,'-29'17'655,"-1"1"0,1-1 1,1 3-1,0 1 0,4 3 437,0 9 0,3 4 0,3-2-501,-2 1 1,5 2-832,6 2 0,4 3 1,3-1-524,3-7 0,3-1 0,-1 2 246,-3 1 0,-2 3 0,0 0 0,0-1 187,0 9 0,-1-1 0,-2-3 450,-3-7 0,-1-2 0,-1-7 1138,-10 4-1348,12-76 90,20 4 0,10-6-23,-6 10 1,4-4 0,1-1-1,0 3 20,4-5 1,1 2-1,1-2 57,-5 10 0,2-1 0,0-1 0,-2 1 0,-4 2-54,-1-4 0,-4 1 0,-2 1 90,8-12 0,-14 7-495,-26 19 1,-9 10 404,-3 15 0,-1 8 0,1-1 0,1 5 0,8 7 0,-1 0 0</inkml:trace>
  <inkml:trace contextRef="#ctx0" brushRef="#br0" timeOffset="-104061.73">32367 9246 10321,'28'0'3148,"5"0"-2968,-13 0-180,13 0-1169,10 0 269,-4 0 360,-9-7 1,-1-2 539,8-6 0,-9-10 0,-12 7 0</inkml:trace>
  <inkml:trace contextRef="#ctx0" brushRef="#br0" timeOffset="-103811.73">32720 8875 7533,'-10'19'2518,"-5"10"-1844,9-3 1,2 1-405,-6 12-90,3-9 0,-1 6 0,0 0-1273,-1 1 1,0 2 0,-1-2 447,0-4 1,0-1-1,1 2 285,0 3 0,-1 3 1,2 0-1,1-3 274,2 13 1,1-2 0,-4-2 0,0 0 0,3-6 0,0 1 0</inkml:trace>
  <inkml:trace contextRef="#ctx0" brushRef="#br0" timeOffset="-103126.73">32473 9271 8522,'27'13'899,"-1"-1"1,8-3 0,1-4-1350,1-3 0,0-4-405,5-11 1,-1-5 854,-3 0 0,-4-3 0,-9-1 0,-3-1 0,13-12 0</inkml:trace>
  <inkml:trace contextRef="#ctx0" brushRef="#br0" timeOffset="-102945.73">32844 8850 7533,'-28'0'2518,"-5"27"-4157,14 10 1,3 5 1346,1-13 0,0 4 292,4 0 0,1 6 0,-1 2 0,2-1-1093,-1 7 1,1 0 0,1-1 1056,1-4 1,1-1-1,-1 1 1,-1 4 0,0 1-1,0-8 1,4-14-1,-1 0 1</inkml:trace>
  <inkml:trace contextRef="#ctx0" brushRef="#br0" timeOffset="-100928.73">32667 9122 7533,'-17'6'2428,"7"1"-2248,2 5 270,8 1-810,16-6 180,3-13 0,1-13 1170,-4 9-541,-28 24 1,-8 12 269,4 14 1,1 5-420,0-11 0,0 0 0,8-3 60,10 4 0,9-13-46,14-30 1,5-15-255,-5-3 0,-1-6 0,-1-2 210,-1 1 0,-2-1 0,-13 4-46,-17-1 1,-13 11-225,-17 28 0,-6 16-540,12-8 1,-1 3-1,5 3-1099,-7 17 1,19-5 1394,38-15 0,28-27 0,-19-8 0,-1 0 0</inkml:trace>
  <inkml:trace contextRef="#ctx0" brushRef="#br0" timeOffset="-100612.73">32420 8577 8162,'14'30'1092,"-5"2"0,1 8 0,0 4-437,-1-7 0,-1 3 1,1 2-1,-1 1 0,-2 0-763,-2-1 0,0 1 0,-1 0 0,-2 1 1,-1 0-1,-3-1-12,-1-1 0,-2 1 0,-2-1 0,-2-1 0,-2 0 0,-1-2-492,-3 6 1,-3-2-1,-3 0 1,-2-3-1,-2-2 612,-5-3 0,-4-2 0,-2-2 0,0-1 0,2-2 0,3 0 0,1-2 0,0-2 0,-2-2 0,-2-6 0,-1 0 0,1 0 0,0 0 0</inkml:trace>
  <inkml:trace contextRef="#ctx0" brushRef="#br0" timeOffset="-100412.73">31080 8404 7533,'-38'22'364,"0"-1"0,1 1 0,-1 0 0,1 0 0,3 9 0,2 3 0,3 4 0,3 2 0,4 4-177,6-5 0,4 5 1,3 1-1,1 2 0,3 1 1,2 0-1,1-1-360,2 1 1,2 0-1,3 1 1,1-1-1,1 0 1,1-1-1,1-1 1,0 1-1,1-1 1,1 0-1,1-2 1,1-2 0,2-1-1,6-4 1,-1 0-1,1 0 1,-1 1-1,0-1 1</inkml:trace>
  <inkml:trace contextRef="#ctx0" brushRef="#br0" timeOffset="-99695.73">32879 9568 7533,'-45'-14'3276,"10"20"-2145,17 9-1311,18 4-359,18-19 449,-7-14 989,5 1 181,-32 18 539,-11 21-180,-10 2-1529,17-11 180,38-45-1080,0 5 1,3-1 764,3 0 0,-3 2 1215,-11-2 449,-38 65-1079,-3-13 674,5 4 0,3-2-674,11-15-90,4-3-270,42-41-270,-11 10 225,-1-6 0,-3-1-45,-9 0 360,-10 6 90,-25 20-1260,-5 9-739,7 12 1,3 3-1021,8 0 2659,14 6 0,26-19 0,7-11 0</inkml:trace>
  <inkml:trace contextRef="#ctx0" brushRef="#br0" timeOffset="-86692.73">30974 10585 7533,'-32'-21'819,"0"0"0,0 0 0,-15-11 0,21 9 2457,50 27-474,7-2-3034,5 3 1,10 4 0,4 0 339,-12-3 0,3-1 0,1 0 0,0 0 0,-2 0-402,3 2 0,-1 0 0,0 0 0,4-2 204,-2 0 0,3-1 0,3 0 0,0-1 0,-2-1 0,-3-2-608,6-2 1,-2-3 0,-2 0 0,0 1 112,-3 1 1,-1 2-1,0-1 1,0-3-46,4-3 0,3-1 1,-4-3-1,-11-5 630,-10-11 0,-7-4 0,5 4 0,-5-1 0,-19-9 0,0-1 0</inkml:trace>
  <inkml:trace contextRef="#ctx0" brushRef="#br0" timeOffset="-86528.73">31062 9420 7533,'-17'-32'819,"0"0"0,0 0 0,-4-3 0,13 8 819,39 9 0,20 13-1028,-10 14 1,6 10 0,2 3 0,-4-4-1704,1-6 1,-1-1 0,3 4 875,-12 0 1,2 3-1,3 3 1,0 0 0,1 1-1,-2-1 1,-3-2 56,2-1 1,-1 0-1,-2-1 1,0 0 0,1 1-1,1 1 1,0 0 0,-1 1-1,1 0 1,-1-2 0,7 1-1,-1 0 1,1 0 0,0-1-1</inkml:trace>
  <inkml:trace contextRef="#ctx0" brushRef="#br0" timeOffset="-86045.73">30568 11179 7533,'-42'14'629,"0"0"1,-3 4 462,14 2 0,-4 8 0,5 4-127,5 4 1,5 5-1,0 4-731,4-9 0,1 2 0,-1 1 0,2 2 0,1 1-666,-1 4 0,1 2 0,1 1 1,3-1-1,4 0-224,5-2 1,4 0-1,2-1 1,1-2 0,-1-2 311,-1 7 0,-1-3 0,7-5 0,8-8 0,5-5 0,-2-7 0,5-8 0</inkml:trace>
  <inkml:trace contextRef="#ctx0" brushRef="#br0" timeOffset="-85578.73">31080 11204 7533,'-41'14'599,"-1"0"1,19-6 0,-1 2 449,-5 7 0,-3 5 1,3 2-16,0 7 1,5 1-856,8-8 1,1 2-90,-3 13 0,5 0 135,10-12 0,6-1-90,6 11 0,5 2-585,7 4 0,3-1 405,-4-15 1,1 0-181,9 9 0,-3 2-528,-15-9 1,-4 0 752,2-3 0,-3 1 196,-2 21 1,-10 1-242,-9-14 0,-5-2-15,6-1 0,-2 1 0,-4-4-150,-9-6 0,-6-4 0,2-4 165,-3 1 0,1-9 315,-9-19 0,10-16-270,31 0 0,11-6 0,4-3-180,-1-2 0,4-3 0,2-2 1,2-1-477,1 4 1,3-2-1,2 0 1,-1 0 0,-1 0 393,-3 2 0,1 1 0,-1-1 0,-2 1 0,-2 0-8,-1-6 0,-1-1 0,-4 2 0,-2 5 315,0-10 0,-12 9-214,-22 14 1,-7 14 168,3 32 0,-1 10 0,-7-7 0,1 2 0,7 11 0,0 0 0</inkml:trace>
  <inkml:trace contextRef="#ctx0" brushRef="#br0" timeOffset="-85162.73">31644 11440 7533,'-8'-3'3276,"-1"5"-1638,-10 21 0,-4 12-1004,4 4 0,-2 4 1,-1 2-1455,0-9 1,-1 0 0,0 1 0,1 1 621,0 4 0,2 2 0,-1-2 0,1-2-895,-4 2 1,0-2 0,4-6 437,5-3 0,2-11 822,-3-20 1,16-29 0,0 2 0,0-1 0</inkml:trace>
  <inkml:trace contextRef="#ctx0" brushRef="#br0" timeOffset="-85012.73">31256 11675 7533,'18'-33'3276,"7"42"-1638,-6 19 0,-2 8-417,-7-5 1,1 3-1446,5 4 1,3 5 0,1-4-902,3-1 1,1-2 1124,-1 2 0,3-4 0,15-6 0,-2-11 0,-13-17 0,23-7 0</inkml:trace>
  <inkml:trace contextRef="#ctx0" brushRef="#br0" timeOffset="-84829.73">31926 11365 7533,'-14'39'655,"0"-1"0,-1 1 1,2-4-1,1 0 0,0 5 0,4-1 0,0 6 1,1 1-1,1-1 0,0-5-279,-1 0 0,1-3 1,1 2-692,0 3 0,1 5 0,2-3 1,5-7-1325,12-6 1,2-4 1124,-11 7 0,3-7 0,32-22 0,-23-25 0</inkml:trace>
  <inkml:trace contextRef="#ctx0" brushRef="#br0" timeOffset="-84378.73">32332 11328 7533,'-41'-4'1638,"14"18"0,-1 9-546,1 4 0,0 6 0,1 2-6,0 5 0,1 3 1,3 1-1207,2-1 0,1 2 0,5-2-120,8-9 0,2-1 0,4 0-120,7 18 1,6-7 314,0-22 0,3-1 180,8 13 0,1-1-45,-5-15 0,-2-1 0,11 21-555,-5 2-525,-40-8 810,-4-5 43,-3-8 1,-5-3 226,-7-5 0,0-3 0,9-1 0,1 0 405,-13 3 0,11-9-135,39-29-450,-6 5-110,14-3 1,11-6-1,0-2-250,-4 1 0,0-1 1,1-2-1,-2 3-56,2-3 0,-1 1 0,0-3 123,1-3 1,1-3 0,-2-1 0,-7 4 22,-6-10 0,-6 4 675,3 6 0,-5 1-270,-13-2 0,-11 11-225,-19 31 0,-5 8 0,12-10 0,-2 3 180,-3 8 0,-4 4 0,7-1 0,-9 3 0,11-3 0,1 0 0</inkml:trace>
  <inkml:trace contextRef="#ctx0" brushRef="#br0" timeOffset="-83812.73">29545 11279 7533,'9'-27'1638,"0"0"0,1-13 663,-3 40-1402,-22 23-315,-13 9 1,-3 2-585,10-8 0,-3 1-214,-3-1 0,-5 3 0,-1 1 0,3-1 244,3 0 0,2 0 0,-1-2-30,-2-2 0,-1-1 0,4 2 539,-9 15 1,19-4 1349,54-9-1529,-20 3 29,10-16 1,10-2 0,-3-1-795,-1 5 1,-1-1 404,3 0 0,0 1-630,6 7 1,-5 3-1010,-21-4 1,-3 0-1,5 0 1,-3 1 1230,0 22 0,-24-21 0,-2 0 0</inkml:trace>
  <inkml:trace contextRef="#ctx0" brushRef="#br0" timeOffset="-83662.73">29192 12072 7533,'-11'16'3276,"5"-6"-1638,23 11 0,15 3-546,0-3 0,4 0 0,0-1-1911,-9-1 0,0-1 1,3 2 818,10 3 0,6 2 0,-1-1 0,-6-4 0,-1 0 0,-1-3 0,2 1 0,0-1 0,0 1 0</inkml:trace>
  <inkml:trace contextRef="#ctx0" brushRef="#br0" timeOffset="-32692.73">31221 9804 7533,'-45'-7'1304,"12"9"0,-1 6-360,-6 15 1,0 3-1529,2-8 0,-1 2 974,3 8 0,-2 5 0,5 3 89,7 0 1,4 3 0,3 3-345,5-7 0,2 2 0,3 2 0,5 0-90,4 6 0,4 3 0,5 0 0,5-5-23,6-5 0,4-2 1,4-3-1,0 0-202,1-2 0,1-2 1,1 0-1,-1-3-30,6 2 0,0-3 0,-10 2 676,-13 5 0,-15-2-286,-26-4 0,-16-8-90,2-9 0,-6-6 0,1-7-1,9-4 1,-1-4-1,2-5 1,6-5 89,5-6 1,4-5 0,6-4 0,5-3-464,8 0 1,5-3-1,5-2 1,3-1-1,2 1 179,0 5 0,4 0 0,2-1 0,1 1 0,0 0 1,1 0-238,3-5 0,1-1 0,1 2 0,-1 1 1,-1 2-382,1 3 0,0 0 0,-4 5 0,-10 5-1706,-17-9 2429,-27 61 0,7 3 0,1 4 0,10-4 0,-1 0 0</inkml:trace>
  <inkml:trace contextRef="#ctx0" brushRef="#br0" timeOffset="-32525.73">31115 10398 7803,'34'9'419,"1"0"1,8-4 0,2-1-420,-12-2 0,1 1 0,-1-3 0,9-5 0,-2-2 0,-7-3 0,1 0 0</inkml:trace>
  <inkml:trace contextRef="#ctx0" brushRef="#br0" timeOffset="-32027.73">30427 11725 7186,'-36'-24'819,"0"1"0,0-1 0,6 7 0,1 0 819,-17-13 0,18 9-544,38 21-600,17 4 1,15 4 0,9 1 0,-1-1-881,-7-2 1,1-1 0,2 1 0,3 0-1,0-1 1,3 1 554,-9-1 1,2 1 0,1-1 0,2 0 0,0 1 0,0-1 0,1 1 0,-1 0 0,0 0-210,0 0 0,0 1 0,0-1 0,0 1 0,0 0 0,0-1 0,-1 1 0,0 0 0,0-1 51,3 1 0,-1-1 1,0 1-1,0 0 0,-1-1 1,0 0-1,-2 1 0,-1 0-123,6 0 1,-2 2 0,-1-1 0,-1 0 0,-2-1-1,-1-1-140,0-1 0,-1-1 0,-1-1 1,-3-2-1,-3-2-129,7-2 1,-4-3 0,-7-5-745,-4-10 1,-15-2 1124,-29 3 0,-9 1 0,-10-11 0,1 21 0,1 0 0</inkml:trace>
  <inkml:trace contextRef="#ctx0" brushRef="#br0" timeOffset="-31709.73">30498 12468 7533,'-40'-7'1259,"-7"24"379,31 16 0,5 6-623,0-11 1,0 4-1198,0 3 0,-3 7 0,1 2 1,4-5 181,5 10 0,2 1-540,-3-10 0,-3 5 1,1-1-1,4-5 647,4 4 1,6-3-1747,7 4 1,5-8 1376,12-23 0,-5-13 0,-1-5 0,11-16 0</inkml:trace>
  <inkml:trace contextRef="#ctx0" brushRef="#br0" timeOffset="-31442.73">31044 12332 7533,'-30'26'546,"-1"-1"0,0 1 0,5 5 0,0 2 0,1 4 0,0 3 109,2 0 0,-1 4 1,0 2-1,3 0 0,4 1-721,2-3 1,3 2 0,2-1-1,3 0 1,4-4-250,2 2 0,3-1 1,5-5-1,6-8-135,26-4 1,5-19-46,-3-30 0,-8-18 465,-18 9 0,-5-4 0,-8 1 282,-10-13 0,-13 10-657,-6 22 0,-3 11 405,-7 16 0,31 21 0,34-13 0</inkml:trace>
  <inkml:trace contextRef="#ctx0" brushRef="#br0" timeOffset="-31259.73">31591 12580 7533,'-34'24'655,"-1"0"0,0-1 1,4 4-1,1 0 0,-1 2 164,2-2 0,-2 0 0,0 2 0,3 0-1496,-2 7 0,3 0 1,-1-1 676,2-5 0,-2-3 0,4-1 0,1 0 0,3-4 0,-6-6 0</inkml:trace>
  <inkml:trace contextRef="#ctx0" brushRef="#br0" timeOffset="-31091.73">31203 12629 7533,'0'42'546,"0"0"0,0-1 0,0 1 0,3 8 0,2-2 0,3 0 231,1-10 1,2 0-1,0-1 1,1-4-913,2 7 0,5-6 135,6-9 0,5-3 0,-4-7 0,-1-8 0,24-1 0</inkml:trace>
  <inkml:trace contextRef="#ctx0" brushRef="#br0" timeOffset="-30892.73">31750 12555 7533,'-35'22'1638,"12"2"0,3 7-546,6 2 0,2 5 0,0 3-566,1-4 1,0 3 0,0 0 0,1 0-1157,2-2 1,1 1-1,0 0 1,2-1-464,0 9 1,2 0 0,1-6-547,2-7 1,2-5 1477,8 4 1,13-44-1,-3-2 1</inkml:trace>
  <inkml:trace contextRef="#ctx0" brushRef="#br0" timeOffset="-30609.73">32209 12344 7533,'-30'31'655,"1"0"0,5 5 1,0 6-1,-1 3 0,2 0 0,4-7 0,1-1 1,0 2-1,1 2 0,1 1-187,1-3 0,1 3 0,-1 2 0,2 0 0,0-1 0,3-2 0,3-3-862,2 6 0,3-2 1,3-3-1,3-3-416,3 3 1,3-3 0,5-16 803,12-26 1,1-17-205,-12-7 0,-4-9 1,-5 2 388,-6-7 1,-10 5 298,-8 9 1,-3 12-3756,-12 35 2679,9 17 1,48 1-1,13-23 1</inkml:trace>
  <inkml:trace contextRef="#ctx0" brushRef="#br0" timeOffset="-30276.73">32650 12666 7533,'-21'17'-855,"0"0"1,-2 2 2428,-1 15 0,-1 6-720,-1 1 1,1 0-1687,9-7 0,-1 2 712,-4 0 0,-2 2 0,2-3-555,2-1 1,1-2-1,0-2 0,-2-1 675,0-2 0,-1-9 0,2-22 0,-7-4 0</inkml:trace>
  <inkml:trace contextRef="#ctx0" brushRef="#br0" timeOffset="-30143.73">32367 12791 7263,'0'31'1638,"-1"-6"0,2 2 0,9 21 0,4 1-1973,-5-13 1,3 2 289,2-5 0,2 4 0,2 0 0,1-6-384,13 5 0,1-3 0,-4 5 0,-1-2 0,-4-12 0,1-1 0</inkml:trace>
  <inkml:trace contextRef="#ctx0" brushRef="#br0" timeOffset="-3677.73">33020 12666 7533,'-8'-30'3276,"-2"-12"-2325,1 7-321,-15 16-360,-3 60-45,0-2 0,1 6-46,12-7 1,4 3 0,2 0-329,2-1 0,2 0 1,6-1 58,9-3 0,5-1 0,3-2-420,1-3 0,3-2 1,-2 1 239,6 13 0,-7 1 315,-6 1 0,-12-1 405,-19-6 0,-9-2 314,-1-3 1,-3-9-720,-1-19 0,7-13-675,21-17 0,12-9 240,5-2 1,6-4-1,3-1-131,-2 5 1,3-1 0,0-1 0,-1 1 520,-3 3 0,1 0 0,-3 1 0,-5-1 359,-1-5 1,-5 0 0,-8 5-45,-9 3 0,-9 6 44,-18 5 1,-5 7-720,12 9 1,2 5 420,-16 11 1,39-8 0,22 8 0</inkml:trace>
  <inkml:trace contextRef="#ctx0" brushRef="#br0" timeOffset="-3443.73">33408 12555 7533,'-20'-8'2968,"5"4"-539,15 43-1800,-2-8 1,-1 5 0,0-1-1312,-1 8 1,-2 2 793,1-1 1,-2 4-1,0 4 1,1 0-769,1-7 1,1 2-1,1 0 1,-1-1 0,0-2 408,-1-1 1,1-1 0,-1-1-1,1 2 1,2 0 0,0 2-1,0 1 1,1-4 0,1-7-1,0 0 1,0-1 0</inkml:trace>
  <inkml:trace contextRef="#ctx0" brushRef="#br1" timeOffset="-1094.73">30039 13497 9841,'-46'-16'608,"0"0"1,12 7 0,7-1 93,11-6 684,37 17 0,15 7-976,-5-1 0,4 3 1,4 0-1,3-1-879,-4-2 1,3-1 0,3 1 0,2-1 0,1 0 0,2-1 0,0 1 554,-6-2 0,1 1 1,2 0-1,0-1 1,1 0-1,2 0 1,-1 0-1,2-1 1,-1 0-1,1-1-89,-2 0 1,0-1 0,1 0 0,0 0 0,1-1 0,0 0 0,1-1 0,0 0-1,0 1 1,-1-2 0,1 1 0,-1 0 47,-3-1 1,-1 1 0,1-2 0,1 1-1,-1 0 1,0-1 0,0 0 0,0 0-1,-1 0 1,1 0 0,0 0 0,-1 1 0,0-1-35,1 0 1,1 0 0,0 1 0,1-1 0,-1 0 0,-1 0 0,0 0 0,0 1 0,-2-1 0,-1 0 0,-1 0 0,-2 1 37,11-2 1,-3 0 0,-1 0 0,-2 0-1,-1 1 1,1 0 0,-1 1-188,8 1 1,0 1 0,0 1 0,-2 0-1,-4 1 1,-4 1-752,5 2 0,-6 2 1,2 0 877,-5 0 1,3 1 0,-1 0 0,-5 1 0,12 3 0,-6 2 0,-13-2 0,-1 0 0</inkml:trace>
  <inkml:trace contextRef="#ctx0" brushRef="#br1" timeOffset="19923.27">26617 10237 9122,'-28'-6'354,"-1"0"1,-2 1-1,5-3 972,15-15 624,58 8-1473,-15 8 1,8-1-1,5 1 1,2 0-947,-7 3 1,3 0 0,2 0 0,2 1 0,0 0 0,-1-1 0,-2 1 264,0 0 0,-3-1 0,1 1 0,-1 0 0,2-1 0,3 1 208,-1-1 0,4 0 0,2 0 0,1 0 0,-1 0 0,-2 1 0,-4-1 0,-5 2-530,13-2 0,-8 2 1,6-1 529,-12 2 1,4-1 0,4-1 0,0 1 0,0 1-1,-4 0 1,-5 0 0,10 2 0,-6 2 0,3-1 0,3-1-1,0 1 1,0 0 0,0 0 0</inkml:trace>
  <inkml:trace contextRef="#ctx0" brushRef="#br0" timeOffset="55373.27">22260 2144 7533,'-19'-33'1439,"3"10"-450,24 34 450,2 26-629,6-8 0,9 0-391,1-6 1,6-2 0,4-2-611,1-2 1,4-3-1,3-1 1,2-2 340,-7-2 0,2-2 0,2-1 0,0 0 0,2-1 0,1 0-281,-5-1 1,1 0 0,2-1-1,0 0 1,0 0 0,2 0 0,-1-1-1,0 0 187,3 1 0,0-1 0,1-1 1,1 1-1,-1-1 0,1 0 1,0 0-1,0 1-46,-3-1 0,0 0 0,0 1 0,1-1 0,-1 0 0,1 0 0,-1 1 0,0-1 0,0 0 23,4 0 1,-1 0 0,0 0 0,-1-1-1,1 1 1,-1 0 0,1 0 0,-1 0-1,0-1 1,-1 1 0,1 0 0,0 0-1,-1 0 1,0 0 0,-1 0 0,-1-1-229,2 1 0,-1 0 0,-1 0 0,0 0 0,-1 0 1,1-1-1,0 1 220,-1-1 1,1 0 0,-1 0 0,1 0-1,-1 0 1,-1 0 0,-2 0-97,9-1 0,-3 0 0,0 0 0,-1 0 0,0-1 125,-2 0 0,-1 0 0,-1 0 0,0-1 0,0 0 0,-3 0 0,1-1 0,-1 0 0,0 0 0,-1 0-99,6-2 0,1-1 0,-2 1 0,1 0-23,-1 2 1,0 0 0,0 1-1,0 0 135,3 0 1,1 0 0,0 0-1,-2 1 59,-7 1 1,0 0 0,-1 0 0,2-1 30,7-1 1,0-1-1,1-1 1,0-1-113,0-2 0,0-1 0,0 0 0,0-2 109,-8 1 1,-1-1 0,1 0 0,0-1-1,-1-1-262,4-1 0,-1-2 0,1 0 0,-1-1 1,0 0 53,-2 1 0,-1-1 0,0-1 0,-1 0 0,0-1 90,-1-1 0,-1 0 0,-1-1 0,0 0 0,-1-2 353,5-5 0,-2-1 1,0 0-1,0-2-335,-5 6 0,-1 0 0,1-1 0,-1-1 0,-2-1-144,0-1 0,-1-1 0,-1-2 0,-1 1 0,-1-1 0,5-5 0,-2 1 0,-1-2 0,-2-2 18,-4 4 0,0-3 0,-2 0 0,-2 1 0,-3 3 102,-1-3 0,-3 3 0,-3-4 127,-1-6 1,-2-5-1,-3-1 1,-4 4 112,-7 1 0,-6 4 0,-2-3-217,4 7 1,-2-2 0,-2 0 0,-1-1 0,-2 1-288,-2 1 0,-2 0 0,-2 1 1,-1 0-1,-2 1-114,2 4 0,-1 0 0,-2 0 0,0 2 0,-1 1 0,-1 4 276,-3 1 0,-1 3 0,-1 2 0,-1 2 0,-1 0 147,0 1 0,-2 0 0,-2 1 0,1 2 0,1 3 0,4 3-15</inkml:trace>
  <inkml:trace contextRef="#ctx0" brushRef="#br0" timeOffset="55373.27">27558 0 14277,'-43'0'72,"-2"0"0,-2 0 0,0 0 0,1 0-250,4 0 1,0 0 0,1 0-1,-1 0 1,-2 0 12,1 0 0,0 0 0,-1 0 0,-1 0 1,0 0-1,-2 0 87,2 0 1,-1 0 0,-1 0 0,-1 0 0,1 0 0,1 0 0,2 0-170,0 0 1,0 0 0,1 0 0,2 0 0,0 0 0,1 0 223,-10 0 1,2 0-1,0 0 1,0 0 112,7 0 0,-1 0 0,0 0 0,1 0 0,1 0-105,-2 0 1,1 0-1,-1 0 1,-1 0-112,-2 0 0,-2 0 0,-2 0 0,1 0 0,0 0 90,0 0 0,0 0 0,0 0 0,1 0 0,0 0-18,5 0 0,1 0 0,0 0 0,0 0 0,-1 0 54,-5 0 0,-1 0 0,0 0 0,1 0 0,5 0-30,-2 0 0,4 0 0,-3 0 7,0 0 1,-2 0 0,-1 0-1,2 0-70,5 0 0,0 0 0,2 0 1,1 0 92,-4 0 0,1 0 0,-4 0 0,2 0 0,-5 0 0,-1 0 0,0 0 0,3 0 115,2 0 0,3 0 1,0 0-1,-2 0-61,0 0 0,-1-1 0,-2 1 0,0 0 0,0 1-36,-5 1 0,-1 1 0,0 0 0,3 1 0,3 1-48,0 0 0,3 1 0,-3 3 48,2 2 0,-5 3 0,-1 1 0,2 3 0,4 0 27,3 3 0,4 1 0,1 2 0,-3 0 45,-1-2 0,-1 1 0,-1 1 0,0 1 0,1 1 14,4-1 1,0 1 0,0 1 0,1 1 0,1 0 0,1-1-33,-1 2 0,1 0 0,1 0 0,1 1 0,-1 2 18,1-1 0,0 3 0,0 1 0,1 0 0,0 1 0,3-1-54,-2 5 0,2 0 0,1 0 0,1 0 0,1 1 72,0-1 0,1 0 0,1 0 0,1 2 0,2 3 33,6-6 0,1 3 1,2 2-1,0 0 0,1 0 1,1-2-1,1-1-51,-3 4 0,1-2 0,1 0 0,3 0 0,4 3-309,3-2 1,3 3-1,1 2 1,4 0-1,1-1 1,4-4 0,2-4-438,7 1 1,5-4-1,3-4 1,3-1 0,2-1 108,0-3 1,2 0 0,2-1 0,2-2 0,0-3 0,1-2 489,0-5 0,1-3 0,1-2 0,0-2 0,0-1 0,-2 0 0,1-1 0,-1 0 0,0-2 0,-1 0 0,-1-1 0,4 1 0,0-1 0,0 0 0,0 0 0</inkml:trace>
  <inkml:trace contextRef="#ctx0" brushRef="#br0" timeOffset="56856.27">17498 14365 0,'-18'-32'1949,"1"-4"1327,-1 15 0,16 53-2787,2-3 0,0 7 0,2 5-340,0-1 1,2 6 0,0 4 0,1 1 0,0 0 0,0-5-118,1-3 0,-1-2 1,1-1-1,-1 2 0,1 4-10,-2-4 1,-1 5-1,1 2 1,-1 1-1,1 0 1,0-1 0,2-4-1,1-4 180,6 11 1,3-6-1,0-3 1,-2 2-158,-4 1 0,-2 0 0,2-1 0,3-6 284,6 3 1,4-6 0,2-19 305,7-35 0,3-25 1,-2 1-456,-3 9 0,-2-5-76,-7 5 1,2-6 0,0-5 0,1-3 0,-3 0 0,-3 2-480,-5 0 0,-2-2 1,-2 0-1,-1 1 0,0 0 1,2 2 302,2-2 0,1 3 0,0 1 0,0-1 0,-2-2-43,-1-3 0,-2-2 1,-1-3-1,1 3 0,0 4 1,0 7 114,10-10 0,0 6 0,-8-5 0,1 5 0,13 10 0</inkml:trace>
  <inkml:trace contextRef="#ctx0" brushRef="#br0" timeOffset="57456.27">18733 14290 7533,'-31'8'959,"1"-1"1,6 2-1,1 4-240,-3 16 1,0 9 0,3 6-1376,8-7 1,1 4-1,2 3 1,0 0 0,1-2 621,-3 2 0,2-1 1,0 0-1,1 6 136,2-9 1,-1 5 0,1 1 0,0 2 0,1-2 0,2-1 0,2-4-36,2 8 1,4-4-1,0-1 1,0 0 221,-5-1 1,-1 1-1,2-1 1,5-1-808,6-1 1,5 0 0,2-4 0,2-9 211,1-8 0,5-5 306,6 4 0,6 0 0,-2-7 0,-5-12 0,0-5 0,10-2 0,-1 1 0</inkml:trace>
  <inkml:trace contextRef="#ctx0" brushRef="#br0" timeOffset="57789.27">19226 14513 7533,'-29'-2'1304,"0"-1"0,-5 7 90,-1 2 1,-2 6-136,4 18 0,3 6-2246,5-8 1,-1 2 986,1 0 0,0 4 0,3 1 30,7 1 0,3 2 0,1-3 365,-5 2 1,3 0-606,6-2 0,2 2 1,9-6-1430,15-6 1,5-6 1509,-4-1 0,1-2 39,8 1 0,1 0-749,1-2 0,-3 0 1108,-3 7-37,-2-6 1,-6 3 307,-31 17 0,-12 2-630,1 1-150,1-7 0,-6 5 0,2-4-930,3-8 1,1-3 989,-5 1 1,5-1 179,6 7 0,20-29 0,16-7 0</inkml:trace>
  <inkml:trace contextRef="#ctx0" brushRef="#br0" timeOffset="57925.27">19315 15306 7533,'-18'30'1638,"0"0"0,-9 7 0,13 2 0,2 2-1406,3-14 0,1 0-367,2 1 0,2 1 135,2 5 0,4-4 0,8-7 0,7 12 0</inkml:trace>
  <inkml:trace contextRef="#ctx0" brushRef="#br0" timeOffset="58189.27">19632 14402 7533,'6'2'3276,"-2"3"-1638,15 18 0,3 11-546,-11-3 0,-2 3 0,0-1-1674,10 8 1,-2 4 626,-10-4 0,-3 7 0,-1-1 0,0-6 90,2-2 0,-2 1-68,-4 4 1,-3 8-1,-1 1 1,0-8 21,-4 0 1,-2 0-518,2-9 1,-3 7 0,0 1-1,-1-2 1,0-5-233,-2-3 0,-1-5 1,-2 5 3,-2 5 1,-5 8-1,0 1 1,1-3 0,2-7-984,-2 2 1,-1-3 1625,4-3 0,-3 4 0,1-2 1,3-8-1,-7 6 0,9-17 0,1 1 1</inkml:trace>
  <inkml:trace contextRef="#ctx0" brushRef="#br0" timeOffset="58423.27">20197 15059 7533,'-38'-32'3276,"13"13"0,25 8-2363,41 5-733,0-1-1799,-4 1 0,3 0 1619,-5-1 0,0 2 0,-6 1 0,-1 1 0,1 0 0,1 0 0</inkml:trace>
  <inkml:trace contextRef="#ctx0" brushRef="#br0" timeOffset="58573.27">20161 15381 3001,'-12'6'3276,"7"-5"0,46 5-2780,4-15 1,4-5-632,-16 6 0,0 0 53,5-1 1,3-2-1,-6 0 1,-10 0-1,-3-1 1,9 3-1,-1-1 1</inkml:trace>
  <inkml:trace contextRef="#ctx0" brushRef="#br0" timeOffset="59239.27">20867 14488 7533,'-20'-41'2069,"-3"8"-1080,21 33 540,2 39-1169,10-8-1004,-5 0 0,2 9 0,-1 2 0,1-6 734,2 4 0,2 2-18,-4-5 0,1 8 0,0 2 0,1-3 0,0-5-27,5 6 0,1 1 27,-4-9 0,1 8 0,0 1 0,0-3 0,0-8 18,3 1 0,1-3-90,-1 8 0,1 3 0,2-16 1465,18-25-1375,1-12 269,-19-14 1,-1-11 0,-1-1-982,-3 2 1,-1 0-1,0-3 577,0-1 0,1-2 0,0-3 1,0 0-244,-2 3 0,-1-2 0,0 0 0,1 1 0,0 3-702,4-4 1,2 4 0,-2-2 989,0-9 0,-1-1 0,0 8 0,-1 15 0,0 4 0,4-22 0</inkml:trace>
  <inkml:trace contextRef="#ctx0" brushRef="#br0" timeOffset="59506.27">21943 14204 7533,'-32'4'1638,"1"1"0,-6 5 0,11 23 0,5 8-1996,9-16 0,2 2 740,-2 10 0,-1 7 0,0 2 1,0-6-814,-2 2 0,1 3 646,6-4 1,0 8 0,2 4 0,0-4 0,1-7-126,-2 4 0,4-1-378,4-7 0,4 6 0,0 2 0,1-4 1,0-7 287,0-1 0,4-4-1093,16 7 1,9 3 0,0-9 945,-4-11 0,1-5 0,-1-2 0,2-1 0,-1-1 0,2-2 0,0 0 0</inkml:trace>
  <inkml:trace contextRef="#ctx0" brushRef="#br0" timeOffset="60723.27">22472 14476 7533,'-26'-5'1979,"15"3"1297,26 14-2891,13-10 1,7 0-341,11 6 0,0 0 0,-7-8 0,-3 0-135,-3 5 0,-9 7-90,-25 21 0,-12 9 450,-2-1 0,-4 3 0,0-1-775,5-3 0,0-2 1,-3 1 841,-4-2 0,-4 2 1,1-2-1,6-6-157,5-6 0,2-1 314,-7 12 1,3-2 100,7-6-1585,39 1-899,9-22 1889,-3-8 0,9-4 0,-4 0 0,-4-2 0,0-1 0,1-3 0,-1 1 0,1 0 0</inkml:trace>
  <inkml:trace contextRef="#ctx0" brushRef="#br0" timeOffset="60906.27">23195 15084 7533,'-10'31'3276,"-5"5"0,13-16-114,-6 26-4151,-8-17 179,4 19 540,-13-22-2248,-1 9 2518,7-20 0,1 3 0,10-12 0</inkml:trace>
  <inkml:trace contextRef="#ctx0" brushRef="#br0" timeOffset="61523.27">23495 14414 7533,'-20'-26'2518,"5"3"-2338,15 10 1169,0 6-1169,0-4 0,0 10 0,0-5 450,0 6 2068,0 0-2338,0 6-90,0 1 180,0 16-271,0-2 271,0 26-270,0-18-311,0 10 0,0 1 311,0 6 119,0-8 1,0 6 0,0-5-210,0-11 0,0-1-90,0 19 0,0 6 0,0-8-90,0-18 0,0-1 120,0 16 0,0 5 0,0-7-1019,0 0-316,3 5 1,2-2 315,-3-18-650,4 3 1,3-3-122,1-14 1760,8 12 0,-1-20 0,1 3 0</inkml:trace>
  <inkml:trace contextRef="#ctx0" brushRef="#br0" timeOffset="61725.27">23883 15133 7533,'-10'6'3276,"-13"17"0,19-6-654,-12 17-2172,8-20 0,-1 15-450,-9-14-989,-8 19 899,15-24-2789,-29 18 2340,27-26 539,-28 15 0,21-27 0,-6 2 0</inkml:trace>
  <inkml:trace contextRef="#ctx0" brushRef="#br0" timeOffset="62023.27">24077 14538 7533,'-2'-13'3276,"12"-4"-1605,10 16 1567,21-10-2878,-20 4 134,7 3 1,1 1-315,-5-3-450,25 12 360,-38 6 0,5 35-180,-24-4-693,-1-9 0,-2 6 0,-2-4 917,-2-6 1,-1 0 135,-6 12 0,-1 4 0,1-7-45,6-15 0,1-1 269,-8 24 1,4-3-225,10-19-720,16 14 450,13-31-1304,8-10 0,3-2 854,10-4-1189,5-11 1,-2-2-1396,-9 3 3034,7-6 0,-3-3 0,-16-6 0,-2 8 0,-1 0 0</inkml:trace>
  <inkml:trace contextRef="#ctx0" brushRef="#br0" timeOffset="62240.27">24677 14377 7533,'17'-7'3276,"9"24"0,-14-1-1638,1 19 0,-3 5-1180,-8 5 81,1-6 1,0 7 0,-1-4-877,-1-9 0,-2 1 269,0 1 1,0 5-1,-1 1 1,-2-7 202,-3 0 0,-3 0-293,1 0 1,-2 7-1,0-1 1,-2-7 157,-3-1 0,-7-2 0,-1-2 0,-9 7 0,-5 3 0,-2 1 0,-1-1 0,3-3 0,5-5 0,-6 3 0,4-6 0,-6 4 0,2-3 0,0 1 0,1-1 0,-1 1 0,0-1 0,1 1 0,-1-1 0</inkml:trace>
  <inkml:trace contextRef="#ctx0" brushRef="#br0" timeOffset="62489.27">22066 14390 7533,'-33'24'719,"0"1"1,9 13-1,5 7 1,5-1-855,6-1 0,6 5-253,0-10 1,1 7 0,1 2 0,1-2 0,1-5 477,2-4 0,1-5 0,4 5-162,2 4 0,3 5 0,2 2 0,1-4 0,-1-6 117,10 5 0,3-4-45,-6-6 0,2 4 0,1-1 0,0-6 0,9-1 0,0-5 0,6 4 0,-1 1 0</inkml:trace>
  <inkml:trace contextRef="#ctx0" brushRef="#br0" timeOffset="63106.27">25030 14030 7533,'-20'-21'3276,"4"5"-886,32 43-1850,-12-9-1,9 10 1,5 8 0,-2-3-889,-8-9 1,0 1 797,3 10 1,3 8 0,-1 1 0,-2-6-794,-5 0 0,-1 1 726,2 6 0,0 7 1,0 1-1,-4-7-202,-5-1 0,-2 1 44,1-1 1,0 8 0,-2-1 0,-2-7-135,-5 0 0,-5-1-36,3-10 0,-2 5 0,-2 1 0,0-2 0,2-5 36,-6 6 0,-1-1-594,3-7 0,-4 6 1,-1 1-1,1-3 0,3-5-1135,-6 3 1,1-3 1338,-1 4 1,-2 4-1,1-5 1,-3-4-1,1-3 1,-1 2 0,-1 1-1</inkml:trace>
  <inkml:trace contextRef="#ctx0" brushRef="#br0" timeOffset="65506.27">26000 14278 7533,'-20'23'3276,"4"15"-166,16 7-2570,8-1 359,-6-3-359,6 8-585,-7-18 0,-2 1-225,1 6 0,0 0-809,3-6 0,2-1-560,0-3 1,0-2 1535,5 11 0,-3-11 0,-7-2 1</inkml:trace>
  <inkml:trace contextRef="#ctx0" brushRef="#br0" timeOffset="65939.27">26035 14551 7533,'0'-26'1889,"0"-9"-270,0 14-90,0 8 180,0 52-810,0 0 1,0 6-720,0 2 0,0 4 0,0 0-367,0-13 1,0 1 0,0-1-1,0 0-533,0 13 1,0 0-1,0-4-373,0-11 1,0-2 0,0-3 884,0 1 0,0-4 0,0 1 0,0-17 0</inkml:trace>
  <inkml:trace contextRef="#ctx0" brushRef="#br0" timeOffset="66189.27">25929 15145 7533,'-13'23'1092,"1"0"0,0 8 0,4 3 0,4-1 0,4 4 0,2-1-428,3-2 0,4-1 1,5-4-261,17 10 1,8-14 180,2-26 0,0-15-376,-14-7 1,-3-7 0,-2-1-730,6-9 0,-5-4 340,-12 6 0,-4-2 0,0 4 180,2 8 0,0 2 0,0-3 0,0 2 0,8-15 0</inkml:trace>
  <inkml:trace contextRef="#ctx0" brushRef="#br0" timeOffset="68156.27">26882 14650 7533,'-18'-13'719,"0"7"1080,-7 0-809,-10 17-676,8 7 1,1 5 45,1 0 0,3 2-180,-1 9 0,10 0-360,17-8 0,8-3 90,9-5 0,5-4 45,6-1 0,1-3 225,12 9-180,-45 11-225,-18-5 0,-9-1-180,-8 3 1,-3-1-721,5-3 1,2-2 1124,-13 2 0,44-17 0,20-6 0</inkml:trace>
  <inkml:trace contextRef="#ctx0" brushRef="#br0" timeOffset="68539.27">26988 14749 7533,'-18'34'3276,"8"6"-2216,5-10 1,2 2-1016,2-3 0,2-2-315,15 12-630,4-26 405,-3-27 1,1-8 269,4-1 0,-1-2 315,-3-5 0,1 3 540,16 2 719,-17 49-270,-18 17-989,-1-12 0,0-2-2069,1 5-180,26-10-539,19-20 2698,-14-2 0,16-7 0,-27-6 0</inkml:trace>
  <inkml:trace contextRef="#ctx0" brushRef="#br0" timeOffset="68856.27">27481 14811 7533,'-22'12'1092,"-1"-1"0,1 4 0,1 2 849,-6 22-2211,9-13-720,26-15-629,12-35 360,15 2 1619,-16-8 1439,-3 29-180,-16 9-1619,0 16-1979,16-10 1979,11-3 0,-5-22 0,1-2 0</inkml:trace>
  <inkml:trace contextRef="#ctx0" brushRef="#br0" timeOffset="69056.27">27711 14439 7533,'-18'43'655,"0"0"0,1 1 1,1 1-1,0 0 0,3 1 261,1-3 1,3-1 0,2 0-1967,3-6 1,3-1 0,6-6 1049,11-6 0,4-7 0,11-9 0,-11-23 0,1 1 0</inkml:trace>
  <inkml:trace contextRef="#ctx0" brushRef="#br0" timeOffset="69189.27">27905 14538 7533,'0'2'1638,"-13"27"0,-6 19-546,7-6 0,2 5 0,1 1-1912,4-5 1,1 1 0,1 0 0,1-2 350,-1-1 1,0-3 0,7-3 0,15 4 0,5-11 0,12-15 0</inkml:trace>
  <inkml:trace contextRef="#ctx0" brushRef="#br0" timeOffset="70322.27">27499 15926 7533,'-20'0'3276,"52"22"-1638,7-5 0,12-1-1042,-17-4 1,5 1-1,2 0 1,2 0-1,0-2-1163,4 1 0,1-2 0,1-1 0,1 0 0,1-2 702,-4-1 0,2 0 0,0-2 0,1 0 0,-1-1 0,-1-1-465,-5-1 0,0-2 0,0 0 0,-1-1 1,-1 0-1,-2-1-490,9-1 1,-2-2 0,-2 1 0,-4-1-274,-1 0 1,-3 0 0,-9 0 909,-9 1 0,-22 5 1,-22 0-1</inkml:trace>
  <inkml:trace contextRef="#ctx0" brushRef="#br0" timeOffset="70539.27">28681 15802 7533,'20'-16'1092,"1"-1"0,12 15 0,5 9 0,-6 6 0,2 5 0,0 2 0,-3-3 0,-1 1 0,1 3-434,6 12 0,0 5 1,-4-6-255,-6-9 1,-3 0 45,5 10 0,1 6 0,-6-2-176,-7-6 1,-11 1-755,-16 5 1,-12 2-1,-9-2-285,-4-10 1,-8-2-1,-4-3 1,0-1 561,8-4 1,-1 0 0,-1-2-1,0 0 1,0-1 0,1 1 0,-2-2-1,1 1 1,2-2 0,3-1-1,0-1 1,-1 0 0,0 0 0</inkml:trace>
  <inkml:trace contextRef="#ctx0" brushRef="#br0" timeOffset="72156.27">21784 4462 7533,'-32'3'90,"-1"-1"0,-8 5 0,0 4 539,0 13 1,2 6-419,7-7 1,-1 3 0,6 2-92,6 4 0,5 3 0,4-1-75,0 5 0,12-1 75,18-4 0,11 0 0,0-4-715,4-5 0,3 1 617,-3 2 1,4 6 0,1 1-1,-5-6-643,4 2 0,0 1 531,-6-5 0,5 5 0,2 2 0,-2-1 0,-6-5 0,4 4 0,1-1 54,-6-5 0,5 3 0,2 2 0,-2-3 0,-5-4 36,3 0 0,1-1 157,1 0 1,6 3-1,-1 0 1,-5-5 21,-6-4 1,1-2 270,14 3 0,7 1 0,-6-4-316,-17-6 1,1-4 165,13-4 0,7-3 0,-6-3-165,-10-3 0,-1-5-75,10-9 0,3-7 0,-6-1 30,-10 3 0,-3-5-68,2-3 1,4-8-1,0-1 1,-6 5 7,-9 9 0,-2 2 0,1-4-120,4-6 0,4-8 0,0-2 0,-1 2 0,-3 6-337,-3 3 0,-3 5 0,1-6 322,-3 1 0,1-5 0,0-4 0,-1 0 1,0 3-1,-1 5-45,0 1 0,0 4 0,-3-5 45,-3-1 0,-1-7 0,-2-3 0,0 0 0,-1 3 0,1 6 15,0-2 0,-1 5 1,-3-5 74,-3 1 0,-3-6 0,-1-3 0,-1-1 0,0 4 0,1 6-45,-1-3 0,1 5 0,-4-5 105,-1 4 0,-4-6 0,-1-2 0,-1 1 0,1 2 0,1 7 14,-1 0 1,0 5 0,-3-4 75,3 3 0,-3-4 0,-1-2 0,-3-1 0,0 2 0,-1 3-376,-5 0 1,-3 3-1,0 1 1,-1 1 0,3 0 311,5 2 1,3 1 0,-1-1 0,-1 1 0,-3 0 63,-4 1 0,-5-2 0,-2 1 0,1 2 0,4 3 0,5 4-33,-8-3 1,1 5 95,5 5 0,-7-1 0,-1 0 0,0 2 0,7 2-109,-8 0 1,0 5 135,2 2 0,-5 3 0,-1 1 0,6 2-180,-4 3 0,2 7 67,8 2 1,-2 4-1,1 6 1,3 4-551,8 4 0,4 5 0,2 4 0,0 0 0,1-3 258,-3 1 0,1-3 0,1 2 1,3 4-194,5-4 0,0 3 1,1 4-1,2 1 0,4-1 1,3-3-1,7-3 326,9 3 0,9-4 0,4-1 0,0-2 0,-2 1 1,-6-1-1,-2 0 0,-1 0 0,4-2 0,3-3 0,13-5 1,1 0-1,-1 1 0,0-1 0,0 0 0</inkml:trace>
  <inkml:trace contextRef="#ctx0" brushRef="#br0" timeOffset="72942.27">22878 7300 7533,'-4'39'419,"1"0"1,0 0 0,8 5 0,5 3-1,2 0 1,0-7-1616,3 3 1,5 0 1303,2-8 0,6 6 0,3 1 0,0-3 0,-4-6-108,-2-7 0,-2-5 0,6 2 72,7 2 0,7 3 0,4 1 0,-2-4 0,-4-7-132,-5-5 0,-3-6 0,5-1 78,7 2 0,6 1 0,3 0 0,-2-4 0,-7-3 42,-4-4 0,-6-4 0,5-4 14,-3 1 1,5-2 0,3-2 0,0-1 0,-4 0 0,-6 0-321,1-4 1,-6-1 0,4-5 379,-2-1 1,5-4 0,2-4 0,-1-1 0,-2 1 0,-6 4-272,1-3 1,-6 1-1,3-5 265,-7 5 1,3-5-1,0-4 1,1-1-1,-2 1 1,-1 2 0,-4 5-70,3-9 1,-5 5 0,1-7 30,-1 3 0,0-8 0,1-3 0,-1-1 0,-2 4 0,-4 7 0,-3 0 0,-3 4 0,-2-5-60,1 1 0,0-8 0,-1-3 0,0 0 0,-2 3 0,-2 7 30,-2-3 0,-2 6 0,-3-4-120,-1 4 0,-1-6 0,-2-3 0,-1 1 0,1 3 0,-1 7 60,-2-2 0,0 7 0,-5-4 18,-3-2 0,-6-4 0,-2-1 0,0 3 0,3 7 102,4 8 0,2 4 0,-5 0-102,-4-3 0,-5-3 0,-3 0 0,2 2 0,5 8 251,-9 1 1,-1 7-68,0 4 1,-8 1-1,1 3 1,6 4-113,0 8 0,2 9-72,6 4 0,-4 7 0,-2 4 0,3 1 0,8-3-18,4 0 0,7 0 0,-2 6-90,4-3 0,-3 8 0,0 3 0,1 2 0,0 0 0,4-3 0,3-6 60,0 12 0,6-6 0,1 7-382,2-10 1,0 7 0,0 3 0,1 2 0,1-2 0,2-4 0,2-6 201,4 7 0,3-8 0,5 6 210,-1-10 0,2 5 0,3 3 0,1 0 0,1-1 0,0-4 0,-2-6 0,10 8 0,0-8 0,3 3 0,-3-3 0,1 0 0,0-1 0,-1 1 0,1 0 0</inkml:trace>
  <inkml:trace contextRef="#ctx0" brushRef="#br0" timeOffset="73973.27">30251 15431 7533,'4'-28'-420,"0"-1"0,0-7 0,1 0 1634,1 9 1,-2 1 494,-4-24-1169,-10 27-3712,-31 50 3352,18 4-1,0 0 1,-4 7 0,4-3 130,6-2 0,1 0-265,-2-2 0,-3 3 0,1 2 0,4-3 158,2 14 0,5-2-203,3-11 0,2 0 0,6-1 90,16 11 0,9-4 90,7-8 0,5-2-60,-12-10 0,2 0 0,-5 2-908,-2 12 0,-5-1 968,2-9 0,-8-1 90,-30 15 0,-10-2-270,4 2-123,1-13 1,-6 4 0,2-2-1452,-5 3 0,1-1 1259,3 0 0,1 0 315,4-5 0,7-1 0,17-4 0,10-1 0</inkml:trace>
  <inkml:trace contextRef="#ctx0" brushRef="#br0" timeOffset="74792.27">30110 15183 7533,'-20'-14'989,"4"3"2287,16 11-1425,24 44-1401,-18-11-713,3-4 1,4 7-1,1 5 1,-3 2 405,-5 0 1,-2 4 0,-1 2 0,0 0 0,2-3-408,3 2 1,2-3-1,-1 2 1,0 3 314,-5-9 0,0 4 1,-1 3-1,0-1 1,0 0-1,1-4 1,0-5 607,5 10 1,0-6-1,-1 0-539,-5 4 0,-1 0 0,4-7 465,9-6 0,2-16 14,-3-35 1,0-23 0,1-1-578,0 4 1,1-1-1,1-2 1,-1 0-777,1 1 1,-1 0 0,0 0 0,0-2 447,-2 0 0,-2-2 1,1-1-1,0 2 0,2 6 306,5-1 0,1 5 0,-1 0 0,-4-2 0,-1 0 0,3 4 0,11 0 0,0 0 0</inkml:trace>
  <inkml:trace contextRef="#ctx0" brushRef="#br0" timeOffset="75273.27">30833 16149 7533,'-35'-31'2158,"7"11"-1438,-13 37-360,21 10 0,3 8 134,-3 4 1,2 2-630,2-1 0,7-4-1304,25 0 540,13-60-1,8-6 540,-3-7 630,-17 20 1439,-7 45-719,-2 1-1440,0 9 720,2-15-3547,23-28 3039,-12-9 0,13-11 1,-17 0-1</inkml:trace>
  <inkml:trace contextRef="#ctx0" brushRef="#br0" timeOffset="76356.27">31044 15306 7533,'-25'12'1638,"-4"19"0,-1 12-1021,12-11 0,2 3 0,-1 4-1273,0 1 1,-3 6-1,0 1 1,1 0 0,3-4 430,0 5 0,3-2 0,1 3 539,3-10 1,-1 4 0,0 2 0,1-1 0,2-1 0,3-6-181,3 6 0,3-4 0,3 0-247,0-1 1,2 1 0,2-1 0,5-5-981,9-2 1,6-6 0,-1-4 828,6-6 1,1-6-1,4-3 1,-3-6 0,-1-7-1</inkml:trace>
  <inkml:trace contextRef="#ctx0" brushRef="#br0" timeOffset="76975.27">31538 15455 7533,'-35'-6'3238,"8"6"-2069,-7 23-629,7-1-1,-1 13 1,-3 4-315,3-10 0,-1-1-378,1 5 0,1 3 288,5 0 0,3-4 24,2-7-69,10 1 0,4-1-90,3-10-449,25 20 359,-11-20-90,13 2 0,1 0 180,-12-1 135,4 3 0,1 1-135,-4-3 179,-10 10 1,-4 2 180,-3-4-45,-10 10 0,-5-1-135,-15-4-965,1 2 1,-1 0 514,-1-3-984,1-8 0,3-1 355,14-6 947,-19-3 0,38-22 0,-4-3 0</inkml:trace>
  <inkml:trace contextRef="#ctx0" brushRef="#br0" timeOffset="77125.27">31609 15914 7533,'-35'17'3276,"7"3"-796,11 1-3379,17 12 179,1-23 720,31 19 0,-11-16 0,23 5 0</inkml:trace>
  <inkml:trace contextRef="#ctx0" brushRef="#br0" timeOffset="77322.27">31644 16249 7533,'-19'29'1092,"-1"0"0,-5 8 0,3 1-77,11-5 1,2-1-747,-1-5 1,1 0-90,-1 3 0,4-4-180,6-11 0,16-2 0,3-20-585,3-17 1,-1-5 494,9-9-1003,-11 8 1,1-6 0,-2 4 602,-6 9 0,-1 1 0,10-16 0,-1 0 0,-2-6 0</inkml:trace>
  <inkml:trace contextRef="#ctx0" brushRef="#br0" timeOffset="77539.27">32085 15356 7533,'-2'33'1638,"6"1"0,2 0 1638,6 4-3057,-4 0 0,1 9 1,-3-5-85,-4-8 0,-2 1-113,1 3 1,-1 7-1,0 0 1,-1-6 66,2-2 1,-4 1-360,-5 3 0,-5 7 1,-1 0-1,2-7-495,1 1 1,-3-1 350,-2-7 0,-4 6 0,-2 1 1,1-1-1,2-5-426,1-4 1,2-3 0,-3 2 839,-6 9 0,-3 4 0,0 0 0,1-5 0,4-9 0,2-4 0,-2 2 0,-5 7 0,-1 0 0,0 0 0</inkml:trace>
  <inkml:trace contextRef="#ctx0" brushRef="#br0" timeOffset="78109.27">30321 17129 7533,'-35'33'2788,"15"-9"-2114,10 23 1,5 4-1116,4-24 0,2 0 741,-2 16 0,1 8 0,1-7-120,2-13 0,2 0-90,-3 16 0,1 8 0,1-9-90,5-17 0,0-1 89,0 8 1,-1 4 0,0-7 90,4-3 756,20 4-936,-29-39 405,16-20 0,2-8-360,-14 8 0,-1-2-925,11-15 1,5-6-1,-4 4-64,-6 10 0,0 1 944,3 0 0,5-4 0,0 0 0,-3 6 0,0 0 0,0 3 0,2-2 0,1 1 0,-1 0 0</inkml:trace>
  <inkml:trace contextRef="#ctx0" brushRef="#br0" timeOffset="78406.27">31044 17042 7533,'-29'0'2608,"-10"0"-2158,35 0 899,-27 0-809,27 0 539,-20 16-899,22 0 180,-9 13 0,-1 5-180,8 10-906,-1-8 0,-1 5 0,1-2 816,1-7 0,0 2 0,3 7 0,1 5 0,-1-5-135,-3-9 0,0-1-315,7 2 0,3 3 0,1-6 360,13 13-1574,0-14 0,3-6-495,6-9 2069,-1-6 0,1-5 0,2-14 0,-5 4 0,-1 0 0</inkml:trace>
  <inkml:trace contextRef="#ctx0" brushRef="#br0" timeOffset="78806.27">31362 17129 7533,'-20'0'1709,"-3"0"-810,13 0 1170,0 5-1709,-5 2-90,-3 17-270,6-4 90,0 8 0,1 2-360,1 18 270,5-22 0,0-1-315,0 3 0,2-5 135,3-12 0,16 22 360,-4-25-180,21 10 180,-6-11 90,1 4-270,-11-4 270,-9 17-270,-8-9 0,-9 9 0,-5 3-810,-8 8 720,5-10 0,-1 0-899,-15 11 719,21-17 270,-4-6 0,16-8 0,0-5 0</inkml:trace>
  <inkml:trace contextRef="#ctx0" brushRef="#br0" timeOffset="78973.27">31627 17463 7533,'-30'11'3276,"-9"9"-1425,35-5-412,-12 12-989,16-18-2069,16 14 1349,-12-9 270,27 9 0,-19-9 0,14 4 0</inkml:trace>
  <inkml:trace contextRef="#ctx0" brushRef="#br0" timeOffset="79174.27">31644 17823 7533,'-10'18'2158,"3"-10"-718,7 14-1081,0-19 1171,0 30-1261,0-22 541,0 23-630,0-26 180,-16 9-180,4-16-630,-21 5-180,13-6 90,-13-11-1528,13 2 2068,-5-8 0,15-7 0,2-2 0</inkml:trace>
  <inkml:trace contextRef="#ctx0" brushRef="#br0" timeOffset="79426.27">31891 17116 7533,'-10'0'3276,"10"17"0,10-8-1638,2 18 0,2 3-403,5 1-1518,-9-1 1,-2 6-1,0-3 733,1 13-300,-4-8 0,-2 6 0,-3-6-60,-3-11 0,-2 0-480,-1 14 0,-3 8 0,-1-7 345,-3-12 0,-3 1-1048,-5 11 1,-2 6 0,0-6 707,3-12 0,-1-1 385,-5 8 0,-4 5 0,3-5 0,7-11 0,-1-2 0,-8 12 0,0-1 0</inkml:trace>
  <inkml:trace contextRef="#ctx0" brushRef="#br0" timeOffset="79839.27">31944 16720 7533,'-37'-21'3276,"11"-1"-1065,18 20-1042,24-9-809,-4 10-1395,11-7 1,3 0 674,5 5 179,-6-5 1,1-1 0,17 3-1,2-7 1</inkml:trace>
  <inkml:trace contextRef="#ctx0" brushRef="#br0" timeOffset="80239.27">32173 16522 7533,'-26'5'1079,"-1"0"0,-10 4 2197,4 14-2594,23-9 2376,10 15-2698,2-14 1079,29 19-1259,-17-13-45,9-1 0,3 1-1260,-2 1 1,-3 0-270,-5-2 0,0 0-245,9 7 1,-3-2 1130,-11-2 1,7 11-1,-10-15 1</inkml:trace>
  <inkml:trace contextRef="#ctx0" brushRef="#br0" timeOffset="80373.27">32191 17042 7533,'-17'20'1638,"1"0"0,2 26 0,13-10 0,10-3-1598,15-7 1,7-6-1,-3-3 1,2-5 0,4-9-1,-1-1 1</inkml:trace>
  <inkml:trace contextRef="#ctx0" brushRef="#br0" timeOffset="81173.27">19773 16174 7533,'24'-8'3276,"-3"-2"-2396,16 15 1,9 7-1974,-2-4 1,4 0 0,-1 0 207,-10 0 1,-1-1 0,4 1 632,-1-2 0,3 0 0,2 1 0,1-2 0,-3 0-181,4-2 0,-2-1 1,0-1-1,2 0-17,-1-2 0,1-2 0,1 0 1,-1 1-1,-2 0 360,0 1 0,-2 1 0,-1-1 0,-2-2 90,9-3 0,-2-2 0,-10 0 0,-7 1 0,4-5 0</inkml:trace>
  <inkml:trace contextRef="#ctx0" brushRef="#br0" timeOffset="81356.27">20726 16471 7533,'-31'26'464,"1"0"1,0-1 0,-1 1 0,-1 8-1,2 2 1,6 2 104,3 3 1,5 2 0,16-7-360,21-10 0,15-7 0,1-3-1303,-2-3 1,1-4 0,6-6 1076,-2-8 1,6-7-1,3-3 1,0-2-1,-2-1 1,-5 3-1,-3 1 1,-3-1-1,-2 0 1,4-1-1,5-4 1,1 0-1,-1-1 1,1 1-1,-1 0 1</inkml:trace>
  <inkml:trace contextRef="#ctx0" brushRef="#br0" timeOffset="116639.27">12577 6148 7533,'-13'28'1092,"0"0"0,6 8 0,2 7-273,-1-2 0,0 6 0,-1 3 0,3-2-951,2-8 0,2 0 0,0 0 0,0 2-264,-2-1 0,0 2 1,-1 1-1,2-1 1,1-3-425,2 0 1,3-1 0,-1-3 0,1-1 730,-1 17 0,3-6 0,5-10 0,2-9 0,4-16 0</inkml:trace>
  <inkml:trace contextRef="#ctx0" brushRef="#br0" timeOffset="117006.27">13018 6333 7533,'-20'12'3276,"-11"12"0,27 4-2909,-11-8 0,-2 1-143,4 8 1,-1 1-45,-4-2 0,-1 0-45,-2 5 0,6 1-45,21 14-135,10-28 0,5-2 45,11 5 0,1 2-90,-4-1 0,-3 3 225,-6 0 0,-7 2 90,-13-1 0,-8-1-91,-9 7 1,-9-2-675,-12 0 1,-4-4-1100,7-2 1,1-7 1091,2-11 1,6-10 0,18-26 0,13 3 0,0 0 0</inkml:trace>
  <inkml:trace contextRef="#ctx0" brushRef="#br0" timeOffset="117474.27">13317 6148 7533,'-17'-14'3276,"7"47"-1638,5 8 0,2 6-546,3-12 0,0 2 0,0 4-1523,-1 1 0,-1 4 0,0 3 0,1-2 0,-1-4 341,2 5 0,0-4 0,-2 3-234,0-8 0,-1 2 0,-1 0 1,1 1-1,0-3-496,0 0 1,0 0 0,1-2 0,0-2 599,1 12 0,0-2 0,-3 5 0,2-6 0,10-16 0</inkml:trace>
  <inkml:trace contextRef="#ctx0" brushRef="#br0" timeOffset="117689.27">13494 6817 6628,'-28'-14'3276,"11"-8"0,1 20-5068,30-4 1792,-10 8 0,13 14 0,-9-2 0</inkml:trace>
  <inkml:trace contextRef="#ctx0" brushRef="#br0" timeOffset="118323.27">13758 6247 7533,'-19'-21'3276,"-5"54"-2184,18-5 0,4 7 0,0 3-617,0 3 1,0 5 0,0 1 0,-1 1-912,-3 0 1,0 2 0,-1-1 0,2 2-195,3-7 0,2 1 1,0 0-1,0-1 0,-2-3-463,-3 12 1,-1-4 0,2-2 933,2-9 1,1-2 0,4-6-1,12 10 1,5-41 0</inkml:trace>
  <inkml:trace contextRef="#ctx0" brushRef="#br0" timeOffset="118572.27">14111 6197 7533,'-25'43'1638,"11"-17"0,0 4-546,2 7 0,1 5 0,-1 2-711,0-3 0,-1 2 0,0 0 0,0-1-1201,1-3 1,0 0 0,0-2 0,1 1-1,1 1 1,1 1 0,0-2 0,0-6 163,-5 4 1,4-10-1,10-18 1,0-39 0</inkml:trace>
  <inkml:trace contextRef="#ctx0" brushRef="#br0" timeOffset="118723.27">14023 6545 7533,'27'-16'3276,"7"34"-1638,-22 15 0,-5 9-1334,2-4 1,0 5-1,-1 1-1124,-3-7 1,-1 2 0,0 0 0,0-3-274,2 5 1,1-1 0,-2-4 436,0 6 1,0-6-1,3-9 1,-8-20 0</inkml:trace>
  <inkml:trace contextRef="#ctx0" brushRef="#br0" timeOffset="118856.27">14023 6817 7533,'-20'-12'3276,"5"-1"0,15 1-4251,23-11 506,2 4 1,3 0 0,-3 2 0,1 0 0,7-4 0,1 0 0</inkml:trace>
  <inkml:trace contextRef="#ctx0" brushRef="#br0" timeOffset="119039.27">14393 6235 7533,'0'32'819,"0"0"0,1 2 0,-1 2 0,-1 3 0,-2-3 0,-1 2 0,-1 1 0,2 2-1475,1 2 1,2 2-1,0 1 1,-1 0 0,0-3 357,-3 3 0,0-2 0,-1-1 0,2-1 0,2 1 0,1 0 0,1-3 0,-1-6 1,0-6-1,0 0 0</inkml:trace>
  <inkml:trace contextRef="#ctx0" brushRef="#br0" timeOffset="120139.27">12435 7003 7533,'-31'0'1638,"0"0"0,-7 0 1202,31 11-1896,22 3 1,13 2-1,9 11 1,6 3-720,-14-10 0,3 3 0,0-1 0,-1 0-204,0 1 0,0 0 1,3-2 135,5-4 0,5-1 1,0-2-1,-9-2-379,-8-1 1,-1-4 580,17-8 1,6-8 0,-6-3 90,-8-5 0,-3-6-181,5-3 1,3-4 0,-3 1-210,-11 7 0,-1 1 0,0-3-15,1-4 0,0-2 0,-1-2 0,-4 0-75,-4-5 0,-5-1 0,0-3 30,3 0 0,1-4 0,-1-2 0,-2 1-268,-4 3 1,-1-1 0,-2-1 0,-1 0 249,-2 3 0,0-2 0,-2-1 0,1 3 0,-2 3-358,2-4 0,-2 3 1,-4-1 487,-3-4 0,-4-4 1,-2 2-1,-5 6 188,-4 5 0,-4 5 0,-6 2-121,2 5 1,-4 1 0,-2 0 0,-1 3 0,2 2-60,-11-4 0,2 5 0,-6 8 78,5 10 0,-5 5 0,-2 5 0,3 3 0,6 1-49,2 4 1,6 5 0,-2 3-168,2-2 0,-2 2 0,0 3 0,1 2 0,6 3-342,6 1 0,4 4 1,3 1-1,2 1 0,-1 0-296,0-2 1,1 0-1,1 0 1,2 2 0,4 1 108,5 0 1,3 3 0,3 1 0,1-1 0,2-2 0,0-4-547,3 9 1,3-5 0,4-1 727,2-9 1,3 0 0,2-2 0,0-7 0,7-1 0,0-5 0,2 3 0,-1 0 0</inkml:trace>
  <inkml:trace contextRef="#ctx0" brushRef="#br0" timeOffset="132924.26">9984 9928 0,'-18'-18'510,"0"-7"2766,9-1 0,1 1 0,8 7-618,39 22-1259,-14 10-1264,14 3 0,5 3-360,-12-1 0,0 0 0,8 1 0,1-2-225,1-1 1,2-4-181,4-7 0,0-4 585,-13 1 0,-1-2 1683,8-6 0,-2-2 1357,5 0-2455,0 7 89,-7 5 1,-1 3-540,-2 5 224,1-3 1,0-2 135,-6-1-90,5-5 0,4-4 134,3-12 1,-1-1-270,-7 9 0,0 0 359,5-9 1,-5 8 675,-7 35-1081,-7-9-1258,1 0 0,5-4-2198,21-19 0,2 1 3193,-8-10 0,-2-3 0,-6-5 0,-3 6 0,-1 0 0</inkml:trace>
  <inkml:trace contextRef="#ctx0" brushRef="#br0" timeOffset="133923.26">17304 9853 7533,'-36'-11'2698,"17"3"-989,3-10-629,16 0-181,0-1-539,8 5 719,2 3-719,7 11 360,1 16-91,0 16-359,-9-8 0,-1 3 134,4 10 1,2-1-315,-1-11 0,1-2 90,3 3 0,2-5 0,24-8-90,2-13-239,-19-5 0,1-3 149,18-11 0,-2-6 359,-16 11 541,7 3-540,-23 11 899,21 11-809,-20-8 1079,21 13-241,-6-14-569,9 3-89,7-5-90,2 0-1,-8-2 1,2-1-450,-9 2 0,-1 0-360,6-1 0,-1-1 90,1 3 270,6 0-1439,-19 0-1928,27-5 2634,-20 3 1,-2-9 0,-11 4-1</inkml:trace>
  <inkml:trace contextRef="#ctx0" brushRef="#br0" timeOffset="200574.27">8731 18046 0,'-38'8'1638,"0"0"0,3-3 1638,11 22-1793,47-23 0,15-5-1618,7 1 0,2-5 45,-13-6 0,0-3 0,-2-4-330,-2-4 1,-3-4-1,-6-2 300,-8-4 0,-7-3 0,-5 1 599,-7 1 1,-6 0 0,-5 4 419,-7 5 1,-4 4 0,-3 7-181,-4 9 1,-2 8 0,1 7 178,1 9 1,1 9 0,5 4-659,5 8 0,6 5 0,6 1-870,5-2 1,5 1-1,11-4 600,10-6 0,8-4 0,5-6-1063,5-8 1,4-7 0,1-4 682,-2-6 0,0-4 1,-1-3-1,11-8 1,-6-4-1,-18-1 0,-1 1 1</inkml:trace>
  <inkml:trace contextRef="#ctx0" brushRef="#br0" timeOffset="200841.27">9331 17785 7533,'-43'14'1092,"0"-1"0,8 5 0,3 5 546,-2 13 0,7 4-1631,15-8 0,7-1-1266,15 17 989,9-29 0,5-2 315,-4 3 0,-1 3-360,2 6 0,-7 4-90,-13 4 1,-10 2-181,-10 0 0,-7-3 585,-1-10 0,-3-6 0,3-8 0,1-8 0,-7-17 0</inkml:trace>
  <inkml:trace contextRef="#ctx0" brushRef="#br0" timeOffset="200990.27">9243 17971 7533,'25'0'1092,"1"0"0,11-2 0,4-1-505,-8 1 0,1 0 0,-1-1-1134,14-3 1,-2 0 0,-8 0 0,-5-1 0,1-5 0</inkml:trace>
  <inkml:trace contextRef="#ctx0" brushRef="#br0" timeOffset="201189.27">9596 17538 7533,'-18'37'819,"0"0"0,3 1 0,1 4 0,0 3-164,5-7 0,1 3 1,1 1-1,0 1 0,1 0-313,0 1 0,1 2 0,0-1 0,2 0 0,2-2-1152,2 6 1,2 0-1,2-3 1,4-7 809,11 9 0,7-15 0,20-22 0,-26-35 0,-1-1 0</inkml:trace>
  <inkml:trace contextRef="#ctx0" brushRef="#br0" timeOffset="201306.27">9790 17488 7533,'-34'17'1638,"22"4"0,3 6-1926,-1 8 1,2 2 0,4-1 0,2-1 0,6-2 0,0-1-1</inkml:trace>
  <inkml:trace contextRef="#ctx0" brushRef="#br0" timeOffset="201489.27">9807 18083 7533,'-13'30'1092,"-1"-1"0,4 6 0,2 1 103,2 5 0,4 0-1195,5-7 0,2-4 0,5 0 0,8-26 0</inkml:trace>
  <inkml:trace contextRef="#ctx0" brushRef="#br0" timeOffset="201790.27">9913 18145 9332,'0'43'1638,"0"-16"0,0 1 662,0 19-4368,8-16 179,17-49 1259,-3-17 1169,-2 12 1,1 1 810,-1-1 449,5 34-720,-15-1-989,6 19-2159,-7-10-1208,17 0 2994,-14-6 1,11-8-1,-13-5 1</inkml:trace>
  <inkml:trace contextRef="#ctx0" brushRef="#br0" timeOffset="202089.27">10372 18120 9691,'-27'17'1092,"1"-1"0,1 13 0,5 6 546,4 4 0,4 2-2395,0-6 0,9-7-1852,26-12 1260,6-47 2068,9 2 1890,3 11 667,-22 43-2774,15 9-1492,-15 3 990,7-35 0,-8-12 0,-1-20 0</inkml:trace>
  <inkml:trace contextRef="#ctx0" brushRef="#br0" timeOffset="202223.27">10513 18058 7533,'6'0'3276,"29"-5"-1638,-8-6 0,3-2-1092,2 1 0,-2-3 0,-6-3 0,-4-1 0,5-12 0</inkml:trace>
  <inkml:trace contextRef="#ctx0" brushRef="#br0" timeOffset="202406.27">10777 17575 7533,'-26'34'819,"-1"1"0,6-6 0,0 2 0,3 5-164,5 2 0,3 6 1,2 2-1,0 2 0,0-2 0,-2-2 0,0-1 1,0 1-1,2 0 0,3 0-1280,2 3 1,4 1 0,2 0 0,-1-2 0,0-4-469,-2 8 1,1-4 0,4-7 1190,10-4 1,4-12-1,-2-17 1,1-14-1</inkml:trace>
  <inkml:trace contextRef="#ctx0" brushRef="#br0" timeOffset="202706.27">10830 18331 7533,'6'1'3276,"22"-19"-3854,3-15-636,-8 1 0,-5-2 2023,-16-8 829,-20 21 0,-5 12 0,-2 25 0,-1 14-546,2-5 0,-2 3 0,5 5-273,8 0 0,2 6 0,4 0 0,3-3-1315,5 0 0,4-2 0,5-2 496,14 10 0,7-13 0,-3-22 0,2-11 0,4-12 0,-1 0 0</inkml:trace>
  <inkml:trace contextRef="#ctx0" brushRef="#br0" timeOffset="203390.27">11324 18083 7533,'-37'-21'3276,"-4"16"0,21 19-1638,7 7 0,1 5-1392,-6 9-516,12-8 0,2 0 360,4-1-450,10-2 1620,31-7-901,-17-3-89,8-1 0,0 3-1079,-8 16 449,-5-14 0,-5 3-810,-21 6 1,-9-1 720,-8 3-49,0-8 1,-3-2-1,-8 0 1,0 6-1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6:08:32.52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2060"/>
    </inkml:brush>
  </inkml:definitions>
  <inkml:trace contextRef="#ctx0" brushRef="#br0">1870 2925 7533,'-24'-28'659,"1"0"1,3 5 0,6 2 419,22-15-809,17 25 0,9 8-390,0 4 0,5 3 0,4 2-384,-6-1 1,4 1 0,2 1 0,1 1 0,0-1 727,-2 0 1,0 1 0,0 0 0,2 0 0,1 0 0,1-1-339,-4-2 1,0 1 0,2-1 0,1 0-1,0 0 1,1-1 0,0 0 0,1-1 232,-1-1 1,0-1 0,1 0 0,0-1 0,1 0 0,0 0 0,1-1 0,1 0 0,0 0-147,-4 0 1,2 0 0,0-1 0,0 1 0,1-1 0,0 0 0,1-1 0,-1 1 0,2 0 0,-1 0-1,1 0 20,-5 0 0,1-1 0,0 1 0,0 0 0,0 0 0,1 0 1,0-1-1,0 1 0,0 0 0,1 0 0,-1 0 0,1 0 0,0 0-153,-1 0 1,0 1 0,1-1 0,0 0 0,0 0 0,0 1 0,0-1 0,0 1 0,1-1 0,-1 1 0,1 0-1,0 0 1,-1 1 0,1 0 159,-2 0 0,-1 0 0,1 1 0,0 0 0,0 0 0,0 0 0,0 0 0,0 1 0,0-1 0,0 1 0,1 0 0,0-1 0,-1 1 0,1-1 0,0 1 12,-1-1 0,0 1 0,1 0 0,-1-1 0,1 1 0,0 0 0,0 0 0,0-1 0,0 1 0,0 0 0,0 0 0,0 0 0,0-1 1,1 1-1,-1 0 0,0 0 14,-2-1 0,0 1 1,0-1-1,1 1 1,-1-1-1,0 1 1,0-1-1,0 1 1,0 0-1,1-1 1,-1 1-1,1-1 1,0 1-1,0-1 0,0 1 1,0-1-1,1 1 3,-1-1 0,0 1 0,1 0 0,0-1 0,0 1 0,0-1 0,1 1 0,-1-1 0,0 1 0,1 0 0,0-1 0,-1 1 0,1-1 1,-1 1-1,1-1 0,-1 1 0,0-1 0,1 0-4,-2 0 0,1 1 0,-1-1 0,1 0 0,-1 0 0,0 0 0,0 0 0,1-1 0,-1 1 0,0 0 0,1 0 0,-1 0 0,0 0 0,1 0 0,-1 0 0,1 1 0,0-1 0,0 0 3,-2 1 0,0 0 1,1-1-1,-1 1 1,1 0-1,0 0 0,-1 0 1,1-1-1,0 1 1,0 0-1,-1 0 0,1 1 1,0-1-1,0 0 1,0 0-1,-1 0 0,1 0 1,0 0-1,-1 0-3,3 1 0,0-1 0,0 0 0,0 1 0,0-1 0,0 1 0,0-1 0,0 1 0,0-1 0,0 1 0,0 0 0,-1-1 0,1 1 0,0-1 0,0 1 0,0-1 0,-1 0 0,1 1-30,-1-1 0,0 0 0,0 1 0,0-1 0,0 0 0,-1 0 0,1 1 0,0-1 0,0 0 0,0 0 0,-1 0 0,1 1 0,0-1 0,-1 0 0,1 0 0,0-1 0,-1 1 0,1 0 30,-1 0 0,0 0 0,1-1 0,-1 1 0,0 0 0,0-1 0,0 1 0,1-1 0,-1 1 0,0-1 0,0 1 0,0-1 0,0 0 0,0 0 0,-1 1 0,1-2 0,0 1 0,-1 0 33,2 0 0,0-1 0,-1 1 0,1-1 1,-1 0-1,1 0 0,-1 0 0,1 0 0,-1 0 1,0-1-1,0 1 0,0 0 0,0 0 1,0 0-1,-1-1 0,1 1 0,-1 0 71,2 0 0,0 0 1,0 0-1,-1-1 0,1 1 1,-1 0-1,1 0 0,-1 0 1,0-1-1,0 1 0,0 0 1,-1 0-1,1 0 0,-1 0 1,0-1-1,0 1-72,3 0 1,0 0 0,-1 0 0,1 0 0,-1-1 0,0 1 0,0 0-1,0 0 1,-1 0 0,1 0 0,-1 0 0,0 0 0,0 1 0,0-1-10,1 1 0,-1 0 1,1 0-1,0 1 1,0-1-1,-1 0 1,0 1-1,0 0 0,-1-1 1,1 1-1,-2 0 1,0 0-1,0 0-83,2 0 1,0 0 0,-1 0 0,-1 0 0,1 0 0,-2 1 0,1-1 0,-1 1 0,0-1 0,-1 1 0,1 0-176,4 0 0,1 0 0,-1 1 0,0-1 0,-1 1 1,-1-1-1,0 1 0,-1-1 0,0 0-259,4 0 1,0 0 0,0 0 0,-2 0 0,-1-1 0,-1 1 0,-2-1-188,6 1 1,-2 0-1,-1-1 1,-3 0 0,-2 1 372,9 0 1,-4 1 0,-6 0 0,-4-2 0,-7 3 0,-5 7 0</inkml:trace>
  <inkml:trace contextRef="#ctx0" brushRef="#br0" timeOffset="5450">8361 4871 0,'-43'-5'345,"16"4"0,1 0 2931,-21-5-1638,12 6 0,11 6 0,33 15 0,7 4 570,-4 8-1969,15-11 1,14-1 0,7-5-280,-9-11 0,6-5 0,3-2 0,2-3 1,-2 1-1,-4 2-5,6 0 0,-4 1 0,0 0 0,4-2 19,-9-1 0,2-1 1,2-1-1,1 0 0,0 0 1,-2 1-1,-1 1 225,8 0 1,0 1 0,-1 0 0,-4 1 0,-3 2 70,0 0 0,-4 2 0,4 1 100,-2 1 1,5 2 0,3 0 0,0 1 0,-1 0 0,-6-1-214,-1 0 1,-3 0-1,-1 0 1,0 1-158,0 2 0,-1 1 0,1-1 0,2-3-68,3-4 1,2-2-1,0-3 1,2-1-149,-5-1 0,1-2 0,1-1 0,1 0 0,2 0 321,-1 0 0,1-1 0,2 0 0,1 0 0,0 0 0,2 1-38,-8 0 1,1 1-1,1-1 1,1 0-1,-1 1 1,0 1-1,-1 1 1,-1 1 66,3 3 1,-1 2 0,0 1 0,-2 1 0,1-1 0,1 0 359,2-3 1,0 0 0,1 0 0,0-1 0,-1 1-1,0 1-269,-1 1 0,0 1 0,-1 0 0,0 1 0,-1-2 0,-1 0-446,0-3 0,-2 0 0,-1-1 0,1 0 1,-1-1 130,4-3 0,1-1 0,-1-1 0,-2 3 0,-5 2 315,12 9 0,-2 2 344,1-5 1,3 1 0,-3 0-570,-1 3 0,0 0 0,2-2 0,3-2 0,-8-2 0,-18-3 0,-1 0-495,24 3 0,2-1-1144,-13-4 1,-1-1-1,2 3 1,2-1 1156,7-6 0,-4-3 1,-1-8-1,-14 6 0,-1 0 1</inkml:trace>
  <inkml:trace contextRef="#ctx0" brushRef="#br0" timeOffset="33533">6050 9036 0,'-29'9'1638,"-1"0"0,13 10 1638,11 0-2184,33-6 0,25-4 0,2-2-428,-11-2 1,2-1 0,2-1-1,4 0-851,-8 1 1,2-1 0,3 1 0,1 0 0,1-1-1,-2 0 1,-1 0 66,0-1 0,0-1 0,-1 0 0,0 0 1,1 0-1,0 0-86,-4 0 0,0 0 1,0 0-1,1 0 1,-1 0-1,0-1 1,0 0 205,2 0 0,1-2 0,-2 1 0,1-1 0,-2 1 0,0 2 557,3 0 1,-1 2 0,-1 0-1,0 1 1,-1 0-64,7 0 1,1 0 0,-2 1 0,-3 2-315,1 3 0,-3 1 0,0 1 59,-1 2 1,-1 1 0,6-2 79,-9-8 0,3-1 1,4-1-1,0 0 0,-2-1 1,-4 1-230,1 2 0,-4-1 0,2 1 0,5-1 319,-4 0 1,7 0-1,3-1 1,2 1-1,0 0 1,-4-1 0,-6 0-1,-7 0 1224,9 0 0,-2-1-1663,-2 2 0,9 0 0,4 1 0,0 0 0,-5-2 0,-10-1-1454,-3-4 0,-2-2 1484,10-2 0,10-2 0,-3-2 0,-12-1 0,2-13 0,-4 0 0,0 1 0</inkml:trace>
  <inkml:trace contextRef="#ctx0" brushRef="#br0" timeOffset="34750">9825 8974 1770,'-26'-13'1638,"19"43"0,3 11 1638,-12 0-2459,13 1 0,5 10 0,-1-7-727,-1-16 0,0 0 87,0 4 0,1 3 1,-2-2-1817,-4 1 1,2-4-1309,9 12 428,-4-73 2729,5-8 0,3-11 0,-2 3 60,-1-4 0,-2 3 1368,3-10 0,0 24-546,-3 54 0,0 24 0,1-2 546,3-2 0,1 1-546,-5 4 0,0 3 0,5-25-977,12-46 1,3-22-116,-9 14 0,0-3 0,-1-1 0,1-9 0,0-2 0,1 4 0,7 2 0,1 0 0</inkml:trace>
  <inkml:trace contextRef="#ctx0" brushRef="#br0" timeOffset="35086">10107 9271 5614,'-29'36'3276,"5"-8"0,56-4-3849,1-41 1,4-10 77,-8 17 1,-3-4-298,-5-19 1,-4-8 0,-14 18 2429,-31 43 0,-12 11 1638,-9-24-2457,26 15 0,0 13 0,3 3 0,5-5 158,5-1 1,10-2-2071,18-4 1,10-1 0,-3-5 436,2 1 1,21-14-1,0-10 1,-20-16 0</inkml:trace>
  <inkml:trace contextRef="#ctx0" brushRef="#br0" timeOffset="35419">10407 9308 9691,'-15'22'1638,"1"-1"0,-10 18 0,20-7 0,8 0-1713,20 5-1274,-3-1-1440,22-54 2339,-7-5 2969,-17-2-1440,5 21 559,-18 30 0,-3 10 0,9-10 0,2 0-552,5 13 1,5-10-2166,3-25 0,1-12 269,1-6 1,-3-8 809,-2-16 0,-5-4 0,-9 13 0,-2 1 0,-5 1 0,1 0 0</inkml:trace>
  <inkml:trace contextRef="#ctx0" brushRef="#br0" timeOffset="36467">12153 6743 0,'-10'-25'3119,"-5"11"157,5 25-2184,-3 25 0,-1 19 0,0-3-754,3-14 1,2-1 0,-3 5-496,2 0 0,-3 7 0,0 4 0,-1 0 0,2-3 1,0-6-664,1-4 1,1-5 0,0-1 0,0 1 109,-3 7 0,0 2 0,2-5 0,5-13 710,6-15 0,11-54 0,2 3 0,0 0 0</inkml:trace>
  <inkml:trace contextRef="#ctx0" brushRef="#br0" timeOffset="36700">12083 6768 7533,'17'-35'1638,"-4"54"0,0 17-819,-5 0 0,-1 6 0,-1 5 0,0-3-393,1 1 1,-1-1-1,1 1 1,1 2-409,0 0 0,1 3 0,1 0 0,1-4 0,0-9 791,2 3 1,5-14-161,11-14 1,1-16-650,-13-24 0,-7-18 0,0-4-720,1 6 1,0-3-1,-1 0 1,1 1 616,0 5 1,0 0 0,-1 2 0,1 1 0,1-5 0,-1 1 0,3 9 0,8 13 0,0 0 0</inkml:trace>
  <inkml:trace contextRef="#ctx0" brushRef="#br0" timeOffset="37050">12559 7288 0,'-20'18'3276,"20"-10"0,28-2-2288,5-24 1,2-10-1814,-8 3 0,-3-5 495,-6 1 0,-1-4 1,-9 3 464,-8 1 0,-9 4 1124,-16 9 0,-3 9 90,-13 22-257,15 9 0,0 9 0,5 2 0,8-3 0,3 2 0,2 1-807,-3 6 1,1 2-1,3-1-825,4-5 0,3-1 1,5-5 89,6-6 0,6-5 343,10 1 0,4-9 107,-2-17 0,-1-5 0,0 6 0,-1-2 0,-6-9 0,-1 0 0</inkml:trace>
  <inkml:trace contextRef="#ctx0" brushRef="#br0" timeOffset="37366">12859 7251 7533,'0'26'1092,"0"0"0,-8 3 0,0 2 546,6 3 0,0 2 0,-8 1 0,4-3 1638,22 6-4777,4-9-138,8-40 1,3-10-932,2-2 2480,-3-7 1,-3 4 2157,-16 21 1208,13 28-1638,-19 0 0,0 3-866,6 0 0,3-10-952,14-27-540,-10-9 1,-1-9 719,-4-9 0,-2-8 0,0 4 0,3 4 0,0 1 0,-2-9 0,1 1 0</inkml:trace>
  <inkml:trace contextRef="#ctx0" brushRef="#br0" timeOffset="37550">13582 6953 7533,'-27'0'3276,"9"0"0,49-5 0,-5 3-4915,22 0 1,2-1 1188,-13 3 1,-3-2-1,-3-1 1,-14-4-1</inkml:trace>
  <inkml:trace contextRef="#ctx0" brushRef="#br0" timeOffset="37700">13600 7288 7533,'-12'7'1638,"33"-3"0,15-3 0,-5-6 0,2-1-1906,1 6 1,2 0 0,-2-2 0,2-9-1,-3 0 1,-7 4 0,1 0 0</inkml:trace>
  <inkml:trace contextRef="#ctx0" brushRef="#br0" timeOffset="38200">14605 6966 7533,'-27'22'655,"0"1"0,1-1 1,2 7-1,3 3 0,3 0 437,4-2 0,2 1 0,3 3-1856,0 10 1,4 3-1,3-7 944,10 6-90,7-3 0,11-10 217,15-35 0,6-19-757,-11-3 0,-1-6 1,-2-4 291,-7 4 1,-1-3 0,-3-2-1,-5-1 199,-4-5 1,-5-2-1,-4 0 1,-3 5 137,-8-11 1,-8 7 90,-8 6 0,-7 14-765,-16 30 1,0 17-766,21 0 1,3 5 1259,-8 5 0,11 2 0,24-8 0,10-5 0,7-12 0,1-1 0</inkml:trace>
  <inkml:trace contextRef="#ctx0" brushRef="#br0" timeOffset="38433">15152 6396 7533,'-23'28'819,"1"0"0,6 6 0,2 6 0,1 3 0,1-1 0,1 3 0,0 1 0,1 0-288,2-1 1,1 0-1,0 0 1,0 1-780,0 1 1,-1 2 0,2-1-1,2-2 158,1 2 0,3-2 1,3-1-1004,3-7 1,3 0 0,1-4 648,3 6 0,3-9 0,20-9 0,-11-22 0</inkml:trace>
  <inkml:trace contextRef="#ctx0" brushRef="#br0" timeOffset="38817">15399 7090 7533,'-30'16'1638,"1"1"0,-4 2 0,-1 16 0,3 5 1638,9 2-1638,1-2 0,1 3-947,11-7 1,6-2-782,7-2 0,8-10-1214,20-34 0,7-19 484,-15 6 1,-1-4 0,1-5 0,-1-3 272,-3 2 1,0-4 0,-1-2 0,1-1 0,-2-1 0,-2 0-1,0 0 1,-1 0 0,-2-2 0,0 1 0,-1-1 0,0 1-1,-1 0 1,1-1 0,-2-1 0,0 2 0,-1 1 0,0 3 871,-1-4 1,-1 3 0,-1 1 0,0 3 33,2-9 1,-1 3 0,-6 23 2916,-17 41-409,12 5-2048,-4 1 0,-5 8 0,-1 5 0,2 1-258,2 3 1,0 4 0,1 2 0,0 2 0,0-1-652,0-4 0,-1 0 0,0 1 0,2 0 0,1 1 0,2-1-457,3 1 1,2 1 0,2 0 0,2-1 0,0-2 0,2-4 218,-1 2 0,2-3 0,2-4 1,7-7-1,11-5 0,7-7 1,-1-7-1,2-9 0,1-1 1</inkml:trace>
  <inkml:trace contextRef="#ctx0" brushRef="#br0" timeOffset="39317">16228 6916 7533,'-20'11'3276,"36"8"-1638,14-7 0,10-3-1784,-3-1 1,3-1 0,1-4-265,4-6 0,2-3 1,-4-2-1,6 2 1,-6-4-1,-10-8 0,-1 0 1</inkml:trace>
  <inkml:trace contextRef="#ctx0" brushRef="#br0" timeOffset="39483">16581 6619 7533,'-23'31'819,"0"0"0,5 10 0,0 6 0,4 5-164,5-12 0,3 3 1,0 2-1,2 0 0,-1 0-557,1 1 0,0 1 1,0 0-1,1 0 1,0-3-1,1 3 1,0 0-1,1-3 1,1-3-1,2-4 1,1 1-1,-1-1 1</inkml:trace>
  <inkml:trace contextRef="#ctx0" brushRef="#br0" timeOffset="40269">17357 6768 7533,'-20'-7'3276,"-3"1"-2145,5 12-1221,-2 6 90,-5 7 225,-6 13 0,5 5 809,21-6 1,6 1-855,4 16 0,2 2 44,-2 0 1,4-3-270,8-16 0,-7 0-1035,-26 1 1,-14 1 0,0-6 1079,3-12 0,1-4 0,-6 9 0,5-7 0,11-20 0</inkml:trace>
  <inkml:trace contextRef="#ctx0" brushRef="#br0" timeOffset="40435">17480 7065 8162,'41'-17'154,"-10"5"0,1-2 0,-3-2 1,1-1-1,3-1 0,0 0 1</inkml:trace>
  <inkml:trace contextRef="#ctx0" brushRef="#br0" timeOffset="40619">17692 6458 7533,'-18'36'364,"1"1"0,-1-1 0,0 0 0,1 0 0,-1 4 0,1 1 0,0 0 0,2 1 0,1 1 291,1 4 0,2 3 1,1 0-1,2 0 0,3-3-1475,3 2 1,4 0 0,1-2 0,2-4 350,0 5 1,2-4 0,7-9 0,10-9 0,2-13 0,0-20 0</inkml:trace>
  <inkml:trace contextRef="#ctx0" brushRef="#br0" timeOffset="40917">17745 7151 7533,'-13'34'1638,"0"-1"0,1 15 1638,12 0-2273,20-30-2892,23-23 630,-19-13 0,-3-6 674,0-2 1,-4-1 629,-6-3 0,-5 2-135,-8-8 2158,-31 36-976,13 23 0,3 12 0,9-2-1085,18-8 1,3-1-1,-20 23 1,5-7-1,34-35 1,0 0-1</inkml:trace>
  <inkml:trace contextRef="#ctx0" brushRef="#br0" timeOffset="41166">18027 7139 7533,'-20'-26'3276,"28"-14"-346,22 24-3155,-8 2 0,1 4 405,12 21 135,-23 10 0,-6 7-46,-7 4 1,-6 6 0,-1 2-539,0-5 0,-1 2 0,-1 0 0,0 1-136,-3 2 0,0 1 0,-2-1 0,1-2-688,-4 4 1,0-1 0,1-6 1081,2-5 1,2-10 0,6-18 0,16-34 0</inkml:trace>
  <inkml:trace contextRef="#ctx0" brushRef="#br0" timeOffset="41369">18115 7090 7533,'32'-26'1092,"1"-1"0,0 4 0,0 5 546,-6 9 0,-1 6-1354,21 8-914,-11 25 630,-44 11-1093,-16-8 1,-10 5 0,0-5-547,0-7 1,-1-1 546,-2 5 1,-2 2 0,7-8 1203,5-11 1,3-2 0,15-11 0</inkml:trace>
  <inkml:trace contextRef="#ctx0" brushRef="#br0" timeOffset="41685">18574 6929 7533,'-47'12'3276,"6"6"0,23 18-1283,0-13-1903,8 23-180,3-31 270,14 3-360,3-7 270,24-10-90,-13 5-90,12-1-90,-23 7 270,-18 13-180,-11 1-405,-9 1 0,-3-1 46,-10-2-481,8-2 0,-1-3-2308,-3-13 2418,10 0 1,11-22 0,16-5 0</inkml:trace>
  <inkml:trace contextRef="#ctx0" brushRef="#br0" timeOffset="41903">18715 6371 7533,'0'-14'1638,"-4"42"0,0 21-1311,3-10 1,1 2 0,-1 1-1,-1 1 1,-2 0 0,2 0-1,2-3 1,0 0 0,0 0-1</inkml:trace>
  <inkml:trace contextRef="#ctx0" brushRef="#br0" timeOffset="42269">18733 7015 7533,'-18'10'1638,"7"30"0,4 12-1702,1-17 1,0 1-1,1 0 1,1 3-1,1 0 1,0-2-1,-1-1 1,0 1 0</inkml:trace>
  <inkml:trace contextRef="#ctx0" brushRef="#br0" timeOffset="42569">18909 7003 7533,'-10'0'3276,"2"0"0,32 0-3532,-3 6-823,15 23 1348,-27 2 1,-9 5 629,-10 8 1,-5 3-271,5-13 1,-1 0 0,1-1-1530,-7 6 1,6-4-1529,21 2 789,14-33 1,5-8 1250,4-6 0,-4-3 0,-3-2 0,-6-5 0</inkml:trace>
  <inkml:trace contextRef="#ctx0" brushRef="#br0" timeOffset="42852">19138 7127 8432,'18'0'3276,"7"0"-2324,3-11-1582,15-8-1079,-14-19 540,-3 0 1259,-34 1 2248,-27 23-700,8 22 0,-1 7 0,-9 11 0,3 6-57,9 11 1,11 3-1897,12-4 0,12-2 315,18-8 0,9-7 0,-4-11 0,2-5 0,2-10 0,1 0 0</inkml:trace>
  <inkml:trace contextRef="#ctx0" brushRef="#br0" timeOffset="43901">19703 6792 7892,'-16'35'1049,"4"-7"1,-3 6 0,-1-1-2143,-5 0 1,-2-1 0,2 1 873,4-1 1,1 1-1,0-3 1,-23 19 0,39-49-1</inkml:trace>
  <inkml:trace contextRef="#ctx0" brushRef="#br0" timeOffset="44033">19544 6792 10141,'12'43'1214,"-1"0"1,3-3-1215,5 1 0,6 7 0,-4-8 0,-4-4 0,3-2 0,0 0 0</inkml:trace>
  <inkml:trace contextRef="#ctx0" brushRef="#br0" timeOffset="44352">19985 6284 7533,'-10'-12'3276,"2"-1"-2184,30 3 0,21 1 0,2-1-976,-6-1 0,4-3 0,0 1 0,1 2-116,-1 2 0,2 2 0,0 0 0,-2-2 0,-1-2 0,1-1 0,-3 0 0,-8 3 0,9 2 0</inkml:trace>
  <inkml:trace contextRef="#ctx0" brushRef="#br0" timeOffset="44735">20108 6296 0,'-25'0'3276,"13"17"0,-4 26-1638,15 1 0,2 9-819,-3-11 0,-2 3 0,0 3 0,-1 1-374,0-3 1,1 1 0,-2 2 0,0 0 0,-1 1-237,0-6 1,-2 2 0,0-1 0,0 1 0,-1-1 0,1 0 89,1-2 1,0-1 0,0 1 0,1-2 0,-1-1 0,0-1 266,-1 6 0,-1-1 1,1-3-1,2-2-57,0 2 1,3-4 0,7-6 1128,14-5 0,7-9-1001,6-8 0,5-7-697,8-3 0,7-4 0,2-1-85,-6 0 1,2 0 0,0-1-1,-2 1 1,5-1 0,-3 0 0,0 0-1,1-1 1,0 0 0,0 0 0</inkml:trace>
  <inkml:trace contextRef="#ctx0" brushRef="#br0" timeOffset="46267">21114 5057 7533,'-28'0'3276,"19"11"0,42-3-2184,-2-6 0,6-2 0,-1 0-747,5 2 0,2-2-345,2-5 0,3-4 0,-2 1-1093,-9 4 1,-1-1 0,-3 1-547,4-3 1,-2 0 982,4 1 1,-5 1-1,-10-1 1,-5-1 0</inkml:trace>
  <inkml:trace contextRef="#ctx0" brushRef="#br0" timeOffset="46434">21537 5032 7533,'-20'31'1092,"-1"0"0,1 1 0,1 5-273,6-4 0,2 5 0,0 1 0,1-4 635,-5 8 0,4-1-1664,6-3 0,3 3 1,1-3 209,4 1 0,2-4 0,-1-5 0,2 0 0,3 0 0,0 1 0</inkml:trace>
  <inkml:trace contextRef="#ctx0" brushRef="#br0" timeOffset="46683">21908 4946 7533,'-20'33'3276,"4"-14"-1638,14 17 0,4 8 0,-2-3 0,0 0-544,0-4 0,0 2-1544,0 6 0,0 4 1,0-7 89,0-16 0,0-1-733,2 17 1,2 7 0,-2-9-2185,0 1 1911,2-4 0,0-4 1459,-4-20 0,8-13 0,2-14 0</inkml:trace>
  <inkml:trace contextRef="#ctx0" brushRef="#br0" timeOffset="46900">21908 4995 0,'33'-36'3276,"12"25"-1638,-14 8 0,1 8 0,0 16 0,-2 7 0,-5-8 0,-5 3-1178,-5 12 0,-5 7 1,-1-6-461,1 9 149,-7-11 1,-2 4 0,-5-1 30,-15 8 0,-4-4-360,8-12 0,-3 1-429,-9 3 0,-6 2 0,3-7-21,9-12 1,-1-2 629,-9 7 0,-4 1 0,3-1 0,6-4 0,1 0 0,-13 7 0,-1 1 0</inkml:trace>
  <inkml:trace contextRef="#ctx0" brushRef="#br0" timeOffset="47552">22525 5417 7533,'-20'-7'3276,"5"1"-2235,15 6-1131,7 0-539,19-11 539,-5 8-450,21-24-1439,-15 12 1709,-7-10-449,3 1 1348,-29 11-179,-11 0 1439,-28 13-1259,13 7 314,3 3 1,3 4-316,13 6-1516,-7 12 1,-2 0 1156,3-5-315,6 9 0,8 1-1124,21 3 989,5-6-720,10-16 1,5-8 899,-4-16 0,1-5 0,-1 7 0,0-1 0,-2-7 0,-1 0 0</inkml:trace>
  <inkml:trace contextRef="#ctx0" brushRef="#br0" timeOffset="48033">22895 5256 8432,'-10'-8'3276,"-5"8"-2684,13 7 262,-2 17 1,0 3-495,4 1-225,0 10 0,0 4-1652,1-13 1,-2-1 1561,-2 0 0,-2-2 225,-5 21 180,1-29-360,-7-11-270,14-24 270,-6 1-810,10-9 1,4-3 629,4-6-1549,5 4 1,3 1 58,4-6 1580,11 0 0,-15 11 0,-1 5 0</inkml:trace>
  <inkml:trace contextRef="#ctx0" brushRef="#br0" timeOffset="48300">23072 5268 11850,'0'26'2159,"8"19"-1979,-7-16-135,4 3 0,-2 1-135,-3 3 180,1-6 0,-2-2 270,-7-6-181,7 1 91,-7-34-360,8 2-270,6-16 1,3-1-181,3 1-944,8-10 0,1 1 854,1 9 630,-2-1 0,1 1 0,-1 4 0,5-9 0</inkml:trace>
  <inkml:trace contextRef="#ctx0" brushRef="#br0" timeOffset="49036">23372 5354 7533,'-28'20'1638,"17"4"0,4 3 303,0 15-1672,11-14 1,7-5-449,25-10-271,-12-27 0,-1-10-45,-2-1 1,-5-3 539,-11-5 0,-10 4 1304,-32 3-1080,9 23 1,1 7-2518,-11 22 2248,23-5 0,32 1 0,11-15 0</inkml:trace>
  <inkml:trace contextRef="#ctx0" brushRef="#br0" timeOffset="49283">23618 5256 7533,'0'13'3276,"0"20"0,0-11-2370,1 6 1,-2 3-907,-2-2 0,-1 0 90,-1 0 0,0 0 90,-4-3 0,0-4-180,-1-2-90,3-31-270,22-34-495,-6 19 1,2-1-316,13-5 1,3 3 1169,-8 9 0,1 3 0,23-8 0,-17 7 0</inkml:trace>
  <inkml:trace contextRef="#ctx0" brushRef="#br0" timeOffset="50519">24024 5082 7533,'0'0'0</inkml:trace>
  <inkml:trace contextRef="#ctx0" brushRef="#br0" timeOffset="50667">24059 5181 7533,'-19'34'3276,"3"5"-2595,16-31-1040,0 16 89,0-16 270,8 8 0,2-14 0,7 3 0</inkml:trace>
  <inkml:trace contextRef="#ctx0" brushRef="#br0" timeOffset="51336">24800 4772 7533,'-29'-7'3276,"-18"13"-1638,27 9 0,3 5-725,-15 16-1542,4 4 1,1 1 898,16-16 0,1 0 89,-4 15 1,0 3 404,1-3 1,3-1-630,7-10 0,4-1 396,0 12 0,6 0-261,9-10 0,3-4-180,-4-4 0,1-1-206,9 14 0,-1-3 206,-4-8-434,-6 2 0,-3 0 254,-1-4 1232,-2 24-1142,-16-30 0,-9 19 0,-3-27-450,-21 9 180,19-16-215,-19-1 35,22-13-809,-7-22 899,16 6-45,4-3 0,4 0 225,10 2-90,2-4 1,6-1-496,9 13 1,3 3 674,-9-4 0,3 2 95,15 4 0,-2 5 0,-11 0 1,17-1-1</inkml:trace>
  <inkml:trace contextRef="#ctx0" brushRef="#br0" timeOffset="52733">25065 5962 7533,'-35'-19'3276,"15"6"0,44 8 0,1 5-1638,22-8 0,4-1-1250,-6 5-808,-13-4 0,3-4 1,-4 4-391,10 6 900,-14-4 0,-3 1 450,-6 5 539,-10 5-1169,-8-3 0,7 31 180,-5-21-120,1 15 0,1 11 0,-3 3-105,-3 0 0,-2 4 0,-2 0 1,3-2 134,1 1 0,1-1 0,0 6-491,-1-4 1,-1 8-1,-1 3 1,1-1 0,1-6-1,0-9 671,2-2 0,0-2 45,-1 8 0,-1 8 0,0 0 0,-1-9 269,-1-6 1,-2-2-285,2 1 0,-1 2 0,-3-2 374,-10 2 1,-5-2-136,1-3 1,-2 0 0,-1-7-855,-4-9 1,-3-3-689,-3 6 1,-4 2 0,0-2 885,5-7 0,1-2 1,0 0-1,1 0 0,0 0 1,0-1-1,-2-2 0,1-1 1,0 1-1</inkml:trace>
  <inkml:trace contextRef="#ctx0" brushRef="#br0" timeOffset="55034">20655 6532 7982,'-27'-7'3276,"17"1"0,28 18-1875,8-12 1,8-3-1072,-1 0 0,3-1 0,1-1-839,7-6 0,1-3 0,1 0 14,-8 3 1,1-1-1,-1 1 1,-2 0-436,5-3 1,-1 0-1,-3 4-709,5 4 1,-6 5 1181,-2 10 0,-34 15 0,-10 1 0</inkml:trace>
  <inkml:trace contextRef="#ctx0" brushRef="#br0" timeOffset="55267">21096 6445 7533,'-37'29'1638,"21"3"0,6 8-546,7 1 0,5 5 0,-1 3-308,0-5 1,-1 2-1,0 1 1,1 1-1073,1-7 0,0 1 0,0 0 0,0-1 1,-2-1-533,-1 3 1,-1-1 0,-1-1 0,1-3 350,1 2 1,1-3 0,-1-4 0,0-3 0,2-6 0,9 0 0</inkml:trace>
  <inkml:trace contextRef="#ctx0" brushRef="#br0" timeOffset="55850">21890 6904 7533,'-18'0'3276,"32"0"-1638,16 0 0,9 0-546,-3-3 0,4-1 0,3 0-1912,3-2 1,4 0 0,0-1 0,-4 1 454,-2 1 1,-2 0 0,0-2 0,6-3 0,0-2 0,-5 2 0,-12 3 0,0 0 0</inkml:trace>
  <inkml:trace contextRef="#ctx0" brushRef="#br0" timeOffset="56500">23583 6235 0,'-33'-6'1500,"-12"21"138,21 5 0,1 8-840,2 8 1,1 8 0,2 4-314,7-8 1,1 2 0,1 3 0,1 1-1,1-1 170,-1 2 0,1 1 1,1 1-1,1-1 0,1 0-239,2-3 1,0 2 0,2-1 0,3-3 0,6-6-88,11 6 1,7-6 0,5-16-360,9-23 0,7-17 0,-2-8-204,-15 3 0,0-4 0,-1-5 1,-2-2-1,-1-1 54,-4 1 0,-1-2 0,-1-3 0,-2 0 0,-2-1 1,-3 2 71,-1-6 0,-3 0 0,-2 0 0,-4 1 0,-4 2 18,-4-3 0,-5 2 0,-4 2 0,-6 8-52,-12 1 1,-7 8 0,-1 11-952,-1 11 1,-1 10 0,2 6 894,6 5 1,3 5-1,3 1 1,-2 10-1,9 0 1,16-9-1,0 0 1</inkml:trace>
  <inkml:trace contextRef="#ctx0" brushRef="#br0" timeOffset="57867">24112 5974 9781,'-8'25'819,"-1"0"0,-2 6 0,-2 4 0,3 5 0,5 3 0,2 6 0,1 1 0,-1 2-932,-3-5 1,-2 3-1,1 0 1,0 0-1,3-2 23,3-3 0,2-1 0,0 0 0,2-1 0,-1-1-383,1 3 1,1 1 0,0-4 0,3-4-1167,4 8 1,7-13-1,15-21 1,1-11 1286,-9-12 0,4-6 1,-3-2-1,-6-6 1</inkml:trace>
  <inkml:trace contextRef="#ctx0" brushRef="#br0" timeOffset="58250">24377 6731 7533,'-8'-21'3276,"-25"37"-1638,13 15 0,1 7-546,0-7 0,0 2 0,4 1-231,4 0 1,4 1 0,5-4-907,7 4 0,8-13-1594,8-29 1,5-14 721,0-1 1,2-7-1,-4-5 231,-7-3 1,-3-4-1,-1-4 1,0 1 577,-1 6 0,1 0 0,0-1 0,-2-1 0,-1 1 175,-1-9 1,-2 0 0,-1 0-1,-1 2 1025,2-5 0,-1 1 0,-1 6 546,2-2 0,-6 20 1244,-25 65-2253,15-2 1,3 9 0,0 4-638,0-11 0,-1 4 1,1 1-1,0 1 1,3-2-649,2-1 1,0 1-1,2-1 1,2-1 0,3-2 469,5 4 0,4-2 1,2-3-1,1-6 1,6 4-1,5-12 1,8-23-1,0 0 0</inkml:trace>
  <inkml:trace contextRef="#ctx0" brushRef="#br0" timeOffset="61734">26458 4871 7533,'-19'-19'2248,"19"7"541,35 6-3659,-4 4 1,6 0-1,-3 0-107,-1-1 0,1 0 977,1 0 0,3 1 0,-6-1 0,6-2 0,5 5 0</inkml:trace>
  <inkml:trace contextRef="#ctx0" brushRef="#br0" timeOffset="61900">26741 4858 7533,'-20'13'1092,"-1"17"0,-3 13 0,6-4 546,11-14 0,2 3-1291,-3 9 0,-3 12 0,-2 7 0,0 1 1,3-5-1,3-11-989,3 5 1,4-2 641,-1-2 0,-1 10 0,2 2 0,0-6 0,3-13 0,9 4 0,0-14 0,1 1 0</inkml:trace>
  <inkml:trace contextRef="#ctx0" brushRef="#br0" timeOffset="62101">27040 5231 5085,'0'-20'3276,"47"8"0,-27 6-3014,27 3 1,2 1-263,-21 1 0,4-2 0,0 0 0,-4 3 0</inkml:trace>
  <inkml:trace contextRef="#ctx0" brushRef="#br0" timeOffset="62234">27111 5379 7533,'-18'6'3276,"63"12"0,-15-14-3731,10 5 0,4-3 1,-13-13-1,-1-2 0,1 2 1,1 0-1</inkml:trace>
  <inkml:trace contextRef="#ctx0" brushRef="#br0" timeOffset="64183">26423 4821 7533,'-29'0'719,"1"2"1,1 2 1708,-5 8 361,-13-3-1530,20 1 720,25-10-270,57 0-1349,-20-5-225,8 5 0,8-1-465,-13-4 0,1-2 0,-3 2 85,1 4 0,1-1-848,7-2 1,5-3 0,-6 2-547,-11 1 1,-3 1 462,1 0 1,-2-1 980,10-1 1,-25-1 0,-6-1 0</inkml:trace>
  <inkml:trace contextRef="#ctx0" brushRef="#br0" timeOffset="64350">26723 4784 7533,'-26'35'3276,"15"-12"-1638,-1 17 0,0 11-2411,3-4 0,1 4 1,0-1 891,0-9 1,1-2 0,0 4-255,0 4 0,0 4 0,1-1 1,1-2 26,1 0 0,2-2 0,0-3 1,-1-5-1,1-2 0,-1 1 1,0 1-1,-1 1 0,1 0 0</inkml:trace>
  <inkml:trace contextRef="#ctx0" brushRef="#br0" timeOffset="65433">27834 4858 9062,'16'-8'3276,"-4"49"-2779,-3-11 0,0 7 0,-2 1-1317,-6 0 1,-3 3 0,-1 0 0,1-1 114,4 6 1,1-1 0,-4 2 816,-4-2 0,-4 3 1,-1-3-1,3-5 862,1-4 1,0-2-571,-2 14 1,-2-13 635,3-31-1175,6-39 0,9-22-105,1 14 0,2-3 0,3-2-580,-1 3 1,2-2 0,1-1 0,2 4 725,1 4 1,2 3 0,1 1-1,-1 3 1,0-1 0,1 3-1,-1 6 1,4 8 0,-1 0-1</inkml:trace>
  <inkml:trace contextRef="#ctx0" brushRef="#br0" timeOffset="65767">28328 5256 7533,'-20'0'3276,"20"5"-1766,30-2 0,15-5-1555,-10 3 0,2-2-495,5-1 1,4-3-1,-6 0-450,-10-1 1,-1-2-585,14-3 0,-6-1 1174,-21-2 0,23-4 1,-29 5-1</inkml:trace>
  <inkml:trace contextRef="#ctx0" brushRef="#br0" timeOffset="65917">28628 4921 7533,'-28'22'2878,"11"0"-1889,7 8 1,3 12-1,0 0-1506,2 2 0,2 1 0,0 4 31,-1-11 0,0 3 1,1 1-1,-1-1 1,1-2 254,-1 9 0,1-2 0,2-3 1,2-3-1,2-2 0,1-7 1,6 6-1</inkml:trace>
  <inkml:trace contextRef="#ctx0" brushRef="#br0" timeOffset="70884">29175 4797 7353,'-10'-13'3276,"26"39"-2300,-1 1 1,4 6 0,0-2-842,2 3 0,1 4-791,-8-2 1,1 8-1,-1 3 1,-2-2 0,-3-9 273,-2-2 0,-2-1 494,0 6 1,1 6-1,-2 1 1,-3-5 516,-7 8 1,-4-3-630,1 4 0,-2-2-45,-1-5 0,-3-6 45,-1-13 0,-1-7 700,-3-10-970,-5-19 180,15-3-180,3-23 1,6-8 239,4 13 0,4 0 0,-1-1 75,-2-13 0,3-2 224,5 11 1,3-4 0,1 2 0,-2 8 0,12-7-150,-7 7 0,4-5 0,-1 4 104,1 3 1,0 3 1413,-5 6 0,3-1-2190,1-3 0,3-3 0,0 8 552,24 12 0,-25-9 0,-1 2 0,9 21 0</inkml:trace>
  <inkml:trace contextRef="#ctx0" brushRef="#br0" timeOffset="71385">29722 5280 7533,'-20'0'3276,"4"-11"-1785,16 3-2840,8-15-630,-6 14 270,6-2 1709,-8 11 90,-8 0 809,6 0-899,-6 0 0,16-5 0,2-2 0</inkml:trace>
  <inkml:trace contextRef="#ctx0" brushRef="#br0" timeOffset="74585">29916 4673 11221,'12'39'655,"1"0"0,-3-4 1,2 4-1,-1 0 0,-1-3-909,2 10 0,0 2 380,-3-10 0,2 6 0,0 2 0,-2-1 0,-2-4 53,-4 4 1,-4-4 0,3 3-90,3 0 0,2 2 0,-1 1 0,-1-4 240,-3 2 0,-3-2 0,2-5 292,0 4 0,6-17 547,24-47-1349,-13-8 0,0-13 0,-1-7 1,1 1-226,-5 10 0,1-1 0,-1-2 1,0-1-1,0 0 0,-1 1-142,1-2 1,0 0 0,-1-1 0,0 1 0,-1 1 0,-1 2 136,1-7 0,-1 1 1,-3 4-1,-4 7 1,-4 0-1,-6 16 0,-2 27 1</inkml:trace>
  <inkml:trace contextRef="#ctx0" brushRef="#br0" timeOffset="75202">30798 4722 7533,'-8'-42'2788,"-10"20"-1709,-2 38 1,-3 17-428,4-1 0,-1 6 0,0 6 0,1 3-910,4-8 0,1 5 0,0 3 1,0 2-1,0 1 0,1-2 1,1-1-1,0-4 132,-4 5 0,-1-2 0,2-2 0,4 0 0,7 4 126,6-3 0,4 5 0,4 3 0,3-2 0,2-4 0,1-10 0,2-12 0,16-11 0,7-11 0,4 3 0,0-1 0,0 1 0,0 0 0</inkml:trace>
  <inkml:trace contextRef="#ctx0" brushRef="#br0" timeOffset="78220">31238 4933 7533,'-27'0'1799,"2"0"-1170,0 7 1,1 2 0,-2 1-46,-9 10 1,-2 6 44,12-1 1,3 1-450,1-3 0,2 2 90,-4 6 0,7 1 0,22 7-91,-12-6-224,22-15 0,7-2-180,0-2 1,1-3 89,0-1 0,1 1-45,10 5 0,-5 2 90,-8 14 180,3-5-180,-33 19-135,-11-26 0,-5-2-134,-9 17-451,1-16 1,-1-4 809,4-2 0,-7-17 0,11-5 0</inkml:trace>
  <inkml:trace contextRef="#ctx0" brushRef="#br0" timeOffset="78434">31538 4697 7533,'-43'12'3276,"22"-4"-1946,0 6 0,2 6-1060,9 5 0,1 0-270,-19 12-1215,14-3 1,3 0 1214,1 0 0,-6 10 0,7-8 0</inkml:trace>
  <inkml:trace contextRef="#ctx0" brushRef="#br0" timeOffset="78751">31715 4623 10681,'15'46'3276,"-3"-9"-1991,1 6 1,0 8-2379,-8-11 1,-2 2 0,-2-2 305,2 6 0,-6 2 539,-2-9 1,-4 5 0,-3 1-1,-3-3-314,-5-2 1,-5-2-1,-1-1 1,1 0-24,5-3 0,1 1 1,-1-1-1,-3 1 564,-3 0 0,-3 2 0,-1-1 1,1-1-1,4-5 0,-6 9 1,1-3-1,2-7 0,0 1 1,0 0-1</inkml:trace>
  <inkml:trace contextRef="#ctx0" brushRef="#br0" timeOffset="79784">29898 5925 7533,'-33'7'899,"19"-2"450,-17-10 181,21-8-181,16-1 90,13 2-809,11 12-136,-7 5 1,3 2 269,2 3 1,4 0-346,1-5 1,2 0 0,3-1-359,-2-1 1,1 0-1,1-1 1,2 1 230,8 0 0,1 0 1,1 0-1,-3-1-172,1-1 0,-3-1 0,5 1 239,-8 1 1,6 1 0,3 1 0,-2-1 0,-3 0 0,-7-1-270,8-1 0,2-1 102,-13 0 1,8 0 0,5 0 0,1 0-1,-1 0 1,-4 0 0,-7 0 47,3 0 0,-6-1 0,3 1-79,0-1 1,5-1 0,1 1 0,-3 0 0,-5 0-117,8 1 0,-6 0 90,-3 0 0,-3 0-135,3 6-1079,-15-5-900,3-1-1298,-21-7 2595,-2-5 1,-2 5 0,-6 2-1</inkml:trace>
  <inkml:trace contextRef="#ctx0" brushRef="#br0" timeOffset="87452">30039 5714 7533,'-28'9'509,"-1"1"1,3-3 0,3 4 749,8 10 0,5 4 630,-2 23-1349,16-11 0,8 0-91,7-8 1,9-7-135,16-4 0,8-11-195,-15-10 0,2-6 0,0-2-300,5-5 0,1-2 0,0-1 449,-2 2 1,-1-1 0,-2 5 719,2 2 1,-2 10 89,-10 14 1,0 9-1,-1-1-899,6 1 0,2-3-284,-1-3 1,3-1 0,2-7 163,0-10 0,2-7 0,-2-1-210,-4-1 0,-1-1 0,-1 4 1769,10 2 0,-4 9-854,-13 7 0,-3 6-136,4 7 1,1 1-360,3 1 0,4-6-270,-1-16 0,3-7 0,0-5-222,1-6 1,0-5 0,0-3-184,-5 3 0,1-2 1,0-1-1,-4-3-688,1-8 1,-3-2 0,-1 2 623,-2 7 1,0 3 0,-5-1 0,-6-3 0,-4 1 0,3-9 0</inkml:trace>
  <inkml:trace contextRef="#ctx0" brushRef="#br0" timeOffset="88019">29933 6197 7533,'-10'-20'3276,"3"14"-1901,12 26 0,5 12-1015,-4 8 0,0 5-270,2-7 0,1 3 0,-1-1-909,-2-3 0,-1 0 0,2-3 819,4 6 0,4-6 0,12 2 0,8-25 0</inkml:trace>
  <inkml:trace contextRef="#ctx0" brushRef="#br0" timeOffset="88186">30321 6247 8612,'-8'41'819,"1"1"0,5-10 0,1 2 0,0 1-232,-5 9 0,0 1 0,2-1-1056,5-9 1,2 0 0,1-2 0,0 11 0,2-5 0,11 3 0</inkml:trace>
  <inkml:trace contextRef="#ctx0" brushRef="#br0" timeOffset="90067">29827 7065 8162,'-17'-7'1619,"-1"2"-1079,0 5-540,9 0 180,-7 0-270,14 5 0,-6 2 0,8 5 180,0 7 270,0-6-270,-8 5 360,6-6 89,-13 1-449,13-6 270,-6-2-180,8-5-900,0 0 1,8 6-1,2 0 1</inkml:trace>
  <inkml:trace contextRef="#ctx0" brushRef="#br0" timeOffset="90717">29880 7053 7353,'-29'-14'1619,"5"-3"-989,24 5-451,0 4 361,0-9 360,-7 16-721,-3-5 541,0 17-181,-6 8 1,1 4-270,9 14-30,-6-10 0,-3 5 0,2 1-920,8 1 0,3 0 0,-2-1 770,-9 6 0,0 0 90,9-4 0,1 2 0,0-7-444,-4 4 354,7-2-989,7-15-721,19-56 1441,-12 18-541,8-18 0,3-7-919,-3 4 1,1 1 1586,-3 6 0,1 0-98,-1 5 0,3-1 0,-1 7 1407,15 2-627,-8 4 1058,-5 41-969,-25 14 1,-6 5-585,6-13 0,0 2 224,-6 6 1,-2 4 0,1-4-135,7-6 0,-1-2-135,-8-1 0,4-4-630,29 10-135,-5-54 1,2-10 584,19 1-240,-17 0 0,0-6 1,-2 1-391,1 3 0,-2 2 2244,-1 1 1,1 4-1075,12-10 179,-29 73-539,6-18 970,-10 13 0,-4 6-1690,5-10 1,0-2 449,1 20-1349,7-20 0,4-5 1529,16-9 0,9-2 0,-1-6 0</inkml:trace>
  <inkml:trace contextRef="#ctx0" brushRef="#br0" timeOffset="91034">30586 7214 7533,'-24'9'1092,"1"1"0,-7 8 0,3 4 13,11 3 1,3 1-927,-6-5 1,2 1-45,5 9 0,7-1-1394,12-8 1349,5 3-1170,29-19-1798,-11-35 2248,5 11 180,-17-5 1,-3 1 1888,-3 12-899,4-6 539,-16 32 990,0 21-1439,0-7-450,2-3 0,4-3-1440,11-9 1080,-5 3-1709,19-12 1889,-19-12 0,14 0 0,-9-7 0</inkml:trace>
  <inkml:trace contextRef="#ctx0" brushRef="#br0" timeOffset="91200">30762 7263 7533,'20'6'3276,"11"23"-1766,-17-5 0,0 3-1510,0-4 0,1 2-270,9 12 0,1 0-1214,-10-13 0,-1-1 1484,0 0 0,0 0 0,9 11 0,-13-22 0</inkml:trace>
  <inkml:trace contextRef="#ctx0" brushRef="#br0" timeOffset="91334">31080 7176 7533,'-42'27'819,"-1"-1"0,10 0 0,-1 3 0,3 1-142,5 1 0,3 2 0,0-2-1770,3-2 1,0-2 0,1 1 545,-1 4 1,-1 0 0,5-3 0,-1 13 0,-1 2 0</inkml:trace>
  <inkml:trace contextRef="#ctx0" brushRef="#br0" timeOffset="92050">31785 6904 7533,'-15'-37'1439,"3"16"-540,-29 4 0,10 35 1,1 9-720,8-13 0,1 5-174,-6 14 0,-2 9 1,4 4 465,10-6 0,4 4 0,1 1 0,-1-2-654,-3 4 0,1-1 0,1 4 380,4-7 0,0 4 0,1 2 0,4-3 0,6-6 41,9-1 1,7-4 0,-1 0-180,-8 0 0,-2 1 0,9-7-150,16-6 0,8-8 0,-1-13-924,-5-20 1,-2-14 0,1 2 713,-2 11 0,0 2 0,0-6 120,-7-5 0,1-5 0,-2-4 1,-2-1-1,-6 2-516,-5-3 1,-6 1-1,-1-1 1,2 2 724,8-9 1,2 2 0,-7-2-70,-10 2 0,-6-2 0,-3 2 0,-3 5-5,-13-4 0,-3 5 0,2-3 0,-5 6-765,-13 10 1,0 16-316,15 23 1,3 6 899,2-8 1,3 3 224,1 16 0,11 1 0,17-4 0,3 7 0</inkml:trace>
  <inkml:trace contextRef="#ctx0" brushRef="#br0" timeOffset="92234">31821 7201 7533,'-20'36'3276,"4"-8"-1638,17-1 0,6 4 0,9 8 0,1 1-1563,-10-8 0,2 1-435,11 3 0,7 1 1,-3-1-1280,-3 1 1,-1-2 591,3-4 0,1-2 1047,-3-2 0,-3-3 0,0-6 0,9 1 0</inkml:trace>
  <inkml:trace contextRef="#ctx0" brushRef="#br0" timeOffset="92536">32438 6978 7533,'-20'20'1638,"1"0"0,-1 5-173,5 16 0,1 3-1853,-8-8 1,-1 1 836,6 7 1,3 7 0,2-3-480,1-6 0,2-2 0,1 0 60,3-6 0,1 0 0,3 1-930,3 7 1,2 1 0,8-8 899,12-12 0,5-5 0,-5 2 0,1-3 0,4-8 0,1-1 0</inkml:trace>
  <inkml:trace contextRef="#ctx0" brushRef="#br0" timeOffset="92867">32755 7239 7533,'-27'-21'3276,"-6"4"-796,13 34-2300,-5-2-45,15 9 0,2 4-270,-5-2 0,0 0 90,7 1 0,1-1 45,-6 1 0,6-2-359,21 1 359,-5-1 179,23-7-89,9 0-90,-12-4-45,-8-1 0,-5 3 315,-16 21-270,-4-8-90,-14 0 0,-9-1-180,-1-10 1,-3-2-136,5 1 0,-1-1-135,-4 2 1,2-9 539,7-18 0,2 0 0,10-15 0</inkml:trace>
  <inkml:trace contextRef="#ctx0" brushRef="#br0" timeOffset="93050">32967 6941 7533,'-27'5'3276,"1"8"0,9 17-2865,7 0 1,2 1-2210,-2 13 1251,2-1 1,0-1 0,-1-5 0,0-7 0,0 0 0</inkml:trace>
  <inkml:trace contextRef="#ctx0" brushRef="#br0" timeOffset="93487">32914 7808 10141,'-16'42'1259,"5"-19"-1889,-5 3 1,-2-1 629,-9-3 0,7 9 0,5-14 0</inkml:trace>
  <inkml:trace contextRef="#ctx0" brushRef="#br0" timeOffset="94134">33302 7300 7533,'-17'-12'1979,"-1"5"-990,8 2 90,-13 32-449,5 4 0,0 6-91,5-5 1,0 3 0,0 1-181,-3 2 1,0 1 0,5-2-405,7 7 0,6-7-45,10 0 0,23-33-989,-13-20 0,-1-8-136,-1-3 1,-3-4 719,2-10 0,-2-1 315,-3 6 1,-3 2 1258,-1-9-269,-10 49 828,-4 20 0,-2 8-1208,1-9 1,0 2-731,0 7 0,1 3 1,6-4-1340,12-5 1,3-1 982,-10 3 1,2-3 567,11-10 1,1-6 0,-4-5 0,1-6 0</inkml:trace>
  <inkml:trace contextRef="#ctx0" brushRef="#br0" timeOffset="95917">33479 7151 9781,'0'25'1350,"-8"22"-2340,6-22 990,-9 4 0,-2-1 0,2-6 0,-15 14 0</inkml:trace>
  <inkml:trace contextRef="#ctx0" brushRef="#br0" timeOffset="96267">33584 6916 9961,'22'35'1049,"0"0"1,-7-13 0,-1 2-691,-2 8 1,0 6 0,-3 1-1453,-1 2 1,-2 1 0,-2-1 875,-2-8 0,-1-1 0,-2 3 284,-1 4 0,-1 4 1,-2 0-1,-3-2-217,-7 1 0,-4-2 1,0-1-1,6-5 0,0 0 0,-2 1-670,-3 1 1,-4 3 0,1-2 0,2-7 700,2-6 1,0-1 0,-3 2 0,-4 2 0,2-4 0,-1-4 0,1 0 0</inkml:trace>
  <inkml:trace contextRef="#ctx0" brushRef="#br0" timeOffset="97033">30515 7858 7533,'-37'-20'1709,"-4"-3"-90,-2 22-1259,4 1 89,8 11 1,3 7 89,7 6 1,5 3-450,1-3 0,2 0-45,1 7 0,8-4-315,20-6 181,4-4-1621,23-27 990,-9-10 1,0-3 584,-12 8 0,0-2-675,12-16 1,-4-1 270,-10 5 988,-3-3 271,-17 15 809,-2 45-809,-5-10 134,5 9 1,4 4-765,5-5 0,1-1 0,-4 16-990,13-16 1,5-4-1440,24-2 2339,-13 0 0,-5-12 0,-1-1 0,-8-1 0</inkml:trace>
  <inkml:trace contextRef="#ctx0" brushRef="#br0" timeOffset="97167">30868 7697 7533,'-18'-8'1889,"-7"37"-1889,7-2 0,1 5 0,-2 3 0,0 1 0,-2 0 0,-1 0 0</inkml:trace>
  <inkml:trace contextRef="#ctx0" brushRef="#br0" timeOffset="98136">19332 9469 0,'-17'6'0,"-1"-4"2052,-8 3-1062,7-5 2218,-14 0 68,36 6 0,25 0-3514,5-2 0,6-1-512,-3-1 1,3 0-1,0 0 750,-2-2 0,0-1 0,-1 2 0,10 1 0,-2 1 0,-11 1 0,1-1 0</inkml:trace>
  <inkml:trace contextRef="#ctx0" brushRef="#br0" timeOffset="98833">22719 9011 7533,'-18'-18'3276,"1"4"0,38-4-1638,11 8 0,7 2-777,-4 2 1,2-1 0,2 1-1234,8 0 0,1-1 0,-1 1-678,-10 0 1,-1-1-1,-2 2 1050,8 0 0,-5 3 0,6 8 0,-18 8 0</inkml:trace>
  <inkml:trace contextRef="#ctx0" brushRef="#br0" timeOffset="139517">24765 9048 7533,'-20'-17'1304,"1"1"0,-13-7 1972,32 17-975,24 6-1312,13 6-584,-3-1 0,3 2-135,3 2 0,0 1-91,-4 2 1,1 1 180,-5-4 0,2-1 0,0 0-941,8 2 1,0-1 490,-7-4 0,2-1 0,-3 0 45,-1-2 0,-2 1 360,7 2 0,-3 1 134,-4 8-134,-5 0 0,-1 2 809,-7 3 1,-1-1-226,19 10-359,-6-11 0,6-5-361,-1-10 1,4-4 0,1-2-746,8-2 0,2 0 0,-1-2 686,-5 2 0,-2-2 0,1 0 82,-5 0 0,0-2 1,0 1-1,-5 2 21,7 2 1,-1 2 46,-3-1 0,3 1 0,-2 4-270,8 13 0,-2 6 0,2 3 0,-2 1 0,-11 2 0,1 1 0,6 1 0,4-4 0,-10-15 0,2-5 0,1-2 0,3-2 0,1-4 0,2-3-820,2-3 1,4-4 0,-1-2 0,-5 0 454,-7 0 1,-3-1 0,1-1 0,6-6 0,1-2 0,-6 2 0,-11 4 0,-1 1 0</inkml:trace>
  <inkml:trace contextRef="#ctx0" brushRef="#br0" timeOffset="140618">11218 8999 7533,'-19'-7'3276,"3"23"0,32 28-1638,3-4 0,5 1-1762,1-3 0,7-3 484,0-6 0,6-2 0,1-5-151,4-7 1,1-5 0,3-2-120,-6-3 0,1-1 0,2-2 0,-1-1-90,2-2 0,0-1 0,0-1 0,-1 1-68,-3 1 1,-1 1 0,0 1-1,-3 2 1007,4 1 1,-2 2 0,-3 4 139,6 14 0,-6 3-180,-6-1 1,-1-1-495,4-3 0,3-7-630,7-10 0,4-8 45,-9-2 0,1-3 1,0 0 59,-5-1 0,-1 0 0,-1 0 524,17-5 1,-3 4 239,-14 11 1,-2 4-511,1-2 1,-1 2-150,-8 6 1,1 1 14,14 4 0,1-1 0,-13-4 0,1 0 0,18 4 0,4-2 0,-4-8 0,0-3 0,-11 1 0,2-1-640,6-3 1,2-3 0,-5-1 639,9-9-90,-8 2 0,6-2 0,-7-1 6,-16 1 1,1-1 83,17-4 0,8-1 0,-7 1 0,-16 4 0,-1 1 0,21-7 0,0 1 0</inkml:trace>
  <inkml:trace contextRef="#ctx0" brushRef="#br0" timeOffset="158650">28063 8837 8792,'-21'31'647,"-1"-1"1,1 0 0,-4 7-1,0 2 1,0 1-131,7-8 0,0 0 1,1 2-1,0 3-505,1 3 1,0 3 0,1 2 0,0 0 0,2-1 292,1-3 1,-1-1 0,2 1 0,3-2 0,5 0-81,6 7 0,4 2 0,5-6 0,7-13-69,25-14 0,8-22-224,-14-9 1,1-9 0,0-7-1,-4-4-184,-7 1 0,-3-5 0,-2-3 1,-1 0-1,-2 2-10,1 1 1,-2 0-1,-2 1 1,-3-3-144,-3-5 0,-1-4 0,-6 2 1,-6 8-946,-14-2 1,-9 9-225,-5 4 0,-5 13 1574,-7 27 0,2 14 0,9 3 0,7 5 0,8 9 0,1 0 0</inkml:trace>
  <inkml:trace contextRef="#ctx0" brushRef="#br0" timeOffset="158800">28028 9358 7533,'0'47'1638,"0"-14"0,0 1 0,0-3 0,0 1-1454,-1 0 1,0 2 0,3 1-595,7 3 0,3 0 1,-1-2-1,-5 5 1,3-3-1,12-6 0,-1-1 1</inkml:trace>
  <inkml:trace contextRef="#ctx0" brushRef="#br0" timeOffset="158984">28363 9692 7533,'-4'-12'3276,"16"10"-3655,20 2 0,5 2 379,-12 1 0,1 0 0,8-1 0,-2-4 0,4-5 0</inkml:trace>
  <inkml:trace contextRef="#ctx0" brushRef="#br0" timeOffset="159317">28734 9383 7533,'-20'-7'3276,"28"12"-2486,11 7 1,7 1-2185,16-3 0,4-3 674,-13-4 0,1-1 1,-1-2 275,14-2 1,-4-5 0,-10-7 0,-5-1 0,5-4 0</inkml:trace>
  <inkml:trace contextRef="#ctx0" brushRef="#br0" timeOffset="159500">29122 9110 7533,'-29'35'629,"1"-1"1,6 1 0,0 3-1,-1 2-135,1-3 1,-1 3 0,0 1 0,1 0-709,2 4 0,0 1 1,3 0-1,4-2-146,0 5 1,5-2-1,9-5-1279,17 1 1,7-10 1609,12-7 1,0-33 0,-1-11 0,-9-13 0</inkml:trace>
  <inkml:trace contextRef="#ctx0" brushRef="#br0" timeOffset="159750">29157 9543 7533,'-29'29'1092,"-1"0"0,5 0 0,1 2 238,-5 7 0,5 0-1690,16-11 1,7-4-1,12 0-405,12-24 1,5-9-810,0-7 0,-1-3 1259,1 4 0,-1 2 1394,8-4 1260,-27 44-630,-10 14-4317,2-8 2608,18-27 0,1-19 0,7-10 0</inkml:trace>
  <inkml:trace contextRef="#ctx0" brushRef="#br0" timeOffset="160300">29457 9061 7533,'-16'42'1638,"10"-1"0,1 8-1063,-3-11 0,-1 4 0,0 3 1,1-1-848,2 0 1,1 2-1,1-1 1,0-1 181,-1-3 0,0-1 0,1-1 0,0-4-540,-4 15 1,8-19-200,24-36 154,-6-17 1,1-6 695,7-6 1,3 3 158,-5 10 0,-3 12 899,-4 34-449,-25 0 0,-9 2-55,0 6 1,-5-2-1026,-12-3 1,-1-7-2160,4-7 2609,-1-22 0,32-29 0,0-8 0</inkml:trace>
  <inkml:trace contextRef="#ctx0" brushRef="#br0" timeOffset="160484">29669 9098 7533,'-12'31'819,"0"1"0,5 2 0,0 3 0,0 3-109,-4 0 0,0 2 0,-1 2 0,2 1-1366,4-5 1,2 2-1,0 0 1,1 0 0,1-2-105,0 5 1,2 0 0,1-2 0,0-4 565,-1 0 0,0-3 1,4-5-1,7 2 1,1-11-1,-2-15 1</inkml:trace>
  <inkml:trace contextRef="#ctx0" brushRef="#br0" timeOffset="160750">29704 9754 8882,'8'19'3276,"17"-6"-1875,12-30-3200,1-16 809,-17 3 1,-9-2 810,-26-9 1708,-15 28 109,5 34 0,1 13-893,-3 7 1,9 4-1781,19-2 1,9-2 1034,-1-11 0,4-7 0,11-14 0,3-7 0,15-8 0</inkml:trace>
  <inkml:trace contextRef="#ctx0" brushRef="#br0" timeOffset="161717">30251 9605 7533,'-30'-7'3276,"7"7"-2235,31 29-591,9 16-495,-3-13 0,0 0 0,-5-5 0,1-3-315,22 6-359,-13-30 719,24-19 1349,-21 9 90,1 17 720,-23 15-1709,16-3-1080,12-48-1009,-2 2 1,0-5 1399,-5-8 0,-2-2 1,2 4-1,-1 2 1,-11 6-1,-1 0 1</inkml:trace>
  <inkml:trace contextRef="#ctx0" brushRef="#br0" timeOffset="161850">30745 9061 7533,'-20'5'3276,"-4"30"-3970,25-8 1,4 3 693,-3 20 0,5-20 0,4-4 0,7-7 0</inkml:trace>
  <inkml:trace contextRef="#ctx0" brushRef="#br0" timeOffset="162017">30780 9519 7533,'-24'31'1092,"1"0"0,-1 1 0,7 3-797,13-1 1,6 1-1935,1-5 1,4-3 1625,12 11 0,-1-27 1,-10-18-1</inkml:trace>
  <inkml:trace contextRef="#ctx0" brushRef="#br0" timeOffset="162150">30798 9605 11041,'33'7'-270,"-4"-6"0,3-2 270,-7-2 0,1-1 0,8-2 0,-2 0 0,3-7 0</inkml:trace>
  <inkml:trace contextRef="#ctx0" brushRef="#br0" timeOffset="162350">31027 9160 7533,'-18'26'1092,"1"1"0,-2 15 0,2 2-782,7-10 0,1 2-153,2-2 1,0 4-1,1 1 1,2-2-818,2 2 0,3-1 1,-2 0 119,-2 5 0,0 1 1,1-4 539,4 5 0,4-11 0,4-18 0,8-30 0</inkml:trace>
  <inkml:trace contextRef="#ctx0" brushRef="#br0" timeOffset="162650">31221 9122 9152,'-15'48'546,"1"0"0,0 0 0,4-9 0,0 0 0,1 1 0,0 1 141,0 4 1,-1 0 0,1 0-1,2-2-1017,0 2 0,2-3 1,7-8-1020,24 2 899,-8-49 0,3-10 495,10-7 0,-1 0-90,-11 7 0,-1 3 45,8 10 989,-20 32 1,-5 12-1800,-1 0 1,0 1 809,8 10 0,0-1 0,-7-8 0,2-5 0,13 5 0</inkml:trace>
  <inkml:trace contextRef="#ctx0" brushRef="#br0" timeOffset="162950">31785 9532 7533,'-35'17'1092,"0"-1"0,2 0 0,3 3-527,5 7 1,5 3-881,4-7 1,6 0 314,18 9-180,20-7 0,9-17 270,6 4-270,-15-4-90,-42 21 180,-7-10 0,-5-2-450,-7 1 1,-1-1 539,2-2 0,3-5 0,4-15 0,17-7 0</inkml:trace>
  <inkml:trace contextRef="#ctx0" brushRef="#br0" timeOffset="163118">31873 9184 10231,'-9'18'3276,"9"24"-2954,9-18-322,0 10 0,0 0 0,9-4 0,-9-3 0,-1 0 0</inkml:trace>
  <inkml:trace contextRef="#ctx0" brushRef="#br0" timeOffset="163284">31909 9679 7533,'-14'29'1092,"0"-1"0,0 8 0,3-1 1029,1 3-2706,4-9 0,4-2 585,10-12 0,2 3 0,7-12 0</inkml:trace>
  <inkml:trace contextRef="#ctx0" brushRef="#br0" timeOffset="163533">31997 9741 11311,'35'-12'1529,"-7"5"-1529,-11 1-360,-9 40 270,-16-15 0,-3 16 0,-3 4 584,-1-11 1,0-2-585,1 0 1,1 0-1,-3 20-720,56-43-809,-23 1 1619,23-12 0,0-8 0,-14-4 0,-2 5 0,1 0 0</inkml:trace>
  <inkml:trace contextRef="#ctx0" brushRef="#br0" timeOffset="163800">32244 9791 7533,'-35'12'2158,"15"-5"901,4-1-1890,16-1-1349,8-3-899,2 3-900,23-16 1259,-19 3-899,17-15 630,-44 9 809,17 1 1079,-36 24 739,14 9 0,1 3-866,-14 14 866,10-6 0,8 1-686,21 7-1402,4-11 405,10-13 0,5-8 45,-4-16 0,1-4 0,3 5 0,1-1 0,-3-9 0,1 1 0</inkml:trace>
  <inkml:trace contextRef="#ctx0" brushRef="#br0" timeOffset="164117">32720 9098 8882,'-8'45'819,"-1"0"0,1 0 0,2-2 0,0 3-164,-1-7 0,-2 6 1,-2 4-1,1 0 0,0-3-813,0-1 0,1-1 0,-1 0 1,1 0-1,0-2-135,-2 7 1,1-1 0,0-1 0,0 2 166,0-6 0,-2 3 0,2-1 0,1-3 0,3-8-1513,3 3 1,4-6-1,-3 0 1,4-6 1515,15-8 0,3-42 1,5-13-1</inkml:trace>
  <inkml:trace contextRef="#ctx0" brushRef="#br0" timeOffset="164434">33002 9555 7533,'-29'-8'3276,"-10"10"0,11 39 0,-1-11-3063,4 3 0,1 3-438,9-9 0,1-2 225,-1-1 0,2-1-180,3 4 0,4-3-90,6-9 181,16 14 268,12-9-179,9-1 90,6 4-270,-24-4-89,-3 1 179,-32 9-720,-4-13 1,-3 0 269,-2 6-180,-6-6 1,-1-5 719,11-10 0,-7-12 0,13-9 0</inkml:trace>
  <inkml:trace contextRef="#ctx0" brushRef="#br0" timeOffset="164701">33249 9371 7533,'0'-21'3276,"-15"10"-1638,5 34 0,0 10 1638,-17 3-3042,15 1 1,2 10 0,-2-1 154,-4 1 1,-2-1 0,1 0-330,6-4 0,1-1 0,-2 2-195,-3-1 0,-2 3 0,0 0 0,1-5-720,-3 8 1,1-4-315,3-4 0,1-2 73,0 0 0,4-8 1096,10-21 0,0 2 0,0-17 0</inkml:trace>
  <inkml:trace contextRef="#ctx0" brushRef="#br0" timeOffset="164867">33196 9977 7533,'-27'-13'3276,"9"7"0,3 0-4521,21 6 615,-5 0 630,9 0 0,-2 0 0,-8 0 0</inkml:trace>
  <inkml:trace contextRef="#ctx0" brushRef="#br0" timeOffset="165150">33496 9482 11400,'-12'41'1092,"-1"0"0,3-15 0,0 1 0,-2 10 0,-1 7 0,-3-1-2185,-3 0 1,-3 0 0,2-2 722,6-4 0,1-1 1,-3 2 234,-3 2 0,-4 3 0,-1-2 0,2-4-1504,-7 5 1,1-3 219,3 0 0,1-1 653,-1-6 1,11-13 765,30-34 0,-5-7 0,2-3 0,0 0 0</inkml:trace>
  <inkml:trace contextRef="#ctx0" brushRef="#br0" timeOffset="165350">33479 9716 9242,'9'28'1638,"-11"-2"0,-3 5-546,1 1 0,0 3 0,0-2-1181,-4 5 1,-2 0-482,3-3 1,-1 3-1,0-4-1069,-2 1 1,0-4 893,1 0 0,-2-1-874,-5 7 0,1-6 1619,11-20 0,-11 16 0,15-20 0</inkml:trace>
  <inkml:trace contextRef="#ctx0" brushRef="#br0" timeOffset="165500">33338 10002 7533,'-20'0'3276,"4"5"-1875,48 2-2390,-25 0 989,40-2 0,-35-15 0,14-4 0</inkml:trace>
  <inkml:trace contextRef="#ctx0" brushRef="#br0" timeOffset="165734">33390 9655 7533,'-25'11'3276,"13"3"-1991,-7 8 0,-1 8-431,5 14 1,1 4-1270,-4-10 0,-2 3 504,5 1 1,-2 4 0,0-2-270,0-9 0,-1-1 1,0-1 134,-2 11 0,-1 0-615,4-12 0,-1 1 1,4-6-1950,4 6 990,3-8 1695,22-30 0,5-16 0,-2 2 1,-1 1-1</inkml:trace>
  <inkml:trace contextRef="#ctx0" brushRef="#br0" timeOffset="165984">33602 9767 7533,'10'-14'3276,"6"2"0,-22 46-1638,2-3 0,-2 6-546,-8 2 0,-5 3 0,1 3-1582,7-7 1,2 1 0,-1 1 0,-1 0-331,-5 0 1,-3 0 0,1 0 0,4-3 350,5-1 1,4-2 0,-2-1 0,-10 10 0,2-6 0,5-6 0</inkml:trace>
  <inkml:trace contextRef="#ctx0" brushRef="#br0" timeOffset="-214512.73">13264 14179 7533,'-27'-6'1799,"2"5"-1350,7-5 1620,-8 6-630,22 11-854,6 13 0,6 5-46,15 11 1,7 4-330,-6-5 0,2 2 0,5-2-341,-3-10 0,4-2 1,1-2-1,3-4 153,1-3 1,3-3 0,1-4-1,2-4-58,-4-5 0,2-5 0,0-2 0,1-1 0,-2-1 58,9-1 1,-1-2 0,-1 0-1,0 0 270,-4-1 1,-1-1-1,0 3 1,-3 3 156,2 7 1,-3 4 0,-3 3-315,1 5 0,-2 3 135,3 7 0,1 1-91,2-7 1,0-2-180,-3-5 0,3 0-90,-4-1 0,4 1 0,-1-1-90,-1-4 0,0-1 1,2 0 111,-1 2 1,3 0-1,1-1 1,1-2 157,-2-3 0,1 0 0,2-3 0,0 0 0,0-1-154,-3 0 1,0-2-1,1 0 1,0-1-1,0 0 1,1-1-117,2-2 0,1 0 0,1-1 0,-1-1 0,-2 1 0,-2 0 157,6-3 1,-2 1 0,-2-1-1,2 3-49,-5 2 0,2 0 0,-1 2 0,-1 1 1,-3 2-110,3 2 0,-3 2 0,1 2 316,0 1 0,3 2 0,0 1 0,0-2 157,2-1 0,1-1 1,0 0-1,-1 1-561,-1 1 1,0 0 0,-2 1 0,-1-2 388,0-1 0,-1 0 0,0 0-300,7 2 0,0 2 0,-4 2 153,4 7 1,-1 1-334,-4-2 0,3-1 1,1-1 471,-10-4 0,1-1 1,1-1-1,0-1 258,1-2 0,0-1 0,1-2 0,1 0-213,0-1 0,1-1 1,1 0-1,-1-1-67,3 0 0,0 0 0,-1-1 0,-2 2-202,3-1 0,-3 2 1,1-1-114,-5 2 0,1 1 0,1-1 0,0-1-68,-1-2 1,0-1 0,0 0 0,2-1 184,-1 0 0,1 0 0,1-1 0,0 1 0,1 0 108,3-1 0,2 1 0,0-1 0,-2 1 0,-3-1-45,-1 0 0,-4-1 0,0 1 0,1 2 315,2 3 0,0 3 0,0 0 0,-1 0 119,8 1 1,0-1 0,-3 2-450,-8 0 0,-2 0 0,5 0 42,-3-2 0,3 0 0,2 0 0,1-2 0,-3 0-50,2-3 1,-1-2 0,0 0-1,-1 1 382,9 1 1,-2 0 0,4-1-387,-10 0 0,4-2 0,0 0 0,0 0 1,-3-1 318,1 0 0,-2-1 1,-1 0-1,0 1-225,-1 1 1,-1 1-1,0 0 1,2-1-23,1-1 0,1-1 0,2 0 0,-1 0 0,-1-1-68,4-2 1,-1 0 0,-1 0-1,-1 1 90,-4 2 1,0 2 0,-1-2-1,3 0-112,1-2 0,3-2 0,1-1 0,-1 2 0,-2 1-135,2 1 0,-2 3 1,-1 0-1,-1-1 195,3-2 0,-3 0 0,3 1 75,-2 3 0,3 1 0,-2 1 0,-4 4 404,5 7 1,-4 2-270,2-3 0,0 1 90,4 6 0,-1 1 153,-10-5 1,0-1-110,14 1 1,0-1-225,-15 1 0,1-2 135,12-4 0,2-1 0,-10 3 0,2-1 104,4-6 1,4-4 0,-2 2-395,-8 2 0,-2 2 0,3-4 267,1-5 1,2-3-1,1-2 1,0-1-69,1 1 1,0-1 0,0-1 0,-3-1-75,0-2 0,-2-1 0,3 1 12,-5 6 0,4-1 0,1 1 0,-2 1 0,-5 2-882,13-4 1,-2 6-284,-8 8 1,2 4 0,-3-1-547,4-3 1,-6 3 1167,-13 11 1,-5-1 0,0-7 0,-1-1 0</inkml:trace>
  <inkml:trace contextRef="#ctx0" brushRef="#br0" timeOffset="-213094.73">20373 14674 7533,'-49'-6'2698,"10"0"578,54 6-2171,11-4 1,7-3-1466,0 1 0,4-1 1,1 1-734,7 0 1,2 2 0,-2-1 1007,-4-1 0,-1-1 0,-3 3 1,0 3-1,-6 2 0,-7-1 0</inkml:trace>
  <inkml:trace contextRef="#ctx0" brushRef="#br0" timeOffset="-212927.73">20726 14538 7533,'-22'24'1092,"1"0"0,4 13 0,4 5 0,1-7 0,0 3 0,3 2-1814,6 4 1,4 1-1,-1-1 722,-3-6 0,-1-1 0,5-3 0,9 8 0,4-7 0,5 1 0</inkml:trace>
  <inkml:trace contextRef="#ctx0" brushRef="#br0" timeOffset="-212510.73">21078 14551 7533,'-19'38'1638,"10"-13"0,2 4-546,7 6 0,4 5 0,0 0-1553,-1 3 1,0-1 0,1 0-470,-1-4 1,1-1-1,-1-2-144,-2 15 1,-2-21-6,-9-55 719,7-13 0,4-8 1229,0 7 1,2-2 0,3 0-238,2 3 0,4 0 0,3 6 852,9-1 0,5 13-630,-2 21 1,1 11-720,1 13 0,-5 9-225,-13 0 0,-5 3 0,-4 2-113,-3 0 0,-5 0 1,-4 0-548,-8 1 1,-4-1-1,-1-3 626,-6 2 1,-1-4 0,3-8-1,3-3 1,8-4 0</inkml:trace>
  <inkml:trace contextRef="#ctx0" brushRef="#br0" timeOffset="-211528.73">21678 14972 7533,'-29'11'3276,"21"-8"-2145,51-14-2300,-14-9 0,-1-4 629,1-5 0,-3-2 585,-7-1 0,-13 2 2474,-39 4-881,10 38 0,-3 11-632,-1-1 1,-1 4 0,5 4-707,5 8 0,5 3 0,4 0-930,5-5 0,2-1 1,8-4-1010,17 6 1,9-12 1527,12-24 1,2-13 0,-11 2 0,-3-6 0,-4-14 0,1 1 0</inkml:trace>
  <inkml:trace contextRef="#ctx0" brushRef="#br0" timeOffset="-210977.73">21978 14836 7533,'-27'12'3148,"9"1"-2339,10-7 900,8 5 90,0-4-90,-8 0-899,6-1-1080,-5-6-359,14 0-271,3 0 90,23-22 1,-19-6 629,10-10 630,-40 7 1349,4 30-450,-13 15-90,15 12-989,10 4 360,2 17-361,5-17 1,2 3-90,-4 13 0,-1 2-270,1-5 0,0-2 90,1-5 0,-4-4-1169,-10-2-450,6-47-20,5-6 1,2-5 1586,3-3 1,1-4 0,2 2-1,3-8 1,1 1 0,2-4-1,-1 0 1</inkml:trace>
  <inkml:trace contextRef="#ctx0" brushRef="#br0" timeOffset="-210594.73">22172 14811 7263,'8'8'3276,"-6"25"-2036,6 6 1,0 3-837,-7-5 1,0-1 45,3 0 0,-1-11-630,-3-23-1889,16-47 430,-3 8 1,1-3 1374,1 9 1,0 2 0,1 0-1,1 7 1,1 9 0</inkml:trace>
  <inkml:trace contextRef="#ctx0" brushRef="#br0" timeOffset="-210060.73">22419 14935 7533,'-10'25'3276,"2"10"-2325,8-2-1940,32-7-900,-1-42 1304,-11-7 1,-3-6 1123,-5-4 1,-8 0 1098,-13 1 0,-7 9 573,-22 16-3650,9 27 1439,21 13 0,20-8 0,13-14 0</inkml:trace>
  <inkml:trace contextRef="#ctx0" brushRef="#br0" timeOffset="-209827.73">22613 14774 12120,'0'29'1092,"0"1"0,0 2 0,0 1-1426,0 2 1,0 0 63,0 15-360,0-60 765,10-13 0,4-6-1215,0-18 1,1-1 1079,3 13 0,1 2 0,2-3 0,-1 5 0,8 4 0</inkml:trace>
  <inkml:trace contextRef="#ctx0" brushRef="#br0" timeOffset="-208927.73">23477 14414 7533,'-7'-14'3276,"-11"4"-2081,1 26 0,-1 12-700,-10 10 0,3 6-419,10-4 0,2 4 0,1 0 134,-2 2 0,1 1 0,7-2-240,12-6 0,6-2 0,2-2 151,0 8 0,5-6-976,12-11 1,-1-2 34,-11 17 281,-36-9 404,-12-20 0,-5-3 225,0 1 0,1-4 534,-3-10 0,11-8-1073,39-20-631,4 7 1,5-1 359,2 5 1,4-1-1,-2 3 280,1-2 0,-1 2 0,-2 0 0,-1 3 1,3 4-1</inkml:trace>
  <inkml:trace contextRef="#ctx0" brushRef="#br0" timeOffset="-208761.73">23107 14625 7533,'-33'6'655,"-1"-1"0,-7 14 1,43 2-1,16 2 0</inkml:trace>
  <inkml:trace contextRef="#ctx0" brushRef="#br0" timeOffset="-208660.73">23142 14935 7533,'-15'25'3276,"11"-6"-3151,11-7 1,15-6-1,21-6 1</inkml:trace>
  <inkml:trace contextRef="#ctx0" brushRef="#br1" timeOffset="-201311.73">24871 14204 7533,'-20'-14'2428,"-3"3"-179,21 5-1619,-6 5 719,8-5-989,0 6 1529,23 6-1440,-17-5 720,23 4 1,5 1-810,-8 1-157,20-3 1,6-1 20,-23 0 1,2 0 344,11-3 1,6 0 0,-4 0-390,-9 0 0,2 0 22,-1 0 1,5 0-1,1 0 1,-6 0-113,1-1 0,0 2 112,3 1 0,6 1 1,0 0-1,-5 0-22,1-2 0,0 0-180,0 4 0,7 1 0,-1 1 0,-7-3 0,-2-2 0,-1-1 22,2 2 1,6 0-1,0 0 1,-8-1-68,-8-2 0,-1 0 284,18 0 1,6 0 0,-8 0-240,2 0 240,-11 0 0,6 0 0,-6 0-60,7 0 135,6 0 0,0 0-225,-6 0-90,-9 0 0,4 0 0,-4 0 0,11 0 0,-9 0 0,5 0 0,-4 0 0,-11 0 0,1 0 0,11 0 0,5 0 0,-1 0-157,5 0 0,0 0 157,-2 0 0,3 0 0,-2 0 0,-6 0 0,-1 0 0,0 0 0,-1 0 0,1 0 0,-2 0 0,8 0 0,-2 0 0,-11 1 0,-2-2 0,-3-4 0,-3-1-90,20-2 1782,-7-15-1692,-10 9-1875,-11 1-1402,-24 2 3104,-25 10 1,-6-5 0,8 6 0,1 0 0</inkml:trace>
  <inkml:trace contextRef="#ctx0" brushRef="#br1" timeOffset="-200744.73">25365 12493 7533,'-20'-7'2338,"-11"29"-1798,15 14 0,4 12-1196,4-13 1,1 5-1,-1 3 1,1 0 0,0-3 351,0 3 1,-1-3-1,2 1 1,0 6 280,2-7 1,0 4-1,1 3 1,0 2-1,0 0 1,1-1-1,-1-1 1,1-5 34,0 9 0,-1-5 0,1-1 0,1 1 0,-1 3-398,1-4 1,1 3-1,-1 1 1,1 0-1,0-1 1,0-3-1,0-4 228,0 5 1,1-3 0,-1-4-1,1 0-382,2 8 1,0-2-1,1-13 747,4-14 1,0 4 0,2-29 0</inkml:trace>
  <inkml:trace contextRef="#ctx0" brushRef="#br1" timeOffset="-200177.73">25277 12691 7533,'-20'-27'3276,"43"5"-2351,12 20 1,11 4-1582,-7-4 1,7-1-1,4-1 1,-1 0 0,-4 0 441,-6 2 1,-4 0-1,2 0 1,5-1 302,-4-1 1,6-2 0,2 0 0,3 0 0,0-1 0,-1 1 0,-2 0 0,-3 1-62,6 1 1,-4 0 0,0 1-1,0-1 1,4 1-42,-3 0 0,2-1 0,2 0 0,0 0 1,1 0-1,-1 2 0,-2 0-77,2 1 0,-1 2 0,-1 0 0,0 1 0,0 0 0,-1 0 60,-4-1 0,0 2 0,0-1 0,-1 1 0,0-1 1,0 1 305,4-1 1,1 1-1,-2-1 1,1 0-1,-1 1-150,-2-1 0,0 0 0,0 0 0,-1 0 0,-1 1 166,3 1 0,-1 0 1,-1 1-1,-1 0-202,-1-1 1,0 1 0,-1 0-1,-3 2 0,2 4 0,-2 1 0,-2 0 1381,8 0 0,-4 3-1021,-9 3 0,-7 5 958,-10 0 0,-6 3-823,-8 19 0,-4 7-338,2-14 0,-1 4 1,0 3-1,-1 0-219,1 0 1,-1 1 0,1 1 0,-1 1 0,1 0 61,0-4 0,1 0 0,0 1 0,0 0 0,0-1 0,-1 0-60,1-1 0,0 1 0,-1-1 0,1-1 0,0 0 0,0-2-850,-1 9 1,1-1 0,-1-2 0,-1-2-274,-2 4 1,-1-2 0,1-5-547,3-2 1,0-3 1568,-3-6 1,0-3 0,-2 1-1,-7 7 1</inkml:trace>
  <inkml:trace contextRef="#ctx0" brushRef="#br1" timeOffset="-149543.74">2963 11539 7533,'-27'-33'3276,"-6"-2"-256,5 22-1491,-15 22-1304,16 11 0,1 10 45,9 1 0,2 5 0,0 3-308,-3 5 0,0 3 0,3 1 150,8-10 1,2 1 0,1 1-1,1-2 38,-2 11 0,2-1 0,3-1-29,4-5 0,2 0 0,1-2-91,0-6 0,-1-1 0,1-1 105,3 14 0,-2-1 44,-9-4 1,-6-1-180,-8-6 0,-6-3-585,-4-6 1,-4-8-136,1-12 1,1-10 296,2-14 1,7-10 107,5-5 0,8-3 567,10-7 1,6-1 332,1 3 0,5 4 44,8 13 1,3 5-540,-6 2 0,1 7-2878,20 22 2788,-8 10 0,-7 10 0,-3 0 0</inkml:trace>
  <inkml:trace contextRef="#ctx0" brushRef="#br1" timeOffset="-147845.74">1411 12109 7533,'-19'0'1349,"3"0"-3322,39 5 3233,-1-3-15,9 1 0,5-1-1200,-4-7 0,0-1 45,0 5 0,1-1-1350,9-3 1,-2 0 1259,9 5 0,-18 2 0,-1 1 0,13 4 0</inkml:trace>
  <inkml:trace contextRef="#ctx0" brushRef="#br1" timeOffset="-147528.74">1570 12369 0,'-26'0'3276,"15"0"0,11-5-1299,35 3-569,-4-3-1857,18 5 679,-21 16-770,-9-1 90,-15 15 0,-8 4 360,-7 4 712,-4-9 1,-3 5-1,2-5 368,-8 16-290,5-14 0,5-3-430,14-9-810,25-2 540,-11-16-1080,12-6 1,3-1-1439,-6 2 2518,10-11 0,1-3 0,5 3 0,-13-1 0,-1 1 0</inkml:trace>
  <inkml:trace contextRef="#ctx0" brushRef="#br1" timeOffset="-147328.74">1640 11018 7533,'-27'6'3276,"2"6"-4282,13 24 1,6 8 1140,0-20 0,2 3-585,1 8 0,0 7 1,2 4-1,0-4 418,3 5 1,1-2 0,0 1 0,-1-8 0,0 1 0,1 0-1,0 0 1,3 11 0,0-1 0,0 1 0</inkml:trace>
  <inkml:trace contextRef="#ctx0" brushRef="#br1" timeOffset="-146392.74">3157 11130 7533,'-27'0'3276,"1"0"0,17 0-564,1 11-2532,8-9 360,23 20-990,-9-13 450,27 9-2428,-21 5 1978,-3-8 360,-9 12 0,-8 3 270,-15 1-302,3 15 0,-4 1 257,-2-27 0,-1 0 719,-4 22 1,3 1 509,0-7-1634,12 12-170,36-25 0,9-5 1,-14-6-1,1-2 1,22 5-1,0-1 0</inkml:trace>
  <inkml:trace contextRef="#ctx0" brushRef="#br1" timeOffset="-145479.74">318 11848 7533,'-30'-5'3276,"-1"4"0,29 28-2812,2-8-240,0 20 1,2 8-180,1-6 0,2 2 15,-3-9 0,1 1 0,-1-1-60,-1 6 0,0-4-90,7-7 0,0-7 0,-6-14-449,14-8 179,-6-14-225,6-8 1,1-3 314,-3-5 225,6 3 0,-1 2-45,-15 4 0,11 3 1439,-7 29-1169,-6 5 1349,14 14-809,1-11-900,27-12 180,-17-5 0,0 0 270,20 4-270,-13 18-2429,-26 21-809,-1-6 3238,3-8 0,8-26 0,0-12 0</inkml:trace>
  <inkml:trace contextRef="#ctx0" brushRef="#br1" timeOffset="-145329.74">776 11564 7533,'-18'-7'3276,"9"1"0,1 12-3802,24 28 57,-3-9 1,1 2 0,0 3 0,1 0 0,2-1 0,0 1 0</inkml:trace>
  <inkml:trace contextRef="#ctx0" brushRef="#br1" timeOffset="-144929.74">917 12047 7533,'-13'33'1092,"1"1"0,6-7 0,0-1 546,-6 3 0,0 1-507,11 0 1,1 0-1492,-5-2 0,2-2-2338,3 24-579,23-54 1857,-4-18 0,-1-7 1240,2 1 0,0-1 585,1-4 0,-1 1 2203,-3-3 668,-7 20 0,-2 15-2182,0 20-2443,2 6-900,31-19 1440,-18-15 898,2-1 1,-1-1 1080,4-3 269,-9 35-2609,-5 2 1,-4 4 1169,-9-1 0,0 0 0,6 4 0,2-2 0,0 1 0</inkml:trace>
  <inkml:trace contextRef="#ctx0" brushRef="#br1" timeOffset="-144029.74">1570 12183 7533,'-33'7'1979,"19"-1"449,-10-6-719,64-17-630,-7 6 1,6 1-721,0 3 1,4 0 0,0 1-666,2-1 0,1 1 0,-1 2-354,-3 3 0,0 2 1,-3-1-980,8 1 1,-6-2 1411,-12-1 1,-5-1 0,2-4 0,-18-5 0</inkml:trace>
  <inkml:trace contextRef="#ctx0" brushRef="#br1" timeOffset="-143729.74">1693 11105 7533,'-8'-28'3276,"-1"6"-1965,-9 50-861,7 14 0,4 11-518,5-13 1,0 5-1,3 3 1,0 0-589,3-1 1,1 2-1,1 1 1,0 0 0,-1-3 357,-2 3 0,0-2 0,0-1 0,4-2 0,3-3 0,2-1 0,2-2 0,-3-5 1,-2-4-1,1 1 0</inkml:trace>
  <inkml:trace contextRef="#ctx0" brushRef="#br1" timeOffset="-143345.74">1570 12158 7533,'-28'0'3276,"19"0"0,58-5-2775,-6-3 1,6-2-1012,-6 3 1,3 1-1,0-2-583,-3 0 1,0-1 0,-4 2 589,4-1 0,-5 3 0,11 5 0,-32 7 0</inkml:trace>
  <inkml:trace contextRef="#ctx0" brushRef="#br1" timeOffset="-142979.74">1588 12369 7533,'-26'0'3276,"6"-5"-1065,3 3-1582,9-3 541,16 5-451,33 5-539,-14-2 0,3 1-585,14 3 0,0 4-270,-13 2 1,-5 4 359,-8 11 1,-11 5 583,-16 5 1,-9 1 539,-1 6 1,-1-2-360,-3-9 0,10-4-1260,37 6-359,5-30 0,7-7 1169,1-1 0,2-3 0,4-1 0,-2 0 0,-14 0 0,-1-1 0</inkml:trace>
  <inkml:trace contextRef="#ctx0" brushRef="#br1" timeOffset="-128344.73">1676 13534 7533,'-43'-11'3276,"21"9"-1245,-17-4-1042,21 22 1,1 8-46,-7 11 0,1 6-434,6-7 0,1 3 0,3 0-181,5-2 1,1 0 0,5-3-375,2 7 0,10-10-450,17-24 1,4-9 404,5-8-723,-12-10 1,2-8 0,-4-3 242,-4-4 0,-4-2 1,-1-4-92,-2-2 0,-1-4 0,-1-1 0,0 0 625,1 9 0,1-1 0,0 1 0,-1 0 0,-3 1 306,-2-6 0,-2 0 0,-2 3 0,2 3 539,9-22 1,-8 26 1259,-20 51-1440,8 11 1,2 10 0,1 4-248,-2 2 0,-1 3 0,1 3 1,1 0-742,2-8 1,0 2 0,0 0-1,1-1 1,1-3 418,-2 9 0,0-2 0,4-1-450,2-1 0,2-1 1,5-9-2888,19-3 2621,-7-9 1,3-6-1,13-15 1,-4-13 0</inkml:trace>
  <inkml:trace contextRef="#ctx0" brushRef="#br1" timeOffset="-127477.73">2134 13175 8072,'-19'-14'3276,"-5"3"-1784,22 11-593,-21 6-539,19 0 360,-28 29-271,29-1-314,-6-5 0,2 3 135,6 5 0,2-1-90,-1 13-432,-1-10 1,2-3 341,7-13-315,-1 2 0,3 1-584,18 7 539,-9 0-180,-3 7 450,-16-25 0,0 20 90,-8-20-270,-9 8 180,-3-16-307,-6-1 37,9-12-629,-1-12 539,8 3-629,3-30 629,14 27 135,-3-8 0,2 1-1394,28 3 799,-13-3 1,12 8 0,-15 11 0</inkml:trace>
  <inkml:trace contextRef="#ctx0" brushRef="#br1" timeOffset="-127077.73">1429 14166 7533,'-18'-6'3276,"55"-6"-2184,-9 6 0,6-2 0,2-1-273,7-2 0,4-1 0,2-2 0,0 1-1102,-7 3 0,0-1 0,1 1 1,-1-1-1,-1 0-369,7-3 0,0-1 0,-2 1 0,-2 2-441,5 0 1,-2 2 0,-5 2 883,-8 1 1,-4 1 0,11-5 0,-33 4 0</inkml:trace>
  <inkml:trace contextRef="#ctx0" brushRef="#br1" timeOffset="-126260.73">1746 14501 7533,'-35'0'3276,"8"0"-1065,-7 28-1582,19-5 1,3 5 44,-3 9 1,2 3-225,3-2 0,3-1-1080,7 13-809,33-43 674,-13-30 1,-1-13-16,4 0 0,2-4 1,-4-4 207,-9 3 0,-2-4 0,-2-1 1,1 2 773,2 1 0,0 0 1,0 2-1,-3 1 188,-3-4 0,-3 1 0,1 6 689,1-2 0,0 18 1170,-4 55-1530,0 6 1,0 9-765,-1-14 0,1 4 0,0 0 0,1 0-165,1-1 0,2 1 0,0 0 0,1-2-883,3 7 1,1-2 0,2-4 436,2-4 1,3-7-1,18 1 1,-17-28 0</inkml:trace>
  <inkml:trace contextRef="#ctx0" brushRef="#br1" timeOffset="-125760.73">2028 14427 7533,'-25'-17'3276,"13"7"0,-3-7 0,22 38 0,3 25-2273,-1-12 1,0 2-824,-1 0 0,1-3-495,3-8 0,2-6-2473,6-7 1708,-3-29 1,-1-12 359,-9 1 1,-2-1 1123,7-7 1,-1 3 405,-9 9 1529,6 71-1170,-1-19 0,2 1-1079,2 10 0,5-9 360,29-28-1260,-16-28 1,-5-12-284,-12 6 1,-4-4 0,1 1 623,5 0 1,1 1 0,-4 1 0,-9-3 0,0 5 0,13-4 0</inkml:trace>
  <inkml:trace contextRef="#ctx0" brushRef="#br1" timeOffset="-125460.73">2469 14513 7533,'-9'0'3276,"1"6"-2235,16 6-1041,-6 8 0,5-1 0,-7-1 0</inkml:trace>
  <inkml:trace contextRef="#ctx0" brushRef="#br1" timeOffset="-125195.73">2469 14724 0,'-17'18'3276,"7"1"0,2 12-1389,8 0-479,8 1-1497,-6-2 768,14-16-589,1-25-1439,0-11 0,2-6 1349,0 4 0,-1-1 0,-3-8 0,-3 1 0,4-5 0</inkml:trace>
  <inkml:trace contextRef="#ctx0" brushRef="#br1" timeOffset="-124044.73">2716 13720 7533,'-19'0'3276,"42"-6"0,18-6-2865,1 5 1,3 0-2051,-4-2 1,-2 1 1602,10 1 1,-2 7 0,-37 6 0</inkml:trace>
  <inkml:trace contextRef="#ctx0" brushRef="#br1" timeOffset="-123894.73">2805 13906 7533,'-36'32'3276,"17"-13"0,50-19-1638,4-5 0,5-4-1627,-2-1 0,2 1 0,6 2 0,-2 2 0,1-1 0</inkml:trace>
  <inkml:trace contextRef="#ctx0" brushRef="#br1" timeOffset="-119745.73">3598 13137 7263,'-17'-13'3238,"-1"-4"-1349,-7 10-630,-19 6-540,20 14 1,1 8 0,-5 14 0,4 6-91,11-8 1,4 2-1,3 1-449,2-2 0,3 1 0,6-4-180,13 7 0,7-14-855,2-25 1,3-13-76,-1-7 1,1-7 0,-3-6 194,-7 1 0,-4-4 0,-1-3 0,-1-1 519,-2 2 0,0-1 0,-1-2 1,-2 0-1,0 1 103,-1-9 1,-1 0 0,-1 1-1,-2 1 675,-1 7 0,0 2 1,-2 1-1,0 3 382,0-22 1,-2 24 944,-7 72-1350,7-8 1,1 7 0,-1 3-518,-2 2 1,-1 3-1,-1 2 1,2-2-756,1 0 1,1-1 0,0 0 0,3-3-258,2 7 1,1-3 0,1-5 413,-1-3 0,4-8 1,24-8-1,-15-29 0</inkml:trace>
  <inkml:trace contextRef="#ctx0" brushRef="#br1" timeOffset="-119295.73">4128 12679 7533,'-36'-7'3276,"-7"24"-1638,24 4 0,1 7-1047,-5 11 1,3 5-367,8 3 0,4 1-135,-2-1 0,4-2 45,12-6 0,4-4-180,-1-9 0,2-1-1594,2 6 1,1-4-1375,12-3 4242,-17 21-1319,-9-19 859,-9 1-1218,-17 1-361,-1-19-89,7-15 3571,4-15-3347,21-5 1,6-1-316,9-9 334,-3 11 1,1 3-1,9 3 1,-1 1 0</inkml:trace>
  <inkml:trace contextRef="#ctx0" brushRef="#br1" timeOffset="-118710.73">3581 13646 7533,'-20'0'2968,"4"0"308,56 0-705,1 5-1897,-9-5 1,9-2-1,2-2 1,-2 1-975,0-1 0,-2-1 1,2 0-521,-2 0 1,1 0 0,0 0 0,-2-1 673,2-2 0,-3 0 0,-4 1 0,16 0 0,0 2 0</inkml:trace>
  <inkml:trace contextRef="#ctx0" brushRef="#br1" timeOffset="-117928.73">3722 14043 7533,'-35'19'1638,"16"6"0,2 1-652,-10 0-626,16 6 0,4-1-180,-1-9 584,4 3 1,0 1-135,3 3 46,1 14-406,17-18-831,-5-13-114,14-18 1,3-10-1125,-4-18 959,-3 4 0,3-6 1,-5 1-151,-7-3 0,-5-1 840,1 4 0,0-1 0,-3 0 120,-4 0 0,-3 1 0,0 3 124,1 3 1,0-1 834,-2-6 1,-1-3-1,0 7-119,1 4 1798,-6-17-2248,8 50 539,0 42-539,0-15 0,0 2-469,0-1 0,0 2 1,0 2 78,3 9 0,0 2 0,-1-3-24,-2-1 0,2-1-786,7-2 1,3 2-1,-1-7-509,2-1 1349,7-15 0,1-4 0,-1 1 0,5-10 0</inkml:trace>
  <inkml:trace contextRef="#ctx0" brushRef="#br1" timeOffset="-114660.73">4092 13819 8162,'-17'-12'3276,"7"5"-2324,2 1 127,-8 23-899,5-2 494,2 12 1,0 4-495,-7 6-234,14-5 1,2 5-1,0-2 459,-4-3 0,0 0-91,2 16 1,4 1-240,9-8 0,2-4-30,-7-12 0,2-2-225,10 2 0,5-9-90,2-14 1,1-9-91,-5-6 0,-1-5 90,11-10 0,-3-7 120,-16 0 0,-4-5 1,-1 1-81,4-9 1,-4 0 349,-7 8 0,-3-1 0,-2 2 374,-8-9 1,-2 5-360,6 17 0,-3 3 586,-7-6 0,-1 6-991,-8 11-1055,7 10-1952,-18 32 2621,35 11 1,-1-16-1,2 1 1,13 15 0</inkml:trace>
  <inkml:trace contextRef="#ctx0" brushRef="#br1" timeOffset="-114445.73">4110 13993 7533,'-10'7'3276,"2"4"0,32 18 0,-3 0-1939,0-1 1,1 3-2373,0 2 1,0 1-451,-3-3 1,-1-1 1385,0 4 0,-1-2 1,9 11-1,-9-6 1</inkml:trace>
  <inkml:trace contextRef="#ctx0" brushRef="#br1" timeOffset="-113529.73">4586 13584 9691,'-12'0'510,"14"5"0,26 2 0</inkml:trace>
  <inkml:trace contextRef="#ctx0" brushRef="#br1" timeOffset="-112445.73">4886 13039 7533,'-26'-6'3276,"7"5"-1965,-14 12-772,17 12 1,4 7 135,-3 8 0,3 3-91,0 6 1,6 1-495,6-11 0,8-5-675,11-12 1,5-10-406,8-23 1,1-14 359,-5-1 0,0-6 1,-4-4 53,-7 0 1,-3-4 0,-2-2 0,0-2 557,-2 4 0,-1-3 0,0 0 0,-2-1 0,-1 1 54,-2-1 0,-2 0 0,0 0 0,-2 1 0,2 1 211,0-3 1,0 1-1,0 1 1,0 4 471,0-9 1,-1 4-1,-4 22 1620,-5 26-1665,1 37 1,4 22-563,-1-20 1,-1 5-1,0 2 1,1 1-564,1-3 1,1 2-1,0 1 1,0-1-1,2 0-205,0-5 1,0 0-1,1 0 1,1-2 0,2-2-438,6 13 1,2-3 0,2-7 819,3 0 1,5-14 0,21-22 0,-17-20 0</inkml:trace>
  <inkml:trace contextRef="#ctx0" brushRef="#br1" timeOffset="-112129.73">5380 12605 7533,'-18'37'546,"1"1"0,-1 0 0,7-2 0,1 3 0,2 1 0,0 0 273,-1 3 0,1 2 0,2-1 0,3-1 0,4-2 0,1 0 0,3-1 0,3-5-516,6 16 0,9-17-393,11-34 0,3-16-240,-11-7 0,-2-9 0,-2-3-218,-5 2 1,-2-3 0,-2-2 0,-3-1 434,-2-1 1,-2-1 0,-3 0 0,-2 1-308,-4-8 0,-3 1 0,-5 4-710,-9-5 0,-5 8-509,3 17 1,-1 10 1659,-4 21 1,11 19-1,16 3 1</inkml:trace>
  <inkml:trace contextRef="#ctx0" brushRef="#br1" timeOffset="-111979.73">5362 12852 7533,'8'43'3276,"-6"-4"-1638,9-16 0,2 2-1451,-4 2 0,1 1-1492,7 7 1,1-1 1304,-4-7 0,0-1 0,-1 2 0,-1-3 0,6 0 0</inkml:trace>
  <inkml:trace contextRef="#ctx0" brushRef="#br1" timeOffset="-111662.73">4886 13386 7533,'-35'12'3276,"15"6"0,51-5-1638,14-5 0,8-3-1285,-17-4 1,3-1 0,1 0 0,0-1-643,4 0 0,1 0 0,1-1 0,-2-1-94,-4-1 1,1 0 0,-2-1 0,-1 0-711,8-1 1,-1 0 0,-4-1 828,2-2 1,-4-1 0,-4 1-1,-3 0 1,3-4 0</inkml:trace>
  <inkml:trace contextRef="#ctx0" brushRef="#br1" timeOffset="-110979.73">5133 13856 7533,'-35'-12'3276,"-8"27"-1638,22 4 0,4 6-687,2 12 1,3 4-413,1 0 1,6 0-495,10-7 0,6-6-944,16-9-316,0-35 1,-1-15 494,-8 0 1,-2-5-1,-3-4 342,-2 3 1,-2-2 0,0-2 0,-2 0 354,-1-4 1,-2-1 0,0 0 0,-3 2 381,-2-3 1,-3 1 0,1 4 764,5-11 1,-6 21 1033,-11 43-1798,10 16 0,7 13 0,-1 3-248,-3-5 1,0 2-1,-1 2 1,2 1-518,0 6 1,0 2 0,1-1 0,2-1-416,2-7 1,1-2 0,1-1 0,2-3 644,3 1 1,2-4 0,1-3-1,1-1 1,1-6 0,15-5-1</inkml:trace>
  <inkml:trace contextRef="#ctx0" brushRef="#br1" timeOffset="-110412.73">5309 13819 7533,'-9'-7'3276,"1"13"0,16 41-2145,-4-21 1,1 3-997,3 11 0,2 0-540,2-13 0,1-3-1574,7 6 630,13-41 899,-21-22 630,12-1 3096,-22 5-885,13 50-1222,3-3-719,17 7-495,-16-37 0,-1-10-1035,1-4 1,-2-3-560,-3-14 1,-3-1 1322,-6 14 0,0 2 0,11-19 0,-7 23 0</inkml:trace>
  <inkml:trace contextRef="#ctx0" brushRef="#br1" timeOffset="-110162.73">5697 13894 13919,'8'26'-750,"-6"3"1,6-10-1</inkml:trace>
  <inkml:trace contextRef="#ctx0" brushRef="#br1" timeOffset="-109962.73">5733 14141 7533,'-18'24'3276,"8"13"0,2 9-2453,16-2-3161,10-20 2338,17-29 0,-13-10 0,1-15 0</inkml:trace>
  <inkml:trace contextRef="#ctx0" brushRef="#br1" timeOffset="-105879.73">4092 12642 7533,'-10'-6'3276,"-5"5"0,13-5 0,-6 6-511,8 28-1506,-10 7 0,-4 8-570,5-1 1,0 4 0,-2 0-374,-1-8 0,-2 1 0,-1 0 0,3-1 223,1 10 1,2-2 0,0-3-271,-6 0 1,6-6-270,25 4 0,11-29 0,18-12 0,-15-2 0,1-3-1639,0 0 1,1-2 982,4-2 1,-2 0-1,6-5 1,-9-4 0</inkml:trace>
  <inkml:trace contextRef="#ctx0" brushRef="#br1" timeOffset="-105428.73">4145 12605 9602,'-8'4'3276,"-9"31"-1638,4 0 0,-2 6-546,-1-2 0,-2 3 0,1 1-462,5-6 1,1 1 0,0 0 0,-2-1-92,-7 10 1,-2-2 0,3-2-31,7-6 1,2-1 0,3-4 465,3-1 0,8-8-256,33-11-610,-3-15 0,3-6-1504,4-1 1,-2-1 359,-10 2 1,-1-1-605,11-3 1,-5 4-1639,-19 6 2457,24-8 1,-29 5 0,8 0 0</inkml:trace>
  <inkml:trace contextRef="#ctx0" brushRef="#br1" timeOffset="-104979.73">4092 12629 6543,'0'-30'3276,"0"9"0,-8 3-1193,-1 57-1408,0-7 0,0 8-334,1-5 1,-1 6 0,0 3 0,1 0 0,1-6-472,1 1 0,1-4 1,0 4 326,-1 0 1,-2 6 0,1 0 0,0-4 0,4-8 702,3 13-270,1-10 1,6-7-1,10-16-2879,26-31 765,-16 7 0,1 0 843,4-5 0,-1 1 0,14 3 0,-12 6 0</inkml:trace>
  <inkml:trace contextRef="#ctx0" brushRef="#br1" timeOffset="-104295.73">4092 12629 8252,'-37'28'1638,"19"-6"0,3 7-546,4 6 0,4 5 0,-1 1-848,-1-1 1,0 0 0,0 4 114,-2 2 1,0 4 0,-1 0 0,3-5-134,0-5 1,2-4 0,1 1 222,-2 3 1,0 0 0,8-9-270,26-2-1819,2-26 1,5-6 1169,8 1 1,0-2 0,-7-2 0,-1-1 0,-5 1 0,0 0 0</inkml:trace>
  <inkml:trace contextRef="#ctx0" brushRef="#br1" timeOffset="-85878.73">3122 12605 4212,'-20'0'3149,"-3"11"-392,21 2-1858,-3 16 1,-1 12-1,1 2-360,3-2 1,2 2 0,0 3 0,0 3-812,1-7 0,-1 2 0,1 2 0,0 2 0,0 1 1,1 1-1,0-1 260,1-1 1,1 1 0,0 1 0,0 0-1,1 0 1,0 0 0,0 0 0,0-2 28,0-2 1,0-1 0,1 0-1,-1 0 1,1 0 0,0-1-1,1 1 1,1 0-153,0 1 0,2 2 0,1 0 0,0 0 0,1-1 0,-1-2 0,0-2 1,-1-3-631,3 10 0,0-4 1,-1-3-1,1 0-55,0-1 1,1 2 0,-1-5 0,-2-8 437,4 7 1,-15-38 0,0-21-1</inkml:trace>
  <inkml:trace contextRef="#ctx0" brushRef="#br1" timeOffset="-85144.73">3104 12679 0,'0'-37'1140,"8"-6"498,18 20 0,5 2-172,-7 1 1,5 1-950,9 4 0,10 0 0,1 1 1,-4 1-14,-5 0 0,-4 2 0,4-1-504,4-1 0,4-1 0,0 0 0,-2 1 22,-7 4 1,-2 1 0,-1 0-1,-1 2 228,1-2 0,-1 2 1,0 0-221,8 1 0,1 1 0,-6 2 1608,-8 4 0,-3 2-1066,8 3 1,-3 3-383,-3 17-10,-3 0 0,-3 5-45,-11-6 0,-2 2-45,5 3 0,4 4 0,-4-1 20,-4 3 1,-1 0-81,3-2 0,1 1 0,1 1 60,-1-1 0,0 0 0,1 2 0,-3-2 0,-1 1 0,1 1 0,0 0-288,1 2 1,1 0-1,0 1 1,-2 3 316,-5-4 1,0 2 0,-1 2 0,-1 1 0,0-1 0,0-3-30,1 1 0,-1-3 0,0 0 0,0 1 0,-1 3 30,0 3 0,-1 4 0,0 1 0,-1 0 0,1-2 0,0-4 14,1 2 1,1-3 0,0-1 0,-1 2-635,-2-4 0,0 3 1,0-1-1,0-1 1,-1-4 469,3 3 0,-1-3 0,-2 0 0,-2 0 0,-3 0 0,1 0-1063,3 3 1,0 0 0,-1-4-547,-4-6 1,2 0 545,2 3 1,1 3 0,1-7 272,-1-1 1,-8 7 0,-2-18 0</inkml:trace>
  <inkml:trace contextRef="#ctx0" brushRef="#br1" timeOffset="-84894.73">3545 14873 0,'-31'-3'1638,"0"0"0,9 2-546,41 2 0,23 1 0,3 0-273,-3 1 0,4-1 0,3 0 0,2 0-273,-7-1 0,3-1 0,1 1 0,1-1 0,1 0 0,-2-1-558,2 0 1,1-1-1,0 0 1,0 0 0,-2-1-1,-3-1-644,-2 0 1,-2-1-1,-2-1 1,0 0 0,-2 1 245,3 0 0,0 0 1,-3 0-1,-5 1 1,3 0-1,-5 3 0,4 7 1</inkml:trace>
  <inkml:trace contextRef="#ctx0" brushRef="#br1" timeOffset="-24862.73">4092 14786 7533,'-19'11'3276,"3"3"-1856,13 16 0,6 9-1001,1-5 1,2 3 0,0 5-950,-2-4 1,-1 5-1,1 2 1,0 1-1,0 2 632,0-7 1,0 1 0,0 2 0,0 1 0,0-1 0,0 1 0,0 0 102,0 0 1,0 1-1,0 0 1,-1 1 0,1-1-1,-1-1 1,0 1 33,0 4 1,-2 2 0,1-2 0,-1 0 0,0-1 0,1-3 165,0-1 1,0-1 0,-1-2-1,1-2 1,-1-3-436,0 6 0,-1-4 0,-1-3-604,-3 4 1,0-8-2644,2-7 0,-22-53 1106,21 2 2381,-5-7 0,0-4 1,4 11-1,0 1 1,-1-6-1,0 0 1</inkml:trace>
  <inkml:trace contextRef="#ctx0" brushRef="#br1" timeOffset="-24545.73">4092 14811 7533,'-39'-7'1092,"0"0"0,-2 15 0,1 6 13,-1 5 1,2 4-1871,3 2 0,17-4-2023,33-14 3103,18-20 0,10-8 524,0 7 1,5 1-1,0 4 253,-4 4 0,-1 5 0,0 5-468,0 8 0,-1 8 0,-4 3-1016,-8 3 0,-3 4 0,-1 0 0,7 8 1,-1-1-1,-6-5 0,1-1 0</inkml:trace>
  <inkml:trace contextRef="#ctx0" brushRef="#br1" timeOffset="-23228.73">3810 17277 7533,'-27'-6'3276,"1"0"0,16 6-564,34 0-4061,4 1 0,7-2 1349,-4-2 0,4-1 0,-2 0 0,14 0 0,-1 0 0,-4-5 0,0 0 0</inkml:trace>
  <inkml:trace contextRef="#ctx0" brushRef="#br1" timeOffset="-22678.73">4586 16720 7533,'-25'2'1092,"-1"1"0,2 9 0,1 5 546,-5 9 0,3 4-1361,8 10 0,7 3-187,6 6 0,8 1 29,2-17 1,4 0 0,1 1-133,5 2 1,3 1 0,-1 0 132,-2-2 0,0 1 0,-1 0-120,2 3 0,-1 0 0,-6 0 361,-8-5 1,-4 0-1,-4-1-271,-5 10 0,-7-5-270,-11-9 0,-5-8-180,6-13 1,1-10-631,-8-29 585,35 3 1,8-2-226,5-3 0,3 3 540,2 6 0,2 3-989,4 2 0,1 4 1079,12 1 0,0 2 0,-4 6 0</inkml:trace>
  <inkml:trace contextRef="#ctx0" brushRef="#br1" timeOffset="-9778.73">5080 12171 7533,'-33'-7'719,"3"-4"-44,-2 11 0,-2 4-271,9 0 1,1 4 449,-15 12 1,1 8-466,18-2 1,2 4 0,1 1-525,-2 8 1,2 3 0,0 3 381,5-5 0,0 3 1,2 1-1,1 1-277,3-5 0,2 2 0,0 0 0,1 1 0,1 1 156,-1 3 0,0 1 0,1 1 0,1 0 0,2 1-347,1-4 1,1 1 0,2 0 0,0 1 0,0-2 0,0-2 220,0 2 0,0-3 0,0-1 0,2 2 0,1 2 77,1-3 0,1 3 0,2 2 0,1 0 0,0-1 1,0-2-1,-1-2-264,1 1 0,0-3 0,1-2 0,0 2 0,1 1 202,1 3 0,1 3 0,1 0 0,0 0 0,0-1 0,-1-4 167,1 4 1,-1-3-1,1-2 1,1-1 64,3 0 0,2-2 1,0-1-1,-2-4-157,3 8 0,1-4 150,4-6 0,4 0 0,0-5-90,6-4 0,2-5-270,-5-4 0,2 0 1,1-4 59,-1-1 0,0-2 0,-1-6 90,-5-5 0,0-5 0,-1-7-30,1-9 0,0-7 0,-2-4 0,-3 1 250,-1-5 1,-4-1 0,0-6-251,-7 11 0,1-3 0,0-2 0,-1-2 0,-2 0 0,-2 1 53,-3-4 0,-2-1 1,-3 0-1,0 0 1,-1-3 110,0 3 1,0-1 0,-2-2 0,0 0 0,0-1 0,-2-2-204,0 9 0,-1-2 0,-1-1 0,0 0 0,0 0 0,-1-1 0,-1 0 0,1 1 95,-2-2 0,1 1 0,-1-1 0,0 0 1,-1 0-1,0 0 0,-1 0 0,0 0 74,0 5 0,-1-1 0,0 1 0,0 0 0,-1-1 0,0 2 0,-1-1 0,0 1 0,-1 1-94,0-2 0,-1-1 0,-1 2 1,0-1-1,0 2 0,-2 0 0,1 1 1,-2 2 157,-4-7 1,-2 1 0,0 1 0,-1 3 0,-1 0 0,0 3 69,-2-1 1,-1 2 0,0 1 0,-1 4 0,-2 3-175,-7-1 0,-1 4 0,-1 5 0,0 5-630,-8 4 0,-1 8 1,3 8-554,1 10 1,2 8 0,5 4 763,10 0 0,4 3 0,4 2 0,5 3 1,4 2-1,5-1 0,11 8 0,0 0 0</inkml:trace>
  <inkml:trace contextRef="#ctx0" brushRef="#br1" timeOffset="31421.27">22948 9965 7533,'-17'-7'1349,"-17"-4"1080,-11 20-2070,18-7 1,-1 4 59,2 12 1,0 6 0,2 4 0,1 4 0,2 3 0,0-1-1513,2-3 1,0-1 0,2 0 537,1 4 0,2 0 1,3-4 1274,1 18 114,13-19 1,2-1-655,7 13 381,13-7-921,9-28-180,2-29 1,4-15-151,-8 4 1,0-6-1,-2 0-22,-1 2 0,-1 0 0,0-4 388,-8 5 0,1-4 0,-1-2 0,-2 0 1,-1 0 143,-5 3 0,-2 0 0,-1 0 0,-1 0 0,2-1 180,1-2 0,0-1 0,1 0 0,-1 0 0,-2 2 292,1-6 1,0 1-1,-2 2 1,-2 5 246,2-15 1,-8 23 2736,-24 48-2184,13 13 0,3 12 0,-2 2-437,-1-8 0,-2 2 1,-1 1-1,1 2 0,3 1-842,1 7 1,2 1 0,2 2 0,0 0 0,0-2-336,-2-2 0,0 0 1,0-1-1,3-2 1,5-2-572,9 10 1,6-3 0,-1-7 545,-5-1 1,6-12 0,11-21 0,3-10 0,-3-12 0</inkml:trace>
  <inkml:trace contextRef="#ctx0" brushRef="#br1" timeOffset="31770.27">23495 9482 7533,'-26'16'819,"-1"-1"0,5 12 0,2 6 0,1 5 0,5 2 0,2 4 0,1 3 0,1-1-164,1-6 0,0 0 1,1 1-1,2-1 0,3-1-695,4 5 1,3 0 0,4-4 0,3-6-321,9 6 0,9-18-70,1-26 1,4-16 0,-2-5-21,-4-11 0,-3-9 0,-4-2 112,-4 5 1,-1-3 0,-4-1 0,-4 3 37,-5-7 0,-5 1 1,-7 6-466,-10-9 1,-9 18 764,-7 36 0,-2 14 0,7-2 0,5 6 0,4 16 0,1-1 0</inkml:trace>
  <inkml:trace contextRef="#ctx0" brushRef="#br1" timeOffset="31904.27">23424 9853 7533,'-4'40'1092,"-1"0"0,2 3 0,6 1 0,5-10 0,4 2 0,1-2-1495,-1 0 1,1-2 0,1-1 0,9 8 0,-1-2 0,-5-11-1,0 0 1</inkml:trace>
  <inkml:trace contextRef="#ctx0" brushRef="#br1" timeOffset="32254.27">22490 10820 9781,'43'0'327,"1"1"1,0 0 0,0-1-1,0 1 1,-3-4 0,1-1-1,0-1 1,1-1 0,0 0-1,1-1 141,-2 0 0,2-1 0,0 0 0,1-1 0,-1 0 0,0 0 0,-1 0-1015,2 0 1,0 0 0,-1 0 0,-1 0 0,-1 0 0,-3 0 426,7-2 0,-3 0 0,-2 1 0,-4 2 0,9 4 0,-8 3 0,-4 1 0</inkml:trace>
  <inkml:trace contextRef="#ctx0" brushRef="#br1" timeOffset="32937.26">22895 11068 7533,'-31'8'1092,"0"0"0,2 11 0,5 5 283,3 9 0,6 4-925,6 0 0,9-2-270,8-5 0,9-11-540,12-25 0,5-15-360,-6-1 1,0-4-1,-2-5 100,-4 0 1,-1-3-1,-1-2 1,-3-1 281,-1-1 1,-2-1 0,-1-1 0,-3 2 816,2-5 1,-3 2 0,-4 2 779,-5-13 0,-8 19 1260,-4 37-1710,-5 26 1,1 16-630,9-4 0,5 6 0,-1 1-808,-2-10 0,0 1 1,0 1-1,4-3-465,6 9 1,4-3 0,1-2 812,3 5 0,3-9 0,22-8 0,-5-26 0</inkml:trace>
  <inkml:trace contextRef="#ctx0" brushRef="#br1" timeOffset="33321.26">23248 11006 7533,'-27'11'3276,"9"25"-1638,16-11 0,4 2 0,4 8 0,6-1-1830,3-8 0,5-7-1067,25-12 89,-21-27 1,-3-9 1034,-2 1 1,-3-1 1168,-4-5 0,-6 13 675,-6 32 810,6 19-2249,4 9-1080,33-50-180,-23-12 1,-1-6 449,4-1 1,-3-1-1035,-10 2 0,-2 4 1574,0 7 0,-1 13 0,3 5 0</inkml:trace>
  <inkml:trace contextRef="#ctx0" brushRef="#br1" timeOffset="33471.26">23707 11142 7533,'-26'36'3276,"14"2"-1638,3-8 0,3 1-1092,8-5 0,4 0 0,1 0 0,3-2 0,18 12 0</inkml:trace>
  <inkml:trace contextRef="#ctx0" brushRef="#br1" timeOffset="33854.26">24201 10497 7533,'-38'-26'3276,"29"3"0,52 10-1638,-5 7 0,6 0-2696,-8 3 1,1 1 0,-2 0 961,3-1 1,-2 1 0,-5 1 0,-5 2-1,-8-1 1</inkml:trace>
  <inkml:trace contextRef="#ctx0" brushRef="#br1" timeOffset="33987.26">24236 10671 7533,'-19'19'1638,"1"-1"0,39 3 0,9-13 0,7-5-1266,-5-4 1,3-1 0,0-2 0,10-2 0,-2 0 0,-14-1-1,1 1 1</inkml:trace>
  <inkml:trace contextRef="#ctx0" brushRef="#br1" timeOffset="35071.26">25118 10076 7533,'0'-31'1079,"0"0"0,1 2 1,-2 2 539,-15-12-180,-11 32-989,4 30 0,1 13-151,1 0 1,0 4 0,2 4-464,5 0 0,2 2 1,1 3-1,1-1 344,2-9 0,0 1 0,1-1 0,0 1 0,2-1-135,-1 10 0,1 0 0,1-1 0,3-2-186,2 4 0,2-2 1,1-3-70,-1-8 0,2-1 0,-4-4-1139,-1-1 0,-5-6-1928,-23-1 2769,-3-31 1,-10-12-1,23-6 1</inkml:trace>
  <inkml:trace contextRef="#ctx0" brushRef="#br1" timeOffset="35204.26">24694 10572 8612,'34'-26'1259,"-10"12"1,5 4-1260,14 5 0,2 3 0,-14-1 0,-1 1 0,2 2 0,0 0 0</inkml:trace>
  <inkml:trace contextRef="#ctx0" brushRef="#br1" timeOffset="35371.26">25153 10758 7533,'-18'23'1092,"1"1"0,5 3 0,4 4-167,2 11 1,4 2-926,6-4 0,2-3 0,-1-7 0,0-3 0,3 7 0</inkml:trace>
  <inkml:trace contextRef="#ctx0" brushRef="#br1" timeOffset="35871.26">25647 10089 7533,'-27'-7'3276,"-7"29"-1638,12 14 0,1 12-819,9-13 0,0 4 0,1 2 0,-1 1-638,1-5 0,-1 1 1,0 1-1,2 1 1,2-1-700,3 8 1,2 2 0,4-2 0,2-3-576,4-1 1,3-3 0,3-5 723,5-1 1,5-9 0,2-13 0,-1-7-1,-7-5 1</inkml:trace>
  <inkml:trace contextRef="#ctx0" brushRef="#br1" timeOffset="36204.26">25912 10175 7533,'-36'11'3276,"9"19"-1638,10-1 0,0 5-1137,-1 3 1,1 3-1087,5-2 1,3-1 134,2-5 1,6-3 718,20 8 271,17-12-90,-9 4-270,-25 8-360,-13-9 0,-5 1-1394,-7 3 0,-1-1 1574,4-8 0,2-1 0,-5 13 0,23-23 0</inkml:trace>
  <inkml:trace contextRef="#ctx0" brushRef="#br1" timeOffset="36370.26">26017 10733 7533,'-9'29'3276,"1"4"-2457,8 17 0,0-17 0,0-4 0</inkml:trace>
  <inkml:trace contextRef="#ctx0" brushRef="#br1" timeOffset="36754.26">26264 10423 7533,'-43'-1'1638,"19"17"0,3 8 0,5 7 0,3 4 0,-2 4 0,6 0-1785,13-1 0,8-10-1022,15-25-630,11-36 899,-15-5 1,-3-5 899,-9 3 0,-3 1 1259,4 3 1,-8 10 539,-12 25 719,14 41-2248,-2-8 0,2 1-1909,6-1 1,3-2 1232,2-7 0,2-4 0,8 1 0,-2-9 0</inkml:trace>
  <inkml:trace contextRef="#ctx0" brushRef="#br1" timeOffset="36937.26">26582 10175 12030,'9'33'819,"-1"0"0,1 0 0,1 1 0,-3 3 273,-3 5 0,-4 3 0,0 1-1454,-1-8 0,0 0 1,-2 1-1,-2-2 362,-5 8 0,-3-1 0,-1-2 0,0-10 0,-1-1 0,-1-2 0,-6 4 0,1 0 0</inkml:trace>
  <inkml:trace contextRef="#ctx0" brushRef="#br1" timeOffset="39204.26">17533 12407 7533,'-43'0'180,"21"0"-90,-9 0 899,21 0 270,32-12-944,5 5 0,8 1-255,8-1 0,5 0 0,3 1-483,-7 1 1,2 1 0,2-1 0,2 1 362,-10 2 0,1 0 0,1 0 0,1 0 0,0 0 1,1 0-272,2-1 1,0 1 0,1-1 0,0 0-1,1 0 1,2-1 408,-8 1 1,0-1 0,2 1 0,0-1-1,0 0 1,1 0 0,0-1 0,0 2-1,2-2 1,1 1 0,1 0-1,-1 0 1,1 0 0,0 0 0,1 0-1,0 0-28,-4 0 0,1 0 0,0 0 0,0 1 0,1-1 0,-1 0 0,1 1 0,-1 0 0,1 0-252,0 0 1,0 1-1,0-1 1,0 1-1,0 0 1,0 0 0,0 1-1,1-1 1,-1 1 211,1 0 0,1 0 0,0 0 0,0 0 0,0 0 0,-1 1 0,1 0 0,0 0 0,-1 0 9,-1 0 1,-1 0 0,1 0 0,-1 1 0,0 0 0,0 0 0,1-1 0,-1 1 0,1 0 0,1 0 0,1-1 0,0 1 0,0 0 0,0 0 0,-1 0 0,1-1 0,0 1 0,-1 0 10,-1 0 0,-1-1 0,0 1 0,0 0 0,0 0 0,0 0 0,0-1 0,1 1 0,-1 0 0,2 0 0,1-1 0,0 1 0,0 0 0,0 0 0,0 0 0,-1-1 0,1 1 0,-1-2 40,-1 1 0,0-1 0,-1 0 0,1 0 0,-1-1 0,0 1 0,1-1 0,-1 1 0,0-1-121,1 1 0,-1 0 1,0-1-1,0 1 1,0-1-1,0 1 1,0-1-1,0 1 1,0-1 90,-2 0 0,0 0 0,1 0 0,-1-1 0,0 1 0,-1 0 0,1 0 0,-1-1 0,0 1-159,4 0 0,-1 0 0,0-1 1,0 1-1,-1 0 0,0 0 1,0 0-1,0 0-151,3 0 0,0 0 0,0 0 0,-1 0 1,0 0-1,-1 1 0,0-1-277,4 1 1,1-1 0,-1 1 0,-1 0 0,-1 0 0,-4 0 458,5 1 0,-4-1 0,-1 1 1,-2 1-1,8 2 0,-3 1 1,-6 2-1,-11 3 0,-1 1 1</inkml:trace>
  <inkml:trace contextRef="#ctx0" brushRef="#br1" timeOffset="60071.27">5556 14563 0,'-35'12'3276,"15"-5"0,5-1 0,46-6 0,16 0-1638,0 0 0,2 0-1486,-14 0 0,-1 0 367,13 0 1,-4 0-610,-12 0 1111,5-3 1,1 0-4299,-4 2 925,10-4-925,-27 10 2457,-16 2 1,0 11 0,0 1 0</inkml:trace>
  <inkml:trace contextRef="#ctx0" brushRef="#br1" timeOffset="61137.27">4868 17228 10051,'10'-7'-1169,"6"-4"2158,-14-1 810,-10 3-1259,-4 15-540,-5 4-540,17 7-89,17-22 359,3-9 540,-3-16 629,-9 9 1,-23 20-361,3 16-988,2 11-541,20-19 990,9-15 180,-1-17 90,-10 11 719,-24 9-719,12 6-180,-19 10 0,21-4 0,-6 0 0,8-2-90,0-5 90,0 0-1079,-16-5-2288,12 9 3264,-11-3 0,30 17 0,5 2 0</inkml:trace>
  <inkml:trace contextRef="#ctx0" brushRef="#br1" timeOffset="61804.27">4886 17030 10951,'12'36'-203,"-1"1"1,3-7 0,1 1-1,2 0-637,0-2 1,3 0 0,-1-2 839,12 13 0,-1-6 0,-12-13 0,-1-6 0,9-4 0</inkml:trace>
  <inkml:trace contextRef="#ctx0" brushRef="#br1" timeOffset="62004.27">5168 16992 7533,'-35'-1'3276,"-8"24"-3584,13-5 353,13 13 0,1 0-495,-2-11 360,10 6 0,-1 4-450,-3-8 1,-2 0-541,1 10 1,-1-1 1079,0-7 0,0-1 0,-11 17 0,7-27 0</inkml:trace>
  <inkml:trace contextRef="#ctx0" brushRef="#br1" timeOffset="62138.27">4815 17277 8342,'-9'-20'3276,"16"-8"-3790,19 20 1,7 2-72,4-3 1,3-1 584,5 4 0,0 0 0,-9 0 0,-4 1 0,12-2 0</inkml:trace>
  <inkml:trace contextRef="#ctx0" brushRef="#br1" timeOffset="62955.27">5768 16397 7533,'-27'-7'1092,"1"1"0,-5 2 0,1 8 546,6 10 0,1 7-957,-4 14 1,3 10-547,14-9 0,3 5 0,2 3 0,0-1-336,-2 4 1,0 2 0,0 0 0,2 0 290,2-6 0,1 1 0,1 0 0,-1-1 0,1-3-68,-2 0 1,0-2-1,1-2 1,2 0 66,1 5 1,2-2 0,1-2-45,0 7 0,1-1-135,-1-10 0,0 0 1,-2 1-129,-2 1 1,-3-1 0,-2-2-1422,-5 7 1,-7-8-1,-12-14 1,-3-9 1246,-9-18 0,11-9 0,3-5 0,13 2 1,1 0-1</inkml:trace>
  <inkml:trace contextRef="#ctx0" brushRef="#br1" timeOffset="63104.27">5256 17191 13199,'26'-10'1124,"-1"0"1,7-7-2764,14 7 1,4 2 536,-23 1 1,1 0 441,7-1 0,4 0 1,-4 0 479,-5 2 0,-3-1 1,7-4-1,-1-2 1,12-6-1</inkml:trace>
  <inkml:trace contextRef="#ctx0" brushRef="#br1" timeOffset="63438.27">5803 17426 8342,'-19'0'3276,"3"0"-4483,24 0 1207,2 11 0,-1 3 0,-1 11 0</inkml:trace>
  <inkml:trace contextRef="#ctx0" brushRef="#br1" timeOffset="63587.27">5803 17649 7533,'-17'33'3276,"7"2"-2055,2 6-4369,16 6 2492,3-24 1,3-1-1,8 7 1,11-23 0</inkml:trace>
  <inkml:trace contextRef="#ctx0" brushRef="#br1" timeOffset="64288.27">6262 16559 8072,'-26'34'1638,"8"4"0,1 8-546,6-7 0,2 4 0,0 3-1087,0-7 0,-1 4 0,1 1 0,1 0 1,2 0-60,4-3 0,1 1 0,1-1 0,3 0 0,1 0-602,3 1 1,2 2-1,1-1 1,2-3 0,1-4 290,5 6 1,3-6 0,3-5 0,3-7 0,4-4 0,-3-9 0,-2-14 0,-1-1 0</inkml:trace>
  <inkml:trace contextRef="#ctx0" brushRef="#br1" timeOffset="65938.27">6650 16757 7713,'-16'-13'3276,"-3"6"-1856,-6 19 0,-1 4-1060,-14 3-1,15 10 1,-2 9 0,5-3-405,8-7 0,2-1 105,-3 4 0,-1 2 0,8-2-870,17 1 1,6-3 359,6 11 45,12-10 1,1-2 314,-9 1-180,-5 2 0,-8 1 90,-30 4 180,5-6 0,-1-1 0,-6-1 0,4 0 0</inkml:trace>
  <inkml:trace contextRef="#ctx0" brushRef="#br1" timeOffset="66104.27">6809 17315 0,'-18'16'3276,"0"5"0,1 16-3637,12-10 0,0 0-2157,-11 3 2526,14 10 1,-6-22 0,8 1 0</inkml:trace>
  <inkml:trace contextRef="#ctx0" brushRef="#br1" timeOffset="66421.27">7003 16930 7533,'-33'12'1092,"1"0"0,-5 17 0,7 7 546,16 0 0,7 2-1901,3 0 0,8-4-1985,25 0 1483,5-46 0,1-12 2744,-2-8-1215,-10 6 1,-7 11 2384,-16 26-4049,8 17-739,4-6 1,2 0 1378,-1 4 0,19-9 0,-23-17 0</inkml:trace>
  <inkml:trace contextRef="#ctx0" brushRef="#br1" timeOffset="66621.27">7267 16670 15268,'15'31'655,"-1"0"0,0 1 1,0 1-1,-1 2 0,-2 1-578,-4 10 1,-4 3-1,-2 0-1170,-1-5 1,-2 0 0,-7-2 794,-6-7 0,-4 0 0,-2-2 0,-1-2 0,-2 2 0,-1-3 0,-2-1 0,-8 3 1,0 0-1,1-1 0</inkml:trace>
  <inkml:trace contextRef="#ctx0" brushRef="#br1" timeOffset="67621.27">25118 14402 485,'-28'-18'1638,"43"3"0,15 0-1092,-1 4 0,6-1 0,7 0 0,3 1 0,1 0 0,0 2-137,-2 1 1,1 1-1,2 2 1,1-1-1,1 1 1,2 1 0,1-1-1,0-1-136,-8 1 0,2 0 0,0 0 0,2-1 0,0 1 0,1-1 0,0 1 0,1 0 0,-1 0 0,1 1 0,-1 0 0,0 1-9,0 1 0,0 0 0,1 0 1,0 1-1,0 0 0,0 0 1,-1 1-1,1 0 0,0 0 0,-1 1 1,0-1-1,0 1-354,1 0 0,0 1 0,1-1 0,-1 2 0,0-1 0,-1 0 0,1 1 0,-1-1 0,-1 1 0,0-1 1,-1 1-239,1-1 0,-1 0 0,0 0 1,-1-1-1,0 1 0,0 0 1,-2 0-1,0 1 0,-2 0 1,-1 1-142,6 2 1,-1 0 0,-1 2 0,-1-1 0,-2 0 0,-2 0 0,-2-1 58,10-1 0,-2 0 1,-4-1-1,-6 3 1,6 6-1,-9 2 0,-8 5 1</inkml:trace>
  <inkml:trace contextRef="#ctx0" brushRef="#br1" timeOffset="77472.27">8978 17451 7533,'-19'-28'3276,"3"-10"0,16 33 0,0-16-1951,0 19 25,0-3 718,0 38-1409,-2-4 1,-1 7 0,0 1-270,2 0 0,0 2 0,1 2-421,1-2 0,0 4 1,1-1-1,2-2 121,2 2 0,3-2 0,3-4-675,12 7 1,5-14-586,-2-23 1,1-11 404,4-23 1,-3-15-56,-14 10 1,-1-4 0,-2-2 0,0 4 373,8-12 0,-3 2 536,-8 5 0,-1-1 0,1 22 3186,6 47-1946,-10 7 1,0 6-582,6-2 1,4 2-1,0-1-359,-1-1 0,0-1 0,5-6-121,15-1 1,3-15-114,-5-23 1,-1-12-127,-11-6 0,-3-7 0,-2-2-360,3-11 0,-3-4 0,-4-1-490,-9 12 1,-4-2 0,-1 0 0,2 3 350,3-5 1,1 3 0,-6 4 0,-15-3 0,-6 14 0,-3 26 0</inkml:trace>
  <inkml:trace contextRef="#ctx0" brushRef="#br1" timeOffset="78554.27">9931 17773 7533,'-28'-18'3276,"-5"5"0,13 0-474,3 8-4151,25 16 1349,19 2 0,2 7 0,5-3 0</inkml:trace>
  <inkml:trace contextRef="#ctx0" brushRef="#br1" timeOffset="78787.27">9931 17959 10591,'-10'28'1092,"0"-1"0,4 4 0,4 0-257,5-4 1,4-1-3894,19 16 3058,17-52 0,-12-7 0,-10-8 0,-1 1 0</inkml:trace>
  <inkml:trace contextRef="#ctx0" brushRef="#br1" timeOffset="79371.27">9984 16869 7533,'-28'-34'3276,"11"22"0,1 48-2055,10 10 1,2 6-1088,-1-7 1,0 0-495,3 7 1,4-7-990,8-20-1,23-61 540,-17 7 1,-2-3 1484,3-4 0,1 2 764,8 2 360,-17 52-630,-1 26-2698,-9-14 0,2-2-110,11-6 1,0-3 1040,-6 9 1,25-18-1,-21-6 1</inkml:trace>
  <inkml:trace contextRef="#ctx0" brushRef="#br1" timeOffset="79654.27">10266 17042 10501,'0'19'3276,"16"-6"-2594,3-13-1762,9-29-899,-11-6 2699,-32-3 2556,-23 36-1676,14 18 0,1 7-1375,2 8 0,7 3-1215,10-2 1,8-1-650,7-7 1,5-5 1265,22-12 1,5-16-1,-8-16 1</inkml:trace>
  <inkml:trace contextRef="#ctx0" brushRef="#br1" timeOffset="79987.27">10460 17005 15448,'0'36'3058,"0"-3"-4677,8-7-1439,17-32 1169,5-16 2789,-3-9 2158,-11 46 0,-16 15-2158,15 15-2250,13-43 810,-5-25 1,-1-11-1100,-2-7 1,-3-3 1464,-3 7 1,-2 2 0,-7 7-1,-3 5 1,-2 11 0</inkml:trace>
  <inkml:trace contextRef="#ctx0" brushRef="#br1" timeOffset="80538.27">11024 17699 13469,'44'3'655,"1"1"0,-9-8 1,3-3-1,3-2 0,1 1 0,0 1 0,3 0 1,0 0-1,1 0 0,1-1-1202,-7 1 1,1-2 0,1 1 0,-1 0 0,-1 0 0,-2 3-274,9-1 1,-2 2 0,-2 2 0,-3 1 363,-3 2 1,-2 2 0,-6 3 0,11 19-1,-33-7 1</inkml:trace>
  <inkml:trace contextRef="#ctx0" brushRef="#br1" timeOffset="80871.27">11501 17203 7533,'-27'1'1092,"1"-1"0,-9 22 0,1 11-273,12-5 0,0 3 0,1 3 0,-2 0-604,-3 3 0,-1 0 0,0 1 0,-1-1-58,1-1 1,0 0-1,0-2 1,0-4 934,-1-3 0,0-3 0,4-6 2184,-4-1-1055,72-21-2041,-15 3 0,6 3 0,1 2-570,7 5 0,3 5 1,0 2-431,-7-1 1,1 2 0,0 1 0,-2 0 454,4 4 1,-3 0 0,-1-1 0,-6-3 0,-3-2 0,-2 0 0,-2-2 0,-1 1 0</inkml:trace>
  <inkml:trace contextRef="#ctx0" brushRef="#br1" timeOffset="81620.27">12577 17327 7533,'-14'-30'1638,"0"1"0,-4-12 1638,26 79-2184,0-6 0,2 7 0,0 2-604,-3-5 1,0 2 0,0 0 0,1 1-457,3 2 0,2 2 1,0-2-1,-1-4 58,-1 1 0,0-3 0,4-8-535,14-8 1,3-13-590,1-23 0,-3-10 44,-6 1 1,-1 1 1034,0-3 0,-5 13 1349,-11 35 0,-4 12 244,4 5 0,2 3-533,3 12 1,9-14-791,8-35 0,5-15-315,-3-11 0,0-12 0,-3-4-472,-8 2 0,-3-3 0,-2-3 1,-1 1-349,1 1 1,-1-1 0,-2 1 0,-4 3 374,-3 2 1,-3 2 0,-1 3 0,-1 2 0,0 6-1,0 12 1</inkml:trace>
  <inkml:trace contextRef="#ctx0" brushRef="#br1" timeOffset="81837.27">13388 17724 7533,'-28'5'3276,"11"8"-796,17 17-5178,17 3 2698,3 10 0,-2-12 0,-10-1 0</inkml:trace>
  <inkml:trace contextRef="#ctx0" brushRef="#br1" timeOffset="82021.27">13353 18046 9602,'-4'32'1092,"0"0"0,5-1 0,4-1-1021,5 4 0,5-5-71,24-4 0,-12-25 0,-1-8 0,-4-8 0,-1 0 0</inkml:trace>
  <inkml:trace contextRef="#ctx0" brushRef="#br1" timeOffset="93371.27">13476 16955 7533,'-18'0'2608,"1"0"-629,-9 17-630,15 31-764,1-13 0,4 2-495,6 0 0,8-3-270,6-7 0,5-11-180,4-22 0,1-12-225,1-11 1,-3-6 269,-2 1 0,-7 0 540,-8-3 0,-10 4 674,-20 7-1618,-4 8-810,1 18 1529,28 1 0,20-6 0,15-9 0</inkml:trace>
  <inkml:trace contextRef="#ctx0" brushRef="#br1" timeOffset="93554.27">13723 16620 10411,'-10'20'3276,"2"25"-2531,4-5 1,1 5-686,-1-7 0,1 2 0,0 0-630,-1 2 1,0 1-1,2-2-1069,0 9 1,4-7 818,8-1 1,7-31 0,1-18 0</inkml:trace>
  <inkml:trace contextRef="#ctx0" brushRef="#br1" timeOffset="93854.27">13829 16967 8612,'-10'32'1638,"-1"-9"0,-1 1-398,2 4 1,0 1-1061,-10 13 89,8-10 1,9-7-1439,34-21-1979,0-38 2458,-8 8 1,2-4-1,-4-4 253,-5-9 0,-4-5 0,-1 0 916,2 2 1,-1 1 0,-3 2 1049,-2-10 0,-7 12 976,-7 28-2235,5 26 134,-10 28 1,0 11-719,9-19 1,2 1 0,1 1-780,-1 2 1,0 1 0,3-2 460,5 13 0,6-6 0,14-1 0,-1-31 0</inkml:trace>
  <inkml:trace contextRef="#ctx0" brushRef="#br1" timeOffset="94204.27">13423 16943 3205,'-35'0'3276,"23"0"-1638,32 3 0,17-1-546,-3-1 0,3-1 0,4 1-710,-1 1 1,4 0 0,0 2 0,-2-1-1253,8 1 1,-1 0 0,-3 0-224,-6-1 1,-2-1 0,-4 1 740,-5 3 0,-5-1 0,1-5 0,-17 0 0</inkml:trace>
  <inkml:trace contextRef="#ctx0" brushRef="#br1" timeOffset="94454.27">13529 16806 7533,'-28'15'1092,"-1"-1"0,8 4 0,9 3 546,25 15 0,15 1-546,-4-15 0,3-2 0,4-2-1928,11 2 1,4-2-1,0-6-257,-6-6 1,1-5 0,-3-2 654,9-5 1,-6-4-1,-13-1 1,-7-2-1,-3-5 1</inkml:trace>
  <inkml:trace contextRef="#ctx0" brushRef="#br1" timeOffset="94604.27">13635 16992 7533,'-37'20'3276,"43"3"-1638,20-14 0,10-4-1274,-4 1 0,3 0 0,0 0 0,-1-3 0,-1-1 0,0 0 0,9 0 0,0 1 0</inkml:trace>
  <inkml:trace contextRef="#ctx0" brushRef="#br1" timeOffset="97021.27">14235 17674 7713,'-28'0'3276,"3"5"0,15 2-474,33 6 436,24-6-2114,-4-9 1,3-2-945,3-1 0,0-4-1485,-3-3 1,-2 0-335,-7 3 1,-4 4 928,3 10 0,-29 10 1,-16 16-1</inkml:trace>
  <inkml:trace contextRef="#ctx0" brushRef="#br1" timeOffset="98821.27">15222 17005 7533,'-7'-25'3276,"12"11"0,13 42-2370,7 3 1,3 8-458,-10 0 1,-2 6 0,-1 2-476,-1-6 1,1 2-1,-2 1 1,-4 1 294,-4 2 1,-4 0 0,-2 1 0,-2-1-45,-1 0 0,-2 1 0,-1-1 0,-4-2-113,-1-2 0,-2-1 1,-3-2-1,-2-3-232,-10 3 0,-3-3 1,-3-7-57,2-9 0,-2-4 0,3-11-589,-8-18 1,5-13 449,8-15 0,13-6 990,20-3 0,14 2 359,7 9 0,8 8-135,8 10 1,4 11-660,-12 13 0,1 7 0,-1 2-852,-1 0 0,-1 3 1,-2 2-482,2 7 1,-1 4 0,-1-2 623,-3-4 1,-1-2 0,-1 0 0,2 5 0,-1-4 0,14 2 0</inkml:trace>
  <inkml:trace contextRef="#ctx0" brushRef="#br1" timeOffset="99737.27">15893 17550 8792,'-20'-5'819,"20"-2"0,12-6 0,13 1 0</inkml:trace>
  <inkml:trace contextRef="#ctx0" brushRef="#br1" timeOffset="100271.27">16034 16769 7533,'-26'-7'3276,"30"2"0,31-1-2184,-4 1 0,6-2 0,1 1-1024,2 1 1,0 0-1,2 0-68,-4-1 0,3 0 0,-1 0 0,-4 1 0,5 1 0,-4 1 0,-1 0 0,1 1 0</inkml:trace>
  <inkml:trace contextRef="#ctx0" brushRef="#br1" timeOffset="100539.27">16245 16806 7533,'-34'9'1092,"0"-1"0,8 6 0,3 9-273,4 9 0,0 10 0,3 4 0,3 2-709,5-4 0,3 3 0,2 2 0,1 0 0,-1 2-98,-1-10 1,1 1 0,-1 1 0,1 1 0,1 0 0,1 0 0,2-1-13,2 2 0,3 1 0,0 1 0,2-1 0,0-2 0,1-1 0,0-4-148,2 9 1,-1-4-1,3-4 1,4-1-595,3-4 0,3-1 0,2-4 0,1-6 742,14-5 0,0-9 0,-10-6 0,-3-3 0,22-1 0</inkml:trace>
  <inkml:trace contextRef="#ctx0" brushRef="#br1" timeOffset="102305.27">3563 17984 7533,'-10'-14'3058,"10"3"-1420,16 28 0,9 10-578,5-10 1,5-1-589,0 2 0,5 1 0,3 0 1,0-3-724,-1-6 0,2-3 0,0-2 0,2 1 377,-3-1 0,0 1 0,2 0 0,0-1 0,1 0 143,2-1 1,2 0 0,0-1 0,-2 0 0,-3 1-120,5 0 0,-3 1 0,3 1-60,-9 0 0,3 3 0,2-1 0,-1 1 0,-2-1-584,4-1 0,-2 0 0,0 0 0,-1-1 539,-5 1 0,-1 0 0,0 0 0,3-1 27,4-1 0,2 0 0,2-1 0,-1-2 0,-1-2-234,3-4 1,-1-4-1,0-1 1,0 3 233,-8 2 0,0 2 0,0 1 0,1-1 0,1-2 18,0 0 0,1-2 0,2 0 0,-1-1 0,-2 1 0,-3 1-1,2 0 1,-3 1 0,-1 0 0,2-1 22,7-1 1,2 0-1,-1 0 1,-4-1-143,-8 1 0,-2 0 0,0-2 180,6-4 0,2-2 0,-1 0-662,-2-1 0,0 0 1,-3 0 556,5-2 0,0-1 45,1-1 0,3-1 0,-3 2-351,5 1 1,-3 1 170,-9 0 0,0-1 466,-1 4 1,3 0-1,-4-1-556,1-7 0,-3-1 180,-2 6 0,0-3 0,-1-3 0,-1-4 0,-1-1 315,3-10 0,-3-2-225,-2 6 0,1-3 30,-3 4 0,1-4 0,-4 1-423,-3-9 1,-2 0 347,4 7 0,-1-2-105,-7 5 0,-2-4 0,0 2 466,1-11 0,-1 0-406,-1 1 0,-4-1 30,-6 6 0,-3 0 0,-1 4-165,2 9 1,-3 1-1,-14-16 0,-5 0-422,4 17 0,-1 1 0,2 1 647,0-7 0,-1-2 390,-2 6 0,-4-2 0,-1-1 1,2 3-212,3 2 1,0 1 0,-1-1-113,-2 1 1,-3-1-1,-1-1 1,-1 1-199,-4-4 0,-1-1 1,-1 1-1,-2 4-72,0 4 1,-1 2-1,-1 2 1,-1-1 40,4 1 0,0-1 0,-1 1 0,-1 0 0,1 2 36,2 3 0,1 2 0,-1 0 0,-1 1 0,0 1-90,-4-1 0,-3 2 0,1-1 1,1 1-1,4 1 36,-6-3 0,4 0 0,-4 2-30,9 3 0,-4 1 0,-2 1 0,-1 1 0,2-1 0,4 1 211,-4 0 0,4 1 0,-1 0 0,-5 1-104,2 2 0,-5 0 0,-3 1 0,-1 1 0,-1 0 1,2 0-1,2-1 158,1 1 0,1-1 0,1 1 0,0 0 0,-1 0 0,-1 0-157,6 0 1,-1 1 0,-1 0 0,-1 0 0,1 1 0,0-1 0,1 0-1,1 0 72,-6 1 0,1 0 0,2 0 0,-1 1 0,2-1 0,0 0-18,-5 1 0,1 0 1,0 0-1,1 1 0,0 2-24,-1 2 0,-1 2 0,1 0 0,2 0 0,3-1-48,-4 0 0,3-2 0,0 6 52,2 2 1,-1 4 0,2 3-1,4 4-270,10 0 1,4 3 0,2 2 0,0 3-167,1 0 0,1 2 0,0 2 1,2 0-1,0 2-81,4-7 0,-1 1 1,2 1-1,1 1 0,1 0 1,2 1-53,1 5 1,3 3 0,1 0 0,2 0 0,0-3 0,-1-3-274,-1-1 1,1-3 0,1-2 0,1 2 817,4 6 1,2 1-1,2-1 1,-2-6-1,-1 5 1,1-5-1,7 4 1,0 0-1</inkml:trace>
  <inkml:trace contextRef="#ctx0" brushRef="#br1" timeOffset="103122.27">16528 17599 7533,'-18'6'3276,"-15"-5"-1785,11 5 1785,-11-6-436,31-6-2390,4 5 720,39-5-1215,-3 3 0,2 1-1019,-9 2 0,1-1 644,9-6 1,4-4-1,-2 1 200,5 0 0,-1-2 0,0-3 1,0-1-1,-6 4 0,0 0 0</inkml:trace>
  <inkml:trace contextRef="#ctx0" brushRef="#br1" timeOffset="103755.27">17480 16906 7533,'-16'-25'1709,"13"11"1169,-29-3-1079,13 33-1529,-9-7-180,10 19 0,3 8 224,1 4 1,0 2-225,0-4 0,1 0 30,5-3 0,2 3 0,2-2-1759,3 9 1,2-2 1375,3-6 1,2 2 412,2-2 0,1 3 0,0-3-97,0 0 0,1-1-8,3 2 0,0 1-1204,-4 11 0,-1-2 979,2-3 0,-4-7 0,-4 0 90,-8-12 0,-4-2 90,-9 10-225,-5-12 0,-3-4-44,-20-10 1203,20 0 0,1-5-1159,-1-9 0,3-4 135,2 0 422,7-10 0,7-5-602,21-1 0,5 1 135,-11 1 0,2 0 75,11-2 0,6 0 1,0 3 429,3 2 1,-1 1-506,4-5 0,1 0 135,5 3 0,-2 3 0,3-2 0,-13 10 0,-1-1 0</inkml:trace>
  <inkml:trace contextRef="#ctx0" brushRef="#br1" timeOffset="104358.27">17727 17451 8072,'-20'0'3276,"5"6"-1155,15 0-2121,0 7-180,15-6-719,-11-2 449,20-16-629,-14-14 809,0 3-450,-3-18 1710,-7 30 809,-15-6-90,-5 32-1349,0-6-1,5 19 1,15-9-270,0-7-1169,15-2-540,5-33 1439,0 11-540,-5-23 1979,-15 20-1259,0 2 1080,-15 22-1,11 6 720,-28 20-1259,28-10-630,-11-1 90,15-13-540,15-18 91,-11-2-901,20-21 1080,-22 14 900,6-8 899,-32 27-1169,18-2 180,-33 22 629,35-5-989,-11-5-1529,15-3-630,7-11 1979,19 0 0,-5 0 0,13 0 0</inkml:trace>
  <inkml:trace contextRef="#ctx0" brushRef="#br1" timeOffset="105671.27">18486 16844 7533,'0'-31'449,"0"1"1,-8-6 674,5 8 1,-4 5 1573,-26 19-2338,11-6 359,-6 31 1,-1 10-540,-2 7-525,13-4 0,1 4 614,0-2 1,2 5 30,5 1 0,1 5 0,1-3-150,0-10 0,1-2 0,0 4 74,0 8 1,1 4 0,0 1 0,2-1-68,2-7 1,2-1-1,1-1 1,0-1-128,-1 6 0,0-1 0,0 2-30,-2 1 0,1 3 0,-2 0 0,1-5-120,-1-6 0,0-4 0,-1 0 90,-1-1 0,-1 1 0,-1-2-780,-4 19 1,-3-11 449,-6-23-2917,-5 10 0,-1-53 3076,15 8 1,-2-7 0,2-4 0,1-15-1</inkml:trace>
  <inkml:trace contextRef="#ctx0" brushRef="#br1" timeOffset="105787.27">18009 17562 7533,'8'-20'3276,"2"-2"-1695,8 15 38,15-11-989,-4 10-1125,8-1 0,1 1-240,5 7 735,-2-1 0,0-2 0,-2-1 0,-13 2 0,-1-1 0</inkml:trace>
  <inkml:trace contextRef="#ctx0" brushRef="#br1" timeOffset="106007.27">18468 17736 7533,'-18'0'2248,"8"0"1028,3 0-2864,7 0-52,7 5-1709,-5 2 1349,22 22 0,-20-6 0,12 12 0</inkml:trace>
  <inkml:trace contextRef="#ctx0" brushRef="#br1" timeOffset="106155.27">18521 17996 7533,'-18'24'3276,"8"-9"-616,3 14-2390,7-16-540,0 16-1978,7-13 2248,3 2 0,8-7 0,-1-4 0</inkml:trace>
  <inkml:trace contextRef="#ctx0" brushRef="#br1" timeOffset="106457.27">19068 16906 7533,'-16'-18'2608,"12"9"-89,-27 21-1710,19 10 0,-1 4 1,-2 8 0,2-2-1338,2-3 1,0 2 1021,-1 4 1,-1 6 0,-1 1-1,4-4-269,2 5 0,2 1-68,0-2 1,-1 6-1,1 0 1,2-6-68,3 2 0,2 0-315,2-6 0,0 4 0,2 0 0,0-8 225,-1-6 0,3-2-1574,10 23 0,8-7 1569,0-31 0,2-5 1,15 11-1,-18-24 1,1 0-1</inkml:trace>
  <inkml:trace contextRef="#ctx0" brushRef="#br1" timeOffset="106804.27">19385 17265 7501,'-8'-36'2249,"6"20"1027,-21-17-420,19 30-872,-27-3-1894,19 13 90,-8 12 0,-1 2-90,-1 4-929,-3 14 1,1 2 658,3-8-45,-1 6 1,2 2-1273,9 0 1317,3 3 132,41-9-41,-17-27-46,19 4 0,0-2 135,-17-7-405,15 10 0,-1 1 135,-19-10 90,11 29 270,-55 4 574,9-16 0,-4 0-1204,-9 7 0,-2-3 270,13-13 1,1-3-2131,-16 8 2400,37-12 0,2-3 0,10 3 0</inkml:trace>
  <inkml:trace contextRef="#ctx0" brushRef="#br1" timeOffset="106988.27">19562 17736 7533,'-20'0'3276,"-4"0"0,15 0-294,-1 5-2982,-6 2-2698,14 11-181,-14 2 2430,15-1 449,-7-7 0,16-6 0,1-6 0</inkml:trace>
  <inkml:trace contextRef="#ctx0" brushRef="#br1" timeOffset="107338.27">19791 17352 7533,'-18'-14'1799,"1"3"1477,-1 16 0,-8 30-923,15-16-2578,-4 9 0,6 1-1934,23-2 2159,-10-1-3277,29-20 797,2-36 2390,-13 1 360,-4 5 0,-5 1 2159,-11 2-1440,6 3 2249,-8 29-269,0 38-2700,8-11-269,-5-2 0,4-3-2968,26-6 2968,-19-2-3277,25-19 887,-35-8-668,19-14 2698,-21 8 360,6-10 0,0 0 0,2-1 0</inkml:trace>
  <inkml:trace contextRef="#ctx0" brushRef="#br1" timeOffset="107587.27">20038 17054 8072,'0'-21'3276,"0"-1"0,15 26 0,5-2-2253,-2 16 0,-1 9 69,-6 3 0,-3 5 0,1-2-1397,4 4 1,-1 2 454,-4 8 0,-2 5 0,-2-4-150,-3 3 0,0-4 0,3 0 0,-2 0-1080,-7-12 1,-3 1 0,-3-4-560,-9 2 1,-3-5 1091,3-1 1,-1-2 0,-8 2 0,-1-4 0,-5 1 0</inkml:trace>
  <inkml:trace contextRef="#ctx0" brushRef="#br1" timeOffset="108288.27">20232 16571 9781,'-10'-14'3276,"10"-2"0,49 9-2092,-22-6-510,19 4 1,4 1-495,-15 0 0,-3 1-135,1 1 0,1 0-180,4 0 0,-4 1 405,-4 4-270,5-5-180,-17 12 360,-3 1 90,-13 5 180,6 17-226,-7 0 1,-2 3-180,1-8 0,0 3-220,0 7 1,0 5-1,0 2 565,0 7 0,1 2 0,-2-1-876,-1-9 0,-1-1 0,0 5 863,2-2 1,1 5 0,0 3 0,0-1 0,-1-3 116,0 2 1,-1-2 0,-1 0 0,1 1-425,1-5 0,0 1 0,-1 0 1,1 1-1,-1-2 334,-2 9 1,0 0 0,-1-2 0,0-6-450,-3 5 0,-4-7-495,-5-4 1,-7-6-1100,-5-14 1,-3-2 892,8 1 1,-3 1-348,-7 0 1,-4 1 0,5-1 994,10-3 1,1 1 0,-20 8 0,1 1 0,19-9 0,-1 1 0</inkml:trace>
  <inkml:trace contextRef="#ctx0" brushRef="#br1" timeOffset="110737.27">14270 17773 7533,'-18'-37'2788,"-7"11"-89,5 2-990,-5 17-180,15 2 270,33 10-1080,2-5 1,5-4-510,3 0 0,3-2 0,1-1-409,7-3 0,1-1 0,-1-2-71,-5 1 0,-2-1 0,-1 0-180,13-2 0,-12 0 990,-27 2-315,-32 15 0,-17 7-135,3-1 0,-4 1 0,-1 0-243,-7 2 0,0 1 0,-1-1 632,1-2 1,0-1 0,3-1 599,-8 1 1,8-5 1079,0-8-2069,86-13-1183,-8 10 1,7 1 0,4 1 818,-6 3 1,4 1 0,1 0 0,-1 1 0,-3 1 0,10-1 0,-4 2 0,0 2 0,1 5 0,0 0 0,-1 0 0</inkml:trace>
  <inkml:trace contextRef="#ctx0" brushRef="#br1" timeOffset="111587.27">16528 17612 6052,'-43'-23'3276,"-3"7"-1638,19 6 0,2 2 1067,3 8-837,40 2-1418,24-10 0,12-6-300,-11 1 0,4-3 0,0-1-299,-9 2 1,1-1-1,0-1 1,-2 1-152,6-4 0,0 1 0,-6 1-144,4 0 0,-19 6 354,-30 12 270,-22 14 0,-12 8-91,2-4 1,-3 1 0,0 2 207,0 0 0,0 1 0,2-1 332,3-3 1,2-1 0,4-2 224,-2 1 1,15-9 314,35-18-944,16-1 0,8-2-225,-5 2 0,2-2 0,1 2-388,-1 0 1,-1 2 0,-1 0-738,2 0 1,-4 2 674,1 2-270,-58 29 315,-4-7 1,-7 0 973,6 1 1,-3 1 0,1-1 567,-10 3 0,8-2-1227,15-6-1549,51-20 1,20-8 1228,-11 7 0,1 0 1,-6-1-1,1 0 1,-4 3-1,-8 7 0,-1 0 1</inkml:trace>
  <inkml:trace contextRef="#ctx0" brushRef="#br1" timeOffset="115021.27">21537 17451 3142,'-45'-11'3276,"18"14"0,50-13 0,26 15-2204,-8-5 0,7-3 0,-2 1-1203,-6 1 0,-2 1 0,0 0 0,-1-1 1,0 1-1,-3 1 0,-2 2 0,0 0 1</inkml:trace>
  <inkml:trace contextRef="#ctx0" brushRef="#br1" timeOffset="115170.27">21537 17835 0,'-43'6'3276,"37"1"-1638,33-12 0,21-6-1386,-10 7 0,6 1 0,2-1 0,-2-1 0,-4-2 0,-1-2 0,1 1 0,0 0 0,3 2 0,0 1 0,0-1 0,0 0 0</inkml:trace>
  <inkml:trace contextRef="#ctx0" brushRef="#br1" timeOffset="115822.27">22772 17141 7533,'-23'-16'1638,"1"0"0,-6-8 1638,13 11 0,22 19 0,11 35-1778,-8-6 1,0 6-2113,-2-6 1,1 4 0,0 2 0,-2-5 748,-1 13 0,0-1 0,-1-10 0,2 4 0,1-2 0,3-8-1090,10-4 1,1-5 774,-7 9 0,4-8-421,24-24 0,2-17-748,-22-8 0,-3-9 629,-1 3 0,2-6 1,-1 0-1,-4 3 540,1-12 0,-4 4 855,0-3 0,-3 19 629,-13 62 0,-2 22-405,10-10 1,4 2-540,1 1 0,3 2 0,7-18 44,16-29 1,3-18-315,0-12 0,-4-16-41,-18 6 0,-2-6 1,-2-5-1,-2 0 0,0 3-869,-1 1 1,-1 2 0,-1 0 0,0 0-1,0-2 1,-2 0 0,1 1 0,0 5 546,1-4 1,1 8 0,7 6 0,-6 7 0</inkml:trace>
  <inkml:trace contextRef="#ctx0" brushRef="#br1" timeOffset="116038.27">23530 17451 7533,'-19'0'3276,"3"11"0,32 14-4259,-7 4 1,1 2 982,10 8 0,-8-10 0,-1-2 0,-1-7 0</inkml:trace>
  <inkml:trace contextRef="#ctx0" brushRef="#br1" timeOffset="116189.27">23566 17748 7533,'-14'31'1092,"0"-1"0,3-6 0,4-1 546,11 5 0,8-8-4233,33-34 2595,-16 6 0,-1-3 0,0-15 0,-3-3 0,-8 8 0,-1-1 0</inkml:trace>
  <inkml:trace contextRef="#ctx0" brushRef="#br1" timeOffset="116738.27">24112 17166 7533,'-17'12'3276,"7"6"0,2-4-1638,32-5 0,15-6-567,-5-8 1,3-6-1,2 0-1568,-4 3 1,2-1 0,1 0 0,1-1-324,8-4 1,2-2 0,0-1 0,-6 2 288,-8 1 0,-4 1 0,1 1 531,5 2 0,0 0 0,-6 1 0,7-3 0,5 0 0</inkml:trace>
  <inkml:trace contextRef="#ctx0" brushRef="#br1" timeOffset="116922.27">24642 16732 7533,'-40'25'1092,"1"0"0,8 10 0,5 8-273,11-6 0,1 6 0,2 1 0,2-3-38,2-1 1,3-3 0,1 5-1304,1-2 0,2 5 1,0 2-1,3-2 0,1-6 332,4 0 0,3-4 0,-2 1 0,-3 13 0,-2 2 0,3-5 0,6-4 0,-1-1 0</inkml:trace>
  <inkml:trace contextRef="#ctx0" brushRef="#br1" timeOffset="117721.27">25277 16633 7533,'0'-28'3276,"23"28"-1811,-4 32 0,-1 14-1046,3-8 1,1 3 0,-2 2-1240,-6-5 1,-2 3 0,-2 0 0,1-3 755,2 4 0,-1-3 0,-4 2 244,-4 6 0,-5 1 0,-2-6-81,0-11 0,-3-1-39,-4 9 0,-2 5 0,0-6-60,2-12 0,-1-1-135,-13 20 1,-1-3 733,-5-12-1139,2-5 0,-3-10 90,10-26 1,3-10 224,5-8 0,7-6 899,10-11 1,11-1 314,10 7 1,5 5-855,-7 11 0,1 8 359,9 12 1,-1 8 417,-1 3-1812,6 14 1,1 8 899,-9 1 0,-1 1 0,3 2 0,0 0 0,-5-4 0,-1 0 0</inkml:trace>
  <inkml:trace contextRef="#ctx0" brushRef="#br1" timeOffset="118624.27">26194 16794 7533,'0'-20'3276,"-16"8"-1515,12 25-592,-11 6 0,-1 3-899,12 14 26,-13 5 1,-5 5-297,9-15 0,0 1 0,1 0-399,-2 9 1,-3 0-262,-3-3 0,-2 2 1,1-3-980,5-3 1,1-2 1027,-4-2 1,1-1-1638,-6 11 2248,24-35 0,-8-10 0,-1-2 0</inkml:trace>
  <inkml:trace contextRef="#ctx0" brushRef="#br1" timeOffset="118837.27">25912 16930 7533,'-20'-15'3276,"4"6"0,32 54-2550,-3-17 1,1 3-697,1 1 0,0 3 0,0-3-526,4 5 1,0 0-405,-3-5 1,0 1 0,1-1 899,6 8 0,-1-3 0,-6-3 0,-1 0 0,1-2 0,-1-1 0</inkml:trace>
  <inkml:trace contextRef="#ctx0" brushRef="#br1" timeOffset="119205.27">25929 17216 7533,'-49'0'3276,"2"-6"-436,53-1-1940,4-5-181,33 5-404,-6 4 0,4 0-1305,1 3 1,1 0 579,-6-1 0,2-1 1,-4 0-1,0 1 1,-3 0-1,1-1 0,1-1 1</inkml:trace>
  <inkml:trace contextRef="#ctx0" brushRef="#br1" timeOffset="121222.27">26458 16410 8702,'6'0'3276,"29"-17"-2306,-1 7 1,5 0-1661,-4-1 1,2 0-1,-3 1-604,1-1 1,-2 3 1293,2 0 0,-5 4 0,-4 10 0,1 1 0</inkml:trace>
  <inkml:trace contextRef="#ctx0" brushRef="#br1" timeOffset="121554.27">26599 16422 7533,'-35'22'1638,"20"9"0,3 4-848,-2-10 1,2 4-1319,7 8 0,3 8 0,1 3 1,-1-3 617,0 0 0,-1-1 0,1 5-165,1-6 0,1 5 0,0 4 0,0 0 0,0-1 0,1-4 30,-1 5 0,0-3 0,0 0 0,0 1 117,0-3 0,0 2 0,0 0 0,0-3 0,0-6 63,0 9 0,0-7 404,-3-1 1,6-8 1339,12-17-1609,-3 0-1440,20-20 1,9-8 1169,-8 2 0,2-1 0,10-4 0,0-2 0,-6 2 0,-1 0 0</inkml:trace>
  <inkml:trace contextRef="#ctx0" brushRef="#br1" timeOffset="122471.27">27446 16546 7533,'-19'-21'1259,"3"-6"180,8 13-1259,6 0 1079,-14 3-359,-9 28-720,11-2 89,-8 8 1,-3 6 135,6 11 0,1 0-556,-1-11 0,-1 2 331,2 4 0,0 5 0,5-2-90,6-1 0,2-2-90,-4 2 0,2-1-45,8 7 0,6 0-90,5-8 0,2-1 90,-4-6 0,1 0-45,10 15 0,-1-1 0,-9-12 0,-2-2 90,0-1 0,0 0-45,-3 5 0,-5 0 45,-16 11 0,3-8-270,-2-13 1,-5-4-46,-6-10 0,-1-2-225,-8 6 0,5-13 1,1-9-541,9-33 991,1 6 374,19 6 1,6-1 164,13-12-450,7 9 494,-4 13 1,3 4-585,21 10 90,0-3 0,-10 17 0,-1 5 0,-3 4 0,-4 0 0,1 0 0</inkml:trace>
  <inkml:trace contextRef="#ctx0" brushRef="#br1" timeOffset="123821.27">27605 16336 7533,'-18'-25'2788,"1"5"-1978,7 8 809,2 6-180,24 12-360,27 1-899,-9-3 0,4-1-135,11-2 0,0 3-135,-2 8 0,-4 4-405,-5 1 1,-5 6 224,-4 15 0,-7 9 4,-12-8 0,-5 4 0,0 3 603,-1-3 0,1 3 1,-2 2-1,0 1-458,-2-8 0,0 1 0,-1 2 0,-1 0 0,1 1 1,-1-1 329,0 2 1,0 0 0,0 0 0,-1 0 0,1-1 0,-1 0 29,1-2 1,0 1 0,1-2 0,-2 1 0,0-3 0,-1-1-56,-3 8 1,-1-1-1,-2-4 1,-3-5-5,-11 9 0,-7-12-855,-8-12 1,-4-11-965,-4-8 1,2-6 1375,10 4 1,3-2 0,-18-4 0,32-2 0</inkml:trace>
  <inkml:trace contextRef="#ctx0" brushRef="#br1" timeOffset="124671.27">28328 17166 7533,'-43'11'3276,"21"-3"-1425,-1 10-1671,31-6-270,2-5-450,15-1-1079,10-28 1259,-5 11-449,3-23 359,-23 14 270,-10 6 1439,-26 3 900,-3 33-1170,-6-11 451,9 29-1530,16-24 180,10 7-450,18-22-899,17-19 809,-5 2-135,-8-1 0,-3 0-134,-7 2 539,3-2 810,-23 10 539,-17 7-989,3 7 899,-11 0-179,15 4-900,9-10 270,1 4-1800,8-5 1261,0-5-631,0-2 91,0-5 629,0-1 90,0 1 90,-8-6 0,6 10 360,-14-9 359,7 10-719,-1 0 990,2 2 89,8 10-539,8-3 989,2 31-945,6-8 1,1 1-585,-11-2 0,2 1-585,17 13 1,4-1-316,-9-10 1,0-3 764,2-3 0,3-1 135,4 7 0,-2-3 0,-5-9 0,11 8 0</inkml:trace>
  <inkml:trace contextRef="#ctx0" brushRef="#br1" timeOffset="124888.27">28628 17005 7533,'-35'16'1638,"13"3"0,1 5 0,-2 9 0,0 4-1844,4-5 1,-2 2 0,1-1-95,1-1 0,1 0 1,0-1-1340,-9 12 1,1-4 982,8-15 1,1-4-1,-9 2 1,9-22 0</inkml:trace>
  <inkml:trace contextRef="#ctx0" brushRef="#br1" timeOffset="125021.27">28187 17265 7533,'10'-14'3276,"29"3"-1638,-1 10 0,2 2-777,-5-1 1,3 0-1955,7-1 1,5-1 0,-6 0 1017,-12-1 1,-1-1 0,12-4 0,-2-2 0,2-9-1</inkml:trace>
  <inkml:trace contextRef="#ctx0" brushRef="#br1" timeOffset="126121.27">18115 18430 7533,'-10'-33'3276,"26"4"-2216,7 31 1,7 6-612,16-1 1,6 1-330,-7 0 0,2-1 0,2-1-329,-10-5 0,2-2 1,-1-1-1,1-2 96,0-2 1,0-2 0,-1-1 0,-2-1 82,6-3 0,-2-1 0,-2 1 556,9-5 1,-4 6 57,-14 12 1,-1 5 404,3 2 1,2 1-1,12 6 1,2-3-561,-10-7 0,0-4 0,1-2-219,0-4 0,-1-2 0,0-3-31,-1-5 1,0-4 0,-3-1-180,-3 2 0,-3-1 0,-2 0 0,3-6 0,-3 3 0,-2 8 0,-1 1 0</inkml:trace>
  <inkml:trace contextRef="#ctx0" brushRef="#br1" timeOffset="127071.27">29439 16459 7533,'-13'-29'659,"-1"-1"1,1 0 0,0 2 1678,-4 2-539,-17 12-1619,13 21 359,-7 19 1,-1 13-338,13-6 1,3 7-1,0 1 1,0-3-717,-3-1 0,0-2 0,-1 5 676,2 3 0,0 4 0,-1 4 0,2-1 0,2-2 17,2 1 1,2-2 0,1 0 0,0 3-144,0-4 0,-1 2 0,1 0 0,0 0 0,1 0-144,2-4 0,0 0 0,0-1 0,2-1 0,0-5 108,2 4 0,0-3 0,0-5-989,3 0 0,-6-10 349,-20-21-350,17-4-584,-16-8 0,-3-8 180,5-12 0,3-7 914,3 1 0,1-5 0,0 0 566,1-2 0,-1-1 0,5 0 513,5 0 1,3-1 0,3 5 929,3-3 0,6 6-135,8 10 1,3 5-946,8-2 131,0 13 1,3 4-2155,2 3 0,-2 1 1574,-7 0 0,-1 1 0,12 1 0,-3 2 0,-8-1 0</inkml:trace>
  <inkml:trace contextRef="#ctx0" brushRef="#br1" timeOffset="127287.27">29192 17438 7533,'-19'6'3276,"-5"1"-526,30 11-3739,12 1 989,11 1 0,6-3 0,-9-4 0</inkml:trace>
  <inkml:trace contextRef="#ctx0" brushRef="#br1" timeOffset="127404.27">29263 17599 7533,'-16'47'3276,"4"0"-1676,1-16 0,5 0-2140,14-1 1,7-5 539,17 3 0,-7-15 0,3-4 0,15-9 0</inkml:trace>
  <inkml:trace contextRef="#ctx0" brushRef="#br1" timeOffset="127654.27">29827 16806 7533,'-25'-4'1092,"-1"-1"0,-2 22 0,2 13 0,1 5 0,1 9 0,2 2-645,6-5 0,2 2 0,1 1 1,1 1-646,3-6 0,0 2 0,1 0 0,2-1 0,3-2-895,3 14 1,5-3 0,5-4 853,10 4 1,8-11-1,-1-20 1,2-9-1,1-16 1,-1 0-1</inkml:trace>
  <inkml:trace contextRef="#ctx0" brushRef="#br1" timeOffset="127954.27">30110 16918 7533,'-32'-1'1092,"1"-1"0,-5 16 0,3 8 546,4 8 0,3 6-1124,7-6 1,0 2-1,4 0-739,2 9 0,7-1-360,11-5 1,8-3 539,4 0 0,5-3 0,5-1 0,-1 0 0,-8 3 0,-9 1-135,-17-4 0,-7 0-675,-4-1 1,-4-4-785,-4-9 1,0-2 1625,-7 4 0,19-16 1,5 0-1</inkml:trace>
  <inkml:trace contextRef="#ctx0" brushRef="#br1" timeOffset="128154.27">30251 17488 7533,'-10'25'3276,"-6"5"0,6 2-4251,-15 5-2302,13-5 3196,-3-13 1,15-14 0,0-11 0</inkml:trace>
  <inkml:trace contextRef="#ctx0" brushRef="#br1" timeOffset="128488.27">30533 17104 7533,'-35'26'1092,"-1"0"0,3 6 0,4 1 546,8-6 0,4 1-732,1 8 1,9-4-2166,23-16-1080,19-9 1034,-12-20 1,1-6 1214,4-3 1,-3-3 493,-8-2 1,-7 10 2871,-10 27 0,-4 31-3449,3-14 1,2 0-1043,6 0 1,6-7-425,11-19 1,3-6 1250,4 1 0,-9-9 0,-3-3 0,-1-3 0</inkml:trace>
  <inkml:trace contextRef="#ctx0" brushRef="#br1" timeOffset="128704.27">30815 16794 8972,'18'22'1638,"-5"8"0,-1 6-546,-2-4 0,-1 3 0,0 1-76,-1 12 1,-1 2-1,-3 1-1241,-3-14 0,-2 1 1,-2 0-1,-2-1-595,-1 3 1,-3-1 0,-1 0 0,-2-3 454,-4 1 1,-4-2 0,1-2 0,2 0 0,-1-1 0,0-3 0,-3-4 0,-1 0 0</inkml:trace>
  <inkml:trace contextRef="#ctx0" brushRef="#br1" timeOffset="129774.27">27040 17885 7533,'-35'-18'0,"8"-2"1638,2 10 0,1 1 1638,0-3 0,30 6-2119,34 5 1,16 2-919,-14-3 1,2-2 0,3-1-447,-5 1 0,4-2 1,0 0-1,0-1 0,-4 0-93,6-2 0,-3 0 1,-1-2 59,3 0 0,0-1 0,-14-1-749,-15-5 269,-43 17 1,-19 7 239,5-2 0,-4 3 0,-2 1 309,5-1 1,-2 1-1,1 1 1,1 0 1262,-2 2 0,1 0 0,5-1 238,-7 0 0,19-2 154,54-4 1,21-3-1665,-17-3 0,1-3 0,5 1-66,0 3 1,4 1 0,3 0 0,-2 0 0,-5-2-1,2-1 1,-3-2 0,-1 2 0,3 3 0,-1 0 0,1 0-1</inkml:trace>
  <inkml:trace contextRef="#ctx0" brushRef="#br1" timeOffset="131288.26">13070 14451 7533,'-27'-9'90,"0"-1"0,-9-8 2248,21 11-1978,38-4-135,13 14 0,5 4-180,-10-6 0,2 1-167,8 6 1,4 5-1,1 0 182,-2 1 0,1 1 0,-3 0-227,-11-3 1,-1 0-1,3 0 324,7 1 1,5 0-1,2 0 1,-3-1-755,-5-2 0,0 0 0,-1-1 1,-1-1 656,9 0 0,-1-1 0,3 2 65,-7-1 1,4 1 0,0 1 0,0 0 0,-1-3-503,2-2 0,0-2 0,-2 0 1,0 1 421,-3 1 0,-1 2 0,1 0 0,2-1-255,2-1 0,4 0 0,0-1 0,-3 0 0,-6 1 210,8 1 0,-2 2 25,-2-1 0,6 1 0,2 1 0,-2 1 65,-2 2 0,0 0 0,-1 1 0,-2 0 81,-5-3 0,-2 0 1,1 1-1,3 1-156,-4-1 0,2 1 0,2 2 0,0-1 0,-1 0 0,-1-2 3,1-1 0,-1 0 0,0-1 0,-2 0 0,1 0 131,5 2 0,-1 1 0,0 0 1,3-2-150,-6-2 0,2 0 0,1-1 0,0 0 0,0-2 0,-1 0 71,4-2 1,-1-1 0,-1-1 0,0 0 0,-1 0-50,2 2 1,-1 0 0,0 0-1,3-1 38,-4-1 0,3 0 0,2-1 0,0-1 0,-1 1 0,-3-1 12,1 0 0,-1 0 0,-1 0 0,-1 0 0,0 0-50,5-1 1,-3 0-1,2 1 1,3-1-53,-5 1 0,4 0 0,1-1 0,0 1 0,-1 0 0,-2 0-60,0 0 0,-1 0 0,-2 0 0,0 0 0,0 0 90,-3 0 0,0 1 0,-1 1 0,2-1 0,1 0-45,0 0 0,1 0 0,2 0 0,-1 0 0,0 0 0,-2 0 27,1-1 0,-1 0 0,-1-1 0,0 1 0,-2 0 40,4 1 1,-3 0 0,1 0-1,4-1-7,-5-1 0,3-1 0,1-1 0,1 0 0,-1 0 0,-2-2 21,2 0 0,-2-2 0,-1 1 0,0-1 0,-1 0-36,7 1 0,-2 0 0,1-1 0,2 0 30,-5 0 0,2 0 0,1-1 0,0-1 0,0 2 0,-3 0 24,-1 1 0,-2 1 0,0-1 0,-1 2 0,0-1-54,5-1 0,-2 0 0,1 1 0,2-2 0,0 0 0,3-1 0,1 0 0,-1-1 0,-3 1 0,4-4 0,-2 1 0,0-1 0,-2 1 22,-3 3 1,-1 0-1,0 0 1,2-1 13,2-3 0,3-2 0,1-1 0,-1 1 0,-1 1-149,-6 3 0,-1 2 1,-1 0-1,-1 0 0,0 0 180,4-2 1,-2-1 0,1 0-1,3 0-37,-6 3 1,3-1-1,1 0 1,0 0-1,0 1 1,-2 1-14,1-1 1,-1 1 0,0 1 0,-1 0 0,-1-1-41,4 0 1,-2-1 0,1 1 0,2-1-14,2-1 0,3 0 0,1 0 0,-1-1 0,-3 1-160,1-1 1,-3-1-1,-1 1 1,0 1 150,-3 0 0,-2 2 0,2-1 0,1 0-135,1-2 0,2-1 0,1 0 0,-1 0 0,-3 2-248,1 2 1,-2 2 0,-1 0 0,-1-1 307,8-3 0,-1-1 0,3 0-108,-3 3 1,4 0-1,0 1 1,-2 1-223,-7 2 0,0 1 1,-1 0-1,-1-1 323,6 0 1,-1 0 0,2 0 126,0 1 0,4-1 0,-1 1 0,-8 2 0,-2 3 0,-3 0 0,0-2 0,0 1 0,0-1 0</inkml:trace>
  <inkml:trace contextRef="#ctx0" brushRef="#br1" timeOffset="173821.27">2152 13212 8522,'-27'-14'3276,"9"3"-975,10 11-1402,8 0 271,0 17-181,-8 14-629,4-6 0,-2 1-91,-2 10 1,-1 1-1696,3-4 0,2-1 1471,0-4 0,0 0 315,-3 10 0,-2-1-136,4-12 1,-1-1-90,-3 5 0,0-1 405,1 18-270,0-31-360,6 2 3366,10-11-2171,-4-12-565,35-1-630,-25 1 450,27-6-630,-16 6 0,1 0-270,-2 0 1,1-2-181,10-3 1,-1-1-2340,11-7-218,-10-6 3084,-9 6 1,-17 1-1,-1 6 1</inkml:trace>
  <inkml:trace contextRef="#ctx0" brushRef="#br1" timeOffset="174339.27">2205 12976 9823,'-13'38'655,"1"0"0,0-1 1,-2 3-1,0 0 0,0 1 437,2 2 0,1 1 0,-1-1-638,0-3 1,-1-1 0,1-1-395,2-4 0,1-1 0,1-1 209,-6 12 1,4-6 728,8-8-594,-6-1 1,0-2 764,6-10-540,2 6 545,10-17-364,16-6 845,9-17-1565,2 7-1709,6-7-20,-17 10 1,-1 2-1639,22 4 2803,-2 1 1,-3 7 0,-15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6:20:34.177"/>
    </inkml:context>
    <inkml:brush xml:id="br0">
      <inkml:brushProperty name="width" value="0.09071" units="cm"/>
      <inkml:brushProperty name="height" value="0.09071" units="cm"/>
      <inkml:brushProperty name="color" value="#00206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21237 8540 7533,'-19'-40'3276,"26"0"-1515,31 32-1671,-2 6 0,8 2 0,1 2-68,-9 1 1,0 2-1,1 1 1,3-1-286,2-1 1,3 1 0,2-1 0,0 0 0,-1 0 478,3 1 0,-1 0 0,2 0 0,0 0 0,0-2-204,-3-1 0,1-2 1,0 0-1,1 0 1,0 0-1,0 0 129,-3 0 0,0 1 1,1 0-1,0 0 1,0-1-1,0 1 1,1-1-91,0-1 0,0 0 1,0 0-1,1 0 1,-1 0-1,1 0 0,0 1-74,-6 1 1,1 1-1,0 0 1,0 0 0,0 1-1,0-1 1,0 1 0,0-1-209,-1 0 1,1 0 0,0-1-1,0 1 1,0 0 0,0-1-1,-1 2 1,1-1 207,1 1 1,-1 0-1,0 0 1,0 1-1,0-1 1,1 1 0,-1-2-1,1 1 45,1-1 1,1-1-1,-1 0 1,1 0-1,0-1 1,-1 1-1,0-1 1,0 0 28,2 1 0,-1-1 1,0 0-1,-1 0 1,1 0-1,1-1 1,0 0-19,-2 0 1,1 0 0,1-1 0,0 0-1,0 0 1,-1 0 0,0 1 0,-2 0 17,1 1 0,-1 0 1,-2 1-1,1-1 1,0 1-1,0 0 0,2 0-74,-2-1 1,1 0-1,1 1 1,0-1 0,1 0-1,-1 0 1,-1 1 0,0 0-17,3 0 0,-1 1 1,0 0-1,-1 0 1,0 0-1,1 0 1,0-1 12,0 0 0,1 0 1,1 0-1,-1 0 0,0 0 1,0-1-1,-1 1 38,-3-1 1,-1 0 0,1 0 0,-1 0 0,0 0 0,0 0 0,0 0 25,3 0 1,2 0-1,-1 0 1,1 0-1,-2 0 1,-2 0 0,-3 0 6,8 0 0,-5-1 0,-1 1 0,5 1-16,-3-1 1,3 1 0,2 0 0,1 0 0,-2 0 0,-2 0-292,-1 0 1,-3 1-1,0-1 1,1 1-1,4-1 210,-4 0 1,3 0 0,2 0-1,1 0 1,0 0 0,-1 0-1,-1 0 39,-4 0 0,0 0 0,-1 0 1,0 0-1,0-1 0,1 1 0,0-1 103,5 0 0,1-1 0,1 0 0,0 0 0,-2 0 0,-1 0 0,-4 1-90,7-1 0,-3 1 0,-2 0 0,4-1 150,-5 1 0,3-1 0,1 0 0,0 0 0,0 0 0,-2 0 29,3 0 1,-1 0 0,-1-1 0,-1 1 0,0 1-113,3-1 1,-3 1-1,2 0 1,3-1-17,-12 0 0,2-1 1,2 1-1,1-1 1,-1 0-1,-1 0 1,-1 1 91,5 0 1,0 1 0,-2 1 0,-1-1 0,0-1-99,5-2 0,-1 0 0,0 0 0,3 1 60,-10 1 0,3 1 0,1 0 0,-1 1 0,0-2 0,-3 0 57,6-2 1,-3-2 0,0 1-1,1 0-162,4 1 0,0 2 0,1 0 0,-2-3-495,-2 0 0,0-3 1,-3 1-1,-4 0 495,10 0 0,-11-2 0,-13-4 0,-27 6 0</inkml:trace>
  <inkml:trace contextRef="#ctx0" brushRef="#br1" timeOffset="4437">10813 7363 7533,'0'-21'3276,"-8"43"-1515,-2 26-1424,3-16 0,-3 8 1,1 1-1,2-1 22,1 4 1,1-1 0,2 1-432,0-5 0,0 2 0,1-2 0,2-4 162,2 6 0,8-8 315,15-9 0,7-9-315,-1-15 0,2-4-810,8 1 1,1-1 269,-3-4 0,0-3-643,-5-4 1,1-2 0,-4 2 568,-3 3 0,-1-1 0,9-9 0,-5-1 0,-16 3 0</inkml:trace>
  <inkml:trace contextRef="#ctx0" brushRef="#br1" timeOffset="4634">11148 7635 7533,'-28'-14'3276,"3"9"0,7 50-2432,7-12 0,0 4 1,0 4-1115,3-5 0,1 3 0,0 1 0,0 0-389,-4 5 1,-1 1 0,1 0-1,1-1-161,4-2 1,1 0 0,1-2 0,0-3 272,-5 11 1,2-5 0,6-7 0,2-6 0,-1-13 0</inkml:trace>
  <inkml:trace contextRef="#ctx0" brushRef="#br1" timeOffset="4850">11730 7623 10591,'-10'25'1092,"0"1"0,-1 0 0,-1 1-212,0 13 1,-2 3-1001,0-11 0,-1 1 0,-1 0-973,3-2 1,1 0 0,-2-1-109,-11 16 1,1-5-150,4-8 925,1-9 0,-3-1 0,-7-1 1,7-8-1,1 1 0</inkml:trace>
  <inkml:trace contextRef="#ctx0" brushRef="#br1" timeOffset="4999">11483 7672 7533,'12'41'655,"-1"0"0,1 0 1,2 0-1,1-1 0,-1-3 855,4 5 0,2-3-1920,-2-8 0,3 1 1,-2-2-1,1 6 1,0-1-1,5 1 0,1 0 1</inkml:trace>
  <inkml:trace contextRef="#ctx0" brushRef="#br1" timeOffset="6283">10601 5875 0,'-33'0'1140,"3"0"2136,-5 0-962,10 6 962,7 23-2411,34-17 0,13-1-116,6 0 1,7 0 0,4-3-714,-2-4 0,3-2 0,4-2 0,2-1 0,1 2 76,-10-1 0,2 1 1,2 0-1,1 0 1,0-1-1,0 0 1,-1 1-1,-2-1 93,-1 0 1,-2-1 0,-1 0-1,0 0 1,1 1 0,1-1 0,2 1 63,0 0 1,3 1 0,1-1 0,2 1 0,-1 0 0,-1 0-1,-2 0 1,-4-1 0,-4 0-55,7-1 1,-7 0 0,0-1-1,5 1 157,-1-1 1,4 1 0,4 0 0,1-1-1,-2 0 1,-3 0 0,-5-1 9,1-1 0,-5-1 1,-2 0-1,4 0-432,0 0 0,2 0 1,1 0-1,-1 0 0,-5 0 50,7-1 0,-3 0 0,-7-1 0,-5-2 0,-7 0-3277,-7 2 2792,-34 13 0,-9 13 0,-9 13 0</inkml:trace>
  <inkml:trace contextRef="#ctx0" brushRef="#br1" timeOffset="7200">10407 7176 7263,'-26'-41'2788,"15"1"-1754,0 15 1,6 1-226,21 5 1,7 6-270,18 6-1091,-11 7 1,3 3 849,3 3 1,3 3 0,0-1-672,9 0 0,2-2 529,-12-2 1,4-1-1,0 0 1,0-1-495,-2 0 0,-1 0 1,1-1-1,0 0 359,3-1 1,1 0 0,1 0-1,0 0 90,2 0 1,2 0-1,0-1 1,0 2-410,-9 0 1,1 0 0,-1 0 0,1 1-1,0-1 351,1-1 0,0 0 0,0 0 0,0 0 0,2 1-69,-2 0 0,2 1 0,1 1 0,-1-1 0,-1 0 0,-2-1 15,4 0 0,-2-1 0,-1 0 0,4 0-45,-3 1 0,3 0 0,1 1 0,1-1 0,0 0 0,-2-1 0,-3 0 1,-2-1-1,-1 1 1,1-1-1,1-1 1,2 0 185,3 0 0,1-1 1,2 0-1,0-1 0,1 0 1,1 0-1,-1 1-119,-2 0 1,0-1-1,1 1 1,0 0-1,0-1 1,1 1-1,-1-1 1,-1 0-114,-1 0 1,0 0 0,1 0 0,-1 0 0,-1-1 0,1 1 0,-1 1 0,0 0 101,-2 0 0,0 1 1,0 0-1,-1 0 0,0 0 1,0 1-1,-1 1 0,0-1 117,2 1 1,0 1-1,-1 0 1,0 0 0,0 0-1,-1 1 1,0-1 107,3 0 0,0 1 1,-1-1-1,0 1 0,0-1 1,0 0-73,-1 1 1,1-1 0,-1 1 0,0-1 0,-1-1 0,0 0-93,3-1 0,-1-2 0,0 0 0,0 0 0,-1 1 126,0-1 0,1 1 0,-1-1 0,-1 0 0,-1 0 438,1-1 1,0-2 0,-2 2-1,0 0-411,-1 1 0,0 1 0,-1 0 0,-1 2 425,8 1 1,-2 1-1,-1 0-260,-3 1 0,-2-1 0,0 2-61,-2 0 1,-1 0 0,-2 0-330,4-1 0,-2-1 0,-3-1 0,-3-2 2129,14 1-4467,-8-5 2158,-7 4-3097,-10-10 732,-26 9 2545,-4-3 0,-21-1 0,5-1 0</inkml:trace>
  <inkml:trace contextRef="#ctx0" brushRef="#br1" timeOffset="7869">12065 7623 7533,'-27'-13'3276,"1"1"-796,1 55-1895,14 2 0,2 5-405,-1-7 0,2 2-31,4 0 1,3 3 0,6-10-240,29-1 450,0-37 0,2-14-540,-13-6 0,-3-8 0,-2-4-233,0 0 0,0-4 0,-3-1 1,-7 2-128,-9-7 0,-8 2 1,-5 6-676,-8 5 1,-5 14 1214,2 21 0,1 12 0,1 6 0,7 5 0,16 1 0,0 0 0</inkml:trace>
  <inkml:trace contextRef="#ctx0" brushRef="#br1" timeOffset="8033">12435 7784 7533,'-26'20'1092,"0"0"0,5 1 0,4 5 546,0 14 0,9 5-2216,16-3 1,7-1 577,-1-5 0,4-2 0,3-8 0,3-4 0,9 1 0</inkml:trace>
  <inkml:trace contextRef="#ctx0" brushRef="#br1" timeOffset="8300">12771 7449 7533,'-36'11'3276,"1"9"-1335,8 11-1402,9-10 1,2 1 90,4 22-450,3-19 0,3 0-180,14 19 0,1-7-90,14-9 0,3 2 45,-5-4 0,0 1-195,-2 0 0,1 2 0,-6 1-30,-12 13 0,-10 0-719,-5-2 0,-6-4-226,-10-6 1,-4-6 1214,10-10 0,0-6 0,-18-22 0,14-13 0</inkml:trace>
  <inkml:trace contextRef="#ctx0" brushRef="#br1" timeOffset="8416">12612 7660 8702,'17'-19'3276,"17"-5"-2989,-4 16 0,6 3 1,-2-1-288,0-4 0,0 1 0,2 3 0,3 3 0,-6-1 0,10-1 0</inkml:trace>
  <inkml:trace contextRef="#ctx0" brushRef="#br1" timeOffset="9367">13300 7920 7533,'-30'-7'3276,"7"2"-1425,23 5-1401,0 0 1079,15 5 360,13-3-1260,9-2-404,-7-4 0,-1-5 45,10-21-225,-13 16 0,-1 0-135,3-10 180,-11 12-180,-9 12-360,-8 0 90,16 0 270,-5 0-90,15 0-89,-1-5-1440,-5 4-90,-2-5-1080,-10 6 1800,-8 6 1079,0 6 0,-8 2 0,-2 4 0</inkml:trace>
  <inkml:trace contextRef="#ctx0" brushRef="#br1" timeOffset="9766">13458 7499 8432,'-17'-9'1638,"10"33"0,4 14-991,-2-1 0,-1 4 0,1 4-1303,3-7 1,-1 3-1,1 2 1,1 0 0,0-2 357,-1 5 0,2-2 0,0 0 0,0-1 0,-1-4 0,1 0 0,0-1 0,3-4 1,5 8-1,1 0 0</inkml:trace>
  <inkml:trace contextRef="#ctx0" brushRef="#br1" timeOffset="11149">26247 8168 7533,'-28'0'629,"-5"0"721,-2 6 718,-3 1 91,11 5 270,27 0-360,12-5-450,5-1-270,-1-6-270,10 0-674,-2 0 0,4 0-1,4-3 1,1 0 0,2 0 0,1-1-90,-2-2 0,0 0-136,1 0 1,1 0 0,7-1 0,2 1-360,0 0 0,0 0-225,0 2 1,-2 1 89,-10 0 0,-3 0 315,5 3 360,-35 0-1080,-43-5 225,-1 3 1,-8 2 284,9 3 0,-2 1 0,-2 1 9,6-2 0,-3 0 0,1 1 0,2 1 890,-4 3 1,2 1 0,2-1 884,-18-2 0,24 0-315,41 0-1124,27-5 0,14-2-135,-4 1 0,3 0 0,2 0-172,-5 0 0,2 0 0,0 0 0,-1 0 172,6-1 0,-1 1 0,-3 1-180,-8 0 0,-2 1 1,-4 0-2160,11-1 0,-69-1 2339,-1-3 0,-3-1 0,2 1 0,0-1 0,-21-1 0</inkml:trace>
  <inkml:trace contextRef="#ctx0" brushRef="#br2" timeOffset="13033">27675 8441 17960,'-9'14'3276,"1"-4"0,16-10-3111,33 0-333,-4-4 1,6-2 181,-2 1 1,4 1 0,2-1-306,-5-1 1,2 0 0,1-1 0,1 1 365,-5 1 1,1 0 0,1 0 0,0 0 0,-1 0 10,1 0 0,0 0 0,1 0 0,-1 0 0,0 0-234,1 1 1,1 0 0,-1 0 0,0 1 0,-1-1-128,3 1 1,-1-1-1,-1 1 1,-1 1 51,9-1 0,-2 0 0,-3 3-665,4 5 1,-4 1-111,-10-1 1,-6 4 733,-3 21 1,-12-3 0,-16 3 0</inkml:trace>
  <inkml:trace contextRef="#ctx0" brushRef="#br1" timeOffset="15066">14129 7933 0,'-18'0'1680,"8"0"1596,2 0-693,24 0-1744,7-5 1,5-1-1200,4-3 0,3-2-380,9-3 1,0-3 739,-7-7 0,-4-1 0,-9 8 0,-2 0 0,-6-4 0,1 1 0</inkml:trace>
  <inkml:trace contextRef="#ctx0" brushRef="#br1" timeOffset="15216">14534 7524 9602,'-9'48'1092,"1"-16"0,-1 4 0,2 2-685,2 0 0,2 2 0,-1 2-1227,0-1 1,-1 3 0,0 1 0,2-3 792,1 3 0,2-3 1,2-1-1,1 8 0,4-6 1,1-16-1,1-1 0</inkml:trace>
  <inkml:trace contextRef="#ctx0" brushRef="#br1" timeOffset="15633">14146 7461 0,'-29'11'1009,"0"1"1,-5 19 0,3 9-501,8-6 1,1 3 0,2 3-300,3 3 0,3 2 0,2 0 128,4 1 1,3-1 0,2-2-339,2-1 0,2 0-330,3-5 0,1 1 1,2-3 14,5-5 0,4-2 496,7 15 1,6-4-1217,6-19 1,1-7 1034,-7 1 0,-1-4 0,2-6 0,-1-3 0,6-1 0</inkml:trace>
  <inkml:trace contextRef="#ctx0" brushRef="#br1" timeOffset="15866">14781 7251 7533,'16'-3'3276,"4"28"-1638,-6 13 0,-1 9-1034,-3-6 0,-1 2 1,-2 0-1682,-3-2 0,-1 1 0,-1-1 867,0 3 0,-2 1 0,-2-3 120,-1 6 0,-3-2-1007,-6 1 0,-2-1 197,1-2 1,-1-1-361,-4-2 1,0-2 1259,5-9 0,-1-2 0,1-3 0,0-2 0,-4 7 0</inkml:trace>
  <inkml:trace contextRef="#ctx0" brushRef="#br1" timeOffset="16249">15381 7647 8072,'-10'-19'2609,"2"7"-2159,8 6 89,0 12 181,0 23-540,0 11 0,-7-13 0,-1 2-466,3 4 1,-2 0 240,-8-3 0,-3-2-225,0 3 0,0 0 0,4-2 0,-1-3-492,-6-3 0,1-2-1576,0 16 2338,-5-12 0,7-18 0,1-8 0</inkml:trace>
  <inkml:trace contextRef="#ctx0" brushRef="#br1" timeOffset="16400">15222 7586 7533,'0'36'819,"0"-1"0,-1 4 0,0 4 0,3 2-42,5-6 1,4 1-1,0 1 1,0 0-1106,-3 1 0,-1 1 0,0-1 1,4-2-1,7 7 0,4-2 1,-1-4-1,0 1 0,1 0 1</inkml:trace>
  <inkml:trace contextRef="#ctx0" brushRef="#br1" timeOffset="17200">22296 6854 9332,'19'14'944,"12"-7"1,1-3 134,-5-4-803,17 0 0,10 0 543,-17-2 0,3-1 0,2 0 0,0 0-1528,6-1 0,1 0 0,1-1 0,1-1 709,-5-1 0,2 0 0,1-1 0,-2 0 0,-4 1 0,-2 0 0,-2 0 0,-2 1 0,-3-2 0,11-7 0,0 1 0</inkml:trace>
  <inkml:trace contextRef="#ctx0" brushRef="#br1" timeOffset="17566">16069 7685 7533,'-18'26'0,"1"-2"0</inkml:trace>
  <inkml:trace contextRef="#ctx0" brushRef="#br1" timeOffset="17617">15981 7771 7533,'-28'0'-428,"3"0"1,7 0 0,1 0 0</inkml:trace>
  <inkml:trace contextRef="#ctx0" brushRef="#br1" timeOffset="17916">15857 7486 7533,'-9'-14'2968,"1"9"-629,16 50-1035,-7-1 0,0 6-945,1-11 1,0 2 0,1 3 0,-3 0-549,-2 4 1,-2 2 0,-1 0-1,1-1 234,-1 1 0,1-1 0,-1 0 0,-1-3-1138,-3 4 1,-2-4 0,4-4-547,4-1 1,4-9 1227,3-10 0,21-34 0,-7-7 0</inkml:trace>
  <inkml:trace contextRef="#ctx0" brushRef="#br1" timeOffset="18283">16316 7784 7533,'-20'-7'3276,"5"1"0,38 6-923,14-11-2758,-2 7 0,1 0-1234,-3-5 1,-1 0 1430,-4 4 0,-3 3 0,0 8 0,-17 8 0</inkml:trace>
  <inkml:trace contextRef="#ctx0" brushRef="#br1" timeOffset="18450">16298 8057 7533,'-9'12'3276,"40"-5"-1638,2-9 0,6-2-1229,-6 0 1,2 0-1,-1-2 1,13-3-1,-4-1 1,-9 1 0,-1 0-1</inkml:trace>
  <inkml:trace contextRef="#ctx0" brushRef="#br1" timeOffset="24183">16986 7412 10411,'-5'25'819,"0"0"0,2 11 0,0 5 0,2 3 273,0 3 0,2 2 0,-1-1-964,-3-1 0,0-1 0,1 2 119,1-1 1,1 4-1,0-2 1,-1-9-24,-3-9 1,0-3-105,3 10 0,2 4 0,-1-7 60,0-1 504,0-7 0,0-2-594,0-3-517,0-37-203,3-24 1,2-14 22,-3 9 0,1-6 0,-1-3 0,1 2 114,-2 11 1,1 0 0,0 0 0,0 0 0,0 0 474,1-2 0,1-2 0,0 2 0,-1 1 0,-1 3 18,-1-3 0,-1 4 0,1 4 1456,3-6 1,0 17 522,-4 38-945,-3 25 0,-2 15-719,3-16 0,0 3 0,-1 2 0,0 0-634,-1 0 0,-1 1 1,1-1-1,0 0 409,1-2 0,0 1 0,1-3 0,0-5-360,-6 11 0,8-18-2159,16-33 1035,-12-33 0,-4-14 884,7 14 0,2-1 1,-2-2 89,-5-5 0,-2-1 1,0 4-1220,4-5 1,0 7 981,-4-5 0,-8 34 1,-2 31-1</inkml:trace>
  <inkml:trace contextRef="#ctx0" brushRef="#br1" timeOffset="60303">12841 17526 7533,'-39'-8'3276,"-8"3"0,19 16-1650,-4 7 0,-4 5-1117,6 0 1,0 3 0,0 1-1598,-2 3 1,1 1 0,2-1 1237,3-4 0,2-1 0,3 0-180,-2 6 0,5-4 390,8-12 360,18 18-316,14-20 1,7 0-195,-3 5 0,1 3 0,2 0-232,6 2 0,3 0 0,-3 2-98,-3 1 0,-2 1 1,-2 1 209,10 9 0,-15 0 1275,-28-4 1,-12-4-2716,-8-4 1,-8-6 1349,-3-7 0,-5-4 0,2-3 0,-4-3 0,2-4 0,3-5 0,1 1 0</inkml:trace>
  <inkml:trace contextRef="#ctx0" brushRef="#br1" timeOffset="60686">13106 18591 7533,'0'-19'3276,"0"6"-526,8 3-1490,1 8-901,1 2 541,-2 13-181,-8 6 631,0 11-1081,0-4-3546,-16 16 1254,-3-15 384,-6-1 1,-1 0 599,-6 3 999,8-11 0,-1 0 1,-2 11-1,-8-3 1</inkml:trace>
  <inkml:trace contextRef="#ctx0" brushRef="#br1" timeOffset="62169">13864 17748 7533,'-8'-19'2608,"-25"7"-1528,2 17-1079,2 5 1,-1 5 942,2 12 1,3 7-708,-3 5 1,1 4 91,8-12 1,1 1 0,2 0 75,-3 15 0,3-1-135,1-11 0,4-2-18,9-4 1,2-2-343,2 4-900,40-13 990,-11-18-1034,-2-9 0,1-5 150,-11-3 1,-1-5 433,4-5 0,3-5 1,-5 2 89,-7 0 0,-1 0 0,9-5 0,4-2 1,-8 6 1258,-11 5-196,25-13 1366,-29 50-360,6 25-585,-11-4 1,-2 5-1213,6 2 1,1 4 0,1-2 177,-4 4 0,4 1-870,6-7 1,4 2-1,6-6 477,18-2 1,4-8 0,-6-3-1,1-4 1,10-4 0,0-1-1</inkml:trace>
  <inkml:trace contextRef="#ctx0" brushRef="#br1" timeOffset="62736">16404 15939 12750,'18'-7'3276,"7"1"-526,18 12-2843,-16-5 0,1-1 633,14 3 0,3 0 44,-5-3 1,2 0-256,-3 0 1,3 0 0,-4 0-735,2 0 1,-1 0 269,11 0 0,0 0-855,-18 0 1,-2 0 89,2-3 1,-1 0-1260,14 2 691,-11-5 1468,-25 6 0,7 0 0,-6 0 0</inkml:trace>
  <inkml:trace contextRef="#ctx0" brushRef="#br1" timeOffset="63452">13952 17240 7533,'-25'-29'3276,"-10"13"-796,5-2-1536,5 34 1,1 13-450,8 7 0,3 7-1365,1-3 0,0 5 0,1 1 1252,1-9 0,1 2 1,1 0-1,1 0-559,3 1 0,1 2 0,1-1 1,-1-1 295,-2 5 1,-1-1 0,2 1 442,2-1 0,2 2 1,0 0-1,2-7-104,1 3 1,2-1 50,-2 5 1,2 5 0,4-10 165,7-17 0,4-4-316,1 9 1,3-6-83,1-15 1,3-9-323,7-10 0,-2-7 0,-12 3 0,-1-6-72,2-8 1,2-9-1,-1-4 1,-4 3 86,-2-5 0,-4 1 0,1-3-168,-2 8 0,0-4 0,1 0 0,-1 0 0,-1 4-12,2-7 0,-1 4 1,-3-1-219,-5 4 1,-2-2 0,0 2 0,-1 3 695,4-2 1,-2 2-764,-5-15 1,-4 5 44,-3 13-2580,-9 10 2580,0 32-2827,1 20 3248,7 0 1,11-4 0,6 1 0,12 4 0</inkml:trace>
  <inkml:trace contextRef="#ctx0" brushRef="#br1" timeOffset="63936">14270 17971 7533,'-20'-5'2608,"5"4"1,38-10-2249,-9 4-271,10-2 1,1 0-90,-4 0 180,21-2-90,-15 17 810,-7 12-451,-5 8-333,-19 16 0,-7 3 63,5-18 1,0 1 67,0 5 1,0 7-1,-1 1 1,0-6-158,-2 2 0,1 0-45,3-2 0,1 6 0,0-1 0,-1-5 45,-4 2 0,0-2-450,5 4 0,2 2 0,-1-5 360,-5 8-1639,7-13 1,2-4 1400,-1-14 1,0-13-1,0-14 1</inkml:trace>
  <inkml:trace contextRef="#ctx0" brushRef="#br1" timeOffset="64170">14446 17959 7533,'16'-41'3276,"19"17"0,-3-5-1638,-4 26 0,0 6-223,-6 10-1370,3 3 0,-1 4-225,-10 8-135,3 4 1,-3 0 134,-12-2 0,0 5 0,-4-1 90,-16-4-630,-5 5 1,-5-1 7,9-18 0,-3-2-188,-6 10 1,-5 3 0,4-3 359,7-8 0,1 0 540,-4 6 0,-1 3 0,2-4 0,-5 3 0,-4 10 0</inkml:trace>
  <inkml:trace contextRef="#ctx0" brushRef="#br1" timeOffset="64402">15028 18653 7533,'0'-7'3276,"0"13"0,0 13 0,0 7-1638,-3 3 0,-2 0-2959,-4 3-318,-6 10 1,-4 1 982,-10-4 1,8-9-1,-1-1 1,-13 2 0</inkml:trace>
  <inkml:trace contextRef="#ctx0" brushRef="#br1" timeOffset="65936">16351 14055 7533,'-27'-6'2968,"-7"10"-539,23 14-1215,21 4 0,11 0-615,8-4 1,7-3 0,5-1-739,3-2 0,5-2 1,2-2-1,1-1 247,-7-1 0,2-2 0,0 0 0,1-2 0,0-1-4,-5-2 1,2-1 0,-1-1 0,1 0 0,-2-1 0,0 0 21,2 0 0,-2 1 0,0-1 0,0-2 0,-2-3-208,-1-1 1,0-2-1,-1-3 1,-2-1 0,-1-2 242,-1-4 1,-3-2 0,0-2 0,-2-1 0,-2-2-36,-1-3 0,-2-1 0,-2-1 0,-1-3 0,-1 0 53,1-4 1,-2-1 0,0-2 0,-2-1 0,-2 0-202,-2-1 1,-1-1 0,-2 0 0,-2 0 0,-3 0 201,-3 2 0,-1 0 0,-3 1 0,-3 0 0,-2 1-1,-3 2 1,-1 0 0,-3 1 0,-4 2 0,-5 4-144,-5 3 0,-6 3 0,-3 3 0,-2 3 0,-2 3 0,-5 2 0,-2 4 0,-2 4 0,-2 3 0,0 3-239,9 3 1,-2 2-1,-1 2 1,0 3 0,0 0-1,0 1 1,1 1 317,1 0 1,0 1 0,0 0-1,0 2 1,1 1 0,1 1 0,0 2-1,1 1 1,1 2-1,0 1 1,1 1 0,1 1-1,0 1 1,3 1 49,-4 3 0,2 1 0,1 1 0,2 1 0,1 2 0,4 2-306,2 2 1,1 2 0,3 1 0,2 2 0,3 0 0,1 0-340,3-1 0,1 1 0,2 0 1,3 1-1,4-1 0,3 0-67,6 1 1,5 1 0,4 0 0,2-2 0,1 0 0,0-3 293,0 1 1,1-1 0,1-3 0,2-1 0,2-2 0,12 4 0,4-3 0,1-3 0,-3-2 0,-3-5 0,-1 1 0,1 0 0</inkml:trace>
  <inkml:trace contextRef="#ctx0" brushRef="#br1" timeOffset="66603">15522 18182 7533,'-29'3'404,"-1"1"1,-3 2 225,4-5 0,1-2 1618,1-5 451,31-1-1080,17-5-1829,8 6 0,9 3 0,-3 0 210,-3-4 0,1 1-459,5 1 1,5-1 0,-3-1 458,3-4 0,-3-3 0,-2 2 0,0-2 0,-1-1 0,1 0 0</inkml:trace>
  <inkml:trace contextRef="#ctx0" brushRef="#br1" timeOffset="66953">16404 17488 7533,'-24'-10'1092,"-1"0"0,-4 3 0,3 8 1928,-1 40-2795,12-1 0,0 7-45,3-8 0,0 3 0,3-2-518,3 10 0,2-1 488,0-12 0,1 0 0,3-2 210,7 1 0,1-2-271,-7-3 1,2-1 135,16 10 0,1 0 216,-12-9 1,-2 1-487,3 15 0,0 0 90,-4-13 0,-4-1-315,-16 11 0,-10-2-1304,-5-11 0,-2-4 889,6-2 0,-1-2 55,-5-6 1,-3-1-1,6-9 630,-5-18 0,11 0 0,3-4 0,5-29 0</inkml:trace>
  <inkml:trace contextRef="#ctx0" brushRef="#br1" timeOffset="67102">16210 17773 6769,'6'-25'3276,"21"1"-2621,12 12 1,9 4-1556,-10 2 1,2 0 0,-1 0 352,10 0 1,-2 0 0,-2 2 0,-7 1 0,-13-2 0</inkml:trace>
  <inkml:trace contextRef="#ctx0" brushRef="#br1" timeOffset="67419">16757 17946 7533,'-28'23'1092,"-1"-1"0,-2 13 0,5 6 546,9 5 0,7 3-794,5-13 0,3 2 1,5-2-935,10 10 0,9-15-585,14-31 0,3-17 225,-12-4 1,-2-7-1,-3-4 240,1-8 0,-4-4 1,-10 1 358,-10 8 1,-8 0 0,-4 5 210,-13 1 0,-5 8-450,2 12 0,-1 8-45,-6 12 0,7 9-1844,18 24-1298,26 1 3196,17-7 1,13-20 0,-12-13 0</inkml:trace>
  <inkml:trace contextRef="#ctx0" brushRef="#br1" timeOffset="67703">17022 18095 7533,'8'38'1092,"1"-1"0,0 3 0,0 0 546,-2-6 0,3-3-1092,5-5 1,4-8-412,7-18 0,1-11-45,-1-14 0,-3-8 180,3-5 0,-9-3 719,-22-1 1,-14 4-226,-13 17 1,-8 9-1215,-7 12 0,0 7-1189,8 3 1,5 4 1220,3 16 1,41-19-1,7-11 1</inkml:trace>
  <inkml:trace contextRef="#ctx0" brushRef="#br1" timeOffset="71002">17727 18789 7533,'0'-9'3276,"8"12"0,-14 45-2415,-4-17 1,-5 1-862,-11 7 0,-3-2 0,5-12 0,-1-3 0,0-6 0,2 0 0</inkml:trace>
  <inkml:trace contextRef="#ctx0" brushRef="#br1" timeOffset="71920">18662 17612 7533,'-18'-44'3276,"1"1"0,-17 39-2370,5 32 1,-2 14-795,7-11 1,0 2-1,-1 3 1,0 1-191,2-3 1,1 1-1,-1 2 1,1 0 0,2-1 279,-3 6 0,0 1 1,3-2-1,4-1-202,2 1 0,4-2 0,8-2-87,9-2 0,6-3 0,4-2-138,18 4 0,3-3-315,-3 4 1,-6 1 314,-13-5 0,-12 0 45,-24 5 0,-13-3-420,6-10 1,-3-2-1,1-2 284,-9 5 1,1-3 0,9-9 0,9-1 0,19-5 0</inkml:trace>
  <inkml:trace contextRef="#ctx0" brushRef="#br1" timeOffset="72103">18609 18641 7533,'24'-25'3276,"5"-11"-2306,4 20 1,3-1-2610,-7-7 1,-2 0 1429,1 7 1,-3 1 0,1-20 0,-18 11 0</inkml:trace>
  <inkml:trace contextRef="#ctx0" brushRef="#br1" timeOffset="72270">18803 18232 7533,'-21'20'1092,"1"0"0,0 12 0,1 4 0,1-4 0,-1 0 0,3 1-411,1 8 1,2 2-622,3-7 0,0 3 0,7-5-1050,12-4 1,3-2-46,-3 8 1,4-5 1034,8-15 0,3-8 0,19-15 0,-8-13 0</inkml:trace>
  <inkml:trace contextRef="#ctx0" brushRef="#br1" timeOffset="72553">18909 18653 7533,'-18'25'3276,"16"-11"-166,20-9-3020,3-12-765,9-4 1,-3-6-2205,-11-22 1890,3 15 0,-7 2 2338,-43-9 540,-16 47-405,18 0 0,1 4-1124,2 10 0,9 2-1485,17-6 1,8-2-1754,21 2 2878,1-10 0,9-16 0,-20 0 0</inkml:trace>
  <inkml:trace contextRef="#ctx0" brushRef="#br1" timeOffset="72786">19085 18628 12390,'0'20'989,"-3"4"1,-2 3-1080,3 4 90,-5 17-360,7-30-270,15-51 225,-2 5 1,2-3 359,3-5 0,1-1-450,-6 5 0,1 4 495,6 8 0,0 5 0,-7 7 0,21-3 0</inkml:trace>
  <inkml:trace contextRef="#ctx0" brushRef="#br1" timeOffset="73353">19315 18653 8522,'-28'17'3276,"11"9"-1785,9 2-1581,16 0-1529,1-21 90,9-12 1169,-8-4-269,21-19 629,-25 12 719,25-2 990,-29 13-359,6 10-361,-8 2 900,-8 12-1709,6-6-90,-5 0-1349,14-8 899,-5-5-2917,22-5 1247,-12-2 1850,13 0 720,-15 1-360,-2 12 2158,-16 1-1618,6 5 719,-6-5-1889,8-2 360,0-5-180,8 0-269,2 6 449,-1-5 0,7 10-450,-14-9 360,6 3-449,-8-10-1710,16-24 990,-12 11 1349,11-17 0,-7 18 0,2-3 0</inkml:trace>
  <inkml:trace contextRef="#ctx0" brushRef="#br1" timeOffset="73636">19614 18368 7533,'0'-19'-180,"0"-4"3418,0 9-2878,0 1 629,0 13-809,0 7 270,0 33-315,-3-14 0,-1 0-1260,-1 7 1,0-1 1124,0-3 0,0-3 0,-3 10 0,8-11 0</inkml:trace>
  <inkml:trace contextRef="#ctx0" brushRef="#br1" timeOffset="73820">19614 18653 7533,'0'32'3276,"-7"4"0,5 12-2542,-6-18-1274,16 16 630,-6-33-3367,13 0 0,-5-8 0,16-27 0,-7 11 3181,-1-23 0,-10 9 1,-8-7-1</inkml:trace>
  <inkml:trace contextRef="#ctx0" brushRef="#br1" timeOffset="73986">19897 18145 7533,'-13'33'546,"0"-1"0,-1 1 0,0 2 0,-2 3 0,2-1 0,4-4 1092,6 1 0,2 1-819,-4 3 0,-1 7 0,1 0 0,1-6-657,4-1 1,2-1-253,-1 10 0,-1 6 0,2-8-1484,2-15 0,2-2 1574,3 14 0,2-3 0,1-6 0,5 2 0</inkml:trace>
  <inkml:trace contextRef="#ctx0" brushRef="#br1" timeOffset="74439">20302 17835 7533,'8'-20'3276,"10"25"-1425,-6 17-2433,1 21 1,-3 6 985,-8-14 1,-2 2 414,2 5 0,1 7 0,-1 1 0,-1-5-40,-4 4 0,-2 1-582,3-9 1,1 8 0,0 1 0,-1-2 0,-2-7-198,-4 6 0,-1-1 90,3-8 0,0 6 0,-1 1 0,0-1 0,-1-8-765,-4 7 1,-5-4 404,-5-1 0,-4 0 0,-1-7-1369,4-13 1,-5-6 1600,-5-6 1,-8-3 0,-1-2-1</inkml:trace>
  <inkml:trace contextRef="#ctx0" brushRef="#br1" timeOffset="74939">12559 17277 7533,'-39'4'655,"-1"-1"0,8 10 1,-2 6-1,-2 2 0,3-2-727,-1-3 0,1 0 0,-2 7 206,5 5 1,-4 7 0,0 4 0,0 2 0,3-1 0,4-4 37,3-2 0,4-4 1,1 3-1,-2 5 165,2-1 0,-3 6 1,0 3-1,-1 3 0,1 1 1,1-3-1,3-2 0,2-5-202,1 3 0,2-4 0,3-1 0,-1 7-68,3-6 1,-2 6-1,1 4 1,0 1-1,1-1 1,1-1-1,3-5 1,2-5-68,3 10 0,4-7 0,9 1-648,7-3 0,9 4 1,4-1-1,2-4 1,-2-9 103,1-7 0,0-9 0,7-1 544,-1-4 0,7 0 0,4-2 0,0-2 0,-2 0 0,-20-2 0</inkml:trace>
  <inkml:trace contextRef="#ctx0" brushRef="#br1" timeOffset="81170">21802 18071 7533,'-10'-21'3276,"18"5"0,35 16-2010,1 0 1,8 0-1387,-8-5 0,2-1 0,-1 0-223,-7 3 0,0 1 0,0-3-737,7-5 1,1-5 0,-6 0 1079,-9-1 0,-3-1 0,4-1 0,-3-2 0,4-16 0</inkml:trace>
  <inkml:trace contextRef="#ctx0" brushRef="#br1" timeOffset="81353">22190 17451 7533,'-30'3'1092,"1"0"0,-4 22 0,1 11 0,7-2 0,0 4 0,3 5-1422,5 0 0,3 6 0,2 0 0,2-2 120,-1 3 0,2-2 0,3 2-308,5-6 1,2 2 0,2-1 0,2-8 564,3-3 1,4-3-648,5 1 1,4 1-1,0-5-389,12 7 989,3-18 0,0-5 0,-4-7 0,-7-5 0,1 0 0</inkml:trace>
  <inkml:trace contextRef="#ctx0" brushRef="#br1" timeOffset="81703">22507 18095 7533,'-17'0'3276,"-1"23"0,8-2-833,34 6-3253,1-33 0,5-11-494,7-10 0,0-5 1079,-3 3 0,-5-4-979,-8-11 1,-9 3 933,-12 16 306,-18-20-126,-17 36 1169,2 18 1,-2 10 12,7 4 0,0 6 0,1 0-387,1-3 0,0-1 1,4 3-107,0 8 1,4 2-1,7-2-599,8-3 0,6-3-269,9 17-1370,12-23 1,8-8-1,3-11 1,3-8-1,8-10 1,0-3 1091,-7 8 1,-5-4 0,-10-12 0,-7-3 0,-9 1 0</inkml:trace>
  <inkml:trace contextRef="#ctx0" brushRef="#br1" timeOffset="81919">22807 17984 7533,'10'-20'3276,"-2"19"0,-8 48-2505,0-5 1,0 6-922,0-7 0,0 2 0,0-1 120,0-5 0,0-1 0,0-5-869,0 7 629,0-39-90,4-30 0,7-14-315,8 3 1,6 1 470,-5 12 1,2 0 0,0 2 0,7-9 0,-1 4 0,-3 15 0,-1 0 0</inkml:trace>
  <inkml:trace contextRef="#ctx0" brushRef="#br1" timeOffset="82353">23125 18108 7533,'-28'41'1638,"18"-14"0,3 3 0,1 4 0,4 2-1676,4-3 0,4-3-412,3 7-1079,1-25 1259,6-19-1169,1-28 1079,-5 12 315,3-1 0,2 1 585,2 2 1529,1 25-450,-5 24-720,-7 6-1438,18-10 269,-5-31-450,20-18 1,-5 4 629,-15 4 989,3 28-179,-16 26-2249,-6 10-1748,13-3 3106,-13-21 1,6-18 0,-8-5 0</inkml:trace>
  <inkml:trace contextRef="#ctx0" brushRef="#br1" timeOffset="82503">23530 17711 7533,'-19'-14'3276,"3"14"0,16 42-2914,8-11 1,-4-2 0,2 0-1,11 3 1</inkml:trace>
  <inkml:trace contextRef="#ctx0" brushRef="#br1" timeOffset="82670">23601 18108 7533,'-18'41'3276,"8"4"-1638,6-8 0,1 0-2441,2-10 1,2-1 802,6 17 0,3-26 0,8-17 0</inkml:trace>
  <inkml:trace contextRef="#ctx0" brushRef="#br1" timeOffset="82953">23742 18108 9422,'0'34'1092,"0"-1"0,0 3 0,0-3 2184,0 14-5871,23-35 527,-1-45 2157,0 12 1,-1 1 1709,-1-10 90,3 37-1259,-21 24-720,-2 8-2788,6-2 2878,-4-18 0,16-13 0,-1-13 0</inkml:trace>
  <inkml:trace contextRef="#ctx0" brushRef="#br1" timeOffset="83336">24059 18170 9781,'-17'42'1638,"4"-17"0,0 0 0,7 1 0,1-1-724,-11 19-3432,39-25 1078,-9-14-199,10-18 1,1-9 173,-5-8 1,-3-8 1044,-1 1 0,-1-5 1,-1-2 193,-2 5 0,-1-2 0,0-1 0,-1 0 226,-1-1 0,0-1 0,0 1 0,-1 2 719,1-6 1,1 2 0,-2 5 918,3-4 0,-4 20 0,-9 44 0,-4 17-819,1-4 0,-2 6 0,-1 3 0,1 2-273,1-5 0,-1 4 0,1 0 0,-1 2 0,1-2 0,0-2-458,-1 8 1,-1-3-1,1 0 1,2 1-909,1 4 1,1 2 0,3-4 0,7-9 509,13-9 1,3-6 0,-4 5-1,3-5 1,8-14 0,-1 0 0</inkml:trace>
  <inkml:trace contextRef="#ctx0" brushRef="#br1" timeOffset="84286">24906 18021 7533,'-25'-7'3276,"-3"2"-256,-7 21-2840,16 6 0,3 5 45,3 4 0,6 4-405,3 3 0,8-1 0,11-4 0,5-5 225,3-8 0,1-3 0,5-5 0,-5 1 315,-12 16-810,-39 2-405,0-11 1,-3-1-226,-2-2 1,1-3 1079,-4-1 0,27-26 0,18-13 0</inkml:trace>
  <inkml:trace contextRef="#ctx0" brushRef="#br1" timeOffset="84436">24994 18145 9691,'30'1'1092,"-1"0"0,10-13 0,2-5-1375,-5 0 1,1-3 0,-2-1-128,-5 0 0,-3-2 1,1 1-1,11-10 1,-4 3-1,-17 11 0,-1 0 1</inkml:trace>
  <inkml:trace contextRef="#ctx0" brushRef="#br1" timeOffset="84869">25400 17649 7533,'-29'20'1092,"-1"0"0,5 14 0,1 6 0,1-1 0,-1 3 0,3 3-641,7-6 0,2 3 0,2 1 0,1 1-406,-2 1 0,1 1 0,1 0 0,3-1-705,2 5 0,2-2 1,6-4-980,9 7 1,10-17-1,11-40 1,4-17 631,-9 2 0,-1-5 1,-3-3 1259,-1-4 0,-3-3 1,-3 3 1320,0-2 0,-10 14 1702,-26 33-1638,-1 14 0,1 7-593,2 0 1,2 1-1586,2-3 1,9-9-2738,36-31 1638,-13-7 1,-1-3 1452,4-2 0,-1 1 2345,4 2-1,-18 44-2158,-1 9-1079,11 0 1079,2-28 0,5-14 0,-7-12 0</inkml:trace>
  <inkml:trace contextRef="#ctx0" brushRef="#br1" timeOffset="85036">25629 18083 9332,'27'-3'1092,"-1"1"0,9-8 0,-1-4-934,-5-4 1,-1-2-1,-4 0 1,-3 0 0,2-22-1</inkml:trace>
  <inkml:trace contextRef="#ctx0" brushRef="#br1" timeOffset="85219">25841 17674 7533,'-13'32'819,"0"-1"0,2 0 0,-1 3 0,0 2 0,3-1 0,-1 3 0,1 1 0,0 0-887,-2 3 0,-1 1 0,1 0 0,2-1-712,0 8 0,2-1 1,3-4 779,3 3 0,2-8 0,3 1 0,12-43 0</inkml:trace>
  <inkml:trace contextRef="#ctx0" brushRef="#br1" timeOffset="85470">25912 18219 7533,'7'39'3276,"19"-9"0,11-40-4663,-13-6 0,-3-6 82,-3-6 1,-8-3 1709,-10 1 0,-8 9 2871,-37 30-1638,15 26 0,3 12-546,8-13 0,2 3 0,8-1-1580,11-1 0,6 1 1,5-6 397,6-2 0,5-9 0,8-18 1,-1-10-1,10-17 0</inkml:trace>
  <inkml:trace contextRef="#ctx0" brushRef="#br1" timeOffset="86169">18133 18889 7533,'-28'-18'1638,"1"0"0,-16-4 1638,33-2-1638,32 31 0,13 8-546,-3-5 0,4 0 0,6-1-973,-3-1 1,7 0 0,3 1 0,2-2-1,1 0 1,-1-2 137,-7-1 0,0-2 0,1-1 0,0-1 0,1 1 0,0-1 0,1 1-302,0 0 0,0 0 0,2 0 0,0 0 0,0 0 0,-1-1 0,-1 1 0,-1 0-392,1-1 0,-2-1 0,1 1 0,-2 0 1,-1-1-1,-1 2 0,-1 0-219,5 1 1,-2 0-1,-1 1 1,-3 0 0,-1 2 472,9 2 0,-4 2 1,-5 0-1,-5-1 1,-7 2-1,-4 2 1</inkml:trace>
  <inkml:trace contextRef="#ctx0" brushRef="#br1" timeOffset="86936">18715 17426 7533,'0'-45'3276,"-8"9"-1875,-10 23-232,-17 13-674,10 7 0,-3 4-46,-6 6 1,-2 4-180,5-1 0,-1 3 0,-1 1-218,-6 4 0,0 1 0,1 2 105,11-4 0,2 1 1,0 0-1,0 1 203,-9 6 0,1 1 0,6 0-91,10-3 1,5 1 0,4-2 90,3 9 0,10-2 45,20-1 0,10-3-267,-6-11 1,2-2 0,2 1-49,5 3 0,1 1 0,-1 0 0,-5-3 0,-2 1 0,-5 2-115,-3 1 1,-3 3-1,-10 1-110,-14 14 1,-15 1-766,-1-13 1,-6 0-1,-3-1 80,1-6 1,-5 0 0,0-1 0,2-2 575,-2 2 1,2-3-1,1 0 1,1-1 0,0 0-1,5-1 1,6-3 0,0 1-1</inkml:trace>
  <inkml:trace contextRef="#ctx0" brushRef="#br1" timeOffset="119903">5609 9692 7533,'-17'-6'2608,"-1"-12"-1438,8-13 449,2-19-900,12 25 1,0 0 899,-2-8-989,6 6-271,-8 25 631,8 13-630,2 4 89,10 22 1,1 11-180,-12-14 0,-3 1 0,2 1-253,5 8 0,1 2 0,0-2-167,-3-2 0,0-1 1,1-6-481,0-3 0,5-13-225,15-33 1,3-18 44,-12-2 1,-2-7 0,-1-1 27,2 1 0,0 0 0,-1 0 632,-3-2 0,0-1 1,-3 25 1636,-1 42 1,-2 19-889,-6-8 1,-1 4 0,1 1 29,2 1 1,1 2 0,2 0-1,2-4-6,7 6 0,3-3 0,5-16-623,3-22 0,4-13 0,-1-4-540,-4-3 0,-1-5 1,-4-5 539,-1-10 0,-3-5 0,-7 3 0,-7-1 0,-6 4 0,-6 10 0,0-1 0</inkml:trace>
  <inkml:trace contextRef="#ctx0" brushRef="#br1" timeOffset="120503">6456 9283 7533,'-10'-13'3276,"2"29"-2126,6 13 1,4 4-1017,6 4 1,0 1-135,-7 0 0,2-2 360,12 5-270,1-62-450,-2-3 1,0-4 314,0 0 0,1 0 45,3-3 0,-3 4 899,-5 9-179,6 17-181,-14 8 1,6 17-270,-8 3-360,0 3-989,0 0-2198,15 8 2881,5-16 1,15 0 0,0-22 0</inkml:trace>
  <inkml:trace contextRef="#ctx0" brushRef="#br1" timeOffset="120789">6826 9333 8072,'0'32'3276,"0"-2"0,8-16-4251,18-8 615,-5-24-539,12-8-540,-38-17 1978,-15 15 405,-5 28 1,-3 10 359,-1 9 1,3 9-1125,4 11 0,7 4-990,6-3 1,10-4-830,17-7 1,7-9 1321,24-13 1,-21-9 0,-3-6 0,8-21 0</inkml:trace>
  <inkml:trace contextRef="#ctx0" brushRef="#br1" timeOffset="121103">7038 9321 8792,'-10'12'3276,"2"6"-166,8 1-2750,0 1 90,0-2-1619,0 0 449,8-5-180,2 0 361,15-8-1350,3-16 899,-1 8 1,-9-13 2158,-2 20 270,-14 14 1837,13 4-1514,3 3-3202,17-47 136,-12 5 0,-1-2 1304,-3-9 0,-1-1 0,16-8 0,-17 14 0</inkml:trace>
  <inkml:trace contextRef="#ctx0" brushRef="#br1" timeOffset="121786">6685 9952 7533,'-27'11'3276,"1"30"-1638,19-8 0,4 5-824,2-6 0,1 2 1,1 0-1475,2 0 0,0 0 1,1-1-980,1 7 1,0-4 818,3 6 1,0-25 0,2-17 0</inkml:trace>
  <inkml:trace contextRef="#ctx0" brushRef="#br1" timeOffset="122036">6685 9915 9691,'31'12'1049,"-1"-1"1,6 5 0,-2 6-1050,-6 9 0,-7 5 179,-3 4 1,-10 3-90,-16-9 0,-9 2 0,-1-2-360,0-2 0,-2-2 1,-1-2-1350,-11 6 0,1-5 1619,-2 5 0,41-39 0,11-9 0</inkml:trace>
  <inkml:trace contextRef="#ctx0" brushRef="#br1" timeOffset="122286">6967 10187 7533,'-4'27'1638,"1"0"0,1 20 0,10-19 0,7-6-1444,16-19-554,-3-13 0,-3-8 630,-11-9 0,-8-4 224,-7 1 1,-8 4-270,-11 6 0,-5 8-1574,-14 12 1349,6 15 0,33 10 0,9-7 0</inkml:trace>
  <inkml:trace contextRef="#ctx0" brushRef="#br1" timeOffset="123070">7197 10064 10681,'33'-6'3058,"-4"-1"-4407,-3 2 0,-1-2 1349,-3-5 0,9 5 0,-21 1 0</inkml:trace>
  <inkml:trace contextRef="#ctx0" brushRef="#br1" timeOffset="123236">7320 10051 7533,'-14'22'1092,"1"-1"0,-1 7 0,2 5 546,2 11 0,3 4-2731,3-11 1,1 2 0,0-1 839,-2 9 0,2-2 1,5-2-1,4-4 0,4-2 1</inkml:trace>
  <inkml:trace contextRef="#ctx0" brushRef="#br1" timeOffset="124170">7814 10336 10321,'-4'28'-480,"0"-1"0,-11 8 1,-3-2 479,-6 10 0,4-16 0,-1-4 0,4-3 0</inkml:trace>
  <inkml:trace contextRef="#ctx0" brushRef="#br1" timeOffset="124736">8537 9716 8792,'-27'-6'3276,"9"22"-1638,11 16 0,6 8-614,4-5 0,4 2 0,-1 1-1525,0 3 1,-1 1 0,4-2 530,1-6 0,3-1 0,-1-3-255,0 3 1,3-7 504,26 1-550,-19-9-120,3-20 1,-1-7-151,-2-12-315,2-11 1,1-6 314,-7 1 1,1 1 539,3-1 0,1 8 1259,4 16-179,-11 60 12,-13-11 0,-2 5 0,3-2 546,9 8 0,7-5-272,9-3 1,5-16-1322,-1-31 0,1-16-945,-9 0 1,-1-8 0,-5-2-194,-6-8 1,-5-3 0,-1 1 682,-1 8 0,0 2 1,-3 1-1,-2-14 1,-2 4-1,1 15 0,0 1 1</inkml:trace>
  <inkml:trace contextRef="#ctx0" brushRef="#br1" timeOffset="125153">9313 9445 7533,'-19'17'3276,"11"25"-1638,8-11 0,2 2-1227,1 0 1,2-1-591,3 11 89,1-66-90,7 4 0,2-4 494,0-10 1,1 3 585,10 4-360,3 45-945,-29 9 0,-4 7-1234,8 4 1,1-1 1124,-7-8 0,0-2 0,15 12 0,-6-28 0</inkml:trace>
  <inkml:trace contextRef="#ctx0" brushRef="#br1" timeOffset="125453">9596 9555 7533,'7'40'3276,"11"-11"0,-6-23-2183,19-17-1632,-11-9-1170,-1-11 1079,-5 5 0,-4-1 360,-16-9 1,12-11 988,-45 34 271,23 18-631,-8 7 1,-1 8 854,5 22 1,5 5-856,-1-12 1,2 1-450,4-3 0,0 2 1,5-2-766,6-1 1,6-3-316,12 12-1708,17-13 2878,-1-33 0,-8-9 0,-1-10 0</inkml:trace>
  <inkml:trace contextRef="#ctx0" brushRef="#br1" timeOffset="125820">9895 9507 7533,'-19'7'3276,"3"9"0,16 20-1638,0-11 0,0 2-121,-1 5 0,2-1-3226,15 2 450,3-45 944,3-9 0,0-5 945,-8-1 0,1 1 2158,18 2 270,-15 48-2068,0 12-1305,-3-10 0,3-9-1934,11-32 610,-10-6 1,-2-5 1091,-7-8 1,-3-3 0,-2 2 0,-2 3 0,-3-17 0</inkml:trace>
  <inkml:trace contextRef="#ctx0" brushRef="#br1" timeOffset="127103">9560 10014 8612,'-30'7'1092,"0"0"0,0 19 0,5 10 0,5-3 0,2 5 0,3 1-518,0 3 1,3 2-1,3-3-394,4 6 0,8-6-720,25 0-674,2-50 0,3-11-91,-4 3 1,-2-3 1214,1-10 0,-5 11 630,-5 28 180,-18 38-1800,-1-9 1,0 1 1079,5-6 0,0-2 0,0 10 0,12-23 0</inkml:trace>
  <inkml:trace contextRef="#ctx0" brushRef="#br1" timeOffset="127486">9790 10076 8252,'-18'6'3276,"8"6"-525,2 24-2571,8-5 0,0 5-61,-2-3 1,0 1 0,-2 0 60,0 13 0,-1-2-315,-4-2 0,8-13-584,17-29 134,-3-19 0,3-9 270,10 0 1,1-1 269,-8-2 0,-1 6-405,15 17-899,-23 27-1928,6 18 3241,-14-10 1,6-1 0,-8-20 0</inkml:trace>
  <inkml:trace contextRef="#ctx0" brushRef="#br1" timeOffset="128119">10019 10076 8072,'-18'13'3276,"8"-1"-1514,3 0-1223,7 1-899,-8-6-1439,6-2-629,2 0 629,2-3 1079,13 3 720,-5-10 0,0-2 0,-2-5 0</inkml:trace>
  <inkml:trace contextRef="#ctx0" brushRef="#br1" timeOffset="128503">10019 10287 9422,'0'27'1092,"0"0"0,0 7 0,0 0 283,-1-3 0,2-1-1375,4-1 0,6-10-180,16-30-719,2-29 539,-12 9 0,-8-1 900,-25-14-450,-5 23-1439,-15 41 1349,27 4 0,11 8 0,15-12 0</inkml:trace>
  <inkml:trace contextRef="#ctx0" brushRef="#br1" timeOffset="128803">10283 10237 7533,'-24'21'1638,"-1"0"0,8 24 0,-4-20 0,3 1-2164,18 17 166,23-19 91,-17-11 898,25-2-359,-29 1-630,-9 13-269,-21 7-2430,-1-6 3059,3-8 0,18-18 0,8-7 0</inkml:trace>
  <inkml:trace contextRef="#ctx0" brushRef="#br1" timeOffset="128969">10319 10349 10231,'33'1'3276,"12"-8"-4554,-18-6 0,1-4 1278,4-1 0,-3-3 0,0-17 0,-5 2 0</inkml:trace>
  <inkml:trace contextRef="#ctx0" brushRef="#br1" timeOffset="129103">10548 10051 7533,'-18'34'546,"1"-1"0,-1 1 0,4-1 0,0 3 0,1 1 0,1 0 273,2 3 0,1 1 0,2 0 0,4-1-530,3-1 0,4 1 1,1-2-1,2-4 0,2 10 1,7-9-1,13-18 0,1 0 1</inkml:trace>
  <inkml:trace contextRef="#ctx0" brushRef="#br1" timeOffset="183840">988 11229 7533,'-10'-20'989,"-6"-3"-359,14-2 1439,-5-23-270,7 1-180,0 3 0,0 21-180,0 34-450,0 26-494,0-5 0,0 5-91,-1 12 1,2 1-225,-2-7 0,2-1 45,2 2 0,1-3-225,-2 8-90,9-24 0,2-2-630,-1 5-539,29-21 180,-20-23 389,0-9 0,2-11 1,-2 0-404,-6 1 1,-3-2 0,2 1 1023,4 0 1,1 0 0,-3 2-104,-1-13 0,-4 20 892,-4 44-270,-6 25 0,-2 11 629,4-5 0,2 3-689,-1-6 0,1 3 0,4-2 89,2-9 1,4-1 0,2-6-255,7-1 0,7-9 8,0-12 1,5-8 0,-1-8-144,1-16 0,-2-12 0,-2-3-383,-9 10 1,-1-2 0,-1-1-1,-3-2-527,0-9 1,-1-3 0,-4 1 0,-4 4-360,-7-5 1,-4 2 517,0 7 0,-1 0 1,-2 9-2039,-5 10 2931,-6-4 1,15 40 0,-7 8 0</inkml:trace>
  <inkml:trace contextRef="#ctx0" brushRef="#br1" timeOffset="184453">1764 11526 7533,'-18'-6'3276,"8"6"-76,3 29-2975,6 2 0,2 5-180,-1 11 0,0 2-345,-1-11 0,1 0 0,1-1-1319,2 12 0,1-4 1619,-3-15 0,0-4 0,7 3 0,-8-24 0</inkml:trace>
  <inkml:trace contextRef="#ctx0" brushRef="#br1" timeOffset="184703">1711 11489 9602,'23'-14'1638,"6"11"0,3 6-1747,6 6 0,1 7 318,-9 3 1,-1 6 0,-8 3 0,-13 3 0,-9 4 0,-2 0-60,-2 2 0,-2 0 0,-7 0-450,-10 5 0,-8 0 0,2-6-1139,5-7 0,1-3 1439,2 1 0,3-9 0,11-18 0,8-7 0</inkml:trace>
  <inkml:trace contextRef="#ctx0" brushRef="#br1" timeOffset="184987">2099 11712 0,'-27'35'3276,"1"-17"-1638,20 5 0,2 5 1286,-4 10-1989,9-12 1,6-1-1296,11-4 0,5-9-180,2-16 1,-1-8 44,6-12 0,-5-6 1576,-6-10 1,-12-3-857,-15 6 0,-10 5 375,-3 9 0,-5 9-3877,-21 20 3196,14 5 1,25 18 0,8-17 0</inkml:trace>
  <inkml:trace contextRef="#ctx0" brushRef="#br1" timeOffset="185170">2293 11650 13559,'36'-10'-1093,"1"-1"1,-5 2 0,-4 2 272,0 7 1,3-5 0,-11-2 0</inkml:trace>
  <inkml:trace contextRef="#ctx0" brushRef="#br1" timeOffset="185320">2469 11687 7533,'-22'37'1092,"-1"-1"0,8 3 0,3 4-728,4 1 0,3 4 0,2-3 0,3 0 0,0-2 0,0-4 0,0 0 0,0-1 0</inkml:trace>
  <inkml:trace contextRef="#ctx0" brushRef="#br1" timeOffset="185987">1923 10534 7533,'-18'-12'3276,"8"22"0,10 27-2820,1-4 1,0 4-1312,4 10 1,-2 0-720,-6-5 0,-2-1 90,5-8 0,-2-4 1484,-6 1 0,8-30 0,0-14 0</inkml:trace>
  <inkml:trace contextRef="#ctx0" brushRef="#br1" timeOffset="186237">1958 10572 12930,'13'48'719,"-1"0"1,-6-2-1,0-1-449,6 1 0,0-4 45,-9-11 0,3-12-135,28-41-765,-15-15 0,-1-9-508,-3 9 1,0-4 0,0 2 623,0 4 1,0 0 0,-2 3 0,-3-3 0,0 5 0,6 7 0</inkml:trace>
  <inkml:trace contextRef="#ctx0" brushRef="#br1" timeOffset="186570">2223 10733 7533,'-10'14'3276,"10"-3"-2685,25-28-2210,12-14 809,-17 7 1,-2-3 809,-2-2 0,-7 1 1889,-17-10 630,-35 42-1215,18 20 0,1 8-1934,-4 1 1,3 3-1,11 13 1,11-3-1980,20-4 2609,4-27 0,3-7 0,16-16 0,1-17 0</inkml:trace>
  <inkml:trace contextRef="#ctx0" brushRef="#br1" timeOffset="186920">2434 10597 12030,'-29'19'3276,"5"15"-975,24-6-3111,16 15 361,-4-23-1350,21-9 1529,-21-18-540,19-22-171,-27 18 2060,12-16-449,-16 26 1349,8-5-1080,-6 12 1440,5 33-1080,-7-1-1484,9-9 1,6-9-856,22-40 180,-12-4 1,-3-7-194,-8-1 1,-2-3 0,-3 1 888,1-3 1,-4 2 0,-5 7-1,-2 4 1,1 6 0</inkml:trace>
  <inkml:trace contextRef="#ctx0" brushRef="#br1" timeOffset="187520">3087 11266 7353,'-35'0'3276,"15"0"0,51 6-294,12 0-4106,2 0 0,4 1-515,-3 4 1,-3 1 1091,-13-5 1,-2 1 0,3 4 0,-5 0 0,-8 0 0</inkml:trace>
  <inkml:trace contextRef="#ctx0" brushRef="#br1" timeOffset="187687">3069 11650 7533,'-29'-5'3276,"37"-2"-1638,18 0 0,10 1-2443,-2 3 0,3 1 0,0 0 805,-3 0 0,0-1 0,0 3 0,15 4 0,-4 3 0,-15 0 0,1 0 0</inkml:trace>
  <inkml:trace contextRef="#ctx0" brushRef="#br1" timeOffset="190970">3722 11093 0,'-18'-20'3276,"8"2"0,3 11-850,7 2 850,7 27-1638,-2 5 0,0 6-984,3 1 1,2 2-1,-2 2 12,-4 4 1,-1 1 0,1 0-547,6-2 0,1 0 0,0-5 1254,-4 5 1,5-13-2185,31-32-450,-19-30 1,-2-13 359,-4 11 1,0-3 0,-2 1 869,-2 2 0,-3 0 0,2 6 2728,12-6-3263,-18 71 1,-6 18 744,-1-20 0,0 2 314,0 1 1,-1 6 0,3 0-1,5-8-1209,16 0 1,3-4 803,-14 4 1,3-6 187,32-18 1,2-20 231,-26-17 1,-5-11 0,0 2-633,4 10 0,1 2 0,-3-5 257,-5-4 1,-1-6 0,-3 0 0,-2 0-1228,-3-4 1,-4 0 0,0 1-1,0 6 1,1 2 0,-1-1 573,3-17 0,-2 8 0,-1 22 0,6 36 0</inkml:trace>
  <inkml:trace contextRef="#ctx0" brushRef="#br1" timeOffset="191320">4392 11526 6183,'-9'39'1092,"0"-1"0,4-7 0,1 0-571,-1 15 0,2-2-2320,3-3-989,0-12 2788,0-41 0,0-14 0,0-11 0</inkml:trace>
  <inkml:trace contextRef="#ctx0" brushRef="#br1" timeOffset="191520">4392 11551 7533,'8'-25'1799,"17"11"90,13 9-720,7 23-540,-18 1 1,-3 5-990,-3 17-719,-27-4 0,-11 2 674,-2-12 0,-5-1-5,-4-3 0,-3 0 1,3-1-1,4 1 1,1-2-1,3-3 0,-1 0 1</inkml:trace>
  <inkml:trace contextRef="#ctx0" brushRef="#br1" timeOffset="191887">4727 11601 7533,'-23'40'1092,"-1"1"0,7 5 0,9-1-302,9-16 1,8-3-926,6 4 0,5-13-990,3-35 1,-1-14 1079,-9 10 0,-5-4 450,-3-23 0,-12 2-495,-9 24 0,-5 6-1035,-2 1 1,1 9 1124,3 31 0,13-8 0,23 13 0</inkml:trace>
  <inkml:trace contextRef="#ctx0" brushRef="#br1" timeOffset="192086">4886 11625 7533,'-10'0'2158,"26"6"-3797,8-5 1,5-1 1614,-4 1 1,1-2-1,4-1 1,-1-3 0,-4-7-1</inkml:trace>
  <inkml:trace contextRef="#ctx0" brushRef="#br1" timeOffset="192220">5009 11625 7533,'-17'36'1638,"4"-11"0,0 5-1021,5 5 0,2 5 0,1-1-617,-2-2 0,1-1 0,1 0 0,1 2 0,2 0 0,0-2 0,2-1 0,0 0 0</inkml:trace>
  <inkml:trace contextRef="#ctx0" brushRef="#br1" timeOffset="193704">5539 11365 7533,'-36'0'3276,"1"0"0,23 0 0,30 6-3693,18-10 1,6-2 56,-11 5 0,1-1-733,13-8 1,5-5 0,-8 0 598,-16 4 0,-3-1 0,20-6 0,-3 0 0,-15 0 1</inkml:trace>
  <inkml:trace contextRef="#ctx0" brushRef="#br1" timeOffset="193873">5768 11043 7533,'-37'16'1638,"18"13"0,4 7 0,5 7 0,3 6-1448,3-9 1,1 5 0,1 1 0,1-2-191,0 6 0,1-2 0,1 0 0,-1-1 0,1 0 0,0-4 0,3 1 0,0 0 0</inkml:trace>
  <inkml:trace contextRef="#ctx0" brushRef="#br1" timeOffset="194873">6174 11030 7533,'0'-31'3276,"0"12"-706,0 2 706,0 32-435,31 22-2167,-12-9 1,1 3-525,2-2 0,3 1 0,-1 2-474,-2 6 0,0 2 1,-4-2 548,3 7 0,-4 0-76,-6-7 1,-2 3 0,-6-3 462,-11 3 0,-7-1-523,2-5 1,-3 2 0,0-4-450,-9 0 1,1-3 224,2 5 0,0-8-1304,-9-20-1439,19-35 1978,9-7 1,4-4 66,4 3 0,2 0 1462,4-5 1,6 5-180,1 15 0,5 8 1188,14 11 0,2 7-803,-8-6 1,1 4-1929,6 15 1,4 7 0,-6 1 879,-10 0 0,-1 1 0,9 9 0,-2 0 0,-14-15 1,-1 0-1</inkml:trace>
  <inkml:trace contextRef="#ctx0" brushRef="#br1" timeOffset="198437">6262 11006 7533,'-28'-13'2608,"11"1"-1798,9-6 719,16-1-180,2 5 450,7 25-1215,0 8 1,-1 6-45,3 13 0,0 6-271,-2-11 1,1 3 0,0 0-344,-2 6 1,-1 2-1,-1 0 314,-1 0 0,0-1 0,-4 2-1,-5 2 1,-4 1 0,-2-1-30,-2-3 0,-2 0 0,-4-1-180,-2-2 0,-3-1 0,-3-3-30,0-5 0,-3-2 0,0-4-405,-10 6 0,-1-9-495,0-14 1,1-11-180,2-14 0,5-10 719,8-8 0,5-4 360,0-8 0,6-2 785,10 6 0,6 3 294,4 6 1,5 4-271,9 5 1,5 5-315,5 4 0,2 6-1,3 7 1,0 8-135,2 8 0,-4 9-1305,-4 7 1,-3 5-149,-9-9 1,0 2 0,-2-1 704,5 8 1,-3-1-1,-3-8 1,-1-2-1,12 11 1</inkml:trace>
  <inkml:trace contextRef="#ctx0" brushRef="#br1" timeOffset="200070">6897 11365 7533,'-28'12'2698,"11"-5"-3327,25-7 269,3-18-90,15-2 720,-16 0 1259,-10 15-270,-10 23-449,0 3-810,10-2-270,10-14-180,7-17 900,-7-7 629,-10-1-989,-10 8-90,1 17 0,9 4 0,9 8 0</inkml:trace>
  <inkml:trace contextRef="#ctx0" brushRef="#br1" timeOffset="200570">7179 10882 7533,'-10'0'3276,"42"0"-1638,-6 0 0,4 0-2216,14-5 1,3-1-1062,-2 2 1,-2-1 1573,-10-2 1,-4 2 0,7 10 0,-21 9 0</inkml:trace>
  <inkml:trace contextRef="#ctx0" brushRef="#br1" timeOffset="200937">7267 10981 7533,'-25'-7'3276,"13"7"0,-4 24-1013,16 25-1544,4-4 1,0 8-540,-3-7 0,0 4 0,-1 3-495,0-6 1,0 4 0,0 0 0,0-1 471,0-1 1,0 0-1,-1-1 1,0-1 66,-1-2 1,-1 0 0,1-2 0,1-4 844,2 15 0,6-9-484,7-16 0,5-9-1080,7-16 0,3-8-944,19-8 0,0-3 1439,-13 4 0,-1 0 0,1-2 0,-3 4 0,-7 9 0</inkml:trace>
  <inkml:trace contextRef="#ctx0" brushRef="#br1" timeOffset="202471">20285 10411 7533,'-30'0'3276,"7"0"0,62 0-1638,-12-3 0,3 0-1021,14 0 1,2-1-978,-4-2 1,-4 0-406,-9 3 1,-5-1 404,-6-2 810,-44 12-91,1 0 1,-4 0 359,-11 4 1,-1 0 89,0 2 1,2 0 134,6-4 1,3-2 585,-5 5-1171,35-11 91,43 0-585,-8 0 0,2 0-360,1-3 1,-1 1-946,3 1 1,-4 0 1439,2 1 0,-13 13 0,-17 6 0</inkml:trace>
  <inkml:trace contextRef="#ctx0" brushRef="#br1" timeOffset="203770">7691 11154 7533,'-20'0'3276,"28"17"0,29 15-2370,-9 1 1,-1 7-667,-10-8 0,-2 4 0,-2 2-300,-2 6 0,-2 3 1,-4 0 238,-2-2 1,-4 0 0,-1-2 30,0-4 0,-1-1 0,-1-3-57,-4 1 1,-2-5-784,-15 5 270,5-24-179,-6-6 179,9-23 360,-1-4 681,8-16-411,3-5 180,7 3 180,0-4 179,15 6 1,-3-11-271,7 23 1,3-1-135,-3-10 0,-1-1-226,8 2 1,1 0-540,0-3 1,-1 2-1125,-4 8 0,1 5-155,3 5 1,-1 5 995,5 8 1,-5 6-1,-17 5 1</inkml:trace>
  <inkml:trace contextRef="#ctx0" brushRef="#br1" timeOffset="205820">8414 11514 7533,'-10'0'2698,"2"0"360,8 6-1349,16-5-585,17-3 1,8-2-1485,6-4 1,2-3-625,-8 3 0,2-1 1,-1 0-110,-5 0 1,-2 1 0,-3 0 875,15-4 1,-8 6-1,-29 6 1</inkml:trace>
  <inkml:trace contextRef="#ctx0" brushRef="#br1" timeOffset="206020">8678 11142 7533,'-19'18'1638,"9"5"0,4 6-546,4 9 0,3 6 0,0 1-273,-1-6 0,0 1 0,0 2 0,0 1-699,0-2 1,0 3 0,0 0-1,0-2 1,0-2 0,0 6-1,0-3 1,0-2 0,0-6-1,0-1 1,0 1 0</inkml:trace>
  <inkml:trace contextRef="#ctx0" brushRef="#br1" timeOffset="207123">7743 11167 0,'-25'-34'3276,"5"15"0,3-9 0,17 66-2307,7-10 1,3 5-701,-1 1 1,1 5 0,-1-1 290,0 1 0,0 0 0,0 2-493,0-1 1,0 2-1,0 0 1,-2-4-68,-1 11 0,-1-3-30,-1-4 0,-1 2 0,-2-10 735,-3-6-2235,-13-5 1068,5-28 462,3-25 0,4-9 0,-1 12 0,0-1 0,4-6 0,0 1 0,0-1 0</inkml:trace>
  <inkml:trace contextRef="#ctx0" brushRef="#br1" timeOffset="207403">7761 11154 7533,'-19'-31'3276,"3"11"-346,16 10-1581,0 20-989,0 4 1124,3 29 0,2 11-1124,0-12 0,-1 2-572,0 2 1,-2 2-1,2-1 242,2-10 0,0-2 0,-2-2-570,-3 6 1,0-3-316,3-3 1,0-5-2423,-4-2 0,-8-15 1786,6-38 1,2-13 1490,-8-4 0,7-5 0,2-2 0,-1 23 0,0 0 0</inkml:trace>
  <inkml:trace contextRef="#ctx0" brushRef="#br1" timeOffset="207789">7761 11117 0,'-10'-26'1783,"-5"3"1493,13 16 0,-6 18 0,16 26-2208,-3-1 0,-1 3-303,2-1 1,-2 2-362,0 4 1,0 3-255,-1-7 0,-1 3 0,1-2-60,2 5 0,0 0 620,-2-8 1,0 2 0,1-4-711,0-3 0,-1-5 0,-3 4 0,-7-3 90,5-21 90,-6-3-270,8-23-360,8-19 360,-4 10 0,1-2-45,7-13 0,2-2 41,0 3 1,-1-2 363,0-3 0,2 0-45,1 11 0,1 1 324,-4 0 0,2 2-819,1 8 0,3 2-810,-2 0 1,1 2-2198,9-5 0,-1 13 2981,-16 17 1,-10 9 0,-10 11 0</inkml:trace>
  <inkml:trace contextRef="#ctx0" brushRef="#br1" timeOffset="208287">7761 11154 7533,'-19'-13'3276,"-5"2"0,30 44-2055,-5 1 1,0 6-803,4 0 1,2 3 0,-2 1-364,-1 0 1,-1 1 0,0 1 243,0 1 0,0 0 0,-1-2 104,-2 4 1,0-3 178,0-4 1,0-4 226,0 0-1260,0-16 810,0-27-630,0-29 0,7 9 0,2-3 90,-3-5 0,0-5 0,1 0 75,4 1 0,2 0 0,-1 1 15,2-10 0,-1 1-135,-1 4 1,2 2-46,-2 14 0,1 1-1369,1-5 1,0 0-1,-5 3 1,1 1-1,6 2 1,-1 5 1033,-3 4 1,6-3 0,-10 10-1</inkml:trace>
  <inkml:trace contextRef="#ctx0" brushRef="#br1" timeOffset="209320">9208 11055 7533,'-10'-12'3276,"2"5"0,24 35-2812,-13 7 45,8-6 1,4 4 0,-1 0-285,0 12 0,1 1-46,0 0 1,1 2 0,-2-3-90,1-1 0,-2 2 247,-5-2 0,-1 7 1,-1 0-1,-4-10-615,-4-8 1,-2 0 457,1 9 0,1 8 0,-3 1 0,-2-8-1819,-11 2 1,-2-6 1222,6 5 0,-1-4-529,-4-8 1,-1-14 225,0-34 179,1-5 720,3-11-1806,16-9 1626,0 13 1314,2 4 0,4-4-805,7-4 1,5-2 0,0-1-181,-2 3 1,1-1 0,1 0-210,1-3 0,2-1 0,1-1 262,0 5 0,2-2 1,-1 1-1,-3 5-337,-2 0 0,1 0-765,6-1 1,6-4-1,1 0 1,-7 6 2100,-6 4 0,0 3-2474,11-1 1,6-1 0,-6 5 629,-5 3 1,16 4 0,-33 18-1</inkml:trace>
  <inkml:trace contextRef="#ctx0" brushRef="#br1" timeOffset="210853">21661 10497 8522,'-10'0'2069,"2"6"1079,8 1-2788,8 0 2518,9-2-1619,8-4 1,1-2-900,8 1 269,1-1 1,2-3-270,-13-4 0,-1-2-316,5 0 1,-1-1-45,8-13 90,-11 11-90,-22 8-179,-10-1 89,-4 5-900,-29-5 810,20 6-989,-8 0 0,1 0 989,4 0-3097,-17 6 3106,31-5 1,2 10 0,8-4 0</inkml:trace>
  <inkml:trace contextRef="#ctx0" brushRef="#br1" timeOffset="211856">22490 10907 7353,'-20'-27'2069,"-11"-1"-1800,19 14 1261,-6-4-361,10 5-270,8 12 1080,8 36-1619,2-10 179,11 14 1,7-3-968,-6-22 1,5-3 696,16 5 1,8 1 0,-4-5-919,-5-6 0,2-3 793,-5-1 0,7 1 0,2 0 0,-1-1 0,-7-2-644,-6-1 1,-3-1 0,4 0 574,2 0 0,5 1 0,5-1 0,-1 0 0,-3-1 0,-5 1-16,0-3 1,-5 1 0,5-1-6,7 0 0,7 1 0,2-1 0,-2 0 0,-10 0 36,3-1 0,1-1-90,-11 2 0,6-1 0,4 1 0,1-1 0,-3-1 0,-5 1 90,7-3 0,-5 0 0,3 0-90,1 0 0,2-1 0,1 1 0,-2 0 120,6-2 0,-3 0 0,-6 2-214,-10 2 1,-1 0 303,8 1 0,5 0 0,-6 2-75,-7 2 0,-1 2-16,5-1 1,3 1 0,-1 1 150,9 8 0,-2 0-225,-11-5 0,1 2-45,1 4 0,2 3 0,-5-3-180,5 0 60,-5-1 0,7 1 0,-4 0 30,-7-3 0,2 0 90,17-1 0,7 0 0,-6-1-45,-12-1 0,-1-1 202,11 0 0,5-1 1,-11-1-68,-6-1 404,3-3 1,-2 0 1843,-11 2-1304,4-2 0,0 1-494,-6 2-90,6-3 0,1 0-271,2-4-359,5-1 1,3-2 134,-8 1 0,2-1-1035,14-5 1,2 5 1079,-6 12 0,-3 4 0,-11-5 0,-3 4 0,5 31 0</inkml:trace>
  <inkml:trace contextRef="#ctx0" brushRef="#br1" timeOffset="213120">9931 11712 7533,'-18'-5'3276,"8"-2"-3084,2 0 1,16 1 0,2 6 0</inkml:trace>
  <inkml:trace contextRef="#ctx0" brushRef="#br1" timeOffset="214720">10089 11303 7533,'-7'-13'3276,"5"-4"-1155,-14 38-412,14 17-1125,2-2 1,0 4-405,0 6 0,2 2 0,6-6 0,0-2-630,-9-8 0,4-7-719,12-13 584,-2-32 0,0-14 180,5-7 1,1-3 584,0 0 0,-1 2 359,-4 5 1,-2 15 989,-4 50-539,-8 16-1125,0-13 0,7-4-585,35-15 450,-15-27 0,2-8 360,4-1 0,-1-1 675,-8 2 0,-5 9-226,-3 27-3057,-16 26 879,7-10 1,2-1 1175,2 11 1,15-10-1,-9-17 1</inkml:trace>
  <inkml:trace contextRef="#ctx0" brushRef="#br1" timeOffset="-214426.73">10777 11303 7533,'-41'22'3276,"10"17"-1638,4-12 0,3 3-147,11-1 0,6-1-4768,7 9 0,36-35 2101,-9-17 1,0-8 815,-2-2 1,-3-3 853,-2-4 1,-6 2 2781,-6 4 0,-8 32-2542,7 27-914,1-8 0,2 0-3097,18 14 2457,7-9 1,-16-18 0,-3-6 0</inkml:trace>
  <inkml:trace contextRef="#ctx0" brushRef="#br1" timeOffset="-214259.73">11042 11241 11670,'25'16'3276,"11"16"-3070,-17-4 0,-1 2-1600,0 4 0,-1 0 738,-4-10 1,0-3-1,4 10 1,1-21 0</inkml:trace>
  <inkml:trace contextRef="#ctx0" brushRef="#br1" timeOffset="-214109.73">11395 11055 7533,'-30'17'819,"1"-1"0,3 3 0,-2 1 0,2 5-312,2 1 1,0 5 0,1 0 0,1-1-873,-3 4 1,0-1 0,3 1 0,3-2 0,3 1 0,2-3 0,5-6 0,0 0 0</inkml:trace>
  <inkml:trace contextRef="#ctx0" brushRef="#br1" timeOffset="-212676.73">11853 10869 7533,'-15'-19'3276,"3"7"-2351,-12 23 1,-1 16-597,10 7 1,3 9 0,0 1-560,-3-3 0,-2 1 0,1 2 0,3 0 522,1 4 0,1 3 1,4-3-1,8-5-5,8-2 1,8-5 0,4-16-423,9-25 0,4-17-15,0-6 0,1-9 1,-6-5 9,-10 4 1,-5-5 0,-3-1 0,-4 2-191,-5-4 0,-6 1 1,-2 3-721,2 5 1,-2 1-1,-5 10 1050,-24 5 0,1 28 0,20 17 0,1 0 0</inkml:trace>
  <inkml:trace contextRef="#ctx0" brushRef="#br1" timeOffset="-212526.73">11800 11130 7533,'9'36'819,"-1"0"0,1 0 0,3 8 0,3-1 273,1-4 0,2 0 0,-1-4-1639,-1-9 1,0-2 0,5 6 0,-1-4 0,-3-6 0</inkml:trace>
  <inkml:trace contextRef="#ctx0" brushRef="#br1" timeOffset="-212192.73">12488 10746 7533,'-29'18'546,"0"0"0,-1 1 0,6 8 0,1 6 0,2 3 0,1 2 109,2 0 0,0 2 1,2 2-1,1 1 0,2 1 0,0 4 0,3 2 1,1 0-1,3 0 0,4-3-1398,6 3 0,3-1 1,4-2-1,1-4 382,0-2 1,2-3 0,7-7 0,9-10 0,6-6 0,-2-6 0,-3-6 0,0 0 0</inkml:trace>
  <inkml:trace contextRef="#ctx0" brushRef="#br1" timeOffset="-210709.73">21502 18529 9961,'38'-5'409,"0"0"1,0 1-1,1-1 1,4-1-1,2 0 1,3-1 0,1 2-1,1 0 59,-8 2 0,2 1 0,0 1 0,1-1 0,1 2 0,1-1 0,0 0-324,1 0 1,1 1-1,0-1 1,1 1-1,1 0 1,-1 0-1,1 1 1,-1 0 14,-5 0 1,1 1 0,-1 0 0,1 0 0,-1 0 0,1 0 0,-1 1 0,0 0 0,0 1 42,4 0 0,1 1 1,-1 0-1,1 1 1,-1-1-1,-1 1 1,0 0-1,-1 0 43,2 0 0,-1 0 1,0 0-1,-1 0 0,-1 0 1,0 1-1,-1 0-80,3 1 0,0 0 0,-1 1 0,-1-1 0,0 1 0,-3-2-86,2 1 1,-2-1 0,-1 0 0,-1-1 0,0 0-283,5-1 1,-1 0 0,-2-1-1,0-1-817,6 0 0,-1-2 0,-4-1-375,2-4 1,-2 3 688,4 11 0,-6 2-1543,-9-6 610,-6 7 1,-5-4 1557,-12-15 1,-2-6 0,-8-7 0</inkml:trace>
  <inkml:trace contextRef="#ctx0" brushRef="#br1" timeOffset="-208242.73">10777 11687 7623,'-27'-6'2338,"1"0"-5615,-7 34 2333,19-16 2182,-11 22 0,3 5-428,16-6-631,-10-3 1,1-1 1168,13 1-1438,2-5-1917,10-11 1287,8-3 2458,7-16-2907,3-13 44,-3-2 1,0-3 674,-8 0 0,-2-1 257,6-3 0,-1-1 13,-10 1 0,-2 0 360,1-7-90,-1 3 990,-8 20 2196,0 11-192,0 33-2005,8 9-1079,-3-11 0,0 1 180,5 12-990,0-20 1,3-2-1170,7 0 360,15 8 1619,-7-17 0,5-3 0,-6-3 0</inkml:trace>
  <inkml:trace contextRef="#ctx0" brushRef="#br1" timeOffset="-208026.73">11060 11588 7892,'-8'-7'3276,"6"13"-2324,-14 7-772,14 12 270,-6 0-1710,0 6 1260,7-5 0,-15 4 0,6-5 0</inkml:trace>
  <inkml:trace contextRef="#ctx0" brushRef="#br1" timeOffset="-207209.73">12506 11130 7533,'-10'0'1799,"2"0"1477,8 0-2145,16 0-591,4 0-90,15 0-720,8 0-540,-13 0 1,1 0-830,1-6 1,0 1 1196,-3 4 0,-3-1 0,15-15 0,-23 11 0</inkml:trace>
  <inkml:trace contextRef="#ctx0" brushRef="#br1" timeOffset="-206926.73">12700 10783 7533,'-10'18'3148,"-5"12"-2339,13 14-359,-6-17 0,0 2-832,6 7 0,2 1 562,-4-2 0,0 0-91,4 3 1,0-1 0,0-3 0,0-1-392,0-4 0,0-1 32,3-2 1,2-2-1227,5 13 57,0-12-540,13-8 1979,-19-10 0,19-7 0,-13-6 0</inkml:trace>
  <inkml:trace contextRef="#ctx0" brushRef="#br1" timeOffset="-206107.73">12823 11229 7533,'-9'12'3058,"1"6"-2069,24-4-899,11-2-270,-2-11 1,3-7-586,0-7 0,-1-4 135,-2-2 1,-5-3 539,-7-5 0,-9 0 990,-21-12 89,-5 25-180,-3 24 1,1 10-90,3 23 134,3-5 1,2 1-226,7 8-1438,16 1-810,13-18 539,7-16 1080,22-14 0,-25-8 0,17-10 0</inkml:trace>
  <inkml:trace contextRef="#ctx0" brushRef="#br1" timeOffset="-205873.73">13141 11105 8432,'-27'25'3058,"1"5"-2158,16-4-270,2 10-361,8-4 1,0-1-1259,0 5 899,0-21-450,8-20 450,2-23 0,-1 4 0,0-1-90,-1 0 1,1 0 89,9-19-1170,7 7 91,3 12 1169,-9 7 0,5 11 0,-14 2 0</inkml:trace>
  <inkml:trace contextRef="#ctx0" brushRef="#br1" timeOffset="-205426.73">13247 11179 7533,'-18'6'3276,"8"1"-526,3 5-2210,7 6-180,0 1-180,0 6 269,0 0-539,0-6 90,7-1-809,-5-11 539,6-2-1439,8-16 720,-12-2 89,27-12 270,-19 6 91,6 1 539,-3 11 90,-13 1 629,6 17 810,-8-2-899,0 8 270,0-4-181,0-6-539,8-2-180,-6-5 90,21-11-180,-19 3-450,20-4 450,-14 6 90,-1 6 0,7 6-90,-14 6-539,6 2 89,-8 4-1439,0-12 1979,8 0 0,1-12 0,9-1 0</inkml:trace>
  <inkml:trace contextRef="#ctx0" brushRef="#br1" timeOffset="-205259.73">13547 10820 7533,'-28'23'3276,"11"20"-4214,17-2 938,2 2 0,13-14 0,-5-10 0</inkml:trace>
  <inkml:trace contextRef="#ctx0" brushRef="#br1" timeOffset="-204893.73">13600 11191 7533,'-18'31'3276,"8"-10"0,-6 8-2812,15-10-105,-7 0-2787,16 4 1438,1-14-2287,17-20 2057,-7-6 1040,-1-13 990,-10 18-181,0 0 2609,-6 11-2878,6-4 1979,-8 10-1979,0 2-450,0 5 0,0-5-810,0-1 541,0-6-1351,7 0 991,-5 0-1350,14 0 1349,-14 0-719,14 0 1439,-14 0 0,13-6 0,-5 0 0</inkml:trace>
  <inkml:trace contextRef="#ctx0" brushRef="#br1" timeOffset="-204659.73">13776 11216 9871,'-8'25'3276,"-2"0"-1694,-7 0-1223,7-6 91,2 4-540,8-14-360,0 7 271,0-14-901,8 3 181,2-10-451,7-2 181,-7-11-90,6 4 449,-14-9 1,13 3-181,-13 1 361,6 7 629,-8 6 0,0 1 0,0-2 0</inkml:trace>
  <inkml:trace contextRef="#ctx0" brushRef="#br1" timeOffset="-204560.73">13811 11266 7533,'0'0'0</inkml:trace>
  <inkml:trace contextRef="#ctx0" brushRef="#br1" timeOffset="-204260.73">13899 10683 7533,'-19'17'1638,"2"14"0,2 8 0,9-3 0,1 5-2037,-1 2 1,-1 6 0,0 1 0,1-4 188,2-7 0,0-2 0,2 2 120,2 2 0,0 3 0,3-1 1,2-5 185,11 6 1,4-6 0,-6-8 0,3-3 0,4-10 0,-1 0 0</inkml:trace>
  <inkml:trace contextRef="#ctx0" brushRef="#br1" timeOffset="-202976.73">14270 11093 8432,'-18'-9'3276,"-7"32"-3070,10-1 0,2 3-116,-2 9 0,3 1-225,8-5 0,6-3 45,18 10-45,0-24 0,5-3 45,20 3 90,-18 4 180,-19-2-90,-26 8-719,-25 2-1710,12-10 2339,-2 1 0,25-21 0,8-2 0</inkml:trace>
  <inkml:trace contextRef="#ctx0" brushRef="#br1" timeOffset="-202826.73">14358 11204 9332,'18'0'2608,"15"-11"-2788,-4 3-270,0-5 1,1-3 335,-6 3 1,-1 0 0,0-3 0,-1 0-1,12-14 1</inkml:trace>
  <inkml:trace contextRef="#ctx0" brushRef="#br1" timeOffset="-202626.73">14605 10857 7533,'-22'39'819,"1"-1"0,5-8 0,1 2 0,1 1 273,0 9 0,2 3 0,1-1-1208,-3-3 1,1 0 0,6-2-1524,11 11 1,6-6 1483,-5-17 1,4-6 0,34-10 0,-8-18 0</inkml:trace>
  <inkml:trace contextRef="#ctx0" brushRef="#br1" timeOffset="-202353.73">14711 11179 7533,'-21'15'1092,"1"-1"0,0 7 0,0 2 546,1 3 0,1 1-1811,2-1 0,9-3-726,30-9-2378,14-28 1966,3-8 2661,-7 4 269,-25 47 0,-8 7-2969,8 8 1350,17-21 0,-11-28 0,9-9 0</inkml:trace>
  <inkml:trace contextRef="#ctx0" brushRef="#br1" timeOffset="-201909.73">14817 11167 7533,'-28'5'3276,"11"-3"-1335,9 3-1581,8-5-450,15-5-90,-3 3-2789,29-14 2969,-11 8 0,5-16 0,-9 5 0</inkml:trace>
  <inkml:trace contextRef="#ctx0" brushRef="#br1" timeOffset="-201726.73">14940 10869 7533,'-21'30'1092,"-1"0"0,2 5 0,3 5 0,6-3 0,2 3 0,1 0-2185,2 0 1,0-1 0,3-2 237,2 7 0,2-4 990,-3-5 1,4-8 0,6-13 0,1 4 0</inkml:trace>
  <inkml:trace contextRef="#ctx0" brushRef="#br1" timeOffset="-201460.73">14958 11291 7533,'0'43'3276,"8"-16"-2685,17-15-3199,4-37 1439,-1-9 2968,-28-3 1439,-35 52-990,-5 15-2878,19 0 1,7 3 629,22 5 0,6-9 0,19-17 0</inkml:trace>
  <inkml:trace contextRef="#ctx0" brushRef="#br1" timeOffset="-201043.73">15275 11675 9242,'-19'23'3276,"3"4"0,8 15-4259,-7-15 1,-3 1 982,-1 4 0,-1 0 0,-6-5 0,-1-2 0,5-1 0,1-1 0</inkml:trace>
  <inkml:trace contextRef="#ctx0" brushRef="#br1" timeOffset="-200359.73">15628 11018 7533,'-43'6'1638,"17"5"0,-1 7 0,-6 12 0,3 7-546,12-7 0,3 3 0,1 0-621,3 3 1,1 1 0,6-2-67,4 6 0,10-7-1305,12-10 1,7-12-740,3-20 1,0-13-1,2-5 1,-3-7 1364,-11 6 0,-3-4 0,-3 1 589,-3-7 0,-5 4 2023,-6 7 938,-9 74-1638,2-7 0,4 5-2293,7-7 0,4 2 1,3-3-156,6 2 1,6-8 809,11-13 0,2-9 0,11-20 0,-26-5 0,-1 0 0</inkml:trace>
  <inkml:trace contextRef="#ctx0" brushRef="#br1" timeOffset="-200159.73">15893 10783 7533,'-18'-13'3276,"-7"23"0,13 27-3809,-4-4 1,0 4 532,10 7 0,1 0 0,-4-10 0,0-3 0,5-5 0,0 1 0</inkml:trace>
  <inkml:trace contextRef="#ctx0" brushRef="#br1" timeOffset="-199826.73">16087 10696 11580,'11'42'546,"0"0"0,0-1 0,-4-3 0,-2 0 0,0 2 0,0 1 109,-1-2 0,1 0 1,-1 2-1,-1 0 0,-2 0-396,-1 3 1,-1 1-1,-2 0 1,-2 0-1,-3-1-915,-5 1 1,-4 0-1,-1 0 1,-1-2 0,1-3 357,3-1 0,0-3 0,-1-1 0,-2-1 0,-7 1 0,-3-1 0,-1-3 0,3-4 1,-6 2-1,1-1 0</inkml:trace>
  <inkml:trace contextRef="#ctx0" brushRef="#br1" timeOffset="-197826.73">16722 11440 7533,'-28'0'3276,"3"0"0,23 0-1463,4 0 76,39 0-1349,-10 0-1,11-5 1,6-1-1633,-10 1 1,0 1 0,2-1 727,4-2 1,0 1 0,-1-1 0,-3 3 0,0-1 0,-4 2 0,1 0 0,0 0 0</inkml:trace>
  <inkml:trace contextRef="#ctx0" brushRef="#br2" timeOffset="-194759.73">27411 10733 8823,'-10'-6'1738,"-6"5"-1286,14-4 1203,10 16-554,17 1 1,9 0-437,0-3 0,5-2 1,4-1-1076,-4 0 0,5-1 0,2 0 0,-1-1 0,-2 0 534,0-2 0,-3-1 1,1 0-1,4 0 85,-4 0 0,4 0 0,1 0 1,1-1-1,-1 1 0,-1 1 84,6 0 1,-1 0 0,-1 1 0,1-1 0,-1 1-77,-1 0 0,-1-1 0,1 1 0,0 0 0,0 0-386,-2 0 1,1 0 0,2 0 0,-3 1 0,-2-2 0,-5 1 297,2 0 1,-4-1 0,-2 0-57,2 0 0,-1 1 0,-3-3-1363,3-2 1,-3-1 271,-4-1 0,1 1-621,8-1 1,0 1-1639,7-3 3010,-17 6 1,3 11-1,-11 3 1</inkml:trace>
  <inkml:trace contextRef="#ctx0" brushRef="#br1" timeOffset="-192376.73">17780 10869 7533,'-8'-19'3276,"-9"1"-2415,5 11 579,-27 24-1081,25 5 270,-3 3 1,-5 7 0,4-2-1357,6-5 0,0 3 1154,-1 6 0,-3 7 1,1 1-1,3-4-762,0 2 0,2 2 784,1 1 1,0 7 0,1 0 0,1-7-270,1 2 0,2-2 209,0 6 1,1 3 0,2-8-400,3-17 0,4-3 10,8 11 0,5-7 0,13-14-135,16-18 0,2-9-402,-27 1 0,1-5 244,4-4 1,5-6 0,0-2 0,-6 2 22,-3-5 0,-3-4-45,0 1 0,1-7 0,0 0 1,-4 6 134,-2 2 0,-3-1 0,-5 0 0,-1-5 0,-1 0 0,-2 6 90,2 4 0,-4 0 150,-7-10 0,-4-4 0,0 6-240,-5-7 360,-13 8 0,-3 5 813,7 17-1623,-9 6 0,-1 7 540,2 14-1540,0 11 1,3 7 1629,16-6 0,2 1 0,-3 9 0,3 0 0,10 14 0</inkml:trace>
  <inkml:trace contextRef="#ctx0" brushRef="#br1" timeOffset="-192160.73">17815 11303 7533,'-19'17'3276,"3"-13"0,16 29-923,0-18-644,8 32-1440,2-18-889,1 3 0,3-1 170,6 0-764,-3 6 0,-1 0 134,-4-5-449,3 0 0,1-1 1529,-4-4 0,13 4 0,-7-13 0</inkml:trace>
  <inkml:trace contextRef="#ctx0" brushRef="#br1" timeOffset="-191742.73">18362 11018 7533,'-23'26'1092,"-1"-1"0,-6 12 0,3 2 546,16-15 0,1 1-1762,-6 8 1,-3 3 0,5 0 752,6 6 1,2 1-390,-2-7 0,-1 2 0,2 0-930,5 5 0,2 1 1,2-4 284,5-4 0,2-1-1169,3 14 0,4-7 687,13-20 887,0-7 0,-1-6 0,-5-15 0,18-8 0</inkml:trace>
  <inkml:trace contextRef="#ctx0" brushRef="#br1" timeOffset="-191360.73">18627 11291 8072,'-10'-19'3276,"2"6"-1694,8 8-773,-16 5-629,12 5 270,-35 13-270,33 3 89,-13-1 1,-1 1-90,16 1 180,-19 18-270,21-25 0,-6 14 0,8-15-720,16 9 450,-5-14-179,31 12 269,-29-18-360,19 19 270,-30-13-90,5 14 270,-7-15-90,-7 20 90,-11-18-719,-10 18 629,1-14-2699,-6 9 2789,21-9 0,-4 4 0,16-5 0</inkml:trace>
  <inkml:trace contextRef="#ctx0" brushRef="#br1" timeOffset="-191176.73">18750 11712 7533,'-19'14'3276,"-5"8"0,14-14-5961,-7 21 2685,-1-19 0,-8 12 0,-1-15 0</inkml:trace>
  <inkml:trace contextRef="#ctx0" brushRef="#br1" timeOffset="-190706.73">18944 11352 7533,'-10'39'1092,"1"0"0,-4 2 0,2 0 546,9 0 0,2-2-325,-1-10 0,2-1-1493,1 6 0,6-5-965,17-9 246,3-19-1066,7-20 660,-16-9 1,-3-5 1079,-5 6 0,-2-1 45,0-6 1,-2 2 1528,0-5 948,-5 12-678,6 18 1169,-16 30-2338,6 6-1529,-5 14-1980,22-2 1800,-11-19 1259,28 7 0,-21-16 0,15-1 0</inkml:trace>
  <inkml:trace contextRef="#ctx0" brushRef="#br1" timeOffset="-190459.73">19209 11489 7533,'0'-19'3276,"0"-5"-76,15 11-3110,-3-5-630,14 11 91,-1 12 269,-13 15-450,4 22 270,-18 1 0,-4 4 135,1-9 1,0 1 104,0-5 0,-1 1 0,-1-2-780,-6 8 1,1-3-270,0 9 1169,-4-5 0,16-31 0,0-11 0</inkml:trace>
  <inkml:trace contextRef="#ctx0" brushRef="#br1" timeOffset="-190226.73">19315 11489 7713,'23'-26'2338,"-17"8"-1258,33 13-990,-27 5 89,13 0-448,-15 11-361,-2 2 180,-16 12 0,-3-2 1,-3 1-1,-16 12 135,9-11 0,-1-2 315,-5 2 0,9-7 0,10-6 0</inkml:trace>
  <inkml:trace contextRef="#ctx0" brushRef="#br1" timeOffset="-189909.73">19579 11055 7533,'28'-7'3276,"-3"7"0,8 35 0,-11 6-2364,-8-7 1,-3 5-284,-5-1 1,-4 4 0,-2-4-1092,-3 3 1,-2 0 483,2-5 1,0 5 0,-1 1-1,-3-6-476,-10 9 0,-1-1-639,4-3 1,0 2 0,-4-1 1077,-3-5 1,-3-2 0,1-1 0,4-1 0,0-2 0,0 0 0,-4 0 0,0-1 0,0 0 0</inkml:trace>
  <inkml:trace contextRef="#ctx0" brushRef="#br1" timeOffset="-188640.73">12718 17587 7533,'-20'0'3276,"-11"0"0,11 6 0,-7 1-2254,-1 9 1,-1 8-259,4 3 1,1 3 14,0-3 1,-1 2 0,3-2-556,2 3 1,3-1 315,3-1 0,5-5-180,9-9 359,15 15-269,13-3-315,-4-5 0,5 1-225,9 8 0,2 0 90,-10-9 0,-1 1-480,-4 1 0,2 3 1,-5-1-196,-1 4 1,-5 0 494,-1 11 0,-10 2-855,-15 1 1,-13 0-59,-7-10 1,-7-2 0,-2-3 798,-1-2 0,-1-2 0,-2-2 1,-1 0-1,0-2 0,1-1 1,12-7-1,-1 0 0,1 0 1</inkml:trace>
  <inkml:trace contextRef="#ctx0" brushRef="#br1" timeOffset="-185642.73">19738 10869 7533,'-18'-5'3276,"8"-2"-1155,3-11 217,22 4-449,5 2-270,23 6-1034,-13 6 0,1 0-451,0-5 1,2-1-225,11 5 1,-1 0 44,-10-8 0,-2 1 90,1 6 0,-3 3 404,6-1-89,-9 1-180,-16 10-540,5-9 0,-13 8 270,6-3 540,-8 6-270,0-1 90,0 1-90,0 4 90,0 8-90,0 12-1,-4-8 1,0 3-90,3 5 0,0 2 225,-3 7 0,1 2-105,2-14 0,1 1 0,1 0-154,-1 2 1,0 0 0,0 1 153,0 3 0,0 0 0,0 1-1,-2-2 1,-1 0 0,0-1 90,0 1 0,-1-1 0,1-1 374,-1 11 1,-2-4-405,-5-6 0,-1-3-180,4-10 0,-4-3-450,-14-3 0,-7-4-1279,-9-6 1,-4-1 1507,6 2 0,-3 1 0,1 0 0,4-3 0,1-1 0,0 2 0,0 4 0,1 1 0,-1-1 0</inkml:trace>
  <inkml:trace contextRef="#ctx0" brushRef="#br1" timeOffset="-184109.73">20479 11204 0,'-10'-12'0,"-6"-6"3276,14 4-92,-6 13 92,16 42-1638,1-1 0,0 8-1890,-3-4 1,0 5 0,0 3-1,3-4 252,3-8 0,1-2 0,1 0 0,-2 0 0,-1 14 0,-3-1 0,5-8 0,7-15 0,1-1 0</inkml:trace>
  <inkml:trace contextRef="#ctx0" brushRef="#br1" timeOffset="-183893.73">20779 11229 8972,'-27'22'1092,"1"1"0,-8 7 0,-1 5 0,10-2 0,1 4 0,1-1-1553,-2 0 0,1 0 0,0-1 461,2-2 0,1-1 0,3-3 0,3 1 0,3-4 0,-4 9 0</inkml:trace>
  <inkml:trace contextRef="#ctx0" brushRef="#br1" timeOffset="-183726.73">20373 11501 7533,'-10'13'3276,"34"-1"-1638,7-11 0,8-6-1229,1 1 1,4 0-1,-2-2 1,7-1-1,0-1 1,0 0 0,0 0-1</inkml:trace>
  <inkml:trace contextRef="#ctx0" brushRef="#br2" timeOffset="-181909.73">30868 10622 7248,'-18'0'-1117,"-7"0"1980,1-1 1,-3 2 774,-17 2 0,0 5 0,13 1 0,15 1-546,37-2 0,29-2 0,6 0-624,-16-2 0,4 0 0,4-1 0,3 0 0,2 0 0,1 0 0,1 1-171,-10-1 1,1 0 0,2 1 0,1-1 0,1 1 0,1-1 0,0 1 0,0 0-1,0 0 1,0 0 0,-1 0-76,-4 0 1,1 0 0,0 0 0,0 1 0,0 0-1,0-1 1,0 1 0,-1-1 0,0 1 0,0-1-1,0 0 1,-1 0-223,4 0 0,1 0 0,0-1 0,-1 0 0,0 1 0,-1-1 0,-1 0 0,-2 1 0,-1 1 0,-3-1-547,8 4 1,-1 0 0,-3 1 0,-3 0 0,-1-1 0,-3-2 77,15 0 1,-4-3 0,-18 8 0,-27 22 0,-27-12 0,1 1 0</inkml:trace>
  <inkml:trace contextRef="#ctx0" brushRef="#br1" timeOffset="-180909.73">21431 10956 7533,'-26'5'819,"-1"0"0,5 18 0,1 12 0,4 5-164,5-6 0,1 3 1,3 4-1,-1 0 0,2 1-146,-2 5 0,2 2 1,0 1-1,0-1 1,1-1-618,1-5 0,1 0 0,0 0 0,0-2 0,-2-4-985,-3 12 1,-2-3 0,-3-12-2185,-17-8 3009,-12-28 0,25-24 0,10-11 0</inkml:trace>
  <inkml:trace contextRef="#ctx0" brushRef="#br1" timeOffset="-180759.73">21061 11514 9691,'28'-12'1092,"1"0"0,-1-1 0,2 0 0,6 2 0,4 0 0,-4 2-1639,0-2 1,-3 2 0,2 3 0,-4 2 0,-5 4 0</inkml:trace>
  <inkml:trace contextRef="#ctx0" brushRef="#br1" timeOffset="-180307.73">21396 11725 9332,'-3'40'655,"-1"0"0,1 1 1,0-3-1,0-1 0,1-3-1889,1-3 1,2-5 1233,7 5 0,-6-33 0,6-17 0</inkml:trace>
  <inkml:trace contextRef="#ctx0" brushRef="#br1" timeOffset="-180074.73">21414 11700 7533,'17'-28'3276,"9"-5"-1638,6 35 0,2 10-185,4 8-1813,-12 11 1,-11 6 44,-30 4 0,-13 1-105,7-12 0,-1 0 1,-2-2-571,-13 6 1,1-5 333,16-9 1,5-4-1,9-5 1,24-11 0</inkml:trace>
  <inkml:trace contextRef="#ctx0" brushRef="#br1" timeOffset="-179776.73">21696 11737 7533,'-18'37'1638,"1"-6"0,1 3 0,7 1 0,4 1 0,-2 2 0,6-4-1515,16-10 0,6-11-1113,6-19 1,0-13-1,-1-7 1,-4-7 719,-5-5 1,-9 1 403,-17 8 1,-7 6-1484,-24 11 224,13 22 1,1 6 1124,-1 13 0,11 0 0,16-23 0</inkml:trace>
  <inkml:trace contextRef="#ctx0" brushRef="#br1" timeOffset="-179557.73">21819 11725 13829,'43'1'1169,"-12"-3"1,-1-3-2520,-5-2 1,-1 0 1349,7 1 0,-3 0 0,-8-5 0,-5 4 0</inkml:trace>
  <inkml:trace contextRef="#ctx0" brushRef="#br1" timeOffset="-179374.73">21978 11650 8882,'-20'35'1638,"8"-9"0,1 4 0,5 17 0,2 5-1536,1-10 0,0 1 0,-1-2 0,0 7 0,1-3 0,3-1 0,0-1 0</inkml:trace>
  <inkml:trace contextRef="#ctx0" brushRef="#br1" timeOffset="-176276.73">22331 11191 7533,'-30'-20'3276,"-1"-2"0,29 26-114,-14 36-2892,14-2-472,-4 1 0,-3 7 0,1-4 562,2-8 0,0 1 134,0 2 1,-1 5 0,0 2-1,2-6-134,-1 9 0,2-3-478,0-6 1,0 2-1,4-2-1501,9 12 0,6-5 494,-2-19 1,3-3-180,8 4 0,5-7 1304,1-16 0,1-8 0,-4-4 0,1-3 0,2-5 0,0 0 0</inkml:trace>
  <inkml:trace contextRef="#ctx0" brushRef="#br1" timeOffset="-175955.73">22789 11204 0,'-17'-18'3276,"7"10"0,-6-3 0,7 28 0,-9 9-2836,-6 12 1,-1 6-486,12-12 0,0 1 331,-5-2 1,-3 2 0,4-2-377,6 1 0,2-2 90,-9 10 2672,26 0-3122,12-26 91,15-2 359,-9-6 0,-1-1-180,6 2 270,11 5 180,-33 11-1,-9-7-449,-25 24 1,-5-13-991,9-9 1,-1 2 1169,4 1 0,1-1 0,-3 2 0,5 7 0</inkml:trace>
  <inkml:trace contextRef="#ctx0" brushRef="#br1" timeOffset="-175793.73">22948 11787 10141,'-17'18'3276,"7"-5"-3763,2 11 487,8 1 0,-8 1 0,-2 4 0</inkml:trace>
  <inkml:trace contextRef="#ctx0" brushRef="#br1" timeOffset="-175109.73">23283 11390 8432,'-27'30'3276,"9"13"-1638,13-5 0,2 3-192,3-7 1,0 0-953,2 9 1,4-2-90,6-11 0,2-5-225,7 3-270,3-14 0,1-6 360,-3-13-1,4-16 1,-3-4-90,-9-3-1186,-2 0 0,3-8 1,-3 4 510,-6 6 0,0 1-315,3-14 1,-1 0-830,-2 7 1,-4 3-833,-10 0 2471,6 1 0,-13 34 0,5 1 0</inkml:trace>
  <inkml:trace contextRef="#ctx0" brushRef="#br1" timeOffset="-174676.73">23618 11365 9152,'10'-19'3276,"6"1"-1515,-14 11-502,6 1-359,-8 6-91,8 0-89,1 0-270,1 6 89,6 6-44,-14 13 0,-2 3-315,8 5-355,-9-2 0,-2 6 0,-1-3 175,-1-2 0,0-1 0,-4 17 0,0 2-720,5 0 1,-1-4 674,-4-17 0,2-1-1574,6 9 0,0-5 1259,-7-17-2159,8 1-629,0-16 3148,8-16 0,-6 1 0,6-16 0</inkml:trace>
  <inkml:trace contextRef="#ctx0" brushRef="#br1" timeOffset="-174443.73">23742 11377 7533,'16'-37'3276,"-12"11"-616,35 3-2120,-33 16 1979,33 2-1170,-20 21-1349,1-6 90,-4 24-90,-16-13-90,0 20 90,-8-14-675,0-3 1,-2-1 44,-9 5-764,-1-4 0,-2-1 854,-7-1-2428,-6 12 2608,9-26 360,17 3 0,1-11 0,8 0 0</inkml:trace>
  <inkml:trace contextRef="#ctx0" brushRef="#br1" timeOffset="-174176.73">24024 11167 10501,'26'5'3276,"9"24"0,-6-5-1638,-6 9 0,-5 8 0,-6 6 0,-4 0-2235,2-9 0,-2 2 837,-3 5 0,-2 5 0,-3-9-240,-8 8-150,2-14 0,-2 5 0,-4-1-943,-6-4 1,-3-2 0,-1-1-547,-3 11 1,0-2 1580,3-9 0,-1 1 0,1-5 1,0-6-1,1-1 0,-2 1 1,1 0-1</inkml:trace>
  <inkml:trace contextRef="#ctx0" brushRef="#br1" timeOffset="-159489.74">3087 12840 7533,'-20'-7'3276,"5"1"0,15 1 0,15 4 0,28-10 0,-9 4-4271,-2 1 1,0 0-445,6-1-200,-13 1 1,2 1 1376,4 4 0,-1 0 0,9-4 0,3 5 0</inkml:trace>
  <inkml:trace contextRef="#ctx0" brushRef="#br1" timeOffset="-159339.74">3140 13125 4986,'-30'7'3276,"15"-2"-1638,38-8 0,18-5-3030,5 2 0,2-1 1392,-13 2 0,0 1 0,-1-1 0,1-1 0,-1 0 0,-3 1 0,-4 2 0,-1 0 0</inkml:trace>
  <inkml:trace contextRef="#ctx0" brushRef="#br1" timeOffset="-159024.74">3933 12493 7533,'-37'-3'1638,"11"28"0,3 14-546,9-4 0,2 5 0,1 2-273,2-5 0,1 2 0,0 1 0,4-2 273,-1 8 0,3-1 0,9-5 546,17 2 0,12-11-1172,7-17 0,6-10-1559,-6-6 1,2-5 0,-1-3 682,-3-3 0,-2-3 1,-2 0-1,7-3 1,-5-2-1,-11 1 0,1-1 1</inkml:trace>
  <inkml:trace contextRef="#ctx0" brushRef="#br1" timeOffset="-158874.74">4180 12654 7533,'-30'33'546,"-1"-1"0,0 1 0,6 5 0,0 4 0,3 1 0,2 1-273,6-5 0,2 2 0,2-1 0,-1 1 0,0 1 0,-1 2 0,2-1 0,0-3 0,2 2 0,-1-1 0,1 0 0</inkml:trace>
  <inkml:trace contextRef="#ctx0" brushRef="#br1" timeOffset="-157959.74">4551 13187 9422,'-12'0'3276,"38"11"-1638,4-9 0,4-1-998,-5 5 0,1-1-1035,7-4 1,-1-2-2394,1-5 1149,-7-1 1,1-4 959,8-15 1,-6 0 0,-25 3 0</inkml:trace>
  <inkml:trace contextRef="#ctx0" brushRef="#br1" timeOffset="-157809.74">4815 12852 7533,'-12'31'1092,"-1"0"0,3 1 0,0-1 546,-2-5 0,-1 4-734,1 7 0,1 7 0,1 2-1157,2-6 1,0 2 0,1 1 0,0-2 0,0-2 0,0-2 0,0 1 0,1 0 0,2 1 0,0-1 0,0 1 0,0 0 0</inkml:trace>
  <inkml:trace contextRef="#ctx0" brushRef="#br1" timeOffset="-150159.74">5486 12952 7533,'-26'11'1638,"5"7"0,-1 5 0,-2 10 0,1 4-546,6-4 0,2 3 0,2 1-51,4 3 1,3 1-1,3-3-816,4 4 0,8-15 0,17-30 0,-1-17-525,-22-13 0,-13-13 0,3 2-240,10 7 1,1 0-1,-5 2-270,-9-7 1,-7 1 0,-1 18-1170,-13 34-1298,29 26 2457,2-1 1,10 11 0,7-23 0</inkml:trace>
  <inkml:trace contextRef="#ctx0" brushRef="#br1" timeOffset="-150009.74">5662 13262 11041,'-10'31'1638,"8"3"0,4 1 1638,8 5-4915,-5-4 1,0-2-468,3-2 2106,7 4 0,-3-21 0,14 2 0</inkml:trace>
  <inkml:trace contextRef="#ctx0" brushRef="#br1" timeOffset="-149824.74">5997 12890 7533,'-10'11'3276,"-5"19"-1638,5 10 0,2 9-819,1-10 0,0 4 0,0 2 0,1 1-643,1-3 0,1 3 0,0 0 0,1 0 0,-1-3 0,0 2 0,-1-1 0,1-1 0,1-1 0,3 5 0,0 0 0,0 1 0</inkml:trace>
  <inkml:trace contextRef="#ctx0" brushRef="#br1" timeOffset="-149242.74">5433 13026 7533,'-31'0'1092,"1"0"0,1 25 0,3 12 0,6-1 0,2 5 0,3 1 0,4-5 0,2 0 0,2 0-621,2 1 1,2 1 0,3-7-382,10 3 180,19-12 0,6-10-90,11-24-450,-11-9 0,5-9 0,-8-4 0,-11-1 0,-7-4 1,-6-3 201,-6-1 1,-5-5-1,-5 3 1,-4 10-1572,-10 11 1,-5 6 1091,-15-15 1,4 16 0,16 43 0,12 9 0,20-11 0</inkml:trace>
  <inkml:trace contextRef="#ctx0" brushRef="#br1" timeOffset="-147256.74">6438 13137 14099,'-14'33'1092,"1"-1"0,-11 9 0,-1 0-616,6-12 0,-1 1-1569,-3-2 1,-1 2 0,2-3 436,6-3 1,1-5-1,-17 3 1,32-43 0</inkml:trace>
  <inkml:trace contextRef="#ctx0" brushRef="#br1" timeOffset="-147092.74">6262 13150 7533,'8'37'655,"-1"0"0,1 1 1,4 6-1,1 2 0,0-2-289,-3-6 0,0-1 0,1-1 1,2 1-1,2-1 0,-4-7 1,-1-5-1</inkml:trace>
  <inkml:trace contextRef="#ctx0" brushRef="#br1" timeOffset="-146392.74">6668 12915 8702,'-10'0'3276,"2"0"0,39 0-1643,16 5-3272,-8-4 1,3-1-1,-1 1 1,-2-2 818,8 0 1,-16-10 0,-31 4 0</inkml:trace>
  <inkml:trace contextRef="#ctx0" brushRef="#br1" timeOffset="-146126.74">6809 12890 4689,'-22'21'1638,"0"0"0,1 12-306,0-10 1,3 1-659,11 0 1,2 2-511,-8 4 1,1 3 150,2 7 0,2 6-305,3-10 0,0 5 1,1 0-1,0-5 215,-1 5 0,0 1 168,4-5 0,0 5 0,1-2 0,2-8 1586,8 5-341,8-9 0,5-2-3277,-1-6 1,3-4 1169,18-5 1,1-2 0,-14 3 0,-2 0 0,6-6 0,-1 0 0</inkml:trace>
  <inkml:trace contextRef="#ctx0" brushRef="#br1" timeOffset="-138059.74">7108 13361 7533,'-27'0'3276,"41"5"-2184,12-5 0,12-5 0,0 1-728,-2 1 0,1 1 0,1-2 0,7-1 0,0-2 0,-3 0 0,-5-2 0,0 0 0</inkml:trace>
  <inkml:trace contextRef="#ctx0" brushRef="#br1" timeOffset="-137458.74">7849 12964 7533,'-27'-21'3276,"1"49"-1638,19 4 0,5 8-546,2-4 0,3 3 0,1 0-306,1 1 0,2-1 0,1 0-727,2-3 1,3-1 0,-1-1-105,8 7 1,-4-1 395,-12-3 0,-4-1-306,-3-4 0,-6-2-589,-22 1 1,-7-5-1096,5-2 1,0-10 1404,0-20 1,3-8 0,-11-14-1,32-8 1,0 1 0</inkml:trace>
  <inkml:trace contextRef="#ctx0" brushRef="#br1" timeOffset="-137326.74">7849 13150 14998,'35'-9'411,"0"1"0,-1-1 0,1-4 1,-1 2-1,3 5 0,0 0 1</inkml:trace>
  <inkml:trace contextRef="#ctx0" brushRef="#br1" timeOffset="-137024.74">8184 13286 7533,'-18'45'1092,"-1"0"0,13-5 0,10-7 2184,33-12-1638,-9-29 0,1-9-2100,5-12 1,-7-7 461,-15-5 0,-12-1 359,-9 10 1,-10 6 269,-11 12 1,-4 11-810,-4 14 1,3 9 179,13 2 0,7 3 0,9 19 0,34-15 0</inkml:trace>
  <inkml:trace contextRef="#ctx0" brushRef="#br1" timeOffset="-136776.74">8502 13286 7533,'-10'39'1638,"5"2"0,2-2 1638,3-15-1638,32-2 0,7-16-2066,-18-30 0,-5-16 1,-4 3 2001,-6 12 0,-4 0-1709,3-23 0,-12 13 135,-25 41 0,-13 20 0,8 0 0,4 10 0,8-2 0,1 1 0</inkml:trace>
  <inkml:trace contextRef="#ctx0" brushRef="#br1" timeOffset="-135406.74">4886 14526 7533,'43'3'1638,"0"1"0,-6-4-572,7-4 1,9-2 0,-5-2-2461,-8-2 0,-3-1 1394,1 2 0,-2-1 0,-4-1 0,-7 0 0,-7-3 0</inkml:trace>
  <inkml:trace contextRef="#ctx0" brushRef="#br1" timeOffset="-135207.74">5221 14204 7533,'-24'24'1092,"-1"1"0,2 4 0,7 3-1558,17 2 1,6 1-795,-6-6 1,0 1 1718,6 17 1,1 4-1150,-4-16 1,-1 2-1,0-2 690,2 11 0,0-1 0,2 6 0,2-4 0,0-10 0</inkml:trace>
  <inkml:trace contextRef="#ctx0" brushRef="#br1" timeOffset="-70242.73">5768 14315 7533,'-10'-7'3276,"-13"7"0,19 18-1638,-11 15 0,-2 10-546,11 1 0,3 5 0,1 1-674,-2-8 1,0 1 0,1 0 0,4 0-262,2-1 0,3 2 1,4-3-1,4-6-97,9-2 0,6-6 0,-1-7-15,3-4 0,1-11 135,2-17 0,1-10 0,-8-2-180,-13 3 0,-4-4 209,2-12 1,0-7 0,-3 4-30,-3 13 0,-4-1 329,-3-13 1,-4-6 0,-5 4-5,-4 12 1,-4 3 0,-1 1-626,1-3 0,-2 1 0,-1 2 120,-10-6 0,0 9-1709,-10 18-1568,31 46 2621,18-3 1,-4-9-1,3-1 1,19 9 0</inkml:trace>
  <inkml:trace contextRef="#ctx0" brushRef="#br1" timeOffset="-69926.73">6385 14737 7533,'-19'6'3276,"3"0"0,40-6 0,21 0-1638,-10-5 0,2-1 0,4 2 0,-2 0-983,-6-3 0,-3 1 1,13 6-1,-17 7 0</inkml:trace>
  <inkml:trace contextRef="#ctx0" brushRef="#br1" timeOffset="-68025.73">17463 12134 0,'-44'0'780,"15"5"2496,-12 8 0,21 0 0,26 5-1638,26-11 0,13-7-546,-5-1 0,3-1 0,3 0-488,-7 1 1,2 1 0,0-1 0,1 0-358,-1-2 1,1-1-1,1 1 1,3 2 36,-4 4 1,2 1 0,1 2 0,2 1 0,-1 0 0,-1-1 27,-4-1 0,0 1 0,0-1 1,0 1-1,1 0 0,2 2-279,-2-1 1,1 2 0,1 0 0,1 1 0,0 0-1,-1 0 1,-1-1 0,-2 0-34,4-1 0,-2 0 0,-2 0 0,0 0 0,0-1 0,-1 1 0,5 1 0,1 0 0,-2 0 0,-1-1 0,-3-2-20,8-2 0,-3-2 0,-3-1-1330,8 0 1,-6-4-1928,-1-14 2837,-17 8 0,-17-7 0,-1 9 0</inkml:trace>
  <inkml:trace contextRef="#ctx0" brushRef="#br1" timeOffset="-56689.73">7091 14253 7533,'-10'-19'3276,"2"6"0,8 8-2453,0 10 2146,0 24-1665,0 9 0,0 3-1124,0-12 0,0 2 202,1 7 1,-1 3 0,-1 0-54,-1-5 1,-1-1 0,0 0-713,2-1 1,1 0 0,-1 0 382,-1 4 0,-1 0 0,1-1-1484,1 7 0,2-4-1793,-1 4 3168,2-13 0,3-5 0,5-18 0,8 3 0</inkml:trace>
  <inkml:trace contextRef="#ctx0" brushRef="#br1" timeOffset="-55992.73">7391 14166 7533,'-18'0'3276,"8"-5"0,2-2-654,8 0 77,16-4-1,4 10-809,23 6-1709,-14-2 494,-5 8 1,1 0-135,20-8-810,-6 8 45,-9-8 1,-3-1 134,-5 0 0,11 3-90,-15-5 0,-1 0 630,-7 6-271,-2-5 541,-8 16-810,0 2-90,0 18-135,-7-7 1,-2 1 134,6 11 270,-6-1 0,2 4 494,6 1 1,2 1-1023,-1-3 0,0 2 708,0-2 0,0 3 0,0-5-135,0-10 0,0 0 134,0 2 1,0 4 0,0-6-221,0 12-49,-3-9 0,-2-1 0,-13 5 0,-9-6 0,4-15 0,-5-2 0,-14-2 0,-2-3 0,13 2 0,-1 0 0,-1-3 0,-2 0 0,5 1 0,-9 14 0,13-13 0,1 0 0</inkml:trace>
  <inkml:trace contextRef="#ctx0" brushRef="#br1" timeOffset="-54676.73">8237 14414 7533,'-17'0'3276,"-9"22"-2184,14 4 0,2 7 0,-3 2-458,-8 4 0,-4 2 1,2 0-635,6 1 0,1 1 0,-2-4 0,-1-8 0,-1-2 0,1-8 0,-7-4 0</inkml:trace>
  <inkml:trace contextRef="#ctx0" brushRef="#br1" timeOffset="-54459.73">8026 14427 9422,'19'43'479,"1"-1"1,-1 1 0,1 0-1,2 1 1,0-2 0,-1-2-480,-5-4 0,-1-2 0,-1-6 0,9 5 0,-23-40 0</inkml:trace>
  <inkml:trace contextRef="#ctx0" brushRef="#br1" timeOffset="-54242.73">8008 14600 7533,'-33'0'3276,"11"0"0,52 17-2184,0-17 0,9-5 0,-1 3-961,-1 6 1,1 2 0,-1-3 0,4-6 0,1-4 0,-7 1 0,6-1 0</inkml:trace>
  <inkml:trace contextRef="#ctx0" brushRef="#br1" timeOffset="-43974.73">8573 14402 8792,'-28'12'3276,"3"28"-2036,14-10 1,4 4-612,1 12 1,2 3 44,-2-3 1,4-3-90,11-9 0,6-12 314,22-27-539,-11-18 0,-5-12-1410,-10-3 1,-4-5-1,-5 2-524,-5-2 0,-6 6 1574,-8 4 0,-3 14 0,-8 31 0,20 12 0,1 0 0</inkml:trace>
  <inkml:trace contextRef="#ctx0" brushRef="#br1" timeOffset="-43807.73">8802 14774 7533,'-30'40'1638,"17"-17"0,3-1 1638,10 4-4701,0 0 1425,0-8 0,8-7 0,2-4 0</inkml:trace>
  <inkml:trace contextRef="#ctx0" brushRef="#br1" timeOffset="-43490.73">8978 14302 7533,'-27'-6'1638,"1"28"0,3 11 1638,7 9-2184,5-7 0,-1 5 0,4-3-160,5 0 1,6-2-663,4 3 0,1-2-225,-3-9 0,2-4-45,19 7-270,-9-1-180,-15-8-1439,-12 15-90,-17-10 340,-1-7 1,-3-3 1609,-10-1 1,11-12 0,1-6 0,-6-17 0</inkml:trace>
  <inkml:trace contextRef="#ctx0" brushRef="#br1" timeOffset="-43359.73">8855 14488 7533,'26'0'1638,"1"0"0,18 6-819,-2 6 0,-16 2 0,-1 4 0</inkml:trace>
  <inkml:trace contextRef="#ctx0" brushRef="#br1" timeOffset="-40442.74">2963 15344 7533,'-35'0'3276,"8"5"0,9 2 0,41 22-1681,-7-18-2688,20-3 1,14-2 0,-8-3-2185,-3-5 2184,0 0 1,8 0 0,-14 1 986,-19 1 0,10 5 1,-24 2-1</inkml:trace>
  <inkml:trace contextRef="#ctx0" brushRef="#br1" timeOffset="-40324.74">3016 15579 7533,'-20'18'1638,"-1"0"0,5-1 1638,1 5-1650,37-22 0,15-6-2719,-6 2 1,3 0 0,0 0 1018,1 1 0,0 0 0,-1 0 0,15-3 1,-4 1-1,-19 5 0,-1 0 0</inkml:trace>
  <inkml:trace contextRef="#ctx0" brushRef="#br1" timeOffset="-33442.74">3828 15108 7533,'-18'0'3276,"-7"11"0,-3 31-2595,17-7 1,2 5-142,0 7 0,3 3-151,5-15 1,4 1 0,3-3-345,7 7 0,7-4-990,4-2 1,7-7 944,3-19 0,6-7 0,-2-1 0,-2 3 0,0-4 0,9-14 0,0 0 0</inkml:trace>
  <inkml:trace contextRef="#ctx0" brushRef="#br1" timeOffset="-33273.74">4110 15269 7533,'-30'20'655,"1"0"0,0 0 1,-2 6-1,1 2 0,2 4 437,2 9 0,2 3 0,2 2-1912,5-7 1,1 0 0,1 1 0,2-1 362,2 6 1,2-2 0,2-1 0,-3 9 0,4-6 0,6 2-1</inkml:trace>
  <inkml:trace contextRef="#ctx0" brushRef="#br1" timeOffset="-33024.74">4322 15716 15268,'31'-20'675,"-6"8"0,5 1-2314,15 4 1,0 0 1091,-15-2 1,-1 0 0,4 3 0,-4 0 0,-9-7 0</inkml:trace>
  <inkml:trace contextRef="#ctx0" brushRef="#br1" timeOffset="-32856.74">4604 15282 7533,'-24'33'819,"1"0"0,5 3 0,2 5 0,1 0 273,1 1 0,3 1 0,0 1-1264,3 2 0,2 1 0,-1 0 1,-2-1-1,0-1 0,3-4 1,6-5-1,0 0 0</inkml:trace>
  <inkml:trace contextRef="#ctx0" brushRef="#br1" timeOffset="-31723.73">5080 15493 7533,'-24'9'819,"1"1"0,-4 21 0,1 11 0,6-4 691,10-12 0,3 1-1285,-4 9 0,-1 9 0,3-1 0,9-10-91,17-7 1,8-7 135,2 6 0,2-10-90,9-30 0,-3-15 45,-8-10 0,-9-6 134,-13 10 1,-5-2 0,-5 1-450,-6 3 0,-5 1 0,-2 4-135,-9-2 0,-3 9-1304,-1 11 0,1 9 990,3 16 539,19 32 0,18-18 0,8 12 0</inkml:trace>
  <inkml:trace contextRef="#ctx0" brushRef="#br1" timeOffset="-31540.73">5327 15976 7533,'-10'19'3276,"2"16"0,16 9-3214,-4-10 0,2 1 1,2-11-1,2 0 0,7 21 1</inkml:trace>
  <inkml:trace contextRef="#ctx0" brushRef="#br1" timeOffset="-31056.73">5644 15704 7533,'-27'0'3276,"-6"27"-4102,18 0 1,2 2 1050,2-4 0,3 1 974,-1 22 0,10-5-1289,24-17 430,1-9 0,1-10-745,-1-23 0,-3-11 270,2-4 0,-7-4 180,-13-3 0,-10 0 315,-6 8 0,-5 5-1080,-21 0 720,6 35 0,3 8 0,4 2 0,9 7 0,-1-1 0</inkml:trace>
  <inkml:trace contextRef="#ctx0" brushRef="#br1" timeOffset="-30625.73">5944 15592 7533,'-27'16'3276,"1"27"-1638,20-7 0,3 4-282,-3-1 0,4 0-2995,13 2 1,1-3-115,-6 0 2547,17-17 0,1-2-1063,-10 7 249,1-3 0,-5 2-835,-14 1 1,-7 0-451,-2 5 1,-4-1 449,-5-5 1,-1-4 1673,-4 9 0,3-19 0,14-11 0</inkml:trace>
  <inkml:trace contextRef="#ctx0" brushRef="#br1" timeOffset="-30492.73">5909 15777 8972,'33'-19'468,"-3"12"0,1 2 0,-6 2 0,1 1 0,7 2 0,1 0 0</inkml:trace>
  <inkml:trace contextRef="#ctx0" brushRef="#br1" timeOffset="-29890.73">6579 15753 11311,'-19'23'1092,"-1"-1"0,-8 14 0,1 3-572,12-10 1,1 2-1614,-3-1 1,-2 3 0,2-3 773,2 0 1,1-1-1321,-8 7 1,4-4 1422,14-8 1,-19 10 0,13-21 0</inkml:trace>
  <inkml:trace contextRef="#ctx0" brushRef="#br1" timeOffset="-29723.73">6350 15852 10681,'0'19'1638,"10"3"0,4 2 0,-1-2 0,3 2-1766,10 13 0,1 1 128,-8-12 0,-1 0-990,7 16 1,-1-4 989,-2-10 0,-8 3 0,-3 0 0,-3-5 0</inkml:trace>
  <inkml:trace contextRef="#ctx0" brushRef="#br1" timeOffset="-28941.73">6932 16087 8612,'-20'-5'3276,"5"3"-615,15-8-53,23 8-2698,-9-3-180,35 10-1439,-4-3 450,2 3 603,-17-4 1,-1-2-1,8-4 1,6-2 0</inkml:trace>
  <inkml:trace contextRef="#ctx0" brushRef="#br1" timeOffset="-27641.73">7479 15777 8162,'0'-19'3238,"0"1"-2158,0 12-361,0 22 91,0 17-630,0 7 269,0-7 1,0-3-90,0-5 45,0 12 0,0-1-135,0-15-181,6 10 1,4 0 0,9-9-270,3-5 1,-1 2-451,1 16-270,-22 4 721,-6-6-451,-17-7 0,-1-1 360,10-2-405,-10 1 1,-1-1 314,11-2 360,-25-3 0,35-18 0,-11-7 0</inkml:trace>
  <inkml:trace contextRef="#ctx0" brushRef="#br1" timeOffset="-27492.73">7461 15902 7533,'-10'-7'3276,"18"1"-1946,15 5 0,5 2-1330,8-1-106,-4 1 0,0-2 0,-4-4 0,7-2 0</inkml:trace>
  <inkml:trace contextRef="#ctx0" brushRef="#br1" timeOffset="-27206.73">7814 16001 7533,'-20'33'3276,"5"7"0,30-14-2453,-11 0 887,28-3-1351,-21-16 181,31-7-540,-13-34 0,-2 15 0,-11-10 0,-8-4-450,-22-13 360,18 5-135,-21 15 1,-5 6-46,8 12-270,-9 0 0,-3 5-1169,-3 20 1439,1-2 270,13 26 0,30-19 0,5 7 0</inkml:trace>
  <inkml:trace contextRef="#ctx0" brushRef="#br1" timeOffset="-26926.73">8096 15852 7533,'0'-14'3276,"0"3"0,0 17 0,0 28-1638,1 5 0,-2 2-1444,-3-9 0,0 2-464,3 4 0,1 4 0,-1-2-1304,-3 3 0,1-2 800,2-4 1,2 1 773,-1 4 0,0-5 0,0-15 0,0 7 0</inkml:trace>
  <inkml:trace contextRef="#ctx0" brushRef="#br1" timeOffset="-25992.73">8308 15616 7533,'8'-13'3276,"9"29"-1638,-2 10 0,-2 5 0,-3-7 0,-1 3-1341,-2 5 1,-1 6 0,-3-1-268,-2-3 0,-1 0 0,-1 0-394,2 13 0,-2 2 34,-4-5 0,-4 2 0,0-3-794,-4 5 0,-4-1 224,-6-7 1,-4 1-1,1-3 360,1 7 1,-1-4 202,-2-10 0,-5-1 1,4-6-1,4-8 1,1-3-1,-11 8 1,1-1-1</inkml:trace>
  <inkml:trace contextRef="#ctx0" brushRef="#br1" timeOffset="-25509.73">6967 15567 7533,'0'-14'1349,"0"-3"810,-23 16-900,4 23 0,1 11-690,-3 4 1,-1 4 0,2 1-1221,5-5 0,2 0 1,2 4 942,-2 4 0,1 5 1,2 1-1,5-3-322,8 2 0,5-2 0,3 1-790,0-6 1,2 2 0,1-1 0,1-2 493,1 3 1,0-2-1,5-5 1,5-7-1,3-3 1,-2-7-1,-4-8 1,-1-1-1</inkml:trace>
  <inkml:trace contextRef="#ctx0" brushRef="#br1" timeOffset="-23990.73">4339 15654 7533,'-35'11'3276,"-8"8"-1335,21 2-412,7 2-360,48-11-764,-7-5 0,3-1-360,10 3 0,2 0-1684,3 1 1,0-1-1,-3-2 1,-1 0 1491,-8-1 1,-2-1-1,13-11 1,-17-1 0</inkml:trace>
  <inkml:trace contextRef="#ctx0" brushRef="#br1" timeOffset="-23707.73">4657 15319 7533,'-18'-25'3276,"0"11"-1605,9 9-502,1 50-809,4-6 0,0 5-300,-1 1 0,-1 4 0,-1 0-547,3-10 0,-1 1 0,0 0 1,0 0-334,-2-1 1,0 1 0,1-1 0,0-2 540,2 1 1,1-2 0,0-2 0,-1 4 0,1-5-1,3 3 1</inkml:trace>
  <inkml:trace contextRef="#ctx0" brushRef="#br1" timeOffset="-16192.73">3140 16434 0,'-26'3'1334,"1"0"1,-14-2 303,12 2 0,3 0 1485,4-3-814,12 0-2759,41 0 1309,-1 0-2298,11-3 0,4 0 1439,-12 3 0,-1-1 0,3-2 0,-2 0 0,14 3 0</inkml:trace>
  <inkml:trace contextRef="#ctx0" brushRef="#br1" timeOffset="-16056.73">3175 16769 7533,'-18'0'3276,"9"6"-2235,32 6-1041,3-5 0,3 0 0,0 2 0,1 0 0,3-3 0,0 0 0</inkml:trace>
  <inkml:trace contextRef="#ctx0" brushRef="#br1" timeOffset="-15792.73">3845 16819 15808,'30'3'929,"-1"1"1,-1-1-1,1-1-1199,6-1 1,0-2-181,-3-1 0,-3-1-2248,16-4 539,-9-6 2159,-19 7 0,-9 6 0,-8 6 0</inkml:trace>
  <inkml:trace contextRef="#ctx0" brushRef="#br1" timeOffset="18707.27">847 17637 7533,'-20'-33'1979,"4"4"-1170,16 22 810,0-15-1169,0 18 1619,0-18-1709,0 20 629,0-3-809,0 10 1169,0 13-180,8 20-584,-3-3 0,0 2-360,-1-9 0,2 1-435,2 5 0,1 3 1,-3-5 388,-2 14-59,3-15 0,2 5 0,-1-6-30,2 9-45,-3 2 0,3-2-45,8-14 0,-5-1 0,-1-3 180,0-13-1619,27-2 809,-25-18-629,6-20 0,1-5 523,-7 11 1,0-2 172,-3-5 1,-1-8 0,1 0 0,0 6 382,4-1 0,-1 2-120,-2-7 0,-1-3 1,-1 7 568,8 2 1901,-8-5-1720,-2 38 989,-8 42-720,0-7-680,2 3 1,1 9 0,0-6 230,-3-11 0,2 0 30,6 15 0,4 6 0,-1-8-299,3 0-1,4-13 0,6 1 0,-2-7 90,4-11 225,16-3 0,4-11 359,-11-25 1,-3-9-630,-2 12 0,-2-3-153,-3-12 1,-2-6 0,-8 5 197,-11 12 0,-4-1-510,5-16 0,1-7 0,-1 3-1219,-5 3 1,0 2 1468,0 9 1,0-1 0,0 4-1,0 1 1,0 6 0,0 8 0</inkml:trace>
  <inkml:trace contextRef="#ctx0" brushRef="#br1" timeOffset="19524.27">1887 18034 7533,'-27'0'2788,"-6"11"-1439,5 13-629,6 6 0,1 6 89,5 5 1,3 2-511,2-9 1,0 0 0,7-1-480,12 5 0,8-6-539,23-1 359,-4-45 0,0-14-270,-5-3 1,-5-5 674,-5-6 0,-4 1 1124,-5 7 0,-7 13 91,-12 25-1260,6 42-1639,-2-9 1,1 3-1,1 1 1,4-1 1563,1-13 1,1-3-1,6 10 1,8-21 0</inkml:trace>
  <inkml:trace contextRef="#ctx0" brushRef="#br1" timeOffset="19842.27">2117 18294 7533,'-28'13'3276,"3"21"0,15 4-3134,11-9 0,6 0-1132,4-4 1,5-5-1080,21-2 1709,-12-33 1,-6-11 988,-15 0 1,-4-3 404,1-7 1,-6 3-811,-15 9 1,-4 11-225,-5 24 0,11 7 0,20 23 0</inkml:trace>
  <inkml:trace contextRef="#ctx0" brushRef="#br1" timeOffset="20542.27">2170 17996 7263,'0'-19'3276,"-8"7"-1785,-2 17-411,0 25-541,-2 4 1,1 5-301,6-3 1,2 2 0,-1 1-250,-4 4 1,-1 0 0,0-1 99,3-3 0,0 0 0,1-4-133,0 3 1,0-8-407,-3-12-181,20-33 0,7-12-45,-3 3 1,0-1 584,5-10 0,3 2 225,-2 14 0,-3 7 428,-7 12 876,4 37-1889,-19-12 0,-2 2-1169,2 2 0,4-1 1619,7 3 0,3-20 0,15-17 0</inkml:trace>
  <inkml:trace contextRef="#ctx0" brushRef="#br1" timeOffset="20775.27">2346 18356 9332,'-16'36'3276,"12"2"-526,4 1-4909,28-20 181,9-42 1483,-20-1 0,-7-5 1349,-9-4 1,-9 2 44,-5 5 1,-4 7-360,-20 19-540,19 17 0,20 13 0,16-12 0</inkml:trace>
  <inkml:trace contextRef="#ctx0" brushRef="#br1" timeOffset="21042.27">2540 18207 7533,'-35'30'1092,"27"3"0,7 8 0,-2-6-411,-11 5-531,17-8 0,4 5 0,-1-7 120,-4-6-1439,6 9-181,-14-9 1,-4 1 1349,-2 8 0,-13-9 0,7-19 0</inkml:trace>
  <inkml:trace contextRef="#ctx0" brushRef="#br1" timeOffset="21176.27">2558 18442 7533,'33'-18'3238,"4"-6"-3238,0 3 0,-3-8 0,-17 10 0</inkml:trace>
  <inkml:trace contextRef="#ctx0" brushRef="#br1" timeOffset="21309.27">2699 18158 7533,'-9'33'655,"-1"0"0,1 1 1,1 8-1,2 3 0,3 0 437,5 5 0,4 1 0,1-3-1099,-1-9 1,0-2 0,4-4 0,9 3-1,5-10 1,11-21 0</inkml:trace>
  <inkml:trace contextRef="#ctx0" brushRef="#br1" timeOffset="21892.27">1799 16856 8972,'0'-8'3276,"0"31"-1638,0 8 0,0 7-1634,0-4 1,1 3 0,-2 0-515,-1-1 1,-1 1-1,0-2-1109,3 10 0,-2-9 1619,-5-16 0,14-31 0,3-32 0</inkml:trace>
  <inkml:trace contextRef="#ctx0" brushRef="#br1" timeOffset="22108.27">1887 16806 7623,'-5'39'1092,"1"-1"0,2 7 0,4 0 546,4 1 0,5-1-1137,1-5 1,4-13 488,11-31-406,-9-18 1,-3-8-1530,0-11 1,-2-2 944,4-2 0,1 3 0,-4 15 0,0 3 0,11-10 0</inkml:trace>
  <inkml:trace contextRef="#ctx0" brushRef="#br1" timeOffset="22426.27">2099 17030 7533,'-2'46'3276,"12"-11"0,33-52-3449,-22 0 0,-3-4-1176,3-9 0,-7-4 1259,-9 1 0,-10 3 1799,-30 2-135,8 35 0,-1 11-180,-2 16 0,5 9-1184,13-10 0,3 2 0,3-1-1065,3 12 1,8-4-785,9-10 1,7-8 1288,24-18 0,-7-15 0,-5-21 0</inkml:trace>
  <inkml:trace contextRef="#ctx0" brushRef="#br1" timeOffset="22759.27">2346 17017 7533,'-20'43'1638,"11"-19"0,3 1 1638,14 21-2902,17-20-3073,4-39 1980,7-15 3147,-19-10 848,-9 54-705,0 14-3560,10 15 989,9-54-990,-8-16 1,-3-10-650,-4-9 1,-4-2 1411,2 9 1,-4 3 0,-14-11 0,-2 33 0</inkml:trace>
  <inkml:trace contextRef="#ctx0" brushRef="#br1" timeOffset="23292.27">3457 17897 7533,'-2'-27'1638,"0"1"0,14-20-668,22 39 1,8 7-971,-3-3 0,-1 0 0,-1 1 0,-2-1 0,14-4 0</inkml:trace>
  <inkml:trace contextRef="#ctx0" brushRef="#br1" timeOffset="23442.27">3598 18009 7533,'-20'20'1638,"-1"0"0,54 3-1341,5-24 1,11-10 0,0 0 0,-4 3 0,1 1 0,0-2 0,-6-1 0,-1-1-1,1 1 1,0 0 0</inkml:trace>
  <inkml:trace contextRef="#ctx0" brushRef="#br1" timeOffset="23692.27">4639 18046 7533,'27'-14'1638,"13"12"0,9 4-819,-14 0 0,3 0 0,3 1 0,3-2-754,-4-1 1,3 0 0,2-1-1,3-1 1,0 0 0,2 0 0,0 0-431,-4-1 1,1 1 0,2-2 0,0 1 0,1 0 0,0-1 0,2 1 0,-1 0 0,2 0 90,-9 1 1,1 0 0,0 0 0,1-1 0,0 1 0,1 0 0,0 1 0,0-1 0,1 1 0,0 0 0,-1 1 0,1 0 20,-1 1 1,0-1 0,0 1 0,1 1 0,0-1 0,0 1 0,0 0 0,0 1 0,0-1 0,1 2 0,0-1 0,0 2 0,0-1 229,-3 1 0,1 1 0,1 0 0,0 0 0,0 1 0,0 0 0,1 1 0,-1-1 0,0 1 0,0 0 0,-1 0 0,-1 0 0,-1 0 1,-2 0-1,0 0 0,8 1 0,-3 1 0,0-1 0,-2 1 0,0-1 0,-1 1 0,0 0 0,0 0 0,0 0 0,1 1 0,-1 0 0,0 0 1,0 0-1,0 0 0,0 0 0,0 0 0,0 0 0,0 0 0,0 0 0,0 0 0</inkml:trace>
  <inkml:trace contextRef="#ctx0" brushRef="#br1" timeOffset="45690.27">18027 7053 7533,'-9'-27'1092,"0"1"0,-7 44 0,-1 16-77,5 5 1,2 11-1408,5-17 0,-1 6 1,1 4-1,0 3 0,0 1 1,1 0-1,1-2 494,1-2 1,0 1 0,2-1 0,0 1 0,0 0 0,1 0 0,0 1-129,1 4 0,1 0 0,1 1 1,-1 0-1,2 0 0,-1-2 1,1-1-30,-1 0 1,0 0 0,0-2 0,1-1 0,1-2 0,2-4-426,8 15 1,2-6-1,-1-6-828,-3-9 1,-1-9 138,5-14 829,-4-32 1,-4-12 0,-8 5 0,-1-2 0,7-17 0,0 1 0</inkml:trace>
  <inkml:trace contextRef="#ctx0" brushRef="#br2" timeOffset="47009.27">18062 7276 8292,'-22'-13'1638,"-1"0"0,-4-5 1638,19 12-1585,26 6-750,7-5 0,10-3 0,3-1-591,0 0 1,5 0-1,1-1 1,1-1-802,-6 2 1,1-1 0,1-1 0,1 0-1,2 0 525,-3 1 0,2-1 1,2-1-1,1 1 1,0-1-1,0 1 0,-2 1-523,5-1 0,-1 1 0,0 0 0,0 1 0,1-1 0,-1 1 394,-4 0 1,-1 1-1,0-1 1,1 1 0,0 0-1,1 0 1,0 1-184,-2 1 0,1 0 0,1 1 0,0-1 0,0 1 0,0 1 0,0-1 1,0 1-173,0 0 0,0 1 1,-1 0-1,1 0 1,0 0-1,1 1 0,0-2 1,0 1 309,0-1 1,1 1 0,1-1 0,0-1-1,0 1 1,-1 0 0,0 0 0,-1 0 0,-1 1-101,3-1 0,-1 1 0,-2 0 0,0 1 0,1-1 0,0 0 0,2-1 200,-4-1 0,3 0 0,1 0 0,0-1 0,0 1 0,-1-1 0,-2 1 0,-3 0 0,-3 1-104,9-1 1,-6 2-1,0-1 1,6 0 173,-9-1 0,5 1 0,3-2 0,2 1 0,1-1 0,-1 0 0,-1 1 0,-4 0 0,-4 1-48,11-1 1,-6 1-1,-1 1 1,8-2-4,-12 2 1,5-2 0,3 1 0,3-1 0,0 0 0,0 0 0,-2 1 0,-2-1 0,-4 1-22,10 0 1,-5 0 0,-2 0 0,1 0 0,6 0-9,-11 0 0,2 0 0,3 0 0,0 0 0,2 0 0,0 0 0,0 0 0,0 0 0,-2 0 20,1 0 0,-1 1 0,0 0 0,1-1 0,-1 1 0,1 0 0,0-1 0,1 0 0,1 0 6,-6 1 0,1-1 1,1-1-1,0 1 1,0-1-1,1 1 0,0-1 1,0 1-1,0-1 1,1 1-1,0-1 14,-1 1 0,1 0 0,0-1 0,1 1 0,-1 0 0,1 0 0,0 0 0,0-1 0,0 1 0,0 0 0,0 0 0,-1-1-23,0 1 1,-1 0-1,1-1 1,-1 1-1,0-1 1,1 1-1,-1 0 1,0-1-1,0 1 1,0 0-1,0 0 1,0 0-25,2 0 1,0 1 0,1-1-1,-1 0 1,0 0 0,0 1-1,0 0 1,-1 0 0,1 0-1,0 0 1,0 0-17,-1 1 0,0 0 0,0 0 1,0 0-1,0 0 0,-1 1 1,1-1-1,0 1 0,-1 0 1,1-1-1,-1 1-48,3 0 0,0-1 0,-1 1 0,1 0 0,-1 0 0,1-1 0,-1 1 0,0 1 1,1-1-1,0 0 16,-5 1 0,1-1 0,0 1 0,0 0 0,1 0 0,-1 0 1,0 1-1,-1-1 0,0-1 0,0 1 0,-1 0-5,6-1 0,0 0 0,-1-1 0,0 1 0,0-1 0,-2 1 0,0 0 1,-1 0-1,-1 0 66,1 0 0,-1 1 0,-2 0 0,0 0 0,-1 0 0,1 0 0,0-1-48,4 1 1,1-1 0,1 0-1,-1 0 1,-2 0 0,-4 0 0,-4 1-9,5 0 0,-6 0 0,6 0 30,-1 1 0,7-1 0,3 2 0,0-1 0,-4 0 0,-7-1 60,0 1 0,-5-1 0,5 1-45,1 0 0,5 1 0,4 0 0,2 0 0,-1 0 0,-3 0 40,0-1 1,-1 1-1,-1-1 1,1 0-1,3 1-25,-5-1 0,3 1 0,0 0 0,2-1 0,0 1 0,-1 0 0,-1 0 12,-3 0 1,0-1 0,0 1 0,0 0 0,-1-1 0,0 1 0,0 0 25,0 1 1,-1-1-1,0 1 1,-1-1 0,1 1-1,-1 0 1,0-1-9,5 1 0,-1 0 0,0 1 0,0-1 0,0 0 0,-1 1-5,0-1 0,0 1 0,0 1 0,0-1 1,-1 0-1,1 0-40,-2 0 0,1 0 0,-1 0 0,0 0 0,0 1 0,-1-1 105,6 2 0,0 0 0,-1 0 0,-1 0 0,-1 0 479,5 1 1,-2-1 0,0 1 0,-2 0-278,-2 0 0,-2 1 1,0 0-1,-1-1 602,6 0 0,-1 0 0,-1-2-804,-1-1 0,-1 0 0,0 0-120,-1 2 0,-1 1 0,-3 2 738,5 4 0,-6 6-933,-3 14 0,-11 7 255,-18-7 0,-7 3 0,-2 2 313,-1-2 1,-3 2 0,-1 1-1,-1 2-118,-1 5 0,-1 2 0,-1 1 0,-2 1-217,0-7 1,-1 1-1,-2 1 1,1 1-1,2 0 52,3-4 0,2 1 0,0 0 0,0 1 0,0-1 0,-1 1-75,-1 0 0,-1-1 0,0 1 0,-1 0 0,2 0 0,2 0-45,0 0 0,2 1 0,1 0 0,1 0 0,0-1 0,-1 0 24,0 5 0,0-1 0,1 0 0,0-2 1,2 0-85,1 4 0,2-1 1,1-1-1,0-2 240,0 4 0,0-3 0,-1-2 105,0 4 0,-8-6-90,-19-9 0,-13-8-375,2-9 0,-7-6 0,-5-1-270,13-5 1,-3-1 0,-2-1 0,-2 0 0,-1-1-1,0 0 253,0 0 0,-2-1 0,0 1 0,-1-2 0,-2 1 0,0-1 0,-2-1 111,9 1 1,0-1-1,-2-1 1,0 1 0,-1-1-1,0 0 1,-1 0-1,0-1 1,0 1 0,-1 0 95,1-1 1,0 1 0,-1-1 0,0 1 0,-1-1 0,0 0 0,0 0 0,-1 0 0,0 0 0,-1-1 0,0 1-59,4-1 0,-1 0 0,0 0 0,-1 0 0,0 0 0,0-1 0,0 1 0,-1-1 0,0 1 0,-1 0 0,1-1 0,-1 1 0,0 0 72,3 0 0,0 0 0,0 1 0,-1-1 0,0 1 0,0-1 0,0 1 0,-1-1 0,1 1 0,-1-1 0,0 1 0,0-1 0,-1 1 0,1 0 0,-1-1-75,3 1 0,1 0 0,-1 0 0,0 0 0,0 0 0,-1 0 0,1-1 0,-1 1 1,0 0-1,0 0 0,0 0 0,0 1 0,-1-1 0,0 0 0,0 1 0,0-1 1,0 1 62,2 0 1,-1-1-1,1 1 1,-1 1 0,0-1-1,0 0 1,-1 0 0,1 0-1,-1 1 1,0-1 0,1 1-1,-1-1 1,0 1 0,-1 0-1,1-1 1,0 1 0,0 0-1,0 0 1,0-1-5,2 1 1,-1 0 0,1 1-1,-1-1 1,1 0 0,-1 0 0,0 0-1,1 1 1,-1-1 0,0 1 0,0-1-1,0 1 1,0-1 0,0 1 0,0-1-1,0 1 1,0-1 0,-1 1 0,1-1-1,-1 1 52,1 0 0,0-1 0,0 1 0,0-1 0,0 1 0,-1-1 0,1 1 0,-1 0 0,1-1 0,-1 1 0,0 0 0,1-1 0,-1 1 0,0 0 0,1 0 0,-1 0 0,0-1 0,1 1 0,-1 0 0,1 0 0,-1 1 17,1-1 0,0 0 0,1 0 0,-1 1 0,0-1 1,0 0-1,0 1 0,0-1 0,0 1 0,1-1 0,-1 1 1,0 0-1,0-1 0,0 1 0,1-1 0,-1 1 0,0 0 1,0 0-1,1-1 0,-1 1 0,0 0 30,1-1 0,-1 1 0,1 0 0,-1 0 0,1-1 0,-1 1 1,0 0-1,1 0 0,-1-1 0,1 1 0,-1 0 0,1 0 0,-1 0 1,1 0-1,0 0 0,0 0 0,0 0 0,0 0 0,0 0 0,0 1 1,0-1 23,0 1 1,-1-1 0,1 1 0,0-1 0,-1 1 0,1-1 0,0 1 0,0 0 0,0 0 0,0 0 0,1 0 0,-1 0 0,0-1 0,1 2 0,-1-1 0,1 0 0,-1 0 0,1 0 0,0 0 0,0 0 8,-2 1 0,1-1 1,0 0-1,0 1 1,-1-1-1,1 0 1,0 1-1,0-1 1,0 1-1,0 0 1,0-1-1,1 1 1,-1 0-1,1-1 1,0 1-1,0 0 1,0 0-1,1 0 1,-1 0-2,-1 0 0,-1 1 1,1-1-1,-1 1 0,1-1 1,0 1-1,1 0 1,-1-1-1,1 1 0,-1 0 1,1 0-1,0-1 1,1 1-1,-1 0 0,1 0 1,0-1-1,0 1-2,-3-1 1,1 1 0,-1 0 0,1-1 0,0 1 0,1-1 0,-1 1 0,1-1 0,0 1 0,0-1 0,0 1 0,1-1 0,0 0 0,1 1 0,-1-1 12,-6 1 0,1 0 0,-1 0 0,1 0 0,1 0 0,-1 0 0,2 0 0,-1-1 0,1 1 0,1-1 0,0-1 0,1 1-19,-1-1 1,-1-1 0,2 1 0,-1-1 0,2 0 0,0-1 0,1 1 0,0-1 0,2-1 0,0 1-157,-9-2 0,2 0 0,0 0 1,2-1-1,1 0 0,2-1 0,2 0 85,-2 0 0,2-1 0,2 0 0,3-2 0,3 1 0,-4-4 0,5 0 0,5 0 0,-12-8 0</inkml:trace>
  <inkml:trace contextRef="#ctx0" brushRef="#br1" timeOffset="50092.27">2223 5020 7533,'-46'-19'3276,"11"6"-2325,25 13-1041,44 24 270,-4-13 0,4 0 0,-3-3 0,1 1 0,3-2-936,13 1 1,2-3 0,-3-1 890,-2-3 0,2-1 134,-11 2 1,4 0 0,3 1 0,0-1 0,-3 0-137,4-1 1,-1-1 0,0 0 0,4 1-89,-6-1 0,3 1 0,1 0 0,1 0 0,0 0 0,-2 0-15,-2-1 0,0 1 0,-1-1 0,1 1 0,0-2 0,0 0-381,5-2 0,2 0 1,0-1-1,0-1 1,-3 1-1,-4 1 351,1 0 0,-5 1 0,-1 0 0,4-2-18,4-2 0,3-3 0,1 0 0,-1 0 0,-3 2-319,1 2 0,-3 2 1,-1 0-1,0-1 337,6-2 0,0-1 0,3 2 120,-8 3 1,4 2 0,1 0 0,-2 1 0,-5 0-151,0 3 0,-3 0 0,3 1-126,0-2 1,5-1-1,1 1 1,-1 0-1,-5-1 186,1 3 0,-5-1 0,4 0 15,3-2 0,4-1 0,0 0 0,-2 0 135,4 1 0,-2 0 0,-1 0-180,-2-2 0,-1 1 0,2-1 333,-1 1 1,3 0 0,1 1 0,-3 0-244,-4-1 0,-2 1 0,0-1 0,-1 0-120,6 0 0,-1-1 0,4 1-6,-4 0 0,4 0 0,2 1 0,-2-1 0,-3-1 81,-4 0 0,-4-2 0,0 1 0,3-1-112,-1 0 0,4 0 0,1 0 0,0 0 1,-2-1-1,-3 1 112,1 0 0,-3 0 0,0 0 0,2 0 27,3 0 0,3-1 0,1 1 0,-1 0 0,-4 0 235,8 2 1,-3 0 0,3 0-362,-7 0 0,5 0 0,0 0 0,0 0 0,-5 0 84,5 0 0,-4 0 0,2 0-98,0 0 1,3 0 0,0 0-1,-3 0-22,3 0 0,-3 0 0,0 0 150,-4 0 0,0 0 0,2 0 52,2 0 1,2 0-1,2 0 1,-4 0 37,2 2 0,-1 0 0,0 0-128,-4-2 1,0 0-1,2 0 1,1 1-41,-2 0 0,3 0 0,1 0 0,-3 1 0,-5-2-12,-2 1 0,-5-1 0,5-1-78,4-1 0,5-1 0,2 0 0,-1-1 0,-5 0 78,-1-1 0,-3 0 0,4 0 48,3-1 0,6 0 0,2-1 0,-1 1 0,-6 0-48,2 1 0,-5 1 0,5 0 45,-10 0 0,5 0 0,1 1 0,0-1 0,-1 0 0,-4 1-150,2-1 0,-4 1 0,0 0 0,5-1 60,3-1 0,5 0 0,3 0 0,1 0 1,-4-1-1,-4 1 120,-3 0 0,-5 0 0,1 0 0,3 0-30,3-1 0,3 0 0,3 0 0,0 0 0,-2 0 0,-3 1-56,6 1 0,-4 0 0,0 1 0,2-1 86,-8 1 0,0 0 0,2-1 0,0 1 0,0 1 0,1-1 80,3 1 0,0 1 0,1 0 0,0 1 1,-1-1-1,0 1-155,-4-1 0,-1 1 0,0 0 0,0 0 0,0 0 0,2 1-30,4-1 0,2 1 0,1 0 0,0 1 0,-3-1 0,-2-1 60,5 1 0,-4-1 0,0 0 0,2 1-18,-4 0 0,1 0 0,1 0 0,0 0 0,-2 0-154,5-1 0,-2 0 0,0 0 0,-2 0 262,-9 0 0,-1 0 0,0 0 0,4 0-36,5 0 0,5 0 0,1 0 0,-1 0 0,-2 0-32,-2 0 1,-1 0-1,-2 0 1,1 0-1,-4 0 1,0 0-1,0 0 1,2 0-2,3 1 1,4-1-1,0 1 1,0 1-1,-3-1-134,5 2 1,-2 1 0,-2-1-1,0 0 93,-5-1 1,-3 0 0,2 0-1,2 0 50,-4 0 0,3 0 0,1 0 0,1 0 0,-1 0 0,-1-1 60,0 0 0,-1-1 0,0 0 0,1-1 0,2 1-65,-2 0 1,1 0 0,1 0 0,2 0-1,0 0 1,1 0 0,0 0-4,-2 1 1,2-1-1,1 1 1,0-1-1,0 1 1,-1 0-1,-1 0 1,-3 0-53,1 0 0,-2 0 0,-1 0 0,-1 0 0,1 0 0,2 1 4,-1-1 0,2 1 1,1 0-1,0 0 0,0 0 1,-1-1-1,-1 1-34,1-1 0,-1 1 0,-1-1 0,0 0 0,-1 0 0,0 0 78,2 0 0,-2 1 0,1-1 0,0 0 0,4-1-51,-1 1 0,3-1 0,2 0 1,1 0-1,0 0 0,-1 0 1,-3-1 76,0 1 1,-2-1 0,-1 0 0,0 0 0,2 0 0,2 0 5,-7 0 0,2 0 0,2-1 0,0 1 0,0-1 0,1 1 0,-2-1 0,-1 1 0,-2 0-87,8-1 1,-2 1-1,-2-1 1,1 1-1,-1 0 1,3-1 58,-6 1 1,2-1-1,0 1 1,1-1-1,-1 1 1,0-1-1,-1 1 1,-2 0-53,4 1 0,-1 0 0,-1 0 0,-1 0 0,0 0 0,-1 0 30,4 0 0,-2 0 0,0 0 0,1 0 0,3 0-13,-3 1 0,4-1 0,0 1 0,2-1 1,-1 1-1,-1 0 0,-3 1 82,5 0 0,-2 0 0,-2 1 0,1 0 1,4-1-59,-10 0 0,2-1 0,1 0 0,2-1 1,-1 1-1,0 0 0,-2 0 0,-1 0 83,3 1 1,-2 0-1,-2 0 1,1 0-1,0 0 1,1-1-70,-1 1 1,0 0 0,1-1-1,0 1 1,0-1 0,-1 1-1,-2 0 65,8 0 0,-1 0 0,-2 1 0,0 0 0,-2 0-68,6 2 1,-2 0 0,0 0-1,2 0 23,-7-1 0,2-1 0,1 1 0,1 0 0,-2 0 0,-2 0 77,-1 1 1,-1 0 0,-2 0 0,2 0 0,2 0-34,2-1 1,3 1 0,1-1 0,1 0 0,-2 0 0,-2 1-24,-1 0 1,-2 0 0,-1 1 0,1-2 0,1 1 8,0-2 0,1-1 0,1 0 0,0 0 0,-1-1 0,-2 1 123,2 0 0,-1 1 0,-1-1 0,-1 1 0,0-2-154,4 0 1,-1-1 0,1 0 0,3 1 135,-7 0 0,3 0 0,1 1 0,0 0 0,0 1 0,-3-1 106,0 0 0,-2 0 0,-1 0 0,1 1 0,2 0-196,-1 1 0,3 1 0,0 0 0,-1 1 0,0-1 0,-1 0-90,-1 0 0,-2-1 0,0-1 0,0 2 0,-1 0-270,3 2 0,0 2 0,0 0 1,-2-1-1,-2-1-823,7 1 1,-3-1 0,1-1 936,3 1 0,0 0 1,-1-2-1,-8-3 1,-2-2-1,-3-2 1,-3-5-1,0 0 1</inkml:trace>
  <inkml:trace contextRef="#ctx0" brushRef="#br1" timeOffset="50975.27">9472 930 7533,'-21'-39'1092,"-1"0"0,2 9 0,-5 11 0,-6 27 0,-4 15 0,1 6-572,6 0 1,3 3 0,-1 6 0,1 5-886,7-9 1,0 5 0,-1 3 0,1 2 0,0 2 0,0 0 0,1 0 0,1-2 0,1-2 499,0 2 0,0-1 0,1-1 0,2-1 0,0 1 0,1 1 0,2 1 56,1 1 0,-1 2 0,0 3 0,2-1 0,2-1 0,3-3 0,3-5 1,5-6 513,11 12 1,7-8-1,7-19-597,1-21 0,6-15 0,4-9 0,-1-4 0,-4 1-378,-2 0 0,-2-2 0,-1-3 0,-2-3 0,-1-4-56,-7 5 0,1-4 0,-1-3 1,-1-2-1,-2 0 0,-3 0 0,-2 2 1,-4 4-143,-2-7 0,-5 3 0,-4 1 1,-3 0-1,-2 1 126,-2-3 0,-4-2 0,-2 1 1,-5 6-1,-4 9-478,-12 10 1,-6 8 0,-2 6 0,5 2 350,-10-2 1,4 9 0,8 9 0,1 7 0,10 1 0,7 21 0</inkml:trace>
  <inkml:trace contextRef="#ctx0" brushRef="#br1" timeOffset="51126.27">9278 1339 7533,'1'45'655,"-1"1"0,1-1 1,1 2-1,0 1 0,0 0 437,-3 1 0,-1-1 0,5 3-648,5-3 0,4 2 0,2 0 1,1-7-1538,0-8 1,2-5 0,2 1 1007,8 11 1,4 0-1,-3-7 1,-4-11 0,-1-7-1,18 1 1</inkml:trace>
  <inkml:trace contextRef="#ctx0" brushRef="#br1" timeOffset="51393.27">10283 868 7533,'-39'6'546,"0"1"0,0-1 0,7 10 0,0 4 0,3 5 0,2 6 0,7 5 0,3 6 0,2 5 0,2 3 0,1 1 0,-1-1-140,2-5 0,-1 1 1,2 1-1,0 0 1,1 1-1,2-1 1,1 0-613,2 1 0,0 0 1,2 1-1,1-1 1,2-1-1,2-1 1,3-3-451,4 9 1,5-2-1,2-2 1,2-3 0,0-5 245,3 3 0,2-5 1,4-11-1,7-12 1,3-8-1,-5-7 0,12-20 1</inkml:trace>
  <inkml:trace contextRef="#ctx0" brushRef="#br1" timeOffset="51692.27">10707 1103 5699,'-31'-3'1092,"1"-1"0,-6 14 0,1 8 546,2 4 0,2 8-819,8-3 0,0 6 0,2 1 0,4-1 72,3 1 1,4 0 0,0 1-1044,-4 11 1,1 2 0,9-5-29,18-6 0,5-3 225,-5 3 0,4-2 373,12-5 0,-2 0-59,-15 6 1,-12 3-990,-11-3 1,-9 1 0,-1 0-464,1-5 1,-2-1 0,-4-1 1081,-2-4 1,-6 0-1,1-2 1,5-3-1,1 0 1,3-4 0,-16 5-1</inkml:trace>
  <inkml:trace contextRef="#ctx0" brushRef="#br1" timeOffset="52010.27">10777 2169 10051,'0'18'3276,"0"12"-2261,-13 10 1,-5 3-1466,3-13 1,-1 0-511,-3 2 1,-3 3-1,2-8 140,-10 1 1,-1-17 0,21-25 0</inkml:trace>
  <inkml:trace contextRef="#ctx0" brushRef="#br1" timeOffset="52425.27">11165 1450 8432,'-9'-13'3276,"1"1"-1638,7 32 0,2 15-546,-3-4 0,-1 2 0,0 5-1324,-1 5 0,0 6 0,0 2 1,0 1-1,2-4 389,2-2 1,0-1-1,1-2 1,2 2 21,0 8 1,0 5 0,4-7 0,8-19 290,11-19 1,4-16-471,2-17 0,1-14 0,-3-6-720,-9 0 1,-2-5-1,-2-3 1,0 2 764,0 1 0,-1 1 0,0-1 0,-2 3 464,2-10 1,-1 2 0,-5 13 1019,-8 10-720,-8 52 1,-4 30 0,0-1-1530,4-12 1,1 0-1,1 4 64,2-4 1,0 6-1,2 1 1,1-3 0,2-6 186,2-2 1,2-6 0,4-2 0,13 9 0,3-8 0,8-15 0</inkml:trace>
  <inkml:trace contextRef="#ctx0" brushRef="#br1" timeOffset="52842.27">11624 1909 7533,'-22'-11'1709,"24"-9"-1889,27-4 0,11 0 45,-6 9 0,1 6 405,3 6 0,-6 11-1,-18 21 1,-10 12-68,-8-2 1,-5 6-1,-3 2 1,2-3-521,1-6 1,1-1-1,0 1 1,-1 1-339,-1 1 1,-1 3-1,0 0 1,2-2 0,1-6 496,3 9 1,0-5-1,-1-2 1,-3-12-1,-1-27 1</inkml:trace>
  <inkml:trace contextRef="#ctx0" brushRef="#br1" timeOffset="53042.27">11730 2008 0,'28'-29'0,"1"0"0,-2 7 0,4 0 1092,5-1 0,3-1 0,-2 5-783,2 1 1,-1 9-347,1 12 0,-10 11-188,-23 9 1,-10 6-466,-8 3 0,-7 2 1,-3 0 659,-3-1 0,-4 0 0,-1-3 140,2-5 0,0-1 1,2-3-1,-6 5 1,5-6-1,1-8 1</inkml:trace>
  <inkml:trace contextRef="#ctx0" brushRef="#br1" timeOffset="53276.27">12383 1302 7083,'25'29'819,"0"1"0,1 0 0,1 7 0,-3 7-351,-12-10 0,0 7 0,-1 5 0,-1 3 0,-1 0 0,-1-3 0,-3-5-64,-2 4 0,-3-5 0,-2 2 0,-3 5-769,0-10 1,-2 6 0,-1 3 0,-1 2 0,-1 1 0,-1-2 0,0-2 0,-1-4 0,0-6-197,-5 5 0,-1-7 0,-2-1 0,-3 3 92,1-2 1,-3 4 0,-2 2 0,-1-1 0,0-1 0,2-3 0,2-7 185,-7 3 0,3-6 1,-4 1-1,-1 2 0,-4 2 1,0 0-1,1-3 1,0-3-1,1 0 0,-1 0 1</inkml:trace>
  <inkml:trace contextRef="#ctx0" brushRef="#br1" timeOffset="53892.27">9525 285 7533,'0'-19'3276,"0"1"0,16 61-114,-12 2-3252,1-14 0,1 5 0,-2 0-750,-4 5 1,-4 1 0,0-4-601,0 3 1,-1-3 1439,0 7 0,0-9 0,-3-23 0,8-15 0</inkml:trace>
  <inkml:trace contextRef="#ctx0" brushRef="#br1" timeOffset="54159.27">9560 372 7533,'8'-27'1638,"0"0"0,4-9 0,2 13 0,5 5 355,24 22-1184,-19 28-404,-7 1 0,-3 8 134,-10 5 1,-6 5 0,0-3-540,2-3 0,0 1-630,-1-1 1,0 4-1,3-13-629,6-12-2018,10-24 3176,9-29 1,-13 5 0,-1-2 0,13-16 0</inkml:trace>
  <inkml:trace contextRef="#ctx0" brushRef="#br1" timeOffset="54660.27">9931 558 7533,'-22'5'3276,"8"2"-1245,40 0-4190,9-35 1529,-13 4 855,-7-11 0,-7-1 764,-16 1 181,-1-7 89,-25 41-899,13 9 224,0 14 1,1 9 314,6-1 1,3 4 0,0-1-1035,-2 4 0,5 1-1035,5 16 1,14-11-2108,36-33 3025,-15-9 1,0-5-1,0-7 1,-3-4 0,-7 0-1,-1 0 1</inkml:trace>
  <inkml:trace contextRef="#ctx0" brushRef="#br1" timeOffset="55076.27">10125 384 16707,'3'36'1439,"0"0"1,1 13-1845,6-18 0,5-8-674,18-21 449,-11-23 810,-1-1 0,-1 0 1619,0-6 899,13 56-1888,-13 1-630,-5 3 0,3-11-90,17-54-720,-19 6 0,-2-8 630,-4-10 0,-1-7 0,-3 5 0,-1 5 0,-2 3 0,-3-10 0,0 1 0</inkml:trace>
  <inkml:trace contextRef="#ctx0" brushRef="#br1" timeOffset="55793.27">13141 1686 7533,'-37'-7'3276,"43"12"0,33-2-2882,-7 1 1,7 1-1,2-3-1214,-5-5 1,3-4 0,0 0 0,-3 2 409,0 3 0,-3 2 1,0-3-1,7-6 1,0-1-1,-8 1 0,-4 2 1</inkml:trace>
  <inkml:trace contextRef="#ctx0" brushRef="#br1" timeOffset="55942.27">13264 1909 0,'-33'30'1092,"0"0"0,11-12 0,9 0 2184,26 22-1638,26-37 0,16-10-1688,-17 4 1,4-1 0,3 0 0,-1 0 0,-3 0-41,10-1 1,-2-1 0,0 0 0,-8 0 0,1-2 0,-2 0 0,-6 3 0,-4 1 0,1 1 0</inkml:trace>
  <inkml:trace contextRef="#ctx0" brushRef="#br1" timeOffset="56926.27">14393 1661 6094,'-9'-39'0,"1"3"0</inkml:trace>
  <inkml:trace contextRef="#ctx0" brushRef="#br1" timeOffset="57376.27">14464 1302 3862,'0'-38'1889,"0"7"1362,0 6-1542,0 12-359,0 13 1438,8 73-2384,-4-36 1,0 6 0,1 1 0,-1-1-354,-1-3 0,0-1 1,-1 1-1,2 4 113,1-3 1,0 4 0,1 2 0,1 0 0,1-4 0,0-5-195,6 6 0,1-6 0,1 0-90,0 6 0,1 0 1,7-18-46,10-24 1,5-15-1,-4-9-352,-12-5 0,-4-9 0,-2-3 0,2 2 359,4 4 1,0-1-1,0 1 1,-3-2 359,-5-8 0,-3-5 1,-1 7-1,2 22 968,12 41-271,-18 15 1,-4 13-518,1-9 0,1 6 1,1 2-1,2-3-270,1-4 1,1 0-1,3-4 1,6-9 366,13-10 1,6-9 0,-2-9-211,11-12 1,-4-19-370,-21 2 0,-1-9 0,-2-7 0,-1-3 0,-3 1 0,-2 3-556,-3 0 1,-2 0-1,-4 1 1,0-1 0,0-1-1,-1-4 1,0-1-1,-2-1 1,0 2 0,-2 4 203,0-10 1,-2 4-1,-4 8 1,-5 8-1,-2 10 1,-4 13-1</inkml:trace>
  <inkml:trace contextRef="#ctx0" brushRef="#br1" timeOffset="58175.27">15663 1921 7533,'-9'0'2518,"-7"6"-539,6 39-1754,5-8 0,0 3-810,1 0 1,0 2-16,4-5 0,0 3 1,0-7 599,0 5 0,8 8 0,2-41 0</inkml:trace>
  <inkml:trace contextRef="#ctx0" brushRef="#br1" timeOffset="58424.27">15610 1896 10231,'26'6'719,"-1"-1"1,7 11 0,-1 4-765,-5-1 0,-3 4-180,3 15 0,-11 6 105,-19-11 0,-9 0 0,-1 0-210,-1-1 1,-1-1-1,-2 0-510,-3 0 1,-1-2-1,0-4 705,-1-4 0,3-6 173,4-4 1,24-16-1,2-2 1</inkml:trace>
  <inkml:trace contextRef="#ctx0" brushRef="#br1" timeOffset="58675.27">15910 2169 7533,'-4'25'1092,"0"0"0,3 2 0,0 1 103,0-1 0,2-3-1554,17 3 539,17-44-720,-17-12 0,-6-7 315,-7-4 0,-8 1 450,-8 4 0,-8 8-990,-7 16 1,-3 10-765,0 10 1529,8 11 0,44-4 0,-3-9 0</inkml:trace>
  <inkml:trace contextRef="#ctx0" brushRef="#br1" timeOffset="58976.27">16104 2020 12570,'27'-6'-240,"-1"0"0,5-2 0,-1-2 240,-6 0 0,-1 1 0,12-5 0,-19 3 0</inkml:trace>
  <inkml:trace contextRef="#ctx0" brushRef="#br1" timeOffset="59141.27">16281 1946 7533,'-28'36'1638,"14"-1"0,3 7-546,4-9 0,1 1 0,1 2-2185,1 6 1,1 2 0,0-3 868,-1 8 1,1-3 0,2-9 0,2-4 0,-1 4-1</inkml:trace>
  <inkml:trace contextRef="#ctx0" brushRef="#br1" timeOffset="62358.27">15769 608 7533,'-17'-8'3276,"-9"19"-2576,18 12 1,4 8-521,-1 0 0,-1 4 0,2-1-180,0 2 0,2-1 0,0 1-420,-1 3 0,0 1 0,-1-5-255,-4 1 1,6-14-2204,18-30 2068,-2-31 742,-2 8 1,3-7 0,1-3-1,-3 4-97,-4 2 0,-2 2 0,1 0 585,3-5 0,2-1 0,-4 7 1918,-1 4-539,8 58-1484,-14-6 0,0 4-90,9 10 0,1-1 135,-2 9-270,0-11 764,-2-35-1484,3-18 1,1-10-496,5-14 1,3-4 1124,-2 18 0,1 0 0,-1 0 0,0-3 0,-1 0 0,1 5 0,4 8 0,-1 0 0</inkml:trace>
  <inkml:trace contextRef="#ctx0" brushRef="#br1" timeOffset="62726.27">16157 744 0,'-22'14'1638,"-1"1"0,-4 12 1638,19-1-3638,41-9 92,-17-23 30,15-8 0,1-6-929,-9-21 854,-2 10 0,-7 0 2794,-21-8-950,-31 60-630,14-2 1,1 6-601,6 4 1,2 6 0,4-1-570,3 2 0,6-1-809,3-2 0,8-5 1682,34-9-603,-12-35 0,1-8 0,-7 11 0,-1-3 0,0-15 0,1-1 0</inkml:trace>
  <inkml:trace contextRef="#ctx0" brushRef="#br1" timeOffset="63009.27">16351 769 8972,'-4'35'1638,"0"1"0,2 8-1612,3-11 0,6-8-1015,29-28 269,-5-12 45,-1-11 1,-3-3 1663,-14-1-629,19 13 2788,-30 54-2068,13 5-1260,11-27 0,11-37-750,-20-4 1,-3-7-1,0 1 930,5-3 0,-2 0 0,-7-5 0,-3 3 0,1 1 0</inkml:trace>
  <inkml:trace contextRef="#ctx0" brushRef="#br1" timeOffset="63526.27">16898 1698 7533,'-35'-5'3276,"7"3"-706,11-3-2570,17 5 0,17-6 0,11-1 0</inkml:trace>
  <inkml:trace contextRef="#ctx0" brushRef="#br1" timeOffset="64192.27">17921 744 7533,'-34'-5'1092,"0"1"0,5 7 0,1 7 0,-3 13 0,-2 8 0,5 3-758,6-4 1,3 1-1,1 4-595,2-1 1,0 2-1,0 3 1,1 2-1,1 0 531,1 3 0,2 2 0,1 1 0,0 1 0,1 1-416,2-4 0,-1 2 0,2 1 1,0 0-1,1 1 0,0 0 171,2-3 1,1 2 0,1 1 0,0-1-1,0 0 1,0-2 0,0-2-26,0 3 0,0-2 0,1-1 0,-1-1 0,0 0-216,2 0 0,1 2 0,0-2 0,-3-2 1,-3-5-754,-10 13 1,-7-6-671,-4-2 1,-5-6 1314,4-11 1,-3-8 0,3-16 0,1-6 0,-10-7-1</inkml:trace>
  <inkml:trace contextRef="#ctx0" brushRef="#br1" timeOffset="64327.27">17198 1946 9242,'35'-20'629,"-1"1"1,1 0 0,7-1-1,1 2 1,3 2-630,-7 7 0,3 3 0,-1 1 0,-2-1 0,3-2 0,-1 0 0,-1 1 0,-1 3 0,-1 0 0,1 0 0</inkml:trace>
  <inkml:trace contextRef="#ctx0" brushRef="#br1" timeOffset="65775.27">17868 2318 8252,'-27'-13'990,"9"1"809,10 11-1799,8 30-1639,0 6 1,0 4 431,0-10 0,0 1 791,0 8 0,0 4 0,0-9-573,0-4 989,0 16 0,0-51 0,0-13 0</inkml:trace>
  <inkml:trace contextRef="#ctx0" brushRef="#br1" timeOffset="65975.27">17833 2355 5964,'18'-32'2249,"7"8"-778,10 17-1561,-7 9 0,-3 8 45,-8 14 0,-2 6-45,4-6 0,-7 1-210,-19 5 0,-9 4 1,0-4 74,4-1 0,-2-3 42,-11 6 1,-1-3 182,1 6 0,15-21 0,2-3 0</inkml:trace>
  <inkml:trace contextRef="#ctx0" brushRef="#br1" timeOffset="66225.27">18115 2491 7533,'-16'31'1574,"10"-2"0,1 1-675,-13 14-1034,22-15 1,8-10-856,17-35 810,8-15 45,-22 3 0,-4-4-180,-4 3 1,-6 2 674,-33-7-1710,1 22 1350,-6 27 0,13 17 0,24-2 0</inkml:trace>
  <inkml:trace contextRef="#ctx0" brushRef="#br1" timeOffset="66409.27">18274 2355 7533,'-20'7'2968,"20"-2"-4767,43-16 1799,-10 3 0,-1-3 0,-6 1 0,-3 0 0,16-14 0</inkml:trace>
  <inkml:trace contextRef="#ctx0" brushRef="#br1" timeOffset="66543.27">18433 2293 7533,'-26'29'3276,"7"10"-2531,5 0 1,2 6-1166,7-12 0,3 1 1,-1 0 165,-2 16 0,2-2 1,6-4-1,2-4 0,5 9 1</inkml:trace>
  <inkml:trace contextRef="#ctx0" brushRef="#br1" timeOffset="66942.27">19085 992 7533,'-34'16'819,"0"1"0,4 11 0,0 9 0,1 5-164,7-4 0,0 5 1,0 2-1,1 3 0,1 1-999,4-7 0,0 2 0,1 2 0,1 0 0,0 1 0,1-1 0,1 0 344,0-2 0,2 1 0,-1 0 0,2-1 0,1 0 0,1 0 0,1-2-437,1 2 0,1 0 0,2 0 0,1-2 1,2-2-1,2-3 122,4 4 0,1-3 0,5-3 1,4-4 339,18 3 0,8-6 0,-1-5 0,3-3 0,2-6 0,-5-7 1,0 0-1,-1 0 0</inkml:trace>
  <inkml:trace contextRef="#ctx0" brushRef="#br1" timeOffset="67308.27">19509 1438 4711,'-36'-11'3276,"17"8"0,-5-2-2710,18 28 0,2 10-1286,-11 1 1,-3 1 197,4 9 0,-1 1 372,2-13 0,-2 1 0,0-4 15,-8 1 0,2-1 656,10 2 1,1 0 152,-5 0 1,6-2 133,21-6 0,8-1-718,2 6 0,3-1-45,7-7 0,0-1-225,-5 0 0,-8 3-270,-18 4 0,-10 2-764,-19 1 0,-7 1 1214,10-5 0,0 1 0,-1-3 0,-11 1 0,3-2 0,13-5 0,1 0 0</inkml:trace>
  <inkml:trace contextRef="#ctx0" brushRef="#br1" timeOffset="67493.27">19720 2343 13649,'-17'18'-120,"-1"-1"0,-4 10 0,1 2-780,2-3 1,1 1 743,-4 10 0,1-2 0,-7 5 0,3 1 0</inkml:trace>
  <inkml:trace contextRef="#ctx0" brushRef="#br1" timeOffset="67992.27">20003 1710 9781,'-9'32'819,"0"0"0,4 1 0,2 3 0,1 1 273,0 2 0,2 1 0,2 1-218,3 7 1,3 1-1,5-7-964,6-5 0,7-14-225,4-19 1,2-13-46,-6-13 0,-2-10 0,-3-4-439,-5 3 0,-2-4 1,-1-1-1,-1 0 799,0 1 0,0 0 0,-2 0 0,-1 2 330,-2-2 0,-1 1 0,-1 3 642,1-4 1,-5 15 376,-8 26-235,5 24-664,-2 15 0,0 9-570,3-18 0,1 1 0,1 0-120,-2 6 0,1-1 0,1-1-1399,1 7 1,4-5-1,0-14 1,5-6 1106,17-9 1,-1-18 0,-1-13 0</inkml:trace>
  <inkml:trace contextRef="#ctx0" brushRef="#br1" timeOffset="68640.27">20532 1723 7533,'-8'-18'3276,"14"-1"-1335,4-6-1671,25 11 89,2 14-44,-17 19 0,-5 9 14,-7 2 1,-6 6 0,-2 3-389,-3 0 1,-4 3 0,-1 1 0,1 2 219,1-4 1,0 2 0,0 0 0,-1 1 0,0-2-720,-1 0 0,-1-1 1,-1 1-1,1-2 1,2-2-403,0 14 1,1-2-1,2-8-659,-1-2 0,2-19 1619,3-31 0,8-35 0,-4 17 0,1 1 0</inkml:trace>
  <inkml:trace contextRef="#ctx0" brushRef="#br1" timeOffset="68857.27">20673 1748 7533,'35'-32'819,"0"1"0,1 0 0,1-8 0,0 15-1600,7 34 1,-6 14 780,-14 4 431,-12 1 1,-2 9-1,-9-3-791,-13-4 1,-9 1-46,3-1 0,-3 3 0,-2 1 1,-1-4-89,-6-3 0,-3-3 0,0-1-137,-5 4 1,-2-1 0,4-5-727,3-8 0,3-5 1356,-11-3 0,32-17 0,1-3 0</inkml:trace>
  <inkml:trace contextRef="#ctx0" brushRef="#br1" timeOffset="69109.27">21167 1153 7533,'35'4'1638,"-9"14"0,-1 11-546,-7 5 0,-3 9 0,-1 2-437,-3-9 0,0 2 1,-1 1-1,-2 2 0,-3 1-536,-3-2 0,-2 2 0,-1 1 0,-3 0 0,-1 1 0,-1 0-588,0-2 1,-2 1 0,0 0 0,-2 1 0,-2 0 0,-1-1 0,-2 0 424,-4 2 1,-3 0-1,-2 0 1,-2 0 0,0-2-1,1 0 1,0-2 0,1-1-1,1-2 1,-1 0 0,1-2-1,-2 0 1,-1-1 0,-2-3-1,0-1 1,0 1 0,0 0-1,0 0 1,0 0 0</inkml:trace>
  <inkml:trace contextRef="#ctx0" brushRef="#br1" timeOffset="69758.27">22084 1710 0,'-26'29'2489,"15"16"-851,24-13 0,13-1-546,4-10 0,7-4 0,4-3-1329,1-3 0,5-2 0,3-3 0,-1-2 195,-8-1 1,2-3 0,-1-1-1,0 0 1,-2-1 0,11-2-1,-2 0 1,-2-2 0,-12 0 0,0 0-1,0 0 1</inkml:trace>
  <inkml:trace contextRef="#ctx0" brushRef="#br1" timeOffset="69975.27">22789 1289 0,'-30'16'819,"0"1"0,9 8 0,3 6 0,2 4 0,1 1 0,1 4 0,1 3 0,2 2-273,3-7 0,2 2 0,0 1 0,1 2 0,0 0 0,0 0-1093,-1 3 1,-1 0 0,1 2 0,1-1 0,0 1 0,0-1 506,2 0 1,1 0-1,1 1 1,-1-1-1,1-2 1,-1-2 0,-2 7-1,-1-3 1,1-2-1,1-1 1,3 0 0,0 0-1,0 0 1</inkml:trace>
  <inkml:trace contextRef="#ctx0" brushRef="#br1" timeOffset="70957.27">23777 1401 7533,'-8'-31'809,"-1"11"451,-1-15 359,-6 20-90,14-3-1169,-6 13 539,8 10 360,16 35-899,-12-3-1,3-6 1,2 5 0,-2 2-30,-5 3 0,-2 2 0,0-2-386,5-4 1,0-2-1,1 3 213,-2 3 1,0 4-1,0-1 1,2-7 156,2 1 1,3-3-1924,9 13 1,1-6 978,1-12 225,5-30 0,3-11-105,-6-8 0,0-8 1,-2 1 105,5-2 1,-1-4-47,-2 1 0,1-5 0,0-1 1,-3 3 89,-4 1 0,-2 3 0,-1-1 439,9-13 0,-1 3 11,3 0 0,-5 20 359,-17 45 1,-4 11-360,16 4 729,-14-8 0,-3 8 0,-1 3 0,3-4-297,6-3 0,2-1 0,-1-1-387,-5 18 0,7-6 242,22-10 0,9-19 102,-9-30 1,1-16 0,0 1-572,8 5 0,0-4 24,-9-4 1,1-8 0,-1-3 0,-7 2-923,-8-4 1,-6 0-1,2 1 810,4 6 0,2 0 1,-4-1-914,-7-7 1,-3-1 0,-1 8 427,4-4 0,-16-4 0,-1 29 0</inkml:trace>
  <inkml:trace contextRef="#ctx0" brushRef="#br1" timeOffset="72277.27">16986 2875 7533,'-27'-12'3148,"1"0"-2698,17 5 989,16 12-1079,13 4 269,7 0 1,8 1 0,1 0-241,2-4 1,2-2 0,3 1-592,2 0 1,4 0-1,1-1 1,1 0 237,-7-3 0,1 0 0,1-1 0,0 0 0,0-2-305,0-2 1,1 0 0,-1-2 0,1 1 0,0 0 286,1 1 0,1 0 0,-1 0 0,0 2 0,-2 0 184,4 0 0,-2 2 1,-2 1-1,-2 4-138,5 6 1,-2 4-1,-4 4 355,-2 8 1,-2 4 0,-1-1-180,-2-4 0,-1-1 0,2-2-60,5-1 0,3-2 0,1-3-1,-8-8 1,1-3 0,1-2 0,0 0-234,0-1 1,-1-1 0,1 0 0,2-2 143,-3-1 0,2-1 0,0 0 0,-1-1 0,-1 0-90,9-1 0,-2-1 0,3-1-18,-7-1 0,4-1 0,1-1 0,-2 0 0,-4 0 18,3 0 0,-3-1 0,3 2-108,0 2 0,3-1 0,3 1 0,-1 2 0,-3 2 428,-3 2 0,-1 2 0,-1 2 0,1 1-69,-1 2 1,1 0 0,1 2 0,-1 1 0,-2 1 152,4 3 1,-3 1 0,1 1 0,-1-2-540,1 1 0,0-1 0,-1-2 1,1-2-686,-2-4 1,1-2 0,-2-2 0,0-1-274,4-2 1,-1-1 0,0-5 1011,5-6 1,0-4 0,-6 0 0,-5 3-1,-3-1 1,4-5 0,1-1 0</inkml:trace>
  <inkml:trace contextRef="#ctx0" brushRef="#br1" timeOffset="106141.27">24977 1834 8252,'-36'-13'3276,"-7"18"-1638,9 17 0,0 10-944,8 1 1,1 5-1,1 2-757,5-5 1,0 2-1,1 1 1,2 0 152,1-1 0,2 0 0,3 0 0,5-2-480,4 4 0,5-2 0,8-9-640,16-11 0,7-13-275,7-19 1,0-10 854,0-3 1,-3 0 948,-9 3 1,-9 13 714,-21 32 1,-6 13-406,-4 12 1,-2 4-1440,3-9 0,-1 1 1,0-2 179,-4 1 0,4-5-2827,18 11 3264,2-39 0,7-13 1,1-7-1</inkml:trace>
  <inkml:trace contextRef="#ctx0" brushRef="#br1" timeOffset="106509.27">25171 1871 7533,'-28'23'1638,"10"3"0,3 8-546,7 0 0,2 5 0,0 1-927,0-3 0,-1 1 1,0 0-1,2 1-405,0 10 0,3 1 1,-1-3-181,-1-10 0,-1-1 1,6-9-22,15-2 81,0-44 0,3-13 275,4 0 0,1 1 670,-1-3 0,-1 13 224,4 38-404,-24 11 0,-4 4-226,1-5 1,0 1-405,-3 7 1,0-3-3053,4-10 2289,0 3 988,16-19 0,-5-19 0,15-6 0</inkml:trace>
  <inkml:trace contextRef="#ctx0" brushRef="#br1" timeOffset="106726.27">25347 2355 7533,'-3'34'819,"0"-1"0,-1 1 0,-3 4 0,6-6 2457,25-2-3262,5-66-734,-9 5 1,-2-4 584,-2 5 0,-7 0 0,-12-2 0,-10 7 945,-24 22-1260,-10 10 450,20 8 0,21 3 0,23-12 0</inkml:trace>
  <inkml:trace contextRef="#ctx0" brushRef="#br1" timeOffset="107008.27">25612 2157 9062,'-34'36'3276,"13"2"-2036,7-14 1,2 2-2231,6-1 1,4-1-451,10 9 631,2 2 2158,0-16-1169,-2-5 720,-8 8-1620,-8 3-269,-18 8 989,-3 4 0,-6-18 0,9-8 0</inkml:trace>
  <inkml:trace contextRef="#ctx0" brushRef="#br1" timeOffset="107159.27">25682 2218 7533,'26'20'3276,"9"-8"-3084,10-17 1,0-9 0,-2-11 0</inkml:trace>
  <inkml:trace contextRef="#ctx0" brushRef="#br1" timeOffset="107292.27">25859 2008 7533,'-32'18'819,"1"0"0,10 8 0,4 7 0,2 3 0,3 1 0,2 5 0,2 2 0,3-1-993,3 3 1,3 2 0,2-1 0,1-4 173,-2-2 0,1-2 0,5-4 0,11 7 0,5-11 0,12-19 0</inkml:trace>
  <inkml:trace contextRef="#ctx0" brushRef="#br1" timeOffset="107943.27">25153 582 12660,'-4'29'1092,"0"-1"0,-4 16 0,-1 7-720,2-15 1,1 2 0,-1 1 0,-1 0-793,-3 7 0,-2 0 1,2-2-674,4-3 1,1-2 0,-1-16-2185,-1-20 3095,13-33 1,8-16-1,0 2 1,2-3 0,-4 8-1,1-1 1,0 1-1</inkml:trace>
  <inkml:trace contextRef="#ctx0" brushRef="#br1" timeOffset="108159.27">25171 595 3982,'9'-30'3276,"7"9"0,-14 53-1638,-2-1 0,0 5-667,1 3 0,1 5 0,1-2-829,-1-4 1,0-1 0,4-3-188,4 8 1,7-15 133,8-33 1,1-16-570,-9-4 1,-2-9-1,0-1-337,2 3 1,0-2-1,1 0 1,-1 2 816,2-9 0,-1 2 0,0 3 0,4 1 0,1 6 0,10 1 0</inkml:trace>
  <inkml:trace contextRef="#ctx0" brushRef="#br1" timeOffset="108475.27">25471 793 7533,'-19'34'819,"1"-1"0,0 1 0,-2 11 0,12-4 819,17-14 0,8-8-1406,9-11 0,5-11-1222,3-11 1,-4-10 269,-7-6 1,-10-3 1483,-13 1 1,-10 6 314,-14 10 1,-5 11 44,-8 15 0,1 12-450,5 10 1,5 7-825,9-8 0,2 1 1,6-1-1490,8 7 1,10-6 758,10-13 0,5-6 880,17-5 0,-14-17 0,-3-5 0,2-5 0</inkml:trace>
  <inkml:trace contextRef="#ctx0" brushRef="#br1" timeOffset="108809.27">25700 942 7533,'-16'36'3276,"12"2"-1638,-5-13 0,3 0-455,13 8-2262,19-20-2198,11-44 3161,-14 11 1,-1-1 924,-8-3 1,0 4 1619,9 13 179,-21 39-989,14 14-1529,-5-19 0,3-9 989,16-28-764,-7-17 0,-3-9-1408,-9 1 1,-2-5 0,-2 0 682,0 0 0,-1-2 1,-1 3-1,0-10 1,-2 4-1,-3 13 0,0 0 1</inkml:trace>
  <inkml:trace contextRef="#ctx0" brushRef="#br1" timeOffset="109292.27">26405 1661 7533,'-17'-11'3276,"7"3"0,2-16-3048,24 10 0,3-3 1,17 4-1</inkml:trace>
  <inkml:trace contextRef="#ctx0" brushRef="#br1" timeOffset="110026.27">27446 608 7533,'0'-50'3276,"-16"17"0,-11 26-2282,3 27 0,-2 16 0,0 6-635,6-9 1,1 4 0,1 2 0,0 3 0,0 2-621,3-2 0,0 2 0,0 2 0,0 1 0,1 1 0,1 1 0,0 0 396,3-3 0,-1 1 0,2 1 0,0 1 0,0-1 0,1 1 0,1-1 0,0 0-90,1-1 0,0 0 0,1 0 0,1-1 0,0 1 0,1-1 0,0 0 0,1-2-100,0 3 0,2 0 1,1-1-1,0 0 1,0-1-1,-1-2 1,-1-1-198,-2 6 0,-1-1 0,-1-2 0,0-2 0,0-3-841,1 10 1,-1-4 0,-7-5-547,-19 2 1,-7-15 1343,10-23 0,-1-8 0,-6-5 0,1-7 0,8-10 1,0 1-1</inkml:trace>
  <inkml:trace contextRef="#ctx0" brushRef="#br1" timeOffset="110159.27">26599 1859 7533,'32'-24'819,"-1"0"0,-3 8 0,3 1 0,4 0-164,1 2 0,5-1 1,3 1-1,0 0 0,-1 0-868,-1 2 0,1 0 0,0 1 0,-1 0 0,0 0 0,5-2 0,-1 1 0,-1 0 1,-1 1-1,3 0 0,0 1 0,0-1 0</inkml:trace>
  <inkml:trace contextRef="#ctx0" brushRef="#br1" timeOffset="111242.27">27570 1983 7533,'-38'13'1638,"13"3"0,1 8-991,8 3 0,2 6 0,-1 3-589,0-1 1,-2 3 0,1 2 0,2 0 255,0 4 1,2 1 0,0 1 0,3-2-248,-1-4 1,1-1-1,3-2 1,5-3-367,9 11 0,10-16-736,7-29 1,4-12 15,9-14 0,-3-9 749,-10-3 0,-3 5 810,9 12 314,-35 40 1,-7 13-1170,4 12 0,2 4-465,1-14 1,1 1 0,0-3 605,-2 1 1,4-4-1,17 0 1,-6-24-1</inkml:trace>
  <inkml:trace contextRef="#ctx0" brushRef="#br1" timeOffset="111607.27">27764 2157 7533,'-14'25'1092,"0"1"0,-4 17 0,3 7-273,8-14 0,3 3 0,0 2 0,-1 1-857,-1 3 1,-1 1 0,0 1 0,2-3-173,1 8 0,1-2 0,0-4-240,-3 12 1,4-25-117,10-55 206,4-7 0,1-6 694,-3-10 1,2 1 70,8 10 0,1 13-135,-1 21 0,-3 38-510,-11-12 0,-4 0-570,-3 3 1,2-2 809,15 4 0,-4-18 0,13-15 0</inkml:trace>
  <inkml:trace contextRef="#ctx0" brushRef="#br1" timeOffset="111859.27">27905 2677 7533,'-8'26'1092,"0"1"0,6-1 0,0 1 463,-5 2 0,6-5-1735,35-7-719,-3-54 224,-11 9 0,-5-3 765,-10 0 0,-10 4 720,-38 8-810,18 28 0,1 8-1305,-1 5 1,5 3 1304,4 14 0,26-12 0,8-20 0</inkml:trace>
  <inkml:trace contextRef="#ctx0" brushRef="#br1" timeOffset="112225.27">28134 2566 11760,'-13'24'330,"1"0"0,6 1 0,0 1-285,-7-3 0,2-1 45,17 14-270,4-24-360,10-1 90,5 13 1,-39 20-46,1-15 0,-3 0 495,-7-2 0,-1-3 0,-11 6 0,19-19 0</inkml:trace>
  <inkml:trace contextRef="#ctx0" brushRef="#br1" timeOffset="112359.27">28169 2653 9781,'26'7'2339,"17"-19"-2339,-16-2 0,1-3 0,-4 0 0,-1-1 0,-3-2 0,1-1 0</inkml:trace>
  <inkml:trace contextRef="#ctx0" brushRef="#br1" timeOffset="112492.27">28399 2268 7533,'-17'33'546,"0"0"0,0-1 0,4 2 0,1 2 0,1 1 0,0 2 273,-2 6 0,-1 3 0,3 0 0,4-2-1067,5-4 0,3-1 1,2-2-1,0-2 1,1 15-1,8-9 1,14-26-1,-1 0 1</inkml:trace>
  <inkml:trace contextRef="#ctx0" brushRef="#br1" timeOffset="113226.27">28945 855 7533,'-26'38'297,"0"1"1,0-1 0,-1 0 0,1 1 0,5-3 0,-1 2 0,1 1 0,0 2-1,1 0 1,1 3 0,2 0 66,3-2 0,0 2 0,2 2 0,1 0 0,0 2 0,1 0 0,1 0 0,1-1 0,1 0-147,0 1 0,0 0 0,1 0 0,0 1 0,2-1 0,1 0 1,3-2-1,1 0 0,4-2-686,3 3 1,3 1 0,3-2 0,2-1 0,2-3 0,1-2 0,0-4 194,10 10 1,1-4 0,4-6 0,3-12 0,0-12 0,4-8 0,-1-7 0,-3-4 0,-6-14 0,0 0 0,1 0 0</inkml:trace>
  <inkml:trace contextRef="#ctx0" brushRef="#br1" timeOffset="114109.27">29580 1078 7533,'-43'22'1638,"6"3"0,-2 5-632,8 1 1,1 3 0,-1 2-1266,5-7 1,0 1 0,1 1 0,2 0 348,-5 8 0,2 1 0,9 0-135,10 10 0,12-3 238,14-7 1,9-5-134,0-13 0,3-3 0,0 2 60,-1 0 0,-2 1 0,-3 1 239,3 10 1,-11 3-315,-23 9 0,-14 2-765,2-18 1,-6-1 0,0-1 719,0-2 0,-2-2 0,1-2 0,-6-1 0,3-4 0,3-5 0</inkml:trace>
  <inkml:trace contextRef="#ctx0" brushRef="#br1" timeOffset="114259.27">29722 1946 7533,'-10'19'3276,"2"21"-2595,0 0-2300,7-12 0,0 1 1619,-7 9 0,8-14 0,0-19 0</inkml:trace>
  <inkml:trace contextRef="#ctx0" brushRef="#br1" timeOffset="114576.27">30074 1401 12750,'0'17'1079,"0"16"0,0 9-569,0-3 0,0 4 0,0 2-275,0-7 0,-1 1 0,1 1 0,1 0 35,3-1 0,1 0 0,1-1 0,3-5-90,6 9 0,7-16-216,8-32 1,3-17-445,-8-2 0,-1-7 1,-3-3-391,-2-8 1,-4-3-1,-2 1 30,1 9 1,-1 2-1,-6 2-93,-8 0 1,-6 11-1947,-5 22 2879,-6 14 0,18-2 0,10-14 0</inkml:trace>
  <inkml:trace contextRef="#ctx0" brushRef="#br1" timeOffset="114992.27">30462 1450 9422,'-11'34'655,"-1"0"0,0 0 1,2 4-1,1 0 0,1 0 201,1 3 1,1 0 0,1-1-902,0 9 0,2-5-1594,1-13 1,4-8-1639,14-16 747,-12-26 2530,19-4 0,-13-5 0,8 15 0</inkml:trace>
  <inkml:trace contextRef="#ctx0" brushRef="#br1" timeOffset="115326.27">30551 1612 7533,'-10'-13'3276,"25"-11"-1875,7 4-1266,3 5 0,1 0 45,-4-5 270,17 8-630,-20 12 45,-6 24 0,-6 14 255,-8 3 0,-5 7 0,-3 5-416,3-14 0,0 4 0,-2 2 0,0 2 0,-1 0 0,-1-1 231,0-4 1,-1 1 0,-1 1 0,0-1 0,0 1-1,0 0 1,1-1 64,1 0 0,0 0 0,1 1 0,0-1 0,0-1 0,0-1 0,0-4-697,-3 11 0,0-2 0,1-5 0,3-6 697,2-1 0,4-16 0,12-37 0,-1-12 0,0 1 0</inkml:trace>
  <inkml:trace contextRef="#ctx0" brushRef="#br1" timeOffset="115559.27">30745 1773 7533,'33'-25'2608,"-19"11"-269,33 3-630,-26 33-1305,-2-2 1,-3 4-315,-10 14 0,-10 5-120,-3-10 0,-6 1 0,-2 0-940,-3 1 0,-4 0 1,-2-5 69,-5-5 1,-2-3-1,2-4 900,4 1 0,1-9 0,-15-30 0,39-18 0</inkml:trace>
  <inkml:trace contextRef="#ctx0" brushRef="#br1" timeOffset="115792.27">31133 1029 10231,'17'26'1638,"-4"0"0,0 4-546,-4 0 0,-1 3 0,2 2-273,4 3 0,2 2 0,0 2 0,-3 2-623,-4-4 1,-1 2 0,-2 1 0,-1 1 0,0 0-580,2 4 1,-1 1 0,0 1 0,-4 0 0,-5 0 232,-5-4 0,-3 1 0,-4 1 0,-3-1 0,-1 0 1,-2 0 70,2-8 0,-3 1 1,-1-1-1,-1 1 0,-1-1 1,-1-1-1,1-1 1,1-2-1,-4 5 0,1-2 1,-1-1-1,0-1 0,0-1 1,-2 0-1,-2-3 1,1 1-1,-1-1 0,0 1 1,1 0-1,-1-1 0</inkml:trace>
  <inkml:trace contextRef="#ctx0" brushRef="#br1" timeOffset="116741.27">26935 2851 7533,'-42'0'1979,"19"0"-1620,-10 0 811,25 0 269,47 27-1020,-15 6 1,2 10 0,4-1-640,-3-15 0,3 1 0,3 0 1,1-1-1,1 0 235,1-1 0,2 1 0,1 0 0,1-1 0,-1-1 0,-2-3-38,7 5 1,-2-2-1,0-4 1,5-6 82,-7-9 0,3-3 0,1-4 0,1-3 0,0 0 0,-2-1-24,5-3 0,-2-1 0,-1-3 0,2 1 0,1 0 9,-2 1 0,2 1 0,1 0 0,0-1 0,1 1 0,0 1-290,-4 0 1,1 0 0,2 0 0,-1 1 0,-2 0 0,-1 1 0,-3 2 289,8-1 0,-3 2 0,-2 1 0,1 1 152,-5 0 1,1 2 0,-1 0 0,0 2 0,-4-1 165,7 3 0,-3 2 1,1-1-319,-1 0 0,2 0 0,0 0 0,1 1-68,3 0 1,1 1-1,0 0 1,1 1-226,-8-2 0,0 1 0,1-1 0,-2 1 0,-2-1 397,8 2 1,-3 0 0,3-1 52,-1-2 1,3 0-1,0-1 1,-3 1 67,5 2 0,-2 0 1,-1 0-151,-4-3 0,-2-1 0,3 2 452,-1 1 1,3 2 0,0 1 0,-3-2-183,3 2 0,-3-1 0,3-1-413,1-1 1,1-1-1,3-1 1,-1-3-275,-8-3 0,1-1 0,0-3 0,0-1 1,0-2-360,1-1 1,1-2-1,0-2 1,-1-2 0,-3-2 477,-2-1 0,-2-4 0,-1-1 0,-1 0 1,-1 2-1,1-1 0,0 1 0,-3 0 1,-1 0-1,0-5 0,-1 1 0,1 0 0</inkml:trace>
  <inkml:trace contextRef="#ctx0" brushRef="#br1" timeOffset="117742.27">22737 6829 7533,'-28'-38'3148,"-5"2"-2878,13 17 3006,-5 1-1155,15 11 217,10 2-1258,10 5 1168,39 5-1528,-8-9-1003,-10 1 1,4-1 0,-1-2 282,0-3 0,0-2-630,7-2 1,3-2 0,-3 2 179,-6 1 0,0 1 450,9 1 0,3 0 0,-6 1 0,6-3 0,-11 6 0,0 0 0</inkml:trace>
  <inkml:trace contextRef="#ctx0" brushRef="#br1" timeOffset="118357.27">28099 3842 10591,'27'36'3276,"-1"-8"-1638,-18 13 0,-7 9-546,-4-12 0,-3 3 0,0 1-273,2-3 0,1 2 0,0 0 0,-1-1-370,-2 10 0,-1-1 0,2-4 0,4 2 0,4-8 0,15 1 0</inkml:trace>
  <inkml:trace contextRef="#ctx0" brushRef="#br1" timeOffset="119158.27">27287 3793 7533,'-17'5'3276,"-1"2"0,-7 28-1553,5-12-1942,-5 13 0,1 2 579,8 1-360,-1-10 0,-4 5 0,4-5 180,4 10-1439,-11 5 0,-1-3 1836,3-15-577,5 1 0,1-3 0,6-10 0,2 4 0</inkml:trace>
  <inkml:trace contextRef="#ctx0" brushRef="#br1" timeOffset="119291.27">27111 3842 7533,'0'46'1092,"0"-1"0,7 3 0,2-1 546,-5-10 0,3-1-1404,12 8 0,4-8 1,6-12-1,-7-7 0,-1 0 1</inkml:trace>
  <inkml:trace contextRef="#ctx0" brushRef="#br1" timeOffset="120140.27">24959 3842 7533,'-35'35'1092,"19"-6"0,1 8 0,3-3-347,-1 4 1,4 1-487,1 0 0,0 4 0,4 2 0,8-5 311,14 3 0,10-4 0,7-4-912,-5-12 1,4-3 0,4-2 0,0 0-1,-2-2 364,2 3 1,-1 0 0,1-4-1,4-6-52,-1-8 0,4-4 0,2-5 0,1-3 0,-2-1 0,-5-2 15,-2-1 0,-3-3 1,-2-1-1,-1-2 1,2-1-58,4-2 0,0-3 0,1-1 0,-2 1 0,-2 0-18,2-1 0,-2 2 0,-2-1 0,-3-2 120,2-10 0,-6-3 0,-5 1 1315,-3-5 0,-8-3-416,-8 8 1,-3-2-1,-1 2-794,2-6 0,-8 2 231,-14 6 0,-10 0 1,-5 8-255,2 13 1,-4 4-1,-4 5 1,-1 0 243,-2 3 1,-3 1 0,-2 2 0,-1 3-1,0 3-241,9 2 1,-2 2 0,-1 2 0,1 1-1,-1 2 1,2 1 0,2 2-41,-3 3 0,1 2 0,1 2 0,2 2 0,1-1 0,2 0-75,-8 5 0,2 0 0,5 1 0,7 3-900,4 11 1,8 3-1,16-4 900,24-9 0,14-4 0,0 0 0,-10 1 0,-1-1 0,5-1 0,7-8 0,-1 1 0,1-1 0,0 0 0</inkml:trace>
  <inkml:trace contextRef="#ctx0" brushRef="#br1" timeOffset="122826.27">14111 8329 7533,'-29'14'899,"-3"2"360,30-14 361,2 4 268,18-6 451,25 16-1665,-3-10 1,6-2-465,-6 1 0,1 0 0,4-3-306,-1-3 0,2-4 1,2 0-1,-2-2 96,-3 0 0,-2-1 0,1-1 0,-1 0-90,-1 0 0,1-1 0,-1 0 1,-5 0 179,14-6 0,-9 2 899,-5 2-269,-68 17-990,-5 6 0,-7 3 180,11-5 0,-3 1 0,-2 0 0,0 0-216,-1 0 0,0 0 1,-1-1-1,0 0 306,-3 0 0,-1-1 0,1-1 0,0-1 269,5-2 1,1-1 0,0 0 0,2 0 401,-5 0 1,2 1 0,4 0-132,-1-1 0,9 1 89,11 3-44,43-8 0,21-4-226,-11 1 1,3 0 0,2-2-411,-1 1 1,2-1-1,1-1 1,-1 0 185,0 1 0,-1 0 0,1 0 0,-3 0-165,7-2 0,-2-1 0,-3 1 12,5-1 1,-6-1-118,-8 1 0,-15 0 854,-32 2-1214,-17 8 1,-8 3-46,1 2 0,-2 1 1,-2 0 149,-6-2 0,-1 0 1,3 0 239,10 1 0,3 1 0,2-3-660,-7-6 1,17-2-2468,53-3 2808,-1 1 1,4 0 0,7 2 0,0 1 0,1 0 0,-1 0 0</inkml:trace>
  <inkml:trace contextRef="#ctx0" brushRef="#br1" timeOffset="123276.27">14058 7201 7533,'-22'-13'1092,"-1"-1"0,0 26 0,3 14-475,9 10 0,7 9 0,-1 5-1072,0-8 0,0 3 1,0 3-1,1 1 1,0 0 469,1-3 0,2 1 0,0 1 0,0 0 0,-1 0 0,0-1-45,-1-2 0,-2 0 0,1 0 0,-1-1 0,0-1 0,2-1-89,-1 11 0,2-2 0,-1-2 0,0-4-661,-4 0 1,0-4-1,5-5-436,8-8 0,4-7 1216,2-4 0,13-30 0,-7-6 0</inkml:trace>
  <inkml:trace contextRef="#ctx0" brushRef="#br2" timeOffset="123726.27">14023 7449 7678,'-9'-26'1068,"0"0"0,-1-22 155,10 13 0,8 2-580,20 6 0,11 5-372,-4 4 0,5 2 0,3 1-455,-2 3 0,4 1 1,1 0-1,0 1 304,2 0 0,2 0 0,0 1 0,-2 0-48,-4 0 0,-1 0 0,0 2 1,-3 1 136,7 3 0,-2 2 0,-5 4 96,-2 4 0,-6 5 177,-8 10 0,-7 6-181,-9 7 1,-6 4-256,-1-6 0,-1 3 1,-1 0-313,1 6 1,-1 2 0,0 1 205,0-5 0,-1 2 0,0 0 1,-1 0-134,0 2 1,0 0-1,-1 0 1,-1 1-62,-1 0 1,-1 1 0,0-1-1,-1-1-237,0-2 1,-2-2 0,0 1 0,1-3-521,-1 8 1,1-3-1,1-1 24,1-7 1,1-2 0,3-2 954,6 5 0,2-4 0,-3 5 0,6-14 1</inkml:trace>
  <inkml:trace contextRef="#ctx0" brushRef="#br1" timeOffset="123909.27">14270 8515 0,'-37'9'1638,"-1"0"0,1 5 1638,43 4-2184,24-15 0,20-10 0,3 1-1485,-10 4 1,4 0-1,1 1 1,1-1-1,-1-1 317,1 0 0,-1 0 1,0-1-1,0 0 0,-1-1 1,-6 1-1,1 0 1,-1-1-1,-2 0 0,-3 1 1,7 0-1,-1-1 1,1 0-1</inkml:trace>
  <inkml:trace contextRef="#ctx0" brushRef="#br1" timeOffset="124974.27">17163 5788 7533,'-20'6'2698,"4"6"91,48 8-1620,10-18 0,10-7-877,-12 0 1,4-3-1,3-1 1,0-1-516,-3-1 0,1-1 1,1-2-1,0 0 1,0 0 266,-5 2 1,-1 0 0,1-1 0,0 0 0,-2 0 0,-1 1-113,7-4 1,-1 0 0,-2 0 0,-3 2 221,2 1 0,-3 0 0,-5 2 386,10-13 449,-67 17-1079,-8 5 0,-8 4-113,5 3 1,-4 2 0,-3 1 0,1 1-144,-3 0 0,-1 0 1,-1 2-1,-1 0 256,5 0 0,-1 2 0,0 0 0,0 0 0,2-1 337,-4 0 1,1 0-1,2-1 1,3-1 844,-1 2 0,3-1 0,6-3 687,-10-3-1330,67-14 1,22-5-210,-13 3 0,3 0 0,3 0-432,2-1 1,4-1-1,1 1 1,-2-1 78,-6 2 1,-1 0-1,-1 0 1,0 0-428,8-2 0,-1 0 1,-5 2-1100,-1-2 1,-7 7 1400,1 22 0,-25 8 1,-8 24-1</inkml:trace>
  <inkml:trace contextRef="#ctx0" brushRef="#br1" timeOffset="126809.27">4763 18133 7533,'-36'-25'2338,"-7"0"-629,6 11-989,9 36-405,24 5 0,8 4-181,14 6 1,8-1-135,3-3 0,6-9 90,13-20 0,0-14 45,-8-11 0,-5-10-45,-12 4 0,-1-3 0,-7-1 90,-4-14 0,-12 2 0,-11 4 0,-11 9-1,-11 15 1,-5 15 0,9 11 0,-1 9 0,2 4-60,2 2 0,2 4 0,5 2-210,3 3 0,3 2 0,10-3 90,11 2 0,11-10 135,15-24 0,7-14-15,-7-5 0,2-8 0,-4-3-115,0-5 1,-3-5-1,-4-2 265,-4-2 0,-5-3 0,-7 3-180,-10-5 0,-14 10-200,-16 22 1,-6 15 49,6 16 0,1 12 0,2 4 60,0 6 0,3 5 0,6 1-30,5 2 0,4 2 0,12-4-150,9-10 0,8-4 0,7-8 180,8-9 0,8-9 0,0-6-118,-5-5 1,1-5-1,0-3 1,-2-2 117,-1-3 0,-1-2 0,-1-2 0,-3-1 120,5-11 0,-3-2 0,-10 0 239,-8-7 1,-16 7-450,-19 18 0,-9 13 30,-3 21 0,-3 15 1,0 5 43,6-4 0,0 2 0,1 3 0,2 2 128,2 1 0,1 3 1,4 0-1,3-2-472,3 2 1,3-1-1,14-10 552,20-12 1,9-12-74,-2-16 1,2-11 0,1-3-60,3-3 0,-1-4 0,-3-3 210,-3-5 0,-3-4 0,-8 1 269,-4-9 1,-16 7-720,-15 18 0,-9 12 180,-5 24 0,-5 15 0,0 4-52,1 3 1,1 3-1,2 3-128,6-3 0,0 2 1,3 0-1,6-3-810,1 12 1,15-10 539,39-18 420,-7-28 0,5-11 0,-2-3 330,-2-5 0,-3-4 0,-1-2 149,3-2 1,-2-2 0,-9 1 269,-11-10 1,-14 8 103,-13 18 0,-8 12-853,0 17 0,-5 13 0,1 1-1050,0 1 1,1 3-1,7 4-13,10 5 1,7 3 0,3-3 636,4-3 0,8-4 0,25-1 0,9-7 0,-12-9 0,0-1 1</inkml:trace>
  <inkml:trace contextRef="#ctx0" brushRef="#br1" timeOffset="128708.27">25241 4115 7533,'-19'0'2608,"3"0"668,16-5-1425,16-2-1491,3-6 0,5-3-1999,14-3 1,4-1 1515,1-2 0,-2-1 0,-4 1 0,-3 1 0,-13 6 0,-1 0 0</inkml:trace>
  <inkml:trace contextRef="#ctx0" brushRef="#br1" timeOffset="128893.27">25788 3718 7533,'-22'14'1092,"-1"0"0,-4 11 0,3 6 0,9 0 0,3 3 0,2 2-1870,-1 7 0,1 1 0,3 0 778,3-6 0,1-1 0,3-2 0,2 10 0,5-5 0,11 7 0</inkml:trace>
  <inkml:trace contextRef="#ctx0" brushRef="#br1" timeOffset="129242.27">25241 3396 7533,'-45'0'1638,"28"18"0,7 8-546,11 6 0,9 5 0,2 4-437,-2-4 0,1 4 1,2 1-1,2 1 0,1 1-109,2-1 0,2 1 0,2 1 0,2 0 0,-1 0 0,1-1-137,0-1 0,1 1 0,0-1 0,1-1 0,0-1 0,1-1-919,-1-3 0,0-1 1,1-1-1,0-1 0,1-2 1,-1-3-311,6 2 1,2-3 0,-2-4 0,-1-1 350,-1-3 1,-1-2 0,-3-4 0,1-4 0,-5-4 0,3 1 0</inkml:trace>
  <inkml:trace contextRef="#ctx0" brushRef="#br1" timeOffset="131841.26">19420 3012 0,'-25'-12'2579,"-2"10"655,-17 14-2290,17 13 1,1 10-166,7-1 1,0 4-1,3 1-479,2-3 0,1 0 0,2 1 304,-1 4 0,2 1 0,9-5-784,17-2 0,7-8 90,18-1 135,1-25 0,2-14-675,-9-13 1,-3-11-1,-3-1 748,-5 3 1,-3-1 0,-5-3 181,0-10 0,-5-3 0,-12 6 29,-14 14 1,-8 4 0,-2 5-375,-8-4 0,-5 13-525,-1 18 1,-4 12-1,10 3-2707,5 22 1677,8-2 1,11-1 1599,44-5 0,2-4 0,7-17 0</inkml:trace>
  <inkml:trace contextRef="#ctx0" brushRef="#br1" timeOffset="132024.26">19738 3248 7533,'-20'28'3276,"-3"16"-1638,20-19 0,4 3 0,5 13 0,4 0-1842,3 4-201,5-14 1,5-5 404,21-12 0,-5-3 0,-14-11 0,1 0 0</inkml:trace>
  <inkml:trace contextRef="#ctx0" brushRef="#br1" timeOffset="132308.26">20108 2888 0,'-35'17'3276,"8"9"-1638,11 8 0,6 3 0,8-8 0,2-1 0,-5 8 0,4-1-2009,19-4 1,3-2 370,-5 12 0,5-18 0,-1 2 454,-11 6 0,-8 2-364,-10-1 0,-5 2-780,2-4 1,0 3-1,-4-3-949,-14 8 1,-2-5 2005,9-8 0,1-8 1,-12-17-1,17-20 1</inkml:trace>
  <inkml:trace contextRef="#ctx0" brushRef="#br1" timeOffset="132424.26">20020 3049 7533,'24'-19'1638,"7"11"0,6 3-398,1 5 0,3 0-1650,-5 0 0,3 0 1,-3 2-1,2 3 1,-3 1-1,-1-3 0,0 1 1</inkml:trace>
  <inkml:trace contextRef="#ctx0" brushRef="#br1" timeOffset="134375.26">12012 7189 6903,'-20'-7'2788,"-11"23"-1978,27 23-495,-10-5 0,-3 6-895,9 3 1,3 5 0,-2-1 788,-1-6 1,-2-1 0,1 2-75,2-2 0,0 2 0,1 1 0,0 0-45,1 3 0,1 2 0,-1-1 0,2-2-60,-1 2 0,1-2 0,0 2-75,1-4 0,-1 1 0,1 0 0,1-3-298,1-2 1,0-2 0,0-3-108,-1 4 1,2-3-43,5-2 0,4-7-2297,9-8 1890,17-29 899,-9-4 0,-9-21 0,-10 5 0</inkml:trace>
  <inkml:trace contextRef="#ctx0" brushRef="#br1" timeOffset="134857.26">11994 7425 0,'-9'-31'0,"1"11"3276,23-9-2251,-11 15-800,23 2 0,9 0 134,3 0 1,4 0-54,-7 3 0,4 1 1,2 0-1,-1 1-261,2 0 0,0 0 0,0 1 0,1 0-23,0 0 1,1 1 0,-1 0-1,-1 3 98,9 2 0,-1 2 0,-5 1-75,-2 1 0,-4 1 0,0-1 0,-7 4 225,-14 9 431,5-6 0,1 2-566,-8 8 0,-2 2 1450,3 7 0,-1 2-1675,-3 10 0,-4 2 45,-5-8 0,-1 1-83,1 6 0,0 3-52,-2-9 0,0 1 0,-1 0 150,-1 3 0,-1 0 0,-1 1-120,-3 6 0,-2 1 1,0-1-61,3-6 0,0-1 0,-2-2-1049,-8 7 0,0-5 1259,9-8 0,-2-4 0,-17 8 0,3-13 0</inkml:trace>
  <inkml:trace contextRef="#ctx0" brushRef="#br1" timeOffset="135058.26">12206 8391 7533,'-33'6'1092,"-1"0"0,1 0 0,-6 13 2184,29 0-2342,31-10 0,20-3 0,3-2-1754,-3-1 1,3-2 0,2 0 0,-1 0-1,2 1 1,1 0 0,0-1 0,1 0 789,-3-1 0,2 0 1,1 0-1,-3 0 1,-3 0-1,5 2 1,-4-1-1,-1 2 1,-3-1-1,0 0 1,0 0-1</inkml:trace>
  <inkml:trace contextRef="#ctx0" brushRef="#br1" timeOffset="136591.26">10583 8317 7533,'-25'0'1349,"-3"0"0,1 6-359,17 11 539,36 20-855,-2-11 1,7-1-525,0-6 0,5-2 0,0-2-159,2-1 0,1-3 1,2-4 217,8-6 1,1-6 0,0-2-60,-4 0 0,-1-2 0,-1-4 90,1-5 0,-1-4 0,-2 1 29,-7 5 1,-3 0 0,-1-3-243,0-4 1,-2-3 0,-2-2 122,-5 1 0,-1-3 0,-2-1 30,3-6 0,-1-3 0,-3-1-259,-1-5 1,-2-2-1,-2 0 199,-1 2 0,-3-1 0,-2 1-120,-4-2 0,-2 0 0,-5 2 60,-4 5 0,-4 2 0,-4 1-120,-4-2 0,-3 1 0,-4 2 90,-3 4 0,-3 1 0,-2 2-30,-3-2 0,-1 1 0,0 2 150,3 4 0,1 2 0,-2 2 97,3 2 1,-2 2 0,3 3 67,-8-2 0,1 8-180,-3 14 0,0 9-135,10 2 0,1 5 0,1 3 35,5 1 1,1 3 0,1 2 0,-1 1 143,-3 4 1,-1 1 0,0 1 0,1 1-175,6-5 0,0 0 0,1 1 0,0 0 0,2 1 220,-4 8 0,2 1 0,1 1 0,1-1-113,2-1 0,0 0 1,2 0-1,3-1-141,4-2 0,2 0 0,3-1 0,3-1-961,3 9 1,6-2-1,4-3-103,6-7 1,5-3 0,4-2-1,5 0 1,4-2 0,1-5 750,-7-8 1,0-4 0,1 0 0,-1 2 0,1 0 0,-3-2 0,-3-2 0,1 0 0</inkml:trace>
  <inkml:trace contextRef="#ctx0" brushRef="#br1" timeOffset="137609.26">12894 5937 7533,'-27'-25'2338,"-15"6"-359,21 18-450,-5 31-89,42 11-1081,17-17 1,11-9-240,-7-16 0,3-7 0,2-5-393,-3-3 0,2-3 0,0-4 0,-1-2 219,-8 2 0,0-2 0,-1-2 0,-2-2 0,-2 0 144,2-9 0,-3-2 0,-3-2 0,-1 0 202,-2 2 0,-1-1 1,-3-1-1,-5-1-157,-5-1 0,-4-2 0,-3 1 0,-4 1-74,-1 1 1,-4 1 0,-2 1 0,-3 1 162,-2 1 1,-1-1 0,-4 3 0,-3 5-169,-2 5 0,-4 2 0,-1 5 0,-2 4 124,-1 3 0,-3 3 0,0 6 0,0 6-113,-1 8 1,1 8-1,0 5 1,1 3-312,3 0 1,0 4 0,2 2 0,1 2 0,3 2 243,1 4 0,2 2 0,3 3 0,2 0 0,4 0-522,2-1 0,3 1 1,3 1-1,3-1 1,6-1 521,5-4 0,4 1 0,4-2 0,2-2 0,0-3 0,9 9 0,2-5 0,4-3 0,8-6 0,0 0 0,0 0 0</inkml:trace>
  <inkml:trace contextRef="#ctx0" brushRef="#br1" timeOffset="139691.26">3687 16397 7533,'-23'-15'1034,"0"0"1,-20-5-226,8-4 540,8 17 90,1 1-359,16 18 179,18 7-450,14 0 1,7-1-270,2-4 0,5 0-61,4 1 1,4 1 0,-1-2-121,4 0 1,2 0-674,-8-4 1,4 1-1,1 0 1,-3 0 403,-4 0 0,-1-1 0,2 0-68,4-2 1,4-2-1,0-1 1,-2 1-53,4 0 0,-3 0 0,1 0 30,-5-1 0,1 2 0,0-1 0,0-1 134,0-1 1,0 0 0,0-1 0,0 1-68,1 2 1,-1 0-1,0 1 1,2-2-46,1-2 1,2-2-1,-1 0 1,0 0-91,-5 1 1,-1-1 0,0 0-1,1 1-22,6-1 0,2 0 0,-1 0 0,-2 1-125,-7 2 1,-2 0 0,-1 1 0,1 0 146,2 2 1,2 1 0,-2 0 0,-1 1-76,2 3 0,-1 1 0,-1 1 353,-2-2 0,0 1 0,0-1-138,-3-1 0,0-1 0,1-1 18,3-2 0,2-1 0,0 1 0,-1 0 0,-1 2 0,0-2-90,-6-2 0,0-1 0,1 1 119,2 2 1,2 1 0,-5 0-30,-3-1 0,-1 0 810,8 2 0,3 0-690,-8-4 0,3-1 0,-2-1-120,2 1 0,2-1 0,0-1 0,4 0 0,-1-1-60,-2 0 0,-1-1 0,-1-1-75,9 1 0,-1 0 135,-8 2 0,1 0 0,-1 0 135,13 1 0,-4 1-180,-14 2 0,-1 0 0,20-2 0,-2-1-48,-7 8-312,-7-10 0,-1-1-225,4 6 343,6-12-343,-13 1 0,-1-2-450,-5 0 1,1 0 269,8-3 1,3 2-920,10 10 1,0 6 1228,-18 1 0,-1 3 1,3 2-1,2 3 1,-4 2-1,-6 9 0,1 0 1</inkml:trace>
  <inkml:trace contextRef="#ctx0" brushRef="#br1" timeOffset="141659.26">15822 2826 0,'-47'5'1770,"6"2"-132,23 15 0,3 7 0,-5 10 0,2 5-834,6-1 1,2 5 0,3-1 100,2-6 0,2-1 0,11-3-606,20 0 1,13-4 0,-2-6-558,-8-6 1,2-7-531,2-9 1,7-6 0,-1-3 0,-6-1-852,0-6 1,-3-4 545,-2 0 1,0-2 0,-2-1 730,2-9 0,-5-2 0,-6 4 1,-5-1-1,-6-22 0</inkml:trace>
  <inkml:trace contextRef="#ctx0" brushRef="#br1" timeOffset="141791.26">16193 3037 7533,'-33'-2'819,"1"1"0,5 17 0,2 8 0,2 5 273,5 5 0,4 4 0,-1 3-1680,0-2 1,-1 4 0,0 0 0,3 1-88,1 1 1,3 0-1,0 0 1,1-2 674,-1 4 0,0-2 0,2-2 0,2 6 0,2-5 0,3-18 0,0-1 0</inkml:trace>
  <inkml:trace contextRef="#ctx0" brushRef="#br1" timeOffset="142025.26">15646 2789 2804,'-38'11'1638,"29"16"0,9 9 0,12 8 0,11 5-983,-8-17 0,2 3 1,2 2-1,3 0 0,1-2-183,6 2 0,4-1 0,1 0 0,2-1 0,-1 0-1128,-1-1 1,2 1-1,0-2 1,-1 0 0,0-3 290,2 1 1,0-2 0,-1-2 0,-1-4 0,0-2 0,-1-4 0,-5-3 0,6 4 0</inkml:trace>
  <inkml:trace contextRef="#ctx0" brushRef="#br1" timeOffset="142357.26">15381 2727 7533,'-18'13'1638,"12"14"0,3 9-819,0-1 0,0 5 0,2 4 0,0 2-1285,1-2 0,1 3 1,1 1-1,0 0 0,1-1 250,-1-3 0,1-1 0,1 1 1,0-1-1,0-1-440,1 1 1,0 1-1,1-2 1,0-2 0,0-6-1,3 6 1,1-7-1,14 11 1,-14-51 0</inkml:trace>
  <inkml:trace contextRef="#ctx0" brushRef="#br1" timeOffset="142725.26">15399 2789 0,'-2'-43'1638,"17"17"0,11 2-546,13 6 0,9 4 0,2 1-273,-13 3 0,1 0 0,1 0 0,2 3-740,0 1 0,1 2 1,2 1-1,1 0 0,-1 1-25,-1 0 0,1-1 0,-1 2 0,0 0 0,-1 3-99,6 1 0,-1 3 0,-1 0 0,-1 0 67,-1-1 1,0-2 0,-2 3-1,-3 3 218,0 4 0,-5 4 0,-5 6 494,-8 11 1,-7 6-1,-6 3-599,-7 0 0,-5 2 0,-2 3 0,1 0-387,4-7 0,0 0 0,0 1 0,0 1 1,-3-1-37,-2 2 0,-3 1 0,0 0 0,0-1 0,1-3 18,1 11 0,2-3 1,0-1-824,-1-5 1,0-1 0,0-5-306,2-5 0,-2-3 687,-8 6 0,-3-10 711,3-20 0,-27 16 0,13-14 0</inkml:trace>
  <inkml:trace contextRef="#ctx0" brushRef="#br1" timeOffset="142874.26">15699 3879 7533,'-45'0'655,"62"1"0,26-1 1,15 0-1,3 0 0,-9-1-193,-6 0 1,-3 0 0,1-1 0,5 1-698,-7 1 1,4-1 0,3 1 0,1 0 0,-2 0 0,-2 0 0,-4 0 0,9-2 0,-4 1 0,-3-1 0,-5 1 0,1 1 0,0 0 0</inkml:trace>
  <inkml:trace contextRef="#ctx0" brushRef="#br1" timeOffset="144526.26">31962 2367 7533,'-44'3'1092,"-1"0"0,8-2 0,2-1 546,5 5 0,7-4 1638,13-7-1638,34-2 0,19-2-1509,-4 1 0,4-2 1,2 0-950,-3 1 1,1 1 0,1 0 0,0-2-1,-1-1 1,1-1 0,-2 1 0,-3 1 350,-3 3 1,-2 2 0,-4-2 0,6-6 0,-7 0 0,-11 7 0</inkml:trace>
  <inkml:trace contextRef="#ctx0" brushRef="#br1" timeOffset="144693.26">32032 2616 7533,'-43'22'1092,"0"0"0,6-3 0,17-2 546,42-5 0,13-4 1638,12 3-4096,-12-14 1,8-4 0,2-2 0,-5 0 484,8-4 0,-2-3 0,-3 3 1,2-2-1,-4-1 0,-3-2 1,1 1-1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6:32:21.06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10654 13559 7533,'-28'-14'1709,"11"3"719,9 28-2068,8-7 1619,39 19-1169,-13-21-805,6-7 1,11-3 0,5-2 0,-3-2 151,-8-2 1,-2-2-1,1-1 1,5 1-589,-1 3 0,4 0 0,4 0 0,0 1 0,0-1 0,-2 1 1,-4-1 452,6-3 0,-5 0 1,0 0-1,5 3-164,-8 3 1,5 1 0,1 1 0,1 1-1,-1 0 1,-2 1 0,-4 0-241,4 1 1,-5 1-1,1 0 1,3 0 306,2-1 0,4-1 0,3 0 0,0 0 0,-4 0 0,-4 0 30,-3 0 0,-5 0 0,0 0 0,2-1 225,4-1 0,3 0 0,1-1 0,-1 0 0,-5 0-153,3-1 1,-4 0-1,0 0 153,-1 1 0,0 1 0,0 0 209,3 1 1,1 0 0,-4 3-367,0 6 0,-3 2 66,-2-3 1,1 1 947,6 4 1,2 0-454,2-8 1,-2-1-405,-11 0 0,1-1 29,8-5 1,6-3 0,-3-1 17,-8 0 0,-1 0 1,-1 0-168,1-2 0,-1 0 0,4 1 232,4 0 0,5 0 1,-1 1-1,-6 1-202,-4 1 0,0 1 179,0 2 1,6-1 0,0 2 0,-3 2 150,0 4 0,-3 2 0,0-1-241,8-1 1,2-1 30,-5 4 0,2 0 0,-3-2 587,0-4 1,-3-2-798,-3 3 0,1-1-1639,12-4 1,-4-1-1639,-17 1 1638,8-10 1,-1-3 982,-11 4 1,-3-7-1,-2-4 1,1-4 0</inkml:trace>
  <inkml:trace contextRef="#ctx0" brushRef="#br0" timeOffset="800">11695 12158 10771,'21'-31'659,"1"0"1,-4 11 0,1 1-615,10-9 0,1 4 135,1 8-225,-2 1 0,-1 1 225,-7 2-180,13 5 0,-17 1 89,-7 17 271,-2-8 90,-8 36-180,0-22-135,1 22 0,-2 2-45,-7-1-150,5-6 0,0 6 0,-1-5-435,0-8 0,-1-1 76,0 12 1,2 1-1066,2-11 0,2-3 854,-1 4 630,15 11 0,-11-26 0,12 4 0</inkml:trace>
  <inkml:trace contextRef="#ctx0" brushRef="#br0" timeOffset="983">11871 12568 7533,'-37'19'3276,"27"-7"0,30-6-1785,15-10 0,6-3-1536,-7 3 0,1-1-405,1 0 1,3-2-1,-5 1 265,-7 3 0,-3-1 1,7 1-1,-5 1 1,-8 2-1</inkml:trace>
  <inkml:trace contextRef="#ctx0" brushRef="#br0" timeOffset="2083">13388 12431 7533,'-20'-7'2518,"-3"13"-2338,21 2 90,-14 21-1169,6 14 764,-6-15 0,-1 2 135,6-1 0,0-1 0,-14 15 0,17-20 0</inkml:trace>
  <inkml:trace contextRef="#ctx0" brushRef="#br0" timeOffset="2483">13970 12009 7533,'-14'38'655,"-1"-1"0,1 0 1,0 7-1,1 1 0,3 1 55,2-7 0,1 0 0,2 0 0,5-2-530,5 6 0,5-2 0,8-12-225,20-13 0,7-18-75,-6-14 0,1-12 0,-2-5-297,-8 1 1,-1-3 0,-3-4 0,-3-1 551,-2-4 0,-3-4 0,-3 0 0,-6 2 314,-5 6 1,-4 0 0,-4 1 0,-4 4 265,-8-5 0,-6 4 1,-5 11-1301,-22 16 0,-2 18 585,11 17 0,6 10 0,12-6 0,2 2 0,5 1 0,6 13 0,0-1 0</inkml:trace>
  <inkml:trace contextRef="#ctx0" brushRef="#br0" timeOffset="38703.08">18733 13956 7533,'0'-7'1092,"-6"28"0,-6 27 0,-2 4-546,3-17 0,-3 2 0,-1 3 0,-1 1 0,0 1 0,2-2-64,-1 4 0,0 1 0,0 1 0,1-2 0,1-3 0,3-6-482,-3 23 0,2-19 0,3-32 0,26-51 0,0 0 0,1 0 0,-1 0 0</inkml:trace>
  <inkml:trace contextRef="#ctx0" brushRef="#br0" timeOffset="38993.08">18715 14191 7533,'18'24'1092,"1"0"0,-1 16 0,-3 7-273,-7-5 0,-3 7 0,0 2 0,3-4-29,0-7 1,2-1-1,1-2 1,3-6-2365,11 10 0,5-19 1079,9-42 1,0-22 374,-15 8 0,-3-7 0,-1 1 479,0-3 1,0 0 0,1 7 1278,2 4 0,-3 16-578,-8 39 1,-5 15-1481,-5-3 0,-3 5 1,0 2-401,4-4 1,0 3 0,0-1 0,0-2 702,-2 1 1,0-3 0,1-1 0,7 9 0,2-6 0,4-8 0</inkml:trace>
  <inkml:trace contextRef="#ctx0" brushRef="#br0" timeOffset="39323.08">19579 14576 7533,'-36'17'655,"-1"1"0,0 0 1,3 7-1,1 4 0,6 2 983,2 15 0,13 0 0,13 0 0,14-9-2280,14-18 1,6-13-452,-4-15 1,0-10 0,0-2 325,-2-2 1,-2-2-1,-3-2 1127,1-14 0,-7 7 2916,-10 19-1638,-12 36 0,-2 15-2261,6 7 1,6 1 622,9-6 0,5-5 0,-1-12 0,3-9 0,8-18 0,-1-1 0</inkml:trace>
  <inkml:trace contextRef="#ctx0" brushRef="#br0" timeOffset="42603.08">19932 14526 8252,'-9'32'655,"0"0"0,0 0 1,-2 7-1,2 0 0,3-3-269,5 3 0,8-13-1375,28-30-104,-11-25 1,1-17 0,-1 3 557,-4 5 0,-1 1 0,0 19 2173,9 35 0,-7 16-957,-22 0 0,-5 5-1501,12-2 1,4 5 0,2-1 0,-5-8 265,-5 14 0,21-34 0,3-9 0,-8-22 1</inkml:trace>
  <inkml:trace contextRef="#ctx0" brushRef="#br0" timeOffset="43193.08">20479 13832 7533,'-36'5'1638,"24"23"0,5 11-546,0 2 0,2 5 0,1 5-1639,3-11 1,0 5 0,2 1 0,-1 1 0,1-1 0,-1-4 246,0 4 0,1-4 0,-1 0 0,-1 3 246,-1 3 1,-1 6-1,-1-1 1,0-6-1,2-13 144,-2-3-760,-8 3 1,0-13 579,10-22-809,-6-10 809,8 10 359,-15 6-89,11-19 1337,-12 16-1742,20-32 1,8-8 224,-8 15 999,12-17 0,7-4-1224,-1 8 0,1 3 1863,-4 6 0,3 2-1400,11-6 0,-1 11-58,-11 21 659,-8 29 1,-5 21 0,-3-4-436,-4-5 1,-2 1-450,1-6 0,-1 5 0,3-2 0,3-9-3232,20 12 2808,1-45 1,3-9 0,-4-5 0,-1-3 0,0-5 0,1 0 0</inkml:trace>
  <inkml:trace contextRef="#ctx0" brushRef="#br0" timeOffset="43593.08">20937 14427 7533,'-35'5'1638,"9"24"0,1 4 1638,-6-1-2711,18 0 1,2 10 0,1 2 0,3-11-566,-3 6-405,17 11 0,9-11 405,0-39-1093,6-20 1,6-13 0,-5 2-488,2-6 1490,-8 1 0,1-8 0,-4 11 630,-4 15 2736,-18 51-2325,4-7-1071,2 12 0,1 11 1,4-11 119,9-12 0,15 10 0,3-6 0,-13-29 0,22 5 0</inkml:trace>
  <inkml:trace contextRef="#ctx0" brushRef="#br0" timeOffset="43903.08">21149 14488 7533,'-20'0'2518,"5"0"-3611,37-6 1,24-5 0,-4 1-2185,1-2 3130,-9 2 0,9-2 0,0 0 0,-11 0 0,2-8 1,-10 4-1,1 1 0</inkml:trace>
  <inkml:trace contextRef="#ctx0" brushRef="#br0" timeOffset="44113.08">21396 13980 7533,'-12'44'546,"0"0"0,1-1 0,1-5 0,1 1 0,0 1 0,1 2-338,2-1 0,-1 2 1,1 2-1,2 0 0,0-2-1028,1 8 1,2 0 0,1-2 0,2-2 721,2 5 1,3-3-1,2-5 1,3-1 0,5-10-1,16-17 1</inkml:trace>
  <inkml:trace contextRef="#ctx0" brushRef="#br0" timeOffset="44263.08">21502 14501 6633,'15'7'2609,"21"-13"-3644,-2-9 1,2-6 1034,3 0 0,-3-4 0,-7-3 0,-3-1 0,-11 5 0,1 0 0</inkml:trace>
  <inkml:trace contextRef="#ctx0" brushRef="#br0" timeOffset="44423.08">21766 14055 7533,'-17'42'546,"-1"0"0,0 1 0,4-8 0,0 0 0,1 2 0,2 0-129,1 5 1,2 0 0,1 1 0,2 0-873,1-4 1,0 0-1,3-1 1,2-3 454,10 16 0,6-7 0,0-14 0,3-9 0,23-16 0</inkml:trace>
  <inkml:trace contextRef="#ctx0" brushRef="#br0" timeOffset="44863.08">21978 14488 7533,'-26'15'1079,"-1"-1"0,-1 12 1,3 4 449,4 5 0,5 1-1619,2-2 0,10-3-719,38-1-316,-7-39 1,3-12-515,3-7 1,-2-3 1477,-7 3 1,-5 2 2139,-3 3 270,-16 49-990,3 1 0,2 2-2563,1-2 0,5-2 1304,10-3 0,2-6 0,0-11 0,8-18 0</inkml:trace>
  <inkml:trace contextRef="#ctx0" brushRef="#br0" timeOffset="45113.08">22243 14538 7533,'0'27'1092,"0"0"0,0 4 0,0 1 103,-1 4 0,2-2-1554,6 12-631,19-57-179,-8-13 0,1-6 1079,7-1 0,1 2 1079,-3 4 1,-3 14-1562,-5 29 0,-4 11 932,3 6-805,-9-1 0,-1 6 0,0-6 445,7 6 0,0-10 0,1-1 0,5-6 0</inkml:trace>
  <inkml:trace contextRef="#ctx0" brushRef="#br0" timeOffset="49143.08">23407 14513 7533,'-29'0'569,"1"0"1,-9 6 0,1 5 914,12 8 0,1 5-1060,-9 11 1,2 5-6,10-4 1,2 3 0,3-2-285,-1-2 0,4 0 135,4 9 0,9-9-91,8-26-448,40-9-361,-15-20 510,-8-4 0,4-5 0,-4 0-944,-5 4 0,-1-3 464,3-11 1,0-7-1,-2 4 240,-1 2 1,-3-1 119,-4-2 0,-1-4 0,-2-1 180,-2-1 0,-3-2 0,0 2 781,0 3 0,0 2 0,-7 8 2555,-22-2-3236,16 55 0,0 23 0,1 12 1,0 2-1,0-9-130,-4 2 0,1-3 0,0 6-330,1-3 0,-3 9 1,1 4-1,4-4 0,6-11 1,9-17-1220,27-23 1,1-8 1169,-11 28 1,3-36 0,5-16 0,-6-1 0,-13 0 0,0 0 0</inkml:trace>
  <inkml:trace contextRef="#ctx0" brushRef="#br0" timeOffset="49263.08">23777 13844 7533,'-13'36'655,"0"-1"0,0 0 1,-4 7-1,-1 1 0,6-2-1439,8 4 1,4-1 236,-5-3 1,2-1 0,6 1 0,4-6 0,11-5 0</inkml:trace>
  <inkml:trace contextRef="#ctx0" brushRef="#br0" timeOffset="49393.08">23813 14488 7533,'-16'34'546,"0"-1"0,0 1 0,0 6 0,-2 6 0,1-3 0,4-9 2474,-3 4-3860,2-3 1,-2 7 0,15-13 839,48-19 0,-20-10 0,7-11 0,-1 1 0</inkml:trace>
  <inkml:trace contextRef="#ctx0" brushRef="#br0" timeOffset="49643.08">24077 14501 7533,'-29'39'1638,"8"-19"0,2 1 0,9 3 0,1 0-1714,-11 12 31,10-10 0,5 0-225,12 11-359,3 2 269,0-13-90,-2 2 90,-32-9 270,3 7-180,1-5 1,-3-1-496,-3-2 0,1-3 496,-7 12 269,-1-11 0,25-27 0,8-3 0</inkml:trace>
  <inkml:trace contextRef="#ctx0" brushRef="#br0" timeOffset="49803.08">24077 14576 10411,'20'0'3058,"19"-11"-3553,-13-6 1,1-2 539,-6 4 0,1-1-945,5-4 1,2-4-1,-5-1 900,-7-4 0,-2 0 0,7 0 0,-1-1 0,-9 1 0,1-1 0</inkml:trace>
  <inkml:trace contextRef="#ctx0" brushRef="#br0" timeOffset="49963.08">24395 13980 7533,'-18'29'819,"0"-1"0,1 6 0,0 6 0,0 3 0,5-3 0,0 3 0,1 2 0,-1 0-1244,1-1 1,-1 1-1,1 1 1,0-1-1,3-1-70,2 2 1,2 1-1,2-3 1,3-2 494,2 2 0,2-3 0,6-8 0,7-7 0,3-12 0,5-22 0,-1 1 0</inkml:trace>
  <inkml:trace contextRef="#ctx0" brushRef="#br0" timeOffset="50323.08">24448 14576 8252,'-14'29'1092,"0"1"0,-3 5 0,1-2 2019,-4 13-3831,10-6-1349,28-28 1260,4-16-900,11-30 1169,-8 19 720,-13-3 989,4 23 540,-16 25 270,0 5-1619,0-3-630,8-10-360,17-32 630,-3 13-1169,19-25 539,-6 8 2699,2 0-1169,-1 20-900,-11 3-1709,-7 15 809,-1-12 900,1-5 0,0 4 0,-1-4 0</inkml:trace>
  <inkml:trace contextRef="#ctx0" brushRef="#br0" timeOffset="52473.08">19614 7127 7533,'-33'-7'1092,"0"0"0,-2 8 0,5 9-257,14 16 1,5 9-1016,0-4 0,1 3 0,3 3-109,4 0 1,3 2 0,0 2-1,1-4 1,-1 1 0,1-3-1,2 1 1,6 1 0,-1-1 0,1 1-1</inkml:trace>
  <inkml:trace contextRef="#ctx0" brushRef="#br0" timeOffset="52793.08">19068 8689 0,'-2'5'0,"27"13"1386,4-10 0,5-1-1521,11 5 0,0 5 0,-7 7 0,-9 10 386,-16 5 1,-8 7-1,-6 3 1,-4-11 0,-5 2 0,-2 2 0,-2 0 0,0-1 403,0 3 0,-2 0 1,0 1-1,0-1 0,2-2-373,-2 5 1,0 0 0,5-2 0,7-5-445,9-3 1,6-4 0,8-7 161,17-7 0,9-9 0,0-3 0,-9-1 0,1-3 0,-1-1 0,6-2 0,-1 0 0,0 0 0</inkml:trace>
  <inkml:trace contextRef="#ctx0" brushRef="#br0" timeOffset="53223.08">18909 12009 6359,'-47'-9'1638,"0"1"0,12 16 1591,66-4-2914,13 6 0,8-1-405,-17-7 0,2-3 0,-1 0-420,0 0 1,1 1-1,-2 4 330,9 14 0,-8 10 495,-14 13 0,-9 9 203,-8-9 0,-5 2 0,1 1-129,2-4 1,1 1 0,3-4 105,8 6 0,7-6-270,16-6 0,4-3-180,-1 0 0,-7 5 584,-13 8 1,-13 4-600,-15-10 0,-9 0 0,-6-2-345,-2-7 0,-6-1 0,-2-2 1,1-3 224,-7 3 0,0-3 0,0-6 0,3-6 0,-1-4 0,5-5 0,5-10 0,1 1 1</inkml:trace>
  <inkml:trace contextRef="#ctx0" brushRef="#br0" timeOffset="53673.08">22102 5863 7533,'-28'-1'1092,"1"0"0,6 26 0,6 12 0,5-2 0,2 3 0,3 5-1912,3 3 1,4 4 0,1 2 0,0 0 813,-2-2 0,1 0 0,0 0 1,3-2-1,0-7 0,1-1 0,2-1 1,0-2-1,4 0 0,-1 0 0,1 1 1</inkml:trace>
  <inkml:trace contextRef="#ctx0" brushRef="#br0" timeOffset="54253.08">26035 6024 7533,'-18'-42'3276,"32"25"-1695,23 5-1491,2 21 0,3 9 0,-4 4 0,-2 5-405,1 7 0,-13 5 1124,-29 7 1,-12 2-61,9-14 1,0 0 0,-3 0-391,-10 1 1,-3-1 0,16-4-855,36 2 1,22-12-162,-13-16 1,7-7-1,3-4 1,1-2 0,-2 2 436,-5 2 1,0 1-1,-1-2 1,1 0-1,2-3 1,0-2-1,3-2 1,1-2-1,-1 0 1,-2 1 0,-6 1-1,3-2 1,1 0-1,-1 1 1</inkml:trace>
  <inkml:trace contextRef="#ctx0" brushRef="#br0" timeOffset="54773.08">29880 5676 7533,'2'-41'3276,"22"9"-1638,19 25 0,10 8-1214,-17-3 1,0 1-1,0 3-1009,14 1 1,-8 10-1,-21 14 1,-13 7 973,-16-5 1,-10 2 0,-3 0 179,-3 2 1,-3-1 0,0-1-151,-2-3 1,1-1 0,14-4 390,38 15-675,9-22 0,10-4-46,-5-3 1,4-2 0,-4 2-450,6 7 1,-14 5 179,-26 11 0,-16 3-405,-10-11 0,-11 0 1,-6-1-1,2-1 311,0 1 1,-2-1 0,0-1 0,-1 0 0,-2 0 0,-1 0 0,1-2 0,3-1 0,2-5 0,0 1 0,1 0 0</inkml:trace>
  <inkml:trace contextRef="#ctx0" brushRef="#br0" timeOffset="59353.08">24112 15406 7533,'-9'-35'2248,"1"8"-808,39 32-451,-7 2-315,7 8 1,4 5-225,-3 4 0,-1 3-450,-2-4 0,-1 2-135,7 11 0,-4 2-720,-10-3 1,-4-1 719,-2-6 0,-3 0-1504,-2 14 1,-4-4 1625,-6-14 0,-8 5 1,-2-24-1</inkml:trace>
  <inkml:trace contextRef="#ctx0" brushRef="#br0" timeOffset="59523.08">24500 15269 8522,'-22'26'819,"-1"1"0,6 1 0,0 3 0,0 1-652,-1 0 0,0 0 1,1 0-168,1 12 0,1 2-840,1-7 1,-1 2-1,5-7 703,8 3 0,-6 10 0,8-29 0</inkml:trace>
  <inkml:trace contextRef="#ctx0" brushRef="#br0" timeOffset="59723.08">24747 15678 9332,'0'20'3276,"0"9"-1155,0 2-2841,0-3 450,0 17 270,0-17 0,-7 4 0,-3-9 0</inkml:trace>
  <inkml:trace contextRef="#ctx0" brushRef="#br0" timeOffset="60293.08">25083 15294 7533,'-1'27'1092,"0"-1"0,-1 11 0,6 0-2731,12-12 1,1-2 832,-11 4 0,2-3 1600,13-5 1,5-9-1155,11-27-450,2 7 925,-12-13 0,-5-5-520,-15-1 1,-2 1 224,10-16 629,-12 11 1,-6 4 1169,-4 14-1259,-3 3 2916,-16 35-2813,12 9 0,1 4-328,-1-9 0,0 3-915,7 3 0,2 4 1,0-3 435,-3-3 0,0-2 1,3 6-1,0-1 0,-3-7 1,-1 0-1</inkml:trace>
  <inkml:trace contextRef="#ctx0" brushRef="#br0" timeOffset="60923.08">25329 15480 7533,'-7'-19'989,"5"7"-269,-14 6 179,6 28-719,0-11 45,2 17 0,1 6-135,-2-2 0,0 1-405,0 0 0,-2 1 90,-4 10 0,-3-1-1414,0-10 1,1-2 1454,7-7 0,-2-1 0,-7 3 0,-1-6 0,1-8 0</inkml:trace>
  <inkml:trace contextRef="#ctx0" brushRef="#br0" timeOffset="61443.08">25400 15852 8162,'-20'12'1889,"5"12"-1889,15 13-90,0-8-855,-4-2 1,0-3 944,2-13 0,-14 22 0,6-19 0</inkml:trace>
  <inkml:trace contextRef="#ctx0" brushRef="#br0" timeOffset="61693.08">24941 15852 7533,'-9'5'2158,"1"-3"-988,8 26-1350,0-12 360,0 14-1799,0 5 449,-8-19 1170,6 19 0,-14-21 0,6 4 0</inkml:trace>
  <inkml:trace contextRef="#ctx0" brushRef="#br0" timeOffset="62023.08">24024 15282 7533,'-31'-14'989,"-1"0"1,-13 3-271,18 38 1,5 10-1668,14-15 1,3 4 1171,-3 7 1,-2 7 0,2 0 0,2-4-225,4-2 0,2 2-113,2 6 1,0 9 0,5 1 0,6-8-981,14-7 1,7-5 0,-1 0 881,-8 7 0,-2 1 0,5-7 0,11-8 0,6-7 1,-5-6-1,-9-9 0,1 1 0</inkml:trace>
  <inkml:trace contextRef="#ctx0" brushRef="#br0" timeOffset="62323.08">25576 15306 7533,'22'15'1092,"0"-1"0,-2 18 0,-3 3 546,-2-10 0,-3 2-1768,-4 9 0,-3 6 0,-2-6 265,-3-10 0,0 1-46,0 10 1,1 5 0,-2-6-308,-2-9 1,-2-1-623,-5 9 1,-2 4 0,1-4-151,-5 10 990,-5-13 0,-6 3 0,4-4 0,11-9 0,-1 0 0,-16 10 0,-1 0 0</inkml:trace>
  <inkml:trace contextRef="#ctx0" brushRef="#br0" timeOffset="63243.08">26864 15133 7803,'41'26'1049,"0"0"0,-17-14 1,-1 4-826,-3 9 1,1 11 0,1 7 0,0 0 0,-2-2 0,-3-9-605,7 6 1,-3 0-143,-6-1 0,1 9 1,-1 2-1,0-5 1,-2-9 521,2-9 0,-2-3 0,0 9 0,-1-3 0,6-11 0</inkml:trace>
  <inkml:trace contextRef="#ctx0" brushRef="#br0" timeOffset="63423.08">27411 15034 8072,'-18'23'562,"1"-1"0,-4 10 1,-1 4-1,-2 4-850,4-5 0,-2 4 0,0 1 1,0-1-1,2-2-532,0-3 1,2-2 0,0 0 0,0 3 785,0 5 0,0 4 0,1 0 0,1-5 0,4-9 0,-3 6 0,5 11 0</inkml:trace>
  <inkml:trace contextRef="#ctx0" brushRef="#br0" timeOffset="63673.08">27587 15889 8702,'20'6'1709,"-28"22"-1709,-2-3 0,-2 2 0,-2-3 0,1 0 0,5 2 0,0 0 0</inkml:trace>
  <inkml:trace contextRef="#ctx0" brushRef="#br0" timeOffset="64573.08">27481 15728 7173,'-19'-29'1709,"3"18"180,40-22-1709,-18 30-135,21 13 0,0 8 225,-19 3-570,-1 9 0,-1 9 0,-3-7 210,-7 0 135,-11 13 0,-1-1 135,4-14-630,2 1 450,34-19 0,9-7 0,-2-11 0,6 3 0,-1-1 0</inkml:trace>
  <inkml:trace contextRef="#ctx0" brushRef="#br0" timeOffset="64763.08">27922 15939 9781,'10'36'810,"-10"2"-1845,-4-12 1,-2-2 1034,-3 3 0,1 1 0,8-22 0</inkml:trace>
  <inkml:trace contextRef="#ctx0" brushRef="#br0" timeOffset="65143.08">28187 15071 7533,'-10'15'3276,"-6"29"-2441,17-6 1,4 1-611,1 2 0,6-4-1080,11-7 1,7-11 179,2-21 0,1-12 375,-6-4 0,0-7 1,-3-2 47,-3-9 0,-3-4 0,-2 1 402,0 2 0,-1 0 0,-3 2 704,-1-9 1,-4 19 1034,-7 47-1470,-6 8 1,-4 10 0,0 3-555,1 2 0,0 3 0,0 3 0,-1 1-416,1-5 0,0 3 1,0-1-1,-1 1 1,2-2-106,0-6 1,1 1-1,-1-1 1,2-2 0,0-2 596,-2 11 0,2-2 0,2-7 1,1-3-1,6-12 0,7-19 1</inkml:trace>
  <inkml:trace contextRef="#ctx0" brushRef="#br0" timeOffset="65393.08">28540 15616 7533,'27'25'2518,"6"0"-2698,-21 5 180,4-9-360,-17 6 1,-6 3 584,-5-7 0,-1 2 224,1 10 1,2-1 0,0 4-450,35-41 0,9-10 0,-11 4 0,1-3 0,17-14 0,0 0 0</inkml:trace>
  <inkml:trace contextRef="#ctx0" brushRef="#br0" timeOffset="65643.08">28945 14947 7533,'24'-4'3276,"-3"47"-2184,-10-8 0,-2 8 0,-1 3-1537,-2-3 0,-1 3 1,-2 1-1,-1 0 422,-3 0 1,-2 1 0,-2 0-1,-2 0-265,-1-5 0,-1 2 0,-2-1 1,-1-3-1,1-3 48,-1 1 0,-1-4 1,-5 1-417,-5-2 1,-5 3-1,-3 0 1,1-3 0,5-7 372,-1 1 0,-1-3 1,-1-1-1,-5 2 1,1 0-1,3-5 1,2-2-1,-1 0 0</inkml:trace>
  <inkml:trace contextRef="#ctx0" brushRef="#br0" timeOffset="65903.08">26988 14823 7533,'-36'0'809,"14"22"1,1 11-271,2 4 1,2 6 0,0 7-1087,7-10 1,0 5 0,0 4 0,2 0 0,-1-1 0,1-2 285,0-3 0,-1-2 0,1 0 1,1 1-1,2 4 137,2-3 0,-1 4 1,2 3-1,0 1 0,2-1 1,2-1-1,1-3 0,3-6 41,7 9 0,5-7 0,2-1 0,-2 2 0,-6-1 1,-1 2-1,0 0 0,1-2 0,4-6 0,15-1 1,0-1-1,0 0 0</inkml:trace>
  <inkml:trace contextRef="#ctx0" brushRef="#br0" timeOffset="67963.08">26053 15741 7533,'-20'-25'3238,"4"5"-1619,63 8-2069,-7 8 0,3 2 0,4 2 1,2 0 189,-15 0 1,2 0 0,-4 0 0,-1 0 0,-2 0 0,-2 0 0,-1 0 0</inkml:trace>
  <inkml:trace contextRef="#ctx0" brushRef="#br0" timeOffset="70343.08">23195 15629 2958,'-21'14'269,"-1"0"1,-5 4 0,1 9 549,6 8 0,2 10 0,1 2 0,2-5-266,-5 5 1,6 0-127,6 6 1,3 5 0,12-26-608,14-35 0,5-15-210,1-7 0,-1-10 1,0-4-18,-8 7 1,-2-3 0,1-2 0,-2-2 0,-1-1 256,-1 2 0,-1-1 0,-1-2 0,-1 0 0,0-1 0,-1 0 90,0-4 0,-1-1 0,0 0 0,-1 0 0,-1 0 1,-1 2 95,0-3 0,-1 0 0,-1 2 0,-1 0 0,0 3 323,0-4 1,0-1 0,-2 6 0,-4 11 2743,-12 5-2653,8 46 0,2 24 0,0 5-397,1-9 1,-1 4 0,0 2 0,1 3 0,0-1-222,1-3 0,0 1 1,1 1-1,0 0 1,1 0-1,0-1-210,0 5 0,0 0 1,2 0-1,0-3 0,4-2 378,4-2 0,2-1 0,1-3 0,1-6 0,3 4 0,4-11 0,10-26 0,1 0 0</inkml:trace>
  <inkml:trace contextRef="#ctx0" brushRef="#br0" timeOffset="70643.08">23424 15108 7803,'-9'6'1079,"-5"17"0,4 10-1079,15 12 0,2 1 0,-13-3 0,0-2 0,14 2 0,0 0 0</inkml:trace>
  <inkml:trace contextRef="#ctx0" brushRef="#br0" timeOffset="70973.08">23424 15579 7533,'-8'38'629,"-1"0"1,3-6 0,2-2-1530,4 13 1,10-7 629,7-10 1124,-11-1 1,-2 2 224,4 3-1799,-20 8 1,-7-1 719,-5-11 0,-3 3 0,21-37 0</inkml:trace>
  <inkml:trace contextRef="#ctx0" brushRef="#br0" timeOffset="71123.08">23442 15802 8432,'29'-20'-255,"1"0"0,3-4 0,-4 0 1,-1 1-1,-1-2 0</inkml:trace>
  <inkml:trace contextRef="#ctx0" brushRef="#br0" timeOffset="71253.08">23618 15493 7533,'-21'22'689,"-1"1"1,2 14 0,3 7-1510,8-5 1,1 6 0,2 1 0,2-5-274,2-4 1,2-3 0,2 1 986,-1 10 0,2 0 0,4-11 0,19-10 0,-8-5 0</inkml:trace>
  <inkml:trace contextRef="#ctx0" brushRef="#br0" timeOffset="71443.08">23865 15034 7533,'-7'47'121,"-1"1"0,1 0 1,-1-1-1,0 1 0,1-1 1,-1 1-1,0 0 0,1-1 1,4 4-1,1-2 0,2-3 1,1 1-1,1 0 1,0 2-1,-1-5 0,1 3 1,-1 1-1,2 0 0,0 0 1,2-3-1,1-4 0,2-3 1,11-1-1,-1 1 0,1 0 1,0 0-1</inkml:trace>
  <inkml:trace contextRef="#ctx0" brushRef="#br0" timeOffset="71923.08">26053 16199 9961,'-5'26'-60,"0"0"0,-11 20 0,0 1 60,14-16 0,-1 0 0,-12 14 0,-2-7 0,7-18 0</inkml:trace>
  <inkml:trace contextRef="#ctx0" brushRef="#br0" timeOffset="72243.08">29210 15232 7533,'-27'3'-855,"-1"0"1,-7-30 854,19 15 0,22-17 0,11-13 0,-1 6 0,2-11 0,-2 14 0,1 1 0,-1-1 0</inkml:trace>
  <inkml:trace contextRef="#ctx0" brushRef="#br0" timeOffset="72463.08">29263 14885 7533,'18'-26'3276,"-1"8"0,9 46-2184,-9 4 0,0 10 0,0-3-834,0-3 0,-1 3-168,-4-1 0,2 8 0,-1 2 0,-3-3 0,-2-8-300,-4-5 1,-4 1-286,-2 8 0,-2 8 1,-4 2-1,-4-5-325,-4-12 1,-4-2 0,-3-1 0,2 1 647,-2 9 1,0 1 0,-1 1 0,0-3-1,0-7 1,-1 0 0,1-3 0,1 0-1,0 1 1,0 1 0,0-1 0</inkml:trace>
  <inkml:trace contextRef="#ctx0" brushRef="#br0" timeOffset="73073.08">29598 16422 6874,'-45'7'1079,"18"7"1,3 0-811,2-9 2754,7 23-4103,64-32 271,-14 2 509,-4-6 0,5-5 0,-5 0 90,12-11 0,-9 6 0,-1 1 0,2-1 0</inkml:trace>
  <inkml:trace contextRef="#ctx0" brushRef="#br0" timeOffset="73223.08">29669 16658 7533,'-41'28'1092,"1"0"0,14-8 0,5-1 1298,6 10-2390,45-33 0,14-8-315,-17 8 1,3-2-14,6-7 0,8-3 0,0-3 1,-5 3-1,-1-2 0,0-1 1,4-1-1,0 1 0,-1-1 1</inkml:trace>
  <inkml:trace contextRef="#ctx0" brushRef="#br0" timeOffset="73763.08">30427 15889 7533,'-10'6'3276,"-13"34"-4369,19-9 1,5 6 0,-2-2 1230,-7 5 1,0 2 18,5-3 1,1 5-1,0 1 1,1-2-608,1 6 1,-1-3 0,0 0 449,-1-5 0,-1 0 0,1 1-233,0-3 1,1 2 0,1-2 0,3-4 232,8 4 0,1-5 0,-9-1 0,0-1 0,9-10 0,-1 1 0</inkml:trace>
  <inkml:trace contextRef="#ctx0" brushRef="#br0" timeOffset="74123.08">30709 16124 7533,'-19'0'3058,"19"12"-1934,18 12 1,7 4-946,-9-9 1,1 2-263,8 10 0,4 5 1,-3 0 142,-6-4 0,-2 1 0,1-3-330,3-2 0,0-2 0,-1 3 150,1 10 0,-2 3 0,-3-3-1519,-2-4 1,-3-3 713,-2 4 0,-2-2 925,0 8 0,-8-26 0,0-9 0</inkml:trace>
  <inkml:trace contextRef="#ctx0" brushRef="#br0" timeOffset="74293.08">31203 15939 7533,'-28'25'819,"-1"1"0,3 4 0,-2 5 0,2 3-64,5-2 0,0 4 0,2 0 0,0-1-1788,-3 6 0,2-2 0,-1 4 889,2-7 0,-2 4 0,0 0 1,1 0-1,5-3 144,2 6 0,4-2 0,0-1 0,-4-3 0,1-1 0,1-1 0,6-5 0,0 1 0,0-1 0</inkml:trace>
  <inkml:trace contextRef="#ctx0" brushRef="#br0" timeOffset="74643.08">31362 16608 7533,'-29'19'3276,"-3"16"-1335,30 14-1761,2-6-945,0-4 0,2 2 765,6-11 0,0-1 0,-7-2 0,0 0 0,7 18 0</inkml:trace>
  <inkml:trace contextRef="#ctx0" brushRef="#br0" timeOffset="75123.08">31662 16310 7533,'-20'-6'3276,"20"0"-1155,43 6-1941,-9-5-360,1 2 0,2-1-1394,-5-5 0,-1 0 1427,-5 5 1,-1 0-1,5-4 1,-3-1 0,-10 2-1</inkml:trace>
  <inkml:trace contextRef="#ctx0" brushRef="#br0" timeOffset="75373.08">32085 15914 9242,'18'19'1638,"-2"2"0,1 4-443,5 12 0,1 6-1705,-5-7 1,1 3-1,-1 1 172,-2-5 1,0 0 0,-1 1 0,-1-4 299,1 12 0,-1-2-1131,4 0 0,-4-6 1169,-12-14 0,-2 3 0,-10-14 0</inkml:trace>
  <inkml:trace contextRef="#ctx0" brushRef="#br0" timeOffset="75553.08">32544 15840 7533,'-31'31'1092,"1"1"0,6-13 0,1 2 0,1 11 0,0 6 0,-1 1-1259,0-2 0,-1 0 0,1 2-103,4-3 0,0 3 0,0 0 0,1 0-550,1-2 1,1 0 0,0 0 0,3-2 492,-1 0 1,3-2 0,2-2-1,4-2 1,2-6 0,3-5-1</inkml:trace>
  <inkml:trace contextRef="#ctx0" brushRef="#br0" timeOffset="75923.08">32579 16323 7533,'-20'0'3276,"5"0"-796,30 6-2030,13 6-810,9 18-90,-21-9 1,-4 2 269,-5 17 0,-9-11 0,-5 0 854,-10-3 1,0-1-225,4 16 360,-3 5-1170,49-38-1169,-9-3-110,11-12 1,2-9 1605,-12-2 0,-1-3 0,8-1 0,-1-1 0,-6-1 0,1 0 0</inkml:trace>
  <inkml:trace contextRef="#ctx0" brushRef="#br0" timeOffset="76153.08">33073 15741 7533,'0'-9'3276,"-8"33"-3437,4 7 1,1 11 0,0-3 384,-2 5 1,0 3-207,2-11 0,0 4 0,0 2 0,0 1 0,0-3-805,0 5 1,1-2-1,-1 0 1,1-1 726,-1 6 0,0-1 0,-1 2-760,1-1 1,-1 3 0,0-3 0,0-7 453,-1-10 0,0-2 1,-6 19-1,-4-2 1,2-21-1,-1 0 1</inkml:trace>
  <inkml:trace contextRef="#ctx0" brushRef="#br0" timeOffset="76603.08">29669 17624 7533,'-6'22'3276,"-12"-16"-3025,37 10 0,17 1-521,6-14 0,2-3 118,-11 6 0,1-1 152,6-6 0,4-3 0,-7-2 0,5-8 0,-13 2 0,0-1 0</inkml:trace>
  <inkml:trace contextRef="#ctx0" brushRef="#br0" timeOffset="76793.08">29933 17290 7533,'-27'38'3276,"9"-17"-2390,11 7 1,2 9 0,1 0-2223,-1 9 0,1 0 1426,-1 2 0,0 3-248,2-12 1,0 2 0,1 1-1,2-4-935,4-1 1,2-3 0,0 0 1037,0 5 0,0 0 1,1-3-1,2 3 1,2-9-1,5-12 1</inkml:trace>
  <inkml:trace contextRef="#ctx0" brushRef="#br0" timeOffset="77023.08">30409 17315 7533,'-35'31'3276,"16"-10"-1638,8 20 0,6 10-854,4-13 0,1 1 1,1 1-1605,-1-2 1,0 1 0,0 0 0,0 0-274,0 5 1,0 0 0,0-2 490,-1-1 0,0-2 1,3-3-1038,5 0 1,2-4 1528,2 5 1,15 1 0,-9-38-1</inkml:trace>
  <inkml:trace contextRef="#ctx0" brushRef="#br0" timeOffset="77753.08">30780 17364 12480,'41'18'1349,"-21"-2"0,-1 4-989,5 11 0,-3 5-45,-6 8 0,-4 2-1,-2 2 1,-3-1-180,-5-10 0,0-5-1304,15 4 809,-14-26-809,14-15-181,-14-18 810,5-3 1,1-3 404,1-4 0,0-1 225,0-6 0,2 1 270,1 10 0,1 1-181,1 1 1,-2 0-90,-1-11 90,13 1 0,-22 12 270,6 12 180,-8 2-91,-8 32-134,3 1 0,0 6-166,0 2 1,-1 5 0,-1 0-322,0 4 1,-1 1 0,-2 2 170,-3 1 1,-1 3 0,-2 0 0,0-2-472,2-6 1,0-2-1,-1 0 1,-1 0-407,-3 5 1,-1 1 0,-1-2 0,3-3-306,1-3 1,2-2 0,2-4 1011,-5 14 1,20-38 0,16-23 0</inkml:trace>
  <inkml:trace contextRef="#ctx0" brushRef="#br0" timeOffset="77923.08">31309 17848 8432,'-4'27'1092,"0"1"0,3-3 0,0 1 546,-3 5 0,0-2-814,4 6-1949,0-7 1,0 0 1124,0 1 0,0 14 0,0-13 0</inkml:trace>
  <inkml:trace contextRef="#ctx0" brushRef="#br0" timeOffset="78123.08">31785 17736 7533,'-37'11'3276,"27"-8"-2235,22 13-1311,15-14-1169,22-8 1439,-17-2 0,11-16 0,-18 5 0</inkml:trace>
  <inkml:trace contextRef="#ctx0" brushRef="#br0" timeOffset="78523.08">32173 17426 7533,'-14'32'1092,"-1"-1"0,1-3 0,4 1 463,20 19 0,4 0-1555,-8 0 90,15-20 0,5-10-450,-5-22-585,9-22 1,-1-11 539,-8 0 1,-3-3 314,-3 7 0,1-4 0,0 0 0,-4 4 270,-1-5 0,0 6 2158,12-8-1888,-31 56 674,0 23 1,-1 9-916,-2-7 1,-1 2 0,0-1-521,2-9 0,1-1 1,-2 3 310,-3 9 0,-3 5 0,0 0 0,0-5-660,4-9 0,0-3 1,-2 0-241,-5 10 1,-2 2 0,4-4-740,3-1 1,2-7 1490,-3-8 0,24-30 0,2-7 1</inkml:trace>
  <inkml:trace contextRef="#ctx0" brushRef="#br0" timeOffset="79043.08">32491 17885 7533,'-20'7'3276,"5"3"0,38-8-2453,-17 3-643,33-5-629,-19 0-91,-1 6-360,-3 6 765,-21 13 1,-6 3 314,0 5 134,-5 6 1,-2 2 809,8-17 1,1-1-765,-9 17 359,10-8-2338,40-36 1619,-25 8-1639,23-13 1,3-9 1374,-2-9 1,-5 5 0,1 0-1,-5 0 1,0 1 0</inkml:trace>
  <inkml:trace contextRef="#ctx0" brushRef="#br0" timeOffset="79243.08">32897 17377 7533,'-10'-7'3276,"2"7"0,8 34-1638,0 12 0,0 4 0,0-10 0,0 2-1477,0-3 1,0 4 0,0 3 0,0-2-982,0-5 1,0 0 0,0-1 0,0-1-274,0 7 1,0-1 0,0 1 749,0 6 0,0 1 0,0-9 0,0 5 0,0-21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6:40:36.98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2699 5701 7533,'-34'4'1092,"1"-1"0,-1 4 0,3 3 39,4 9-726,2 0 0,-1 5 44,2 9 1,1 1-270,3-7 0,3 2 90,3 14 0,12 0-225,15-18 0,7-2 45,14 12 0,3-3-1,-7-12 1,1-2 0,12 9 0,-4-1 540,-10 3 89,-22 6 1,-12 4-315,-21-3 0,-8-1-675,8 2 0,-3-1-823,-4-8 1,-3-2 0,7-4 272,5 0 1,9-11 0,34-24 0</inkml:trace>
  <inkml:trace contextRef="#ctx0" brushRef="#br0" timeOffset="267">2875 6507 7533,'-14'44'1092,"1"-1"0,12-14 0,8-4 1838,30-2-2570,-1-42 0,0-15-315,-8 1 0,-7-3 584,-7-1 1,-12 3-91,-20 9 1,-9 10-675,-16 24 1,-2 10-586,17-14 0,3 4 720,-2 14 0,15-1 0,39-14 0,18 4 0</inkml:trace>
  <inkml:trace contextRef="#ctx0" brushRef="#br0" timeOffset="500">3404 5863 7533,'-42'-4'1092,"0"1"0,9 0 0,15 0 2184,44 3-3674,7 3 0,6 0 398,7-3 0,0 1 0,-4 4 0,-3 1 0,-10-2 0,0-1 0</inkml:trace>
  <inkml:trace contextRef="#ctx0" brushRef="#br0" timeOffset="636">3440 6111 0,'-23'12'1638,"1"0"0,-6 7 1638,52-6-2867,20-16 1,8-5-1,-11 4 1,2-2-1,-5-1 1,1-1 0,0 0-1</inkml:trace>
  <inkml:trace contextRef="#ctx0" brushRef="#br0" timeOffset="967">4004 5491 7533,'0'-8'3276,"0"31"-2457,-2 10 0,-2 12 0,-1 7 0,0-3-74,1-1 1,-1-1 0,0 2-1,0 3-1253,1-10 1,1 3 0,0 1 0,-1 0 0,1-1 0,0-2-149,-1 1 1,0-1-1,0 0 1,2-4 0,0-3-984,5 17 1,2-7 1419,-1-6 1,2-17 0,4-29 0,-2-21 0</inkml:trace>
  <inkml:trace contextRef="#ctx0" brushRef="#br0" timeOffset="1117">4022 6160 9062,'-8'-19'3276,"22"-10"0,21-3-4915,-1 5 1,4-1 1416,4 2 1,-1 0 0,-5-2-1,-2 1 1,-8 6 0,-1-1 0</inkml:trace>
  <inkml:trace contextRef="#ctx0" brushRef="#br0" timeOffset="1284">4427 5478 7533,'-13'45'819,"-1"0"0,3-7 0,-1 3 0,2 4-164,3-7 0,1 3 1,1 2-1,0 1 0,0-2 0,0-2 0,-1 0 1,0 0-1,1 1 0,0 2-625,1 0 0,0 2 0,1 2 0,0-1 0,1-2 1,0-5-1,1 10 0,1-4 0,1-1 0,2 2 0,1-1 1,-1 1-1</inkml:trace>
  <inkml:trace contextRef="#ctx0" brushRef="#br0" timeOffset="27318">5221 6594 8252,'0'25'3276,"-8"5"-1964,-2 2-1852,-9-13 0,-3-1 540,-1 8 0,-18-3 0,23-10 0</inkml:trace>
  <inkml:trace contextRef="#ctx0" brushRef="#br0" timeOffset="27968">5909 5652 7803,'-41'-12'1638,"10"24"0,-1 7-83,-1-4 0,0 7-1496,6 12 0,0 11 1,2 2-1,4-5 240,4-9 1,3-3 0,1 4-278,-1 9 1,-1 7 0,4-2-1,10-10-287,13-8 1,10-9-1265,19-9 0,6-17 709,-19-13 1,1-10 0,-1-5 0,-1 1 446,-1 4 0,0-1 1,-1-1-1,-3-2 395,-1-5 1,-2-4 0,-3 2-1,-5 6 1351,-3-5 0,-6 18 1903,-12 42-1638,0 6 0,1 7-1477,2-1 0,2 4 0,1 3 0,2-4-191,2 2 0,2-2 0,4 1-1063,5 12 1,5 0 0,0-6 545,-1-11 1,3-4 0,7 2 0,-1-6 0,-6-12 0</inkml:trace>
  <inkml:trace contextRef="#ctx0" brushRef="#br0" timeOffset="28268">6279 6333 7533,'-26'27'1638,"0"0"0,-4 9 0,14-9 0,9-2-545,30-4-1813,3-27 1,1-8-46,-5 3 1,-1-5 1124,10-20 0,-13-5 719,-34 0 90,-11 22 1,-6 8-1305,6 11 0,1 6-1504,-8 3 1,9 3 1332,25 7 1,20-8 0,15-11 0</inkml:trace>
  <inkml:trace contextRef="#ctx0" brushRef="#br0" timeOffset="28501">6650 5850 0,'-45'-5'1638,"18"4"0,3 1 1638,2-6 0,61 6-4915,-2 0 1,5 0 1573,-9 0 1,2 1-1,-1-2 1,7-1 0,-6-2-1,-1-3 1</inkml:trace>
  <inkml:trace contextRef="#ctx0" brushRef="#br0" timeOffset="28651">6650 6160 7533,'-28'6'3276,"34"-5"-2867,31-7 1,11-5-1,-15 6 1,2 0-1,4-5 1,-1 0 0,1 1-1</inkml:trace>
  <inkml:trace contextRef="#ctx0" brushRef="#br0" timeOffset="33084">8872 6557 7533,'26'2'3276,"-14"14"-2801,-9 12 1,-6 4-476,-6-5 0,-2 0 0,1 1 0,0-1 0,-5 9 0</inkml:trace>
  <inkml:trace contextRef="#ctx0" brushRef="#br0" timeOffset="33801">9437 5528 8072,'0'21'1638,"3"13"0,2 10-928,-4-1 0,-1 7 1,0 3-1,1-3-1056,0-8 0,2 0 0,-1-1 1,-1 3 470,-1 1 1,-2 3 0,0 1 0,0-5 0,1-7 414,-1 10 0,2-23-540,7-58-270,2 8 0,3-7 0,3-3-360,1-1 0,2-6 1,2-1-1,1 1 1,-2 5 629,2 0 0,-1 4 0,4 0 0,7-5 0,4 0 0,-3 10 0,-10 16 0,1 1 0</inkml:trace>
  <inkml:trace contextRef="#ctx0" brushRef="#br0" timeOffset="34784">9772 6309 7533,'-27'29'3276,"1"4"-2306,18-1 1,6 2-432,18 9-1168,13-13-226,6-46 1,-1-15 539,-15 7 0,-5-4 675,4-18 0,-12 2-1,-34 10-359,-17 34 0,8 18 0,20 2 0,1 1 0</inkml:trace>
  <inkml:trace contextRef="#ctx0" brushRef="#br0" timeOffset="67501">10107 5937 7533,'-27'0'3276,"9"0"0,18 0 0,57-5-4379,-12-2 23,-11 1 1,5 0 0,-4 0 1079,-5 0 0,-1-2 0,6-3 0,-2-1 0,10-8 0</inkml:trace>
  <inkml:trace contextRef="#ctx0" brushRef="#br0" timeOffset="67668">10248 6036 8702,'-39'20'3276,"23"-8"0,28-6-2280,14-10 1,5-4-2636,-3 2 1,1-1-1,3-3 1,0 0 982,3-2 1,-3 1-1,-3-3 1,5-4 0</inkml:trace>
  <inkml:trace contextRef="#ctx0" brushRef="#br0" timeOffset="68018">10777 5454 14998,'-6'48'170,"-1"0"0,0 0 0,0 1 0,3-5 0,0 4 0,1 1 0,1 1 0,-1-2 0,1-2-530,0-1 0,0-2 0,1-1 0,-1 0 1,1 0 61,1 3 0,0 1 0,0 0 0,0-2 0,0-4 0,0 6 0,0-3 0,0-6 1,0-5-1,0 0 0</inkml:trace>
  <inkml:trace contextRef="#ctx0" brushRef="#br0" timeOffset="68851">11359 6507 12570,'-25'42'-1639,"11"-17"1,1 1 1584,-1 0 1,0 0-1,-2-1 1,-1-2-1,-11 8 1</inkml:trace>
  <inkml:trace contextRef="#ctx0" brushRef="#br0" timeOffset="70301">12065 5615 7713,'-41'0'3276,"9"11"-2216,-4 8 1,-2 9-762,12-2 1,2 5 0,1 0-90,2-1 0,0 1 0,5 1-210,2 6 0,5 2 0,6-5-225,10-6 0,8-4 75,10-2 0,9-1 0,-1-4-75,2-3 0,0-2 405,11 8 0,-13 5 135,-31 1 0,-10 1-360,-5-1 0,-7 0-975,-4-4 1,-4 0 0,1-3-151,3-5 1,1-3 1169,-10 10 0,33-22 0,10 0 0</inkml:trace>
  <inkml:trace contextRef="#ctx0" brushRef="#br0" timeOffset="70918">12277 6284 10051,'-13'23'1638,"0"0"0,1 25-1741,4-16 1,-1 4 0,3-2-213,4 1 0,2-1-115,-4 6 0,0-3 0,4 0 0,0-7 1</inkml:trace>
  <inkml:trace contextRef="#ctx0" brushRef="#br0" timeOffset="71251">12700 5850 7533,'-27'3'1638,"-1"0"0,-15 4 1638,25 0 0,50 4-4915,2-9 1,4-3-1,1 2 1,1-2 982,5-1 1,-6-3-1,-12-7 1,-11-1 0</inkml:trace>
  <inkml:trace contextRef="#ctx0" brushRef="#br0" timeOffset="71401">12700 6024 0,'-25'30'3276,"-3"7"0,8-15-1638,48-11 0,15-5-1767,-10-8 1,3-3-1,3 3 1,3-1 0,-2 1-1,-2-1 1,1 1-1</inkml:trace>
  <inkml:trace contextRef="#ctx0" brushRef="#br0" timeOffset="73018">13264 5590 7533,'16'-30'3276,"12"9"-3340,-4 8 0,4 3-1375,12 5 0,-1 3 1439,4-4 0,-13 6 0,-5 0 0,-15 0 0</inkml:trace>
  <inkml:trace contextRef="#ctx0" brushRef="#br0" timeOffset="73151">13476 5615 7533,'-15'38'819,"0"0"0,0 0 0,-4 6 0,3 0-502,8-7 0,3 2 0,0-2-1786,-4 5 0,2-3 1379,6-4 0,0 1 90,-3 14 0,1-1 0,2-23 0,2 0 0,-1 12 0,0 0 0</inkml:trace>
  <inkml:trace contextRef="#ctx0" brushRef="#br0" timeOffset="73285">13264 6383 11760,'43'0'37,"0"0"1,-1 0-1,1 0 1,2 0-1,0 0 1,-2 0-1,6 0 1,-1 0-1,-8 0 1,-4 0-1,-1 0 1</inkml:trace>
  <inkml:trace contextRef="#ctx0" brushRef="#br0" timeOffset="107235">13229 5466 0,'0'-14'3276,"16"20"-2395,10 1 1,10 3-1,0-1-881,11 2 0,0 0 0,-10-2 0,0-1 0,-3-3 0,-7-5 0,1 0 0</inkml:trace>
  <inkml:trace contextRef="#ctx0" brushRef="#br0" timeOffset="107419">13176 6111 7533,'1'32'1092,"0"0"0,29-8 0,11-4-927,-12-1 1,1 1 0,3-5-1,6-6 1,3-4 0,-4-1 0,-3-2-1,-1 1 1</inkml:trace>
  <inkml:trace contextRef="#ctx0" brushRef="#br0" timeOffset="108268">15328 5404 7533,'-28'9'655,"-1"1"0,1 15 1,-2 9-1,0 5 0,7-3 437,7-3 0,4-1 0,-2 5-588,-3 1 1,-5 5 0,0 2 0,1 0 0,5-1 169,5 0 1,3-1-1,3 0 1,0 0-608,1 1 1,0-1-1,3 0 1,0-2 136,0 3 0,1-3 0,13-3-204,13-12 0,11-1 0,6-4 0,0-3 0,-8-5 0,5-4 0,1-6 0,7 1 0,1-1 0,-1 1 0,1-1 0</inkml:trace>
  <inkml:trace contextRef="#ctx0" brushRef="#br0" timeOffset="113051">12788 1116 7533,'26'-13'819,"-1"0"0,7-1 0,3 0 0,0 1-1153,5 2 0,2 1 118,5-5 0,4-1 1,-8-1-1,-15 4 1,-3-1-1,8-4 0,-1 0 1</inkml:trace>
  <inkml:trace contextRef="#ctx0" brushRef="#br0" timeOffset="113251">13194 533 7533,'-21'17'1092,"1"1"0,-5 19 0,3 9-273,7-12 0,1 2 0,0 3 0,2 3-1183,2-5 0,2 4 0,0 1 1,1 1-1,1-1 0,2-1-292,0 2 1,3-2-1,0 0 1,2 0 0,2 1 587,1 5 0,1 1 0,3 0 0,0-3 0,2-7 0,8 9 0,5-7 0,7-7 0,-1 1 0</inkml:trace>
  <inkml:trace contextRef="#ctx0" brushRef="#br0" timeOffset="113568">13353 1277 7533,'-19'29'819,"0"1"0,0 0 0,-2 0 0,8-2 151,20 9 1,12-9-1421,18-28 0,4-15-630,-4-14 1,-3-6 989,7 1 1,-13-2 1727,-33-9 0,-14 13-147,-24 46-712,12 2 1,-3 7 0,5 2-691,3 12 1,11 3-1183,9-4 1,6 3 0,6-9-2185,19 0 3215,15-11 0,2-10 0,0-27 0,-13 5 0,0 0 0</inkml:trace>
  <inkml:trace contextRef="#ctx0" brushRef="#br0" timeOffset="113802">13670 1178 8522,'-9'24'1092,"1"0"0,2 6 0,2 1 546,-1 5 0,2-1-1631,2-5 0,2-2-726,7 19 989,-6-28-720,13-62 360,-5 7-270,4 1 0,4-8 1,-1 4 359,-1 9 0,1 2 0,12-6 0,1 4 0,6 7 0</inkml:trace>
  <inkml:trace contextRef="#ctx0" brushRef="#br0" timeOffset="114351">13988 1053 7533,'-30'5'1638,"15"22"0,7 9 1638,8 14-2702,0-16 0,0 4 1,0-6-665,0 4-1079,0-7 359,15-52 315,-2 0 1,2 0 584,14-13 539,5 9 900,-25 45-989,7-3-540,2-3-90,9-13 720,1-1-540,-11 9-180,-9 29-1169,-8-18-2018,8 26 0,10-39 2936,1 5 1,7-28-1,-9-8 1</inkml:trace>
  <inkml:trace contextRef="#ctx0" brushRef="#br0" timeOffset="114485">14323 843 7533,'-8'-14'3276,"6"14"-1875,2 25-1401,2 24 0,14-2 0,-11-20 0,-1 0 0</inkml:trace>
  <inkml:trace contextRef="#ctx0" brushRef="#br0" timeOffset="115084">14393 1264 7533,'-17'31'3276,"7"0"0,2 6-3262,8-10-3252,16-9 1799,-5-35 1349,23-5 2158,-15-15-1258,-1 17 2466,-2 15-3044,-14 18-502,6 6-2698,-1 0 989,3-7-1298,31-6 1877,-17-6 1939,25-6 1350,-37 5 1387,3-5-525,-15 12-592,-8 12-2069,6 3-1530,-5 9-179,14-16 180,3-3 450,8-22-1,0-9-269,2-19 0,1-9 1259,-8 17 0,0 0 0,0-1 0,2-5 0,0 0 0,0 2 0,2-9 0,-1-1 0</inkml:trace>
  <inkml:trace contextRef="#ctx0" brushRef="#br0" timeOffset="115218">14887 880 7533,'13'-40'1092,"0"0"0,-8 8 0,1 5 2184,10 6-2457,-18 38 0,-9 22 0,-3 9 0,2-3-106,1-1 1,1 2 0,-1 1-1,2 5-1139,2-10 1,0 4-1,1 2 1,0 1-1,1 0 1,0-3-1,2-3 426,-1 1 0,1-2 0,1-1 0,2-2 0,3-1 0,2 6 0,3-1 0,3-4 0,2-5 0,13-2 0,1 1 0</inkml:trace>
  <inkml:trace contextRef="#ctx0" brushRef="#br0" timeOffset="116453">15469 5354 7533,'-47'-1'1638,"7"20"0,0 13-546,11 4 0,3 7 0,-1 2-464,3-12 1,0 1 0,1 1 0,0 5-150,3-2 1,-1 5 0,1 2 0,1 0 0,3 0 0,2-4-391,1 5 1,3-3 0,3 1 0,3 1-746,5 1 1,2 2-1,2 1 1,3-3 0,1-5-438,3 3 1,3-6 0,5-3 623,6-4 1,4-3 0,-2-6 0,-2-5 0,-1-5 0,20 8 0</inkml:trace>
  <inkml:trace contextRef="#ctx0" brushRef="#br0" timeOffset="118718">15734 5429 7533,'-10'0'3276,"-6"22"0,14 5-2402,-4 1 0,-3 7 0,1 2-514,3 4 0,2 4 0,-1 2-821,0-7 0,-2 2 0,0 2 1,1 0-1,1-3-359,0 2 1,2-1 0,0-1 0,0-1-274,-1 12 1,0-1 0,1-10-899,2 1 2069,0-43 0,8-25 0,2-11 0</inkml:trace>
  <inkml:trace contextRef="#ctx0" brushRef="#br0" timeOffset="118835">15681 6049 7533,'8'-31'3276,"-6"10"0,21-2-1823,13-6-1993,-6 16 1,2-1-182,1-9 1,-1-2-494,-2 6 0,1-1 1214,4-9 0,-4-1 0,-5-12 0,-7 15 0,1 0 0</inkml:trace>
  <inkml:trace contextRef="#ctx0" brushRef="#br0" timeOffset="119002">16140 5429 10051,'-20'33'1638,"11"-9"0,2 4-546,1 12 0,1 7 0,1-1-2044,2-6 0,2-1 0,-2 3 457,-3 1 0,-2 2 1,1 2-1,0-3-598,2 4 1,1-1 0,0-2 623,1-7 1,-1-1 0,-1-2 0,-4 12 0,0-7 0,-2-3 0</inkml:trace>
  <inkml:trace contextRef="#ctx0" brushRef="#br0" timeOffset="119203">16404 6309 7533,'0'49'3276,"8"-10"0,-6 2-1553,-2 2-3362,-15-20 1,-3 0 982,-6 21 1,0-25-1,-1-3 1,-2 9 0</inkml:trace>
  <inkml:trace contextRef="#ctx0" brushRef="#br0" timeOffset="121568">18133 6458 5824,'0'19'2518,"0"-1"-2428,-8 11-2159,-10 9 2069,-1-3 0,-7 5 0,9-21 0</inkml:trace>
  <inkml:trace contextRef="#ctx0" brushRef="#br0" timeOffset="122652">18468 5615 7533,'-18'-7'3276,"1"34"-1638,11-3 0,2 5-674,0 6 0,2 6 0,0-2-1501,1-5 1,2-1 0,-1 1 595,0 3 1,0 0 0,0-2 515,1 6 0,-2-4-485,-7 10-577,14-39-278,-1-32 1,0-19 254,1-1 0,0-7 1,1 1 143,2 4 1,0-1 0,-1 0 837,-4 6 0,-2-2 1,-1 2-1,2 6 520,1 2 1,0 4-274,-4-16 1260,0 90-1125,-7-1 1,-2 7-525,2-4 0,1 3 0,-1-1-211,1-4 1,-1-2 0,1-2-435,-5 14 1,6-13-1845,13-28 1529,2-42 300,-2-3 0,1-9 1,-1 4 329,-2 4 0,0 1 118,2-8 0,1-4 0,-3 12 422,-4 11 629,6-13 540,-16 72-1709,0-6 0,-1 4-480,4-1 0,2 3 1,-1 0-614,-2 4 1,0 2 0,2-2 682,5-2 0,3-1 1,-1-2-1,-2 2 1,0-4-1,3-7 0,0 0 1</inkml:trace>
  <inkml:trace contextRef="#ctx0" brushRef="#br0" timeOffset="122985">18891 6495 7533,'-19'23'1619,"3"9"-1215,11-5 1,2 1-495,-7 19-1304,-13-8 0,-3-2-1883,1 0 3064,1-10 0,-1-2 0,-1 0 0,-1 0 1</inkml:trace>
  <inkml:trace contextRef="#ctx0" brushRef="#br0" timeOffset="124118">19121 5664 7533,'-18'-19'3276,"16"-4"0,27 3-1638,4 10 0,5 1-3044,6-3 0,2 1-233,3 4 1,-1 0 982,-12-2 1,-2 0-1,13 2 1,-17 1 0</inkml:trace>
  <inkml:trace contextRef="#ctx0" brushRef="#br0" timeOffset="124301">19385 5565 7533,'-27'34'1092,"-1"0"0,1 8 0,3 1 546,9-5 0,3 3-2731,4 6 1,3 5 0,0-5 492,0-14 0,2 0-120,4 5 1,2 4-1,1-4-919,1-5 1,0-4 1493,5 15 0,-8-16 0,-4-5 0,-8-11 0</inkml:trace>
  <inkml:trace contextRef="#ctx0" brushRef="#br0" timeOffset="124435">19191 6333 7533,'-35'25'3276,"7"-11"0,11 3 0,48-21-3783,3-6 1,5-4-587,-4 4 1,3-2 0,-2 0 545,12-8 1,-4 1 0,-4 4 0,-5 1 0,0 2 0</inkml:trace>
  <inkml:trace contextRef="#ctx0" brushRef="#br0" timeOffset="124852">19685 5293 8342,'8'-25'3276,"25"11"-1638,-6 22 0,1 12-546,-5 6 0,-1 7 0,-2 5-273,-3 2 0,0 3 0,-3 3 0,-2 2-502,-3-4 0,-2 2 0,-2 1 0,-1 1 0,-1-1-515,-1 2 0,-2 0 0,-1 1 1,-2-2-1,-3 0-458,-2-3 1,-3 0-1,-1-2 1,-2 0 0,-2-1 381,0-4 1,-2-1 0,-1 0 0,0-3 0,-1-1 0,-7 8 0,-2-4 0,1-1 0,3-7 0,0 1 0,0-1 0</inkml:trace>
  <inkml:trace contextRef="#ctx0" brushRef="#br0" timeOffset="127805">15205 7065 8252,'-18'-7'3276,"0"-9"-1605,9 13 848,-23 30-1680,19 7 1,2 9 0,-2 0-657,-5-3 1,-2 0 0,3 7 47,8-7 0,-1 7 1,1 4-1,2 1 0,4 0 1,5-5-1,5-7-231,14 1 0,10-7 0,2-2 0,-7 5 0,-12 5 0,-6 5 0,-2 0 0,5-6 0,7-11 0,21-23 0,-1-1 0,0 1 0,0-1 0</inkml:trace>
  <inkml:trace contextRef="#ctx0" brushRef="#br0" timeOffset="128421">15558 7313 7533,'30'0'1092,"0"0"0,17-13 0,2-2-1085,-3 12 0,0 0 1,-9-7-1,0-3 1,-9 2-1,-8 5 1</inkml:trace>
  <inkml:trace contextRef="#ctx0" brushRef="#br0" timeOffset="128635">15857 7337 7533,'-21'29'655,"-1"-1"0,1 1 1,4 4-1,2 2 0,4 2 141,3 1 1,3 3 0,2 0-1890,2 5 1,1 1 0,1-4 545,-1-1 1,0-3 0,-3 1 0,-2-7 0,-5-14 0</inkml:trace>
  <inkml:trace contextRef="#ctx0" brushRef="#br0" timeOffset="128768">15663 7994 7533,'14'-4'3276,"8"-9"-2306,18-2 1,4-2-971,-21 3 0,-1 2 0,15 1 0,-2 4 0,-7 2 0</inkml:trace>
  <inkml:trace contextRef="#ctx0" brushRef="#br0" timeOffset="128953">16210 8032 7533,'-10'19'3276,"3"5"0,7 11-1638,-6-8 0,-4 3-2731,-5 0 1,-3 2 0,0-2 812,-3 5 1,-1-1 0,0-6 0,-2 0 0,3-3 0,3-3-1,1 0 1</inkml:trace>
  <inkml:trace contextRef="#ctx0" brushRef="#br0" timeOffset="138568">18027 8044 19766,'-22'35'-469,"0"1"1,-1-1 0,3-2 0,0-1 0,3-4 0,0 9 0</inkml:trace>
  <inkml:trace contextRef="#ctx0" brushRef="#br0" timeOffset="155852">18274 7511 7533,'-37'0'3276,"3"0"0,25 0 0,32 0 0,-7 6-1638,10-5 0,5-1-2097,14 6-1180,-19-11 1,3-2 1303,6 2 1,-2-3 0,-2-12 0,1 2 0</inkml:trace>
  <inkml:trace contextRef="#ctx0" brushRef="#br0" timeOffset="156202">18715 7115 7533,'-10'9'3276,"2"12"-1638,4 18 0,0 10-546,2-11 0,-1 3 0,-1 1-273,-2-3 0,-1 2 0,0 1 0,1 0-1245,1 1 0,0 2 0,0-2 1,1 0-668,-3 7 1,1-1 0,1-4 545,0 6 1,2-7 0,3-12 0,0-6 0,0-8 0</inkml:trace>
  <inkml:trace contextRef="#ctx0" brushRef="#br0" timeOffset="156718">18909 7982 11490,'0'-14'3276,"8"3"0,2 28-1462,-16 20-2039,-2-9 0,-4 2 225,-9 10 0,-3 0 0,5-10 0,1-1 0,1 1 0,0-1 0</inkml:trace>
  <inkml:trace contextRef="#ctx0" brushRef="#br0" timeOffset="161335">19173 7325 7533,'-17'6'3276,"7"-5"0,2 4 0,47-10-1638,-8 2 0,3-1-1839,-2 0 1,1 0 0,2 0-893,3 0 1,2-1 0,-4 2 545,-2-1 1,-2 1 0,-1-1 0,-5 2 0,-8 2 0</inkml:trace>
  <inkml:trace contextRef="#ctx0" brushRef="#br0" timeOffset="161652">19473 7363 7533,'-19'5'3276,"3"13"0,32 8-1638,-10 11 0,-1 7-546,1-11 0,1 1 0,-2 3-356,0 9 1,-2 4-1,-3-2-376,-3-4 0,-2-2 0,-3-1-210,-1-2 0,-3-1 0,-2-6-1789,-4-9 1,-3-5-1,-5-3 1,1-9 1326,-3-31 1,3-1 0,7-5 0</inkml:trace>
  <inkml:trace contextRef="#ctx0" brushRef="#br0" timeOffset="162102">19861 7065 10591,'22'36'819,"0"1"0,-8 4 0,-3 6 0,1-4 819,3 1 0,-3 1-819,-5-3 0,-3 6 0,0 1 0,-3-4-2,-2-2 0,-3-2 0,1 0-757,1 1 0,-1 1 0,-2 1-375,-2-4 0,-2 1 1,-2 0-1,-3-2-113,-3-4 1,-3-1 0,-1-1 0,1 0 427,-1 5 0,-1-1 0,1 1 0,-2-2 0,1-4 0,0 0 0,-1-1 0,2-3 0,-8 10 0,-1 1 0</inkml:trace>
  <inkml:trace contextRef="#ctx0" brushRef="#br0" timeOffset="173468">15416 8627 0,'-17'-13'1638,"-11"23"0,-1 6-482,1 4-886,-4 7 0,0 10 503,16-3 1,3 6 0,2 2 0,0-2-385,-4 4 1,1 0 0,2 6-79,4-12 0,1 4 0,0 4 0,1 2 1,1-2-1,2-1 0,3-5-851,4 8 0,3-5 1,3-1-1,3 1 0,2-1 0,3 3 1,3-2-1,0-3 1,2-7 539,3-5 0,1-6 0,2-3 0,4-4 0,2-4 0,-5-4 0,5-7 0</inkml:trace>
  <inkml:trace contextRef="#ctx0" brushRef="#br0" timeOffset="174252">15593 9048 7533,'-35'6'3276,"15"-5"0,43 5 0,26-12-3333,-6-2 0,3-2-1582,2 1 1,0-3 716,-11-3 0,0 0 922,8 5 0,-6 1 0,-7-9 0,-1 5 0</inkml:trace>
  <inkml:trace contextRef="#ctx0" brushRef="#br0" timeOffset="174518">15875 9073 10681,'4'47'819,"0"1"0,-3-6 0,0 2 0,-1 1-382,-2 0 0,0 1 0,-2 0-967,-1 4 0,-2 0 1,-1-4 619,0-3 0,-3-4 89,-9 2 1,1-6 550,5-6-1180,-8-10 1,-5-4-2828,-18-8 3174,6-18 0,5-9 0,26-18 1</inkml:trace>
  <inkml:trace contextRef="#ctx0" brushRef="#br0" timeOffset="174835">16193 9791 7982,'0'32'1638,"-7"-7"0,-2 2-2107,-3 2 1,-4 0 468,-9 9 0,-3 0 0,5-8 0,-1-2 0,-1-5 0,-1 1 0</inkml:trace>
  <inkml:trace contextRef="#ctx0" brushRef="#br0" timeOffset="175886">16651 8949 7533,'-19'-1'1092,"4"22"0,1 16 0,3 0 546,7 3 0,2 5-1706,-1-8 0,-2 7 1,0 4-1,0 0 1,2-3-1,1-6 278,2 2 0,3-5 0,2 2-53,1 6 0,1 7 1,5-7-1,4-19 844,14-25 1,5-19-1227,-8-6 0,1-10 0,-1-5 1,-4 3-466,0-3 0,-3 1 1,-2-5 293,-3 5 0,-1-6 0,0-1 1,-3 2-1,-2 4 396,-4-4 0,-3 4 0,1 3 0,5-3 0,1 4 0,0 9 0,0 0 0</inkml:trace>
  <inkml:trace contextRef="#ctx0" brushRef="#br0" timeOffset="176221">17004 9234 8972,'-10'-7'2968,"2"-4"-989,8-1-2159,16 4-90,11 2 0,3 29 45,-11 4 1,-5 7 373,-12 0 1,-6 4 0,0 1-425,2-2 0,0 1 0,-1 0 0,-2 1-55,-3 11 0,-2-1 1,1-1-271,2-8 0,2-2 1,-1-5 599,-1 15 0,14-44 0,3-23 0</inkml:trace>
  <inkml:trace contextRef="#ctx0" brushRef="#br0" timeOffset="176437">17145 9333 7533,'24'-26'1092,"-1"0"0,13-3 0,1 6-122,-13 10 1,1 5-791,3 6 0,-2 8 809,0 32-899,-36 1 0,-13 4-210,4-11 0,-3 0 0,-2-1-290,-3-2 0,-1-1 1,1-3-1,-6 5 1,3-5-1,9-11 0,1 1 1</inkml:trace>
  <inkml:trace contextRef="#ctx0" brushRef="#br0" timeOffset="176820">17639 9679 7533,'-10'36'3276,"2"-3"-1638,2-1 0,-3 1-2441,-4-6 1,-2 0 802,1 2 0,-1-2 0,-6-5 0,1-3 0,-8 6 0</inkml:trace>
  <inkml:trace contextRef="#ctx0" brushRef="#br0" timeOffset="185135">18027 9085 8522,'8'-26'1092,"0"0"0,23-9 0,4 0 13,-12 6 1,1 1-657,14-4 1,-1 13 810,-12 30-2352,-24 29 1,-8 7 1541,11 1-205,-10-11 1,-6 10 0,0-1 0,3-8-291,6-11 0,0 0-315,-2 9 0,-2 8 1,0 0-1,3-8 90,3-7 0,2-2-1369,-1 21 1,0-4 1310,0-18 1,8-8-1,1-13 1</inkml:trace>
  <inkml:trace contextRef="#ctx0" brushRef="#br0" timeOffset="185318">18098 9568 7533,'-20'19'1638,"0"0"0,-11 6 1638,54-8-2582,10-21 0,9-9 1,-1 4-695,8 8 0,0 0 0,-5-8 0,2-5 0,-7 4 0,-10 7 0,-1-1 0</inkml:trace>
  <inkml:trace contextRef="#ctx0" brushRef="#br0" timeOffset="185735">18680 9692 14189,'-15'38'409,"0"0"1,0-4-1,-3 1 1,-9 6-1,-1-1 1,7-11 0,1 1-1</inkml:trace>
  <inkml:trace contextRef="#ctx0" brushRef="#br0" timeOffset="189754">19156 8900 7533,'-37'5'3276,"11"2"-1638,56-10 0,19-4 0,-12 0 0,2-1-2036,3 0 0,4-1 1,-3 0 325,4-4 1,-8 2 0,-1 5 0,-15 0 0</inkml:trace>
  <inkml:trace contextRef="#ctx0" brushRef="#br0" timeOffset="189952">19279 8961 7533,'-11'47'409,"0"-1"1,-1 0-1,1 1 1,-1-1-1,2 3 1,1-1 0,1-1-1,2 0-43,2-2 0,2 0 0,2-2 1,0-6-1,4 13 0,0-23 1,-4-40-1</inkml:trace>
  <inkml:trace contextRef="#ctx0" brushRef="#br0" timeOffset="190085">19191 9371 11580,'46'-12'468,"1"1"0,-1-1 0,-4 1 0,-3-2 0,1-7 0,0-1 0</inkml:trace>
  <inkml:trace contextRef="#ctx0" brushRef="#br0" timeOffset="190402">19773 8738 7533,'19'40'409,"0"0"1,1 0-1,-1 0 1,-10 0-1,-2 3 1,-3 1 0,-3 2-1,-3 1-246,-2-6 1,-2 2 0,-3 2 0,-1 1 0,-2 0 0,1-1-1,-1-2 1,2-2 0,-2 9 0,0-3 0,0-1 0,-2-1-1,-5-2 1,-5-9 0,-1 0 0,1 0 0,-1 0 0,1 0-1,-1 0 1</inkml:trace>
  <inkml:trace contextRef="#ctx0" brushRef="#br0" timeOffset="197838">14693 5007 0,'21'-34'1638,"-1"-1"0,-4 33 1638,0-37-2621,-28 53 0,-15 25 1,-7 13-1,-1 3 0,6-8-486,5-6 1,2-2 0,1 0 0,-1 3-505,1 1 1,-3 2 0,2 1 0,2-1 0,3-5 244,0 4 0,4-5 1,14-9 490,27-17 1,-1-2 318,-31 24-91,-4-4 1,-2 6 239,0 2 1,-1 4 0,1-3-870,-2 1 0,4-1 1074,11-2 0,5 1 0,1 3-255,-1-6 0,0 1 0,0 2 0,-1 0-1639,-1 7 1,-1 1 0,-1 1 0,-1-1 454,-1-2 1,0 0 0,-2 0 0,0-1 0,-3 9 0,-1-1 0,3-10 0,11 2 0</inkml:trace>
  <inkml:trace contextRef="#ctx0" brushRef="#br0" timeOffset="-185944.73">19703 310 7982,'0'-26'3276,"-8"2"-1065,-2 12-682,-8 5 91,-7 7 89,-10 29-1440,5-5 91,10-1 0,-1 6 224,-1 8 1,1 3-621,5-6 0,1 2 306,0-4 0,1 2 0,1 2 239,5 6 1,3 2 0,1-1-455,-1-4 0,1-1 0,3 1-25,3 9 0,2 1 0,6-4 60,8 3 0,9-9-855,7-14 1,4-8 382,-6-7 0,1-9 292,9-16 0,-2-9 0,-10 1 0,-3-3 60,-3 1 0,-1-3 0,1-4 52,-4 1 1,0-3-1,0-2 1,-4 1 426,0-9 1,-3 1 0,-1-4 67,-1 3 0,0-3 0,-3 0 1,-4 2 21,-8-6 1,-5 3 0,-4 2-450,0 8 0,-2 1 0,-4 5-90,-14-8 0,-5 14-1639,3 26 1,0 9-1639,-12 5 1638,27 21 1,7 5 982,5 2 1,7-12-1,2 1 1,-1 11 0</inkml:trace>
  <inkml:trace contextRef="#ctx0" brushRef="#br0" timeOffset="-185694.73">19703 669 9781,'4'27'1092,"-1"0"0,8-2 0,4 2 0,1 2 0,2 2 0,1-1-1438,5 7 0,1-1 346,-2-7 0,1 0 0,-4-2 0,-9 0 0,-1-3 0,14 18 0</inkml:trace>
  <inkml:trace contextRef="#ctx0" brushRef="#br0" timeOffset="-183192.73">20373 161 8342,'-26'0'1638,"0"25"0,1 16-983,14-7 0,3 7 1,1 5-1,0 0 0,-1-4-861,-4 4 0,-1-2 1,2 0-1,4 3-450,6 0 1,2 4-1,3-1 1,4-4 0,4-9 557,17 4 1,6-16 0,-5-18 0,1-10 0,1-10 0,1 0 0</inkml:trace>
  <inkml:trace contextRef="#ctx0" brushRef="#br0" timeOffset="-182844.73">20708 298 7533,'-25'11'1092,"-1"0"0,-1 5 0,-1 6 0,0 5 0,-1 5 0,8 0-456,13 6 1,6 0-907,-6-1 1,8-1 493,31-7 1,-1-2-180,-31 1 0,-8 1-45,2-4 0,-3-1 0,-9 5 0,-2-5 0,0-6 0</inkml:trace>
  <inkml:trace contextRef="#ctx0" brushRef="#br0" timeOffset="-182661.73">20761 781 16078,'-21'29'-18,"1"0"0,-4-2 0,4-1 0,-1-1 0</inkml:trace>
  <inkml:trace contextRef="#ctx0" brushRef="#br0" timeOffset="-181944.73">21167 285 7533,'-23'11'1092,"1"0"0,-9 9 0,3 4 546,3 14 0,3 6-546,4-8 0,2 3 0,5-3-1149,5-1 0,10-5-978,11-5 1,7-12-605,6-30 1,1-15 991,-8 6 1,0-2-1,-2-1 737,1-11 0,-5 7 3186,-5 18 0,-4 47-3764,-3 6 1,1 5-1152,4-7 1,4-3 1537,5-7 1,1-3 0,2 2 0,-4-14 0</inkml:trace>
  <inkml:trace contextRef="#ctx0" brushRef="#br0" timeOffset="-181725.73">21378 285 7533,'8'-26'3276,"10"8"0,17 40-1638,-15 3 0,-3 7-841,1 12 1,-8 7-1008,-10-10 0,-6 3 1,-4 0-884,-4 1 1,-5-1 0,-3-1 1058,2-9 1,-3 0-1,-1-1 1,1-3-1,-2 2 1,0-3 0,1-1-1,-10 8 1,1-1-1</inkml:trace>
  <inkml:trace contextRef="#ctx0" brushRef="#br0" timeOffset="-181159.73">21766 446 7533,'-19'0'3276,"3"0"-1638,37 0 0,13 0-1271,-9 0 0,3 0-1460,5 0 1,4 0 0,-3 0 1081,0 0 1,-4 0 0,14 0 0,-29 0-1</inkml:trace>
  <inkml:trace contextRef="#ctx0" brushRef="#br0" timeOffset="-180994.73">21837 620 0,'-26'18'3276,"23"-5"-2912,26-7 0,19-5 0,-4-1 0,-12 0 0,1-1 0,19-3 0,0 0 0,0 0 0</inkml:trace>
  <inkml:trace contextRef="#ctx0" brushRef="#br0" timeOffset="-174544.73">22366 211 7533,'-19'-25'3276,"3"11"0,16 3 0,16 39-1894,-7 0 1,1 6-1084,-1-4 1,0 2 0,1 2-150,1 4 0,0 0 0,0-1-285,-2 7 0,1-5-225,7-11 0,0-14-449,2-37 224,-2 3 0,0-3 675,-8-9 0,1 8 1439,8 21 1170,-2 32-1890,-5-4 1,3-3-90,23-8-541,-14-26 1,-1-9-720,6-18 1,-5-4 145,-10 10 1,-4-1-700,0 1 1,0-2 0,-4 5-668,-5-8 121,0 7 1,0 4-780,0 13-859,0 19 3084,0 11 0,0 14 1,0-6-1</inkml:trace>
  <inkml:trace contextRef="#ctx0" brushRef="#br0" timeOffset="-174358.73">22878 446 12030,'-10'25'3276,"2"11"-795,8 8-2481,0-18 0,0-1 0,0 13 0,0-9 0</inkml:trace>
  <inkml:trace contextRef="#ctx0" brushRef="#br0" timeOffset="-173975.73">23178 335 7533,'-26'0'3276,"6"0"-2746,18 0 0,6-6 0,22-1 1</inkml:trace>
  <inkml:trace contextRef="#ctx0" brushRef="#br0" timeOffset="-173408.73">23583 0 7533,'-25'0'3276,"5"0"0,-5 17-2363,-1 3-643,8 10 0,1 5 314,-2 3 1,1 1-1063,3-3 1,2 1 717,4-3 0,0 2 0,4-3-60,3-2 0,2 0-31,-3 3 1,-1 4 0,3-2-139,4 6 0,2 0-416,-4 2 1,0-2-586,0-9 1,-2-4-720,-17 9 1439,-2-15-1169,-13-16-90,6-1 1529,7-28 0,4 5 0,16-19 0</inkml:trace>
  <inkml:trace contextRef="#ctx0" brushRef="#br0" timeOffset="-173275.73">23283 508 9512,'18'-12'3276,"15"-1"-2235,12 1-1793,-5 5 752,-3-2 0,-2 2 0,-9 4 0,-2-3 0,1 1 0</inkml:trace>
  <inkml:trace contextRef="#ctx0" brushRef="#br0" timeOffset="-173075.73">23601 620 11850,'-20'37'3276,"5"6"-255,15-10-3831,0-7 1,0 0-2468,0-3 2457,0 12 1,0-17 0,0 1 0</inkml:trace>
  <inkml:trace contextRef="#ctx0" brushRef="#br0" timeOffset="-172577.73">23971 112 7533,'-28'32'819,"-1"0"0,4 2 0,-1 4 0,5-1 819,7 7 0,4 0-1057,-1-11 1,-1 2 0,2-1-492,5 2 0,2 1 0,3-5-135,3-7 0,2 0-945,6 17 1,4-3 486,6-9-1136,7-5 1,1-5 1445,-6-11 0,19-4 1,-25-12-1</inkml:trace>
  <inkml:trace contextRef="#ctx0" brushRef="#br0" timeOffset="-172242.73">24271 174 7533,'-47'5'1638,"17"7"0,3 5 0,15 7 0,3 3-732,-13 5 1,3 1-1402,11-2 0,4 0-674,-4 11 809,18-17 540,7-7-180,1-6 270,7 7-270,-5-11 360,-2 19-90,-10-17 90,-8 24-181,0-19 91,-16 14-270,12-15-2069,-35 10 1890,33-16 179,-18 8 0,17-9 0,-3 5 0</inkml:trace>
  <inkml:trace contextRef="#ctx0" brushRef="#br0" timeOffset="-172061.73">24359 669 9602,'0'31'3276,"-8"-5"-1156,-1 15-2030,-1-24-3367,-6 21 3219,14-34 0,-13 18 1,5-15-1</inkml:trace>
  <inkml:trace contextRef="#ctx0" brushRef="#br0" timeOffset="-171660.73">24642 372 7533,'-30'-28'3276,"-1"1"0,13 53-114,-1-14-2712,4 22 0,4 7-271,5-16 1,2-1-405,0 11 1,0-2 224,4-2-2429,24-25 790,-9-23 1,-1-7 938,5-2 0,0-2 475,-1-10 0,-3 2 45,-5-4 3456,-2 45 0,-8 20-2145,-2 14 1,4 3-1672,8-13 1,3-3-1100,-3 4 1,2-3-122,23 1 1760,-10-28 0,-7-12 0,0-7 0</inkml:trace>
  <inkml:trace contextRef="#ctx0" brushRef="#br0" timeOffset="-171460.73">24906 248 11490,'10'19'3276,"6"21"-1638,-11-10 0,-1 2-147,7 11 1,-4 4-2585,-8-11 1,-5 2 0,-1-1 682,0-2 0,-3-1 1,-2-2-1,-10 7 1,-3-2-1,-1-8 0,1 1 1</inkml:trace>
  <inkml:trace contextRef="#ctx0" brushRef="#br0" timeOffset="-170827.73">25329 434 7533,'-25'0'3276,"13"0"0,4 0 0,57 0-4369,-11 0 1,5 0 0,-2 0 1017,3 0 0,0 0 0,-2-1 0,2-1 0,-8-1 0,-1-4 0</inkml:trace>
  <inkml:trace contextRef="#ctx0" brushRef="#br0" timeOffset="-170661.73">25576 186 7533,'-17'26'1092,"-1"0"0,3 14 0,3 2 546,2-8 0,2 2-978,4 2 1,2 3 0,0-1-2300,2 7 1,0-3 1091,0-2 1,0-2 0,3 0 0,2-6 0,5-9 0</inkml:trace>
  <inkml:trace contextRef="#ctx0" brushRef="#br0" timeOffset="-170124.73">25982 273 7533,'-20'-13'3276,"5"29"0,23-11-1638,-3 22 0,-1 8-1245,5-3 0,0 1-438,-4-3 0,0 2-450,7 16 0,-1-6 225,-7-21-1259,20 18 360,-14-67 0,15-12 989,-5 5 1079,-3-4 900,-9 49-629,0 14-361,-6 5-135,16-7 1,3-2-495,-5-7-135,12-34 0,1-13 135,-8 7-510,-9-4 0,-1-7 1,0 5-2948,6-9 2146,-7 4 1131,-2 10 0,0 38 0,2-2 0</inkml:trace>
  <inkml:trace contextRef="#ctx0" brushRef="#br0" timeOffset="-169844.73">26388 595 7533,'-12'7'3276,"14"-1"-1155,33-6-2931,-13 10 1440,1 10 224,-32 3 1,-5 2-226,8 5-44,-7-4 0,2-1-1215,11-4 540,0-2 90,32-13 0,-17-19 0,27-6 0</inkml:trace>
  <inkml:trace contextRef="#ctx0" brushRef="#br0" timeOffset="-169661.73">26705 484 7533,'-29'-20'819,"29"8"0,6 6 0,17 6 0</inkml:trace>
  <inkml:trace contextRef="#ctx0" brushRef="#br0" timeOffset="-169109.73">27217 74 7533,'0'-19'3276,"-8"7"-166,-18 23-2436,4 13 1,-1 5-585,4-10 0,-1 2 337,3 11 0,-1 8 1,1 2-1,5-4-157,2 4 0,4 1-1257,-1 5 1,0 3 0,5-5 806,6-10 0,4-3-270,2-4 0,-2 0-737,-8 20 738,-10-13-406,-5-9 1,-4-3-1575,-10-4 1979,-6 0 450,1-9 0,15-28 0,-7-3 0</inkml:trace>
  <inkml:trace contextRef="#ctx0" brushRef="#br0" timeOffset="-168961.73">26864 496 10411,'0'-14'3276,"16"-3"-3494,27 16 128,-2-4 90,0 5 0,0 0 0,0-6 0,-11 3 0,-1-1 0</inkml:trace>
  <inkml:trace contextRef="#ctx0" brushRef="#br0" timeOffset="-168676.73">27217 582 7533,'-10'0'3276,"18"0"-2595,19 0-1490,3 6 539,-5 12 810,-25-3 629,-10 25 0,-7-7-1169,15 0-3058,27-20 2518,7-16 540,-7-10 0,1-3 0,9-10 0,-18 7 0,1 1 0</inkml:trace>
  <inkml:trace contextRef="#ctx0" brushRef="#br0" timeOffset="-168475.73">27623 174 7533,'-22'17'1092,"0"0"0,2 14 0,3 6 0,4-2 0,1 3 0,2 2-398,1 0 0,3 2 1,3-2-1745,5-2 1,3-2 0,4-4 1049,7-3 0,5-8 0,18-12 0,3-28 0</inkml:trace>
  <inkml:trace contextRef="#ctx0" brushRef="#br0" timeOffset="-168176.73">27905 248 9691,'-36'3'1638,"14"7"0,1 6-83,1 11 1,3 4-2366,2-2 1,3 0-1350,4 19 1709,33-18 630,5-5 630,-3 11-91,-27 2-719,-15-10 0,-5-1-810,1-3 1,-1-2 809,-16 10 0,13-10 0,13-16 0</inkml:trace>
  <inkml:trace contextRef="#ctx0" brushRef="#br0" timeOffset="-167927.73">28046 595 9152,'-26'5'3276,"-1"13"-4285,5 6 1,1 1 1008,-1 1 0,-1 18 0,23-37 0</inkml:trace>
  <inkml:trace contextRef="#ctx0" brushRef="#br0" timeOffset="-167594.74">28240 372 7533,'-16'-7'3276,"-3"18"-1638,-4 18 0,2 7 355,0 6-5270,44-17 2442,-10-41 0,2-10 1014,15-10 1,-1 0 854,-15 5 1,-3 12 2203,-1 30-1169,-2 36-2384,-5-12 1,2 0-1325,2-2 1,3-4 1310,10 3 0,5-21 1,-7-18-1</inkml:trace>
  <inkml:trace contextRef="#ctx0" brushRef="#br0" timeOffset="-167409.74">28540 235 7533,'9'27'1092,"-1"0"0,2 7 0,-2 1 546,-1 6 0,-4 1-546,-7-10 0,-5 1 0,-2-1-1374,-4 3 1,-4-2 0,-2-1 0,-10 5 0,-4-2 0,9-11 0,1-1 0,-1 1 0</inkml:trace>
  <inkml:trace contextRef="#ctx0" brushRef="#br0" timeOffset="-118209.73">13935 6941 7533,'-16'-32'1889,"12"13"269,-27 2-449,19 16 1170,18-4-2519,0 5 404,25-3 1,10 0 224,-8 2 1,1 1-661,3-1 1,5 1 0,0 1-390,6 1 1,2 0 0,1 1 329,-8-2 0,1-1 0,1 1 0,2-2-390,-5 0 1,1-1 0,2-1 0,-1 0 0,1-1 245,2-1 0,1-1 0,0 0 0,0-1 0,0 0-7,-7 1 1,1 0 0,-1 1 0,1-1 0,-1 1 0,1 0-15,2 1 0,0 0 0,0 0 0,0 1 0,0 1 0,-1 0 38,6 0 1,-1 1 0,0 0 0,0 0 0,0 1 21,-6 1 0,0 1 0,0 0 0,1 0 0,-1-1 0,0-1 50,6-2 1,0-1 0,0-1 0,-1 0 0,1 0-180,0 1 0,0 0 0,0 0 0,-1-1 0,1 0-36,-2-1 0,0-1 0,0 0 0,0 1 0,-1 3-183,0 1 1,-1 3-1,0 1 1,0 0-1,-1 0 183,7 2 0,-2 1 0,1 0 0,0 0 0,-9-1 0,0 0 0,0 1 0,0-1 0,0 0 0,0-1 0,0-1 0,1 1 0,-1-1 0,1-1 0,8 0 0,0-1 0,0 0 0,1 1 0,-7 1 0,1 0 0,0 0 0,0 1 0,-1 1 0,-2-1 0,0 2 0,0-1 0,-1 1 0,1-1-18,0 0 0,-1 1 0,1-1 0,0 0 0,0 0 36,-1 0 0,1 0 0,-1 0 0,1-1 0,-1 0-18,6 0 0,1-1 0,-1 0 0,1 0 0,-8-1 0,1 1 0,0 0 0,1-1 0,-1 0 0,9 1 0,0-2 0,0 1 0,0-1 0,-2 0 0,0-1 0,0-1 0,0 1-111,-3 0 0,1-1 0,-2 1 0,-1 0 111,4-1 0,-2 0 0,-1 3 95,1 3 1,-1 2 0,0-1-66,-2-2 0,0-1 0,0-1-30,1 1 0,0 0 0,0-3 0,2-5 0,0-2 0,-1 0 0,-6 1 0,-1 1 0,-1 0 515,13-4 0,0 2-515,-14 5 0,0 3 0,0 0 0,12-1 0,0 0 0,-9 0 0,2 0 0,-1 0-45,11 0 0,0 0 90,-1 0 0,0 0 474,-10 0 1,-4 0-520,3 0-1639,-54-13 1,-15-2 1609,2 9 0,-4 0 0,-4-7 0,-4-4 1,2 2-1,-4 1 0,0 1 0</inkml:trace>
  <inkml:trace contextRef="#ctx0" brushRef="#br0" timeOffset="-117427.73">14587 5057 7533,'-33'-29'3276,"19"40"-1766,2 11 0,1 11-1151,6-1 1,1 8 0,2 5 0,1 4 0,-1-1 0,0-2-808,-1 0 1,0-1 0,0 1-1,0 0 1,0 2 0,-1 2 447,0-5 0,-1 2 0,0 2 0,0 1 0,0 1 0,-1-1 0,1-1 0,1-3 0,-1-3-422,1 3 1,1-2 0,0-3 0,0 0 0,-1-1 0,0 0 151,-2 7 0,-2 0 0,0-1 1,2-3-1,2-3-823,4 4 1,3-3 0,0-6 782,2-5 1,0-2 0,3 8 0,4-4 0,13-13 0</inkml:trace>
  <inkml:trace contextRef="#ctx0" brushRef="#br0" timeOffset="-116326.73">1446 7189 7533,'-33'-13'2518,"4"7"-1664,-7 14 1,-3 11-316,13 3 1,2 4 0,0 1-1365,1-3 0,1 0 0,0 5 1162,0 7 0,1 6 1,1 2-1,3 1-22,4-4 0,3 2 0,2 0 0,0 2-452,0-3 0,1 1 1,0 2-1,2-1 1,2-1-629,1 8 0,2-1 1,4-2-1,4-3-328,8 3 1,7-4 0,1-8 557,4-3 0,2-11 1,4-12-1,-1-9 1,2-14-1</inkml:trace>
  <inkml:trace contextRef="#ctx0" brushRef="#br0" timeOffset="-116143.73">1588 7524 7533,'-16'33'655,"0"1"0,0-1 1,1 5-1,0 2 0,4 3-710,6 2 1,3 5-1,1-1 1,0-3-1039,-3 2 1,1-4 0,2 1 910,2 0 1,2 1-1,1-8 1,5 10 0,9-17-1</inkml:trace>
  <inkml:trace contextRef="#ctx0" brushRef="#br0" timeOffset="-115992.73">1552 7982 7533,'0'-36'3276,"16"14"-616,11-12-3020,5 24 1,5 1-1280,4-11 1,0-2 1464,-3 8 1,-1-1-1,-6-5 1,-3-1 0,-3-3-1</inkml:trace>
  <inkml:trace contextRef="#ctx0" brushRef="#br0" timeOffset="-115825.73">1958 7474 7533,'-10'-14'3276,"2"20"0,8 42-1920,-3-8 0,-2 3-2365,4-7 1,0 2 438,-1 3 0,-1 4 1,1 0-524,1-4 1,1 0 0,1-1 976,-1 3 0,0-1 1,0 0-1,0-2 1,0-1-1,0-5 1,0-7-1,0 0 0</inkml:trace>
  <inkml:trace contextRef="#ctx0" brushRef="#br0" timeOffset="-115626.73">2240 8131 9512,'-3'30'1092,"0"1"0,0 0 0,-5 1-236,-8-3 1,-6 2 0,1 0-1092,-1 1 1,1 0 0,-1-1 0,-7 6 0,1-1 0,4-5 0,-1 1 0</inkml:trace>
  <inkml:trace contextRef="#ctx0" brushRef="#br0" timeOffset="-112141.73">4233 7647 9062,'-9'-10'3276,"24"-32"-2306,2 19 1,3-2-926,7-9 0,1 1-45,-1 6 0,-1 4-135,-3 5 0,-3 4 855,0 7-181,-4 16 315,-17 22 1,-6 12-495,1-10 0,0 2 0,0 1-390,2 2 0,0 1 0,0 2-223,0-2 1,0 2 0,-1 0-1,3-4-840,1-2 1,1-3 0,1 2-1,-2 7 1,1 1 0,1-4 747,3-7 1,0-3 0,-2 18 0,5-34 0</inkml:trace>
  <inkml:trace contextRef="#ctx0" brushRef="#br0" timeOffset="-111975.73">4322 8168 0,'-26'18'3276,"14"-10"0,12 9-1638,20-14 0,11-5-1412,4 3 1,4-1-1,1-1-226,1 0 0,1-2 0,-2 0 0,-2 0 0,-1-1 0,-4-1 0,0-1 0,-1-1 0</inkml:trace>
  <inkml:trace contextRef="#ctx0" brushRef="#br0" timeOffset="-111742.73">4939 8218 13289,'-10'19'2339,"10"15"-5616,-21 10 3256,3-9 1,-2-1 0,-3-6 0,-3-2 0,-3 0 0,0 0 0</inkml:trace>
  <inkml:trace contextRef="#ctx0" brushRef="#br0" timeOffset="-111425.73">5203 7412 7533,'-17'-7'3276,"23"2"0,29 5-2820,-1 0 1,5 0-1851,1 0 0,2 0-245,6-5 1,-2-1 1447,-16 2 1,-3-1 0,16-13 0,-27 6 0</inkml:trace>
  <inkml:trace contextRef="#ctx0" brushRef="#br0" timeOffset="-111125.73">5468 7400 7533,'-12'34'655,"1"0"0,-1 0 1,1 6-1,2 3 0,1-1 261,1-5 1,2 0 0,0 2-1356,2-2 1,1 2-1,1 0 1,-1-3-552,-2 15 1,0-3-650,1 2 1,-4-5 1109,-4-14 0,-3-8 3805,-6-6 0,3-23-661,9 5-636,23-5-1709,-3 6-415,13 0 1,7 0-1495,3 1 1,2-2 1605,10-3 0,-1-3 0,-9 2 0,-2-3 0,-10-5 0,-1 1 0</inkml:trace>
  <inkml:trace contextRef="#ctx0" brushRef="#br0" timeOffset="-110692.73">5838 7090 11490,'18'36'1638,"-2"2"0,1 6-546,-4-6 0,0 2 0,-1 3-1091,-3 3 1,0 4 0,-2 1 0,-3-1-160,-2 0 1,-3-1 0,-2 1 0,-3 0-499,-1-7 1,-2 1-1,-2 0 1,-2-1 0,-2-2 644,-1-4 0,-4-1 0,-1-1 0,0-1 0,1-1 0,-1 1 1,0 0-1,1-2 0,-2 0 0,-6 3 0,0 1 0,0 0 0</inkml:trace>
  <inkml:trace contextRef="#ctx0" brushRef="#br0" timeOffset="-108391.73">2099 8837 8342,'-20'-6'3276,"5"0"0,7 6-1912,6 44-1229,2-5 0,0 5-915,0-2 0,1 3 1,0 1-314,1-1 1,0 0 0,2-1 728,1-2 1,1 0-1,-2-5 1,-2-3-1,0-3 1,6-5-1,0 0 1</inkml:trace>
  <inkml:trace contextRef="#ctx0" brushRef="#br0" timeOffset="-108192.73">2046 9371 7533,'-9'32'1092,"0"0"0,4 11 0,1 2 546,-3 4 0,6 0-1316,12-4 0,9-10-502,5-22 0,5-12-450,1-12 0,3-10 1,-1-3 264,-1-4 1,-1-4 0,-2 0 0,-3 2 0,-2 0 0,-3 1 0,-1-6 0,1 0 0</inkml:trace>
  <inkml:trace contextRef="#ctx0" brushRef="#br0" timeOffset="-107109.73">1217 10336 7353,'-18'-45'3276,"9"9"-1065,1 18-1762,8 11 1,0 2 180,0 5-91,0 16-134,6 6 0,3 4 45,1 19 0,0 4-211,-1-10 1,0 2 0,1 0-356,0 2 0,2 0 0,-1-3 206,2 6 0,1-4-720,2-11 0,4-8-1618,23-17 853,-20-15 1,-1-6 899,2-12 1,-3-3 404,-7 5 0,-1 2 1349,11-2 379,-18 55 0,-2 16-359,7-9 1,3 2-1130,-4-5 0,2 1 0,1-6 30,25 0-315,-1-50 0,0-16-1124,-10 1 0,-3-4 166,-1 4 1,2-2 0,-4 0 1015,-8 5 1,-2-1 0,0 3 0,2-2 0,-1 2 0,-3 1 0,0 1 0</inkml:trace>
  <inkml:trace contextRef="#ctx0" brushRef="#br0" timeOffset="-106909.73">2028 10807 7533,'-27'18'3276,"9"2"-2055,11 21-1221,6-16 0,2 1 0,-1 21 0,0-1 0</inkml:trace>
  <inkml:trace contextRef="#ctx0" brushRef="#br0" timeOffset="-106159.73">1217 11861 7533,'-27'-32'2338,"9"2"1,2 5-1170,14 6-539,10 23 90,12 33-361,-6-4 1,-1 4-30,-4 0 0,-1 4 0,1-3-151,4 8 1,-1-4-405,-4 1 1,4-13-946,21-35 315,-10-23 1,-3-8 719,-4 7 0,0 1 720,5 0 0,-1 14 494,-11 33 1,-1 11-406,8-5 1,2 2-91,-2 10 1,5-8-855,9-28 0,1-12-854,-7-4 0,-1-5 1124,2-3 0,2-3 0,-5 0 0,-8-3 0,-2 0 0,7 3 0,1-1 0</inkml:trace>
  <inkml:trace contextRef="#ctx0" brushRef="#br0" timeOffset="-105859.73">1834 12208 0,'-35'18'3276,"16"-10"0,19-3-580,43-28-1737,-2 7-1768,2-8 1308,-27 30 1120,-32 24 19,3 2 0,-1 4-6,-2-5 1,2 0-1948,4 4 0,10-10-1324,26-28 1,7-9 1070,6 2 0,3-14 0,-3-3 0,-12 8 1</inkml:trace>
  <inkml:trace contextRef="#ctx0" brushRef="#br0" timeOffset="-105442.73">2558 10497 7533,'-47'0'3276,"29"0"-2730,40 0 0,15 0 0,10 6 0,-6-2 0,0-1 0</inkml:trace>
  <inkml:trace contextRef="#ctx0" brushRef="#br0" timeOffset="-105308.73">2558 10894 7533,'27'-11'468,"-3"7"0,3 0 0,7-5 0,1 0 0,-3 3 0,0-1 0</inkml:trace>
  <inkml:trace contextRef="#ctx0" brushRef="#br0" timeOffset="-104944.73">2434 11861 7533,'-19'7'3276,"19"-2"-1638,24-3 0,10-4-2936,-8 2 1,1 0 1297,12 0 0,-1 0 0,-3 0 0,-10 0 0</inkml:trace>
  <inkml:trace contextRef="#ctx0" brushRef="#br0" timeOffset="-88061.73">14852 8218 7533,'-34'-3'719,"-1"0"1,7 3-1,0-1-89,-4-3 0,3 3 2068,-7 11-899,19 15-1259,17 3 404,25 1 1,15 0 44,1-14 1,8-5-1,2 0-1144,-9 0 1,1 1-1,2-2 1,3-2 199,-3-2 0,4-2 0,2-2 0,0 0 0,-3 0 0,-4 0-589,-3-1 1,-3 0 0,-2-1 0,4 0 435,3 0 0,4 0 0,0 0 0,0 0 1,-4 0-51,-1 0 1,-2 1-1,-1 0 1,-1 1-113,8 1 1,-1 2 0,1 1 426,-5-1 0,2 2 1,0 0-1,-3 3 472,3 4 1,-3 3 0,-2-2-450,2 2 0,1-3 134,-7-3 1,5 0 0,1-2 0,0-3-90,-2-3 0,0-4 0,0 0 0,0 0-516,10 3 0,0 1 1,3-1 308,-8-1 0,4-2 0,0 1 0,1-1 0,-3 2-415,2 0 0,-1 2 1,-1 0-1,-1-1 352,-5 1 0,-1 0 0,1-1 0,0 1 0,5 1 0,0 0 0,2 1 0,-2-1 284,-1 0 1,-2 0-1,2 1 1,1-2-97,-3 0 1,1 0 0,1-1 0,1 0 0,-1 0-72,3 0 0,1-1 0,0 0 0,1-1 0,-1 1 63,-4 0 0,0 0 0,1 0 0,-1 0 0,-1-1 0,-4 1-90,3-2 0,-4 0 0,-1 1 0,3 0-340,2 1 0,4 1 0,0 1 0,-3 0 0,-5-1 250,10-1 0,-2 1 67,-9 0 1,4 1 0,0 0-1,-3-1-438,11-1 0,-2 0 461,1-1 0,0 2 371,-12 0 0,1 1 1,-1 0-148,6 1 1,-2 1-180,-5 2 0,1 0 120,-2-3 0,4-1 0,-1 0-165,13 2 0,0-2-75,-15-1 0,0-1 0,1-1-30,9 0 0,1-1 0,-6-1 316,-9 0 1,-1-1-33,14-3 1,2-4-180,-8-3 0,-2-2 1070,-5 5 1,1 0-1116,1-1 0,1-1 0,-2-2 0,-2-3 0,-1-1 1638,4 3 0,1-3-1653,1-7 1,-2-5-436,-3-5 0,-5-1 315,-8 9 1,0-2 223,2-1 1,3-3 0,-6 1 180,-7-6 0,-2 2-96,7 7 0,0-2-39,-5-10 0,-8-1-1774,-15 8 1,-2 1 1580,14 6 1,-2 0 57,-16-11 0,-5-2-1135,4-2 1,1 2 1134,9 11 0,-1-1-59,-8-3 1,-5-2-1,2 3 104,0-1 0,1 4-45,4 6 0,-3 0 0,-3 2 0,-3-2 0,3 3 0,0 0 0,1 2 1068,-4-1 0,-1 0-1023,-10-4 0,-3 2-45,2 11 0,0 2 1504,6-4 1,-3 1-1505,-7 6 0,-7 2 0,1 2-365,10-1 1,1 1-1,-3 1 207,-2 1 1,-2 0 0,-3 0 0,2 0-663,-2-1 1,-1-1 0,1 1 0,3 0 848,0 0 0,4 1 1,-2-1 37,6-1 0,-1-1 1,0 0-1,1 0-888,-8 1 1,1 0-1,2-1 791,7 0 0,0-1 0,-1-1-21,-1 1 1,-2 0-1,0-1 1,3 0 20,-4-3 0,3 0 0,1-1-15,-8-1 0,0 0 135,1-2 0,-3 0 0,1 1 119,6 4 1,2 0 0,0 0-300,5-1 0,1-1 0,-3 2 67,-2 1 1,-3 2 0,0 0 0,2 0-128,0-1 0,2 1 0,1 0 150,-12-2 0,-3 0-158,14 3 1,-4 1-1,1-1 1,2-1 187,0-4 0,3 0 0,-1 0-60,-2 3 0,0 1 0,-1-2-90,-2-2 0,-1-3 0,1 1 0,3 2 0,2 0 1,1 0 60,-11-3 0,0 1-1,5 3 0,-1 1 0,-2 1-120,-5 0 0,-1 1 1,3 2 791,1 1 0,0 0-657,7 0 0,-4-1 0,0 1 0,1 0 105,-4 0 0,2 2 0,2-1 29,-6 0 1,0 0-120,2-1 0,-3 1 0,2 1 763,9 0 1,2 2 0,3-2-689,-4 0 0,-1 0 14,-8 4 1,-4 1 0,6-1-150,16-4 1,-1 1 29,-13 6 0,-6 3 0,4-2 15,3-5 0,1 1 15,6 3 0,-2 2 0,0 1 30,-3 1 0,1 0 0,2 0-45,-5 2 0,1 1 105,6-2 0,-1 1 0,0 0 0,1-2 0,1 0 0,2 0-60,0 1 0,0 2 30,-5 0 0,-3 1 0,5-1-30,7-1 0,1 0 0,-17 11 0,0 2-90,13-7 0,3 0 90,-4 4 0,-1 2-90,-4 8 0,1 2 90,9-9 0,1 1 45,-6 7 0,2 3 0,9 4 0,2-1-45,3-19 0,1 1 44,-1 26 1,2-1-45,3-10 0,4 10 0,2 2 90,3-5-270,4-12 0,1 5 0,1-5 180,6 12-300,2-15 0,3 3 0,1-4-644,0-1 0,3-2 374,4-2 0,3 1 0,4-1-250,0-3 1,3-1 0,1-1 0,-2 0 562,1 0 0,-2-1 0,3 0 0,-1-2 0,2 1 0,0-1 0,-5 0 1,3 2-1,0 1 0</inkml:trace>
  <inkml:trace contextRef="#ctx0" brushRef="#br0" timeOffset="-3053.46">3281 10361 7803,'-35'-25'3276,"15"12"-1245,-11 18-1492,27 27-89,-8 7 0,0 6-226,10-5 1,2 1-505,-1 0 0,2 0 190,6-7 0,4-5 270,16-7-90,1 1-225,1-31 0,-1-12 135,-11-21 180,-1 10 0,3-5 0,-7 1 44,-11-5 1,-8-1 15,-2 6 0,-3 0 0,0 3-150,5 7 0,-4 3-45,-20-1 0,0 6-45,17 11-1889,-12 6 1889,23 25 0,6 6 0,7-1 0,-1 5 0,0-1 0</inkml:trace>
  <inkml:trace contextRef="#ctx0" brushRef="#br0" timeOffset="-2872.46">3651 10534 7533,'-17'30'3276,"7"-14"0,2 19-4521,16-5 975,-6-8-2249,29 7 2519,-25-22 0,25-2 0,-21-5 0</inkml:trace>
  <inkml:trace contextRef="#ctx0" brushRef="#br0" timeOffset="-2721.46">3933 10114 9691,'-14'22'1092,"-1"1"0,-6 18 0,3 3 546,7-8 0,2 3-2628,0 6 1,-1 5 0,2-1 989,1-7 0,2-1 0,-1 0 0,1 1 0,-1 0 0,2-2 0,-1 8 0,0 0 0</inkml:trace>
  <inkml:trace contextRef="#ctx0" brushRef="#br0" timeOffset="-2269.46">3140 11886 7533,'-30'0'3276,"7"0"-166,46 5-3470,-1-3 360,10 3 0,3 1 0,6 1 0,-12-1 0,0 0 0</inkml:trace>
  <inkml:trace contextRef="#ctx0" brushRef="#br0" timeOffset="-1752.46">3545 11824 7533,'-19'7'3276,"3"-2"-1335,8 12-1312,6 3-359,-13 23 0,20-2 0,3 1-270,-4 0-135,14-4 0,5-14 315,7-51-45,-11-2 0,-3-5 0,-5-3 0,-4-1 44,-1-9 1,-4-1 270,-10 6 0,0 4-540,4-6-90,-10 13 0,-3 12-2069,-3 40 450,0 1 1799,11 4 0,3 3 0,6 17 0,0 2 0</inkml:trace>
  <inkml:trace contextRef="#ctx0" brushRef="#br0" timeOffset="-1568.46">3757 11972 7533,'-10'32'1638,"8"-5"0,4-2 1112,8 0-3740,2 6 1,2 0 989,5 4 0,7-2 0,-9-11 0</inkml:trace>
  <inkml:trace contextRef="#ctx0" brushRef="#br0" timeOffset="-1406.46">4004 11762 8702,'-20'22'1638,"3"10"0,3 7-758,11 1 1,2 3-1942,-4-4 1,-1 3 0,1-2 1060,5 8 0,0-2 0,-3-7 0,-1-2 0,-1-4 0,0 0 0</inkml:trace>
  <inkml:trace contextRef="#ctx0" brushRef="#br0" timeOffset="-1052.46">2646 12245 0,'-16'7'2669,"4"-1"607,-5-6-1862,17 0 1074,41-6-2577,0-1 44,-8 1 0,3 0 45,-1 2 0,-2 1 0,16-3 0,-19 6 0,-1 0 0</inkml:trace>
  <inkml:trace contextRef="#ctx0" brushRef="#br0" timeOffset="38727.54">4445 10436 6988,'25'-13'2699,"-5"-5"-297,21 4-3121,-19 2 584,5 5 0,3 3-2384,1 3 1619,-2-2 1,1 0 899,7 3 0,-2 0 0,-9 0 0</inkml:trace>
  <inkml:trace contextRef="#ctx0" brushRef="#br0" timeOffset="38894.54">4533 10683 7533,'-29'-5'3276,"37"-18"-1638,13 11 0,5 2-1137,-3-6 1,3 1-2141,22 7 1,0 4-1032,-11-1 2670,0 3 0,0 4 0,-1 3 0,-1 2 0</inkml:trace>
  <inkml:trace contextRef="#ctx0" brushRef="#br0" timeOffset="40144.54">1129 11043 7533,'-35'-13'3276,"15"23"-1875,4 5-681,16 28-1,16 1-179,-1-13 0,5-1-301,5-10 1,6-1 0,0-1-150,-1 2 0,2 0 0,0-3-115,12 1 0,2-4 115,-10-5 0,1-2 0,-4-1-1283,12 0 1313,-11-2 0,6-2 0,-1-1 0,-3-1 0,0-2 0,0-1-180,2-3 0,0-2 0,0-3 240,6-6 0,1-3 0,-7-3-90,-6-9 0,-7-3 44,2-3 1,-5-4-228,-13 8 1,-3-3 0,-3-3 294,-2 2 0,-2-1 1,-2-2-1,0-2-166,-2-1 0,-1-2 0,-1-2 0,-1 0 0,-1 1-506,-2 0 0,-2 0 0,0 0 0,-1 1 0,0 2 582,-1-3 1,1 1-1,-2 2 1,-4 0 84,0 8 1,-4-1 0,-1 1 0,-1 2 0,0 5-54,-8-1 1,0 4 0,-4 1-10,0-2 0,-3-1 0,-3 3 0,0 8-293,0 11 1,-2 6-1,-1 6 1,2 4-53,6 4 1,1 4 0,0 4-1,1 3 1,1 1-25,-2 4 0,2 3 0,0 2 1,3 2-1,3 1-306,3 2 0,1 2 1,2 2-1,6 0 0,6 0-116,7-3 1,6 2-1,4-1 1,2-2 0,0-2 439,3 7 1,2-4-1,7-4 1,13 0-1,7-3 1,-2-7-1,-5-8 1,-1-1-1</inkml:trace>
  <inkml:trace contextRef="#ctx0" brushRef="#br0" timeOffset="43244.54">19191 2231 7533,'0'-12'2158,"0"5"-718,16-15-1350,27 12-90,-2-13 224,0 12 1,0 4 45,1-2-135,-1 0 0,0 2-45,-8 6 225,3-2 0,1 0-135,2 3 134,2 0 1,2 0-343,-14 0 1,1 0 116,9-2 1,6 0 0,-6 0-328,-7 2 0,1-1 283,4-1 0,7-1 0,0-1 0,-6 2 0,0 1 0,0 1-113,4-2 1,6-2-1,0 1 1,-5 1-23,-1 1 0,0 1 90,0-2 0,6 1 0,0-1 0,-6 1-90,0 1 0,0 0 112,-1 1 1,5 1 0,0-1-1,-6 1-422,1-2 1,0 1 444,1 1 0,7 1 0,-1 1 0,-7-2-45,-2-1 0,1-1 53,-4 2 1,6 0 0,2 1 0,-1-1 0,-6 0 36,7-1 0,0-1-72,-7 1 0,5 1 0,3-1 0,-1 0 0,-6 0-18,-3-1 0,-4 0 0,5 0 22,10 0 1,7 0 0,0 0-1,-7 0 23,1 0 0,0 0-23,-2 0 1,8 0-1,-1 0 1,-6 0-23,1 0 0,0 0 22,-3 0 1,7-1-1,1 1 1,-1 1-323,-6 1 0,-1 1 0,0 0 0,3 0 300,-1-1 0,1-1 0,2 1 0,0-1 0,1 1-196,-5 0 1,0 0 0,0 0 0,1 0 0,0 1 0,-1-1 180,0 0 0,-1 0 0,1 0 0,-1 0 0,0-1 0,1 1 15,0-2 0,1 0 0,-1 0 0,1 0 0,-1 0 0,0 1 15,1 1 0,-1 1 0,1 0 0,0 0 0,-1 0 0,0 0-45,-2-2 0,0 1 0,0-2 0,0 2 0,0-1 0,1 1 15,0 1 0,2 1 0,-1 0 0,0 1 0,0-1 0,0-1 0,-2 0 0,0-1 0,0 1 0,-1-1 0,1 0 0,0 0 15,1 1 0,0 0 0,0 1 0,0-1 0,0 0 0,0-1 15,-1 0 0,0-1 0,0 0 0,0 0 0,-1 0 0,1 0 30,0 0 0,-1 0 0,1 0 0,0 0 0,-1 0 0,0 0-140,6-1 0,0 0 0,0-1 0,0 1 0,-1 1 77,-1-1 0,0 1 0,0 1 0,0-1 0,-1 0-36,1-1 0,0 1 0,-1-1 0,1 0 0,-1 0 18,-2 1 0,0 0 0,-1 1 0,1-1 1,-1 0 7,-1-1 1,0 0 0,0-1 0,0 1 0,-1 1 72,11 0 0,-1 0 0,0 1 0,-1-1-45,-6 1 0,0-1 0,-1 1 0,0 0-68,4 2 1,0 0-1,0 1 1,-1 0 22,-3 0 0,0 0 0,0 0 0,0-1 0,2 2 0,0-1 0,0 0 0,1-1 135,-6-1 0,1 0 0,0-1 0,0 0 0,1 0-23,8 0 1,0 0-1,0-1 1,2 0-59,-6-1 1,2 0-1,1 0 1,-1 0 0,1 0 26,-2 0 0,0 0 0,1 0 0,-1 0 0,0 0-191,1 0 1,1 0 0,-1 0 0,-1 0-1,-3 0 155,-2 0 0,-3 0 0,0 0 0,2 0 18,3 1 0,4 0 0,0 0 0,-1 0 0,-4 0 48,6 0 1,-4-1 0,6 1-55,-13 0 1,5 0 0,3 1 0,1 0 0,0 0 0,-1-1 0,-3 1-49,7-2 0,-3 0 0,0 0 0,0 1 0,3-1 11,-2 1 1,2 0 0,1 0-1,0 0 1,0 0 0,-2-1 60,2 1 0,0-2 0,-1 1 0,0 0 0,-1 0-18,-1 1 0,0 0 0,-1 1 0,0-1 0,0 0 7,0-1 1,-1 0 0,1 0 0,-1 1 0,0-1 10,-3 2 0,-1 0 0,-1 1 0,1-1 0,-1 0-14,9 0 1,0 0-1,-1 0 1,0-1 432,-2 1 1,0 0 0,0-1 0,0 1-389,0 0 1,0 0-1,0-1 1,0 0-46,2-3 1,1-1-1,-1 0 1,1 0 13,-8 0 0,-1 1 0,1-1 0,0 0 0,0 0-18,1-1 0,1 0 0,0 0 0,-1 0 0,0 1-18,8-1 0,-1 1 0,-1 0 0,1 0 67,-2 0 0,-1 0 1,0 0-1,-1 1 45,-6 1 1,-2 2-1,0-1 1,1-1 44,6-1 1,2-1-1,-1-1 1,-2 2 203,3-1 1,-3 1 0,2 0-62,4 0 0,1-1 0,-2 1-210,-12 0 0,-2 0 0,0 1-360,0 0 0,1 1 0,-1 1-780,2 0 1,1 1 0,-2 0-525,13 1 0,-4 1 1574,-11 0 0,-13 4 0,-30 10 0,-13-8 0,-1-1 0</inkml:trace>
  <inkml:trace contextRef="#ctx0" brushRef="#br0" timeOffset="55193.54">4410 7176 6903,'-10'-19'1439,"-6"1"-719,6 11-180,-7-3 269,-1 8 450,-15 2-179,-4 18-676,14-3 1,1 2-135,-1 1 0,2 2-90,3 1 0,1 1 314,-5 9 1,1 3-135,1 3 0,3 3-91,4-5 1,1 3 0,2 0-192,2 4 1,2 2 0,2 0 100,0 1 1,1 1 0,2 0-30,2 3 0,2-1 0,1-1-60,-2-10 0,1-2 0,2 1 0,4 6 0,2 0 0,2-3-45,5 7 0,1-1 45,-4-8 0,0 1 0,0-1-1,-1-5 1,0-1 0,1-1-180,9 9 1,3-4 44,3-5 0,3-4 134,2-8 1,3-5 90,1-1 0,0-6-135,-3-8 0,-1-7 0,-3-1 0,-2-6-1589,2-12 1,-3-5 1498,-10 10 0,-1-2 0,8-16 0,-3-4-128,-11 2 1,-2-3 262,1 3 0,2-3 0,-4-1-30,-4 4 0,-2 0 0,-1 0-459,1-6 1,0-1-1,-1 4 399,-2-2 0,0 0-23,-1 12 1,0-1 0,-1-2 0,-2-1-24,-2-6 0,-1-1 0,-2 0 0,-2 0 360,-2 1 1,-2 0 0,-2 1 0,-1 0-100,1 6 1,-1-1 0,-2 1 0,-1 3 0,-1 4-96,-11-4 0,-3 5 0,-3 6-390,-2 3 0,-3 5 1,0 6-391,4 6 0,0 5 1,2 4-434,3 3 1,2 4 0,1 4 1018,1 6 0,2 5 0,5 1 0,3 8 0,5 2 1,-1 2-1,0 0 0</inkml:trace>
  <inkml:trace contextRef="#ctx0" brushRef="#br1" timeOffset="62510.54">1041 17959 12285,'-43'0'719,"13"0"-2787,-3 0 1798,31 0 344,-4 6 0,14 0 1,-8 7-1</inkml:trace>
  <inkml:trace contextRef="#ctx0" brushRef="#br0" timeOffset="75844.53">6509 4177 7533,'-30'-21'3276,"15"5"-1245,24 27-952,21 4 0,5 0-1515,2 9 675,-9-9 1,3 1 0,1-2 30,5-3 0,4-1 44,2-2 1,7 2 0,3-1 0,-5-1-195,-2 0 0,-3-1 0,7-1 98,-10-3 1,5 0-1,3 0 1,2-1-1,-1 0 1,-4 1-1,-4-1-359,11 2 0,-5 0 0,3-1 356,-10-2 1,4-1 0,1 0 0,-2 0 0,-4 1 54,4 1 0,-4 1 0,-1-3-45,8-7 0,-2-2-135,-3 3 0,-2-4-171,0-8 0,-1-5 171,-3 2 0,0-2-145,-8 2 0,0-2 0,0-1 205,-1 1 0,1 0 0,0-1 29,2-2 1,0-1 0,-1 0-180,-1 4 0,1 0 0,-2 0 227,6-5 1,0 0-408,6 1 0,-1 0 225,-13-1 0,-1 1-45,0 10 0,-1-2 976,0-18 1,-3-4-977,-4 11 0,-3-1 149,-3-1 1,-2-5 0,-3 2 300,-4-13 0,-8 1-240,-5 13 0,-6 1 0,-2 2-359,-1 4 1,-3 3 0,-2-1 148,-9-4 0,-3 0 0,2 3-1451,-2 1 0,2 2 1361,-2-1 0,1 1-45,10 5 0,-3 1-888,-5 3 0,-6-1 1,3 1 887,1-5 0,-3 2-124,6 5 1,-7 1-1,-3 0 1,0 2-1,3 1 191,-1 2 1,3 2 0,-2 1 0,-2 1 67,-2 0 0,-4 0 0,0 2 0,-2 0 0,1 2 89,8 1 1,-2 0 0,1 0 0,0 2 0,0 1 0,2 1-182,-5 2 0,1 2 1,1 0-1,1 2 0,0-1 128,4-1 0,0 0 0,1 1 0,1-1 0,1 2 9,-1 1 0,0 1 0,3 0 0,-1 1 572,-9 7 1,2 2-1,2-1-377,8-4 0,2-1 0,1 2 418,-3 5 0,1 2 0,3 3-478,6-1 0,2 2 0,4 2-31,2 2 1,2 2 0,4 2-750,2 5 1,4 2-1,3-1-435,1-5 0,2-2 0,5 1-58,8 1 1,5 0 0,1-3-547,1-1 1,3-2 951,-2-5 1,3 1 0,-2-3 686,-1-2 0,-1 0 0,0 4 0,-3 1 0,-7-7 0,0 1 0</inkml:trace>
  <inkml:trace contextRef="#ctx0" brushRef="#br0" timeOffset="78810.53">5309 10150 7533,'-17'-19'3276,"-17"40"-2184,18 4 0,2 9 0,-1 3-520,1 3 0,-1 5 1,2 1-1,0 1-321,4-7 1,-1 2 0,2 0 0,2 0 0,2-1-185,3 5 1,2 1 0,4-3-1,6-6 406,16 9 0,11-20-353,-2-35 0,5-17 0,-3-7-165,-9 2 0,-2-5 0,-3-4 0,-2-2 66,-5 3 0,-1-4 0,-3-1 1,-2 0-1,-5 1 203,-4-3 1,-5-1 0,-3 2 0,-5 3-735,-6-4 1,-5 3-1,-5 12-1129,-18 16 1,-1 13 1091,12 1 1,6 9 0,7 21 0,8 5 0,5 10 0</inkml:trace>
  <inkml:trace contextRef="#ctx0" brushRef="#br0" timeOffset="79511.53">5874 10497 9691,'-10'0'3276,"41"-5"-1638,-5-1 0,5-1-854,4 0 1,4-1-1,1-1-1877,-1-1 1,1-1 0,-2 0 829,10-5 1,-3 0 0,-9 4 0,-6 0 0,-4-6 0</inkml:trace>
  <inkml:trace contextRef="#ctx0" brushRef="#br0" timeOffset="79710.53">6227 10101 7533,'-23'11'1092,"0"0"0,4 17 0,3 10 0,5 4 0,3 7 0,2 2-1252,0-5 1,2 2-1,0 1 1,0-1 159,1-2 0,1 0 0,0-1 0,-1-1 0,-2 7 0,0-2 0,0-5 0,0-2 0,0 1 0</inkml:trace>
  <inkml:trace contextRef="#ctx0" brushRef="#br0" timeOffset="81194.53">20973 1996 7533,'-27'-3'1529,"1"0"0,-19 2-270,9-10-449,19 9-91,9-3-89,16 5-91,16-5 1,9-1-330,-1 0 0,4 0 0,3-2-408,1 0 1,3-2 0,1 0 0,0 1 84,1 1 1,1-1 0,-1 1-1,-1 0-67,6-3 0,-1 1 1,-5 1-91,5 2 0,-12 1 1080,-19 1-406,-39 11 1,-17 5-225,2-3 0,-4 0 0,-1 2-281,-4 2 0,-2 1 0,0 0 348,4-1 0,-1 1 1,0-1-1,4-1 23,3-1 0,3-1 0,1 0 224,-13 4 1,6-2 135,7-6-90,56-10-945,13-3 0,7-2 15,-8 1 0,3 0 1,0 1-61,2-1 0,0 0 1,-2 0-46,5-1 0,-8 2 1587,-9 3-822,-67 10-180,-3 2-180,6 0 0,-8 2 0,7-1-1709,-2 1 160,7 6 1,13-2 1153,48-10 0,11 8 0,5-11 0</inkml:trace>
  <inkml:trace contextRef="#ctx0" brushRef="#br0" timeOffset="88060.54">6844 10225 7533,'-8'-20'3276,"-17"14"-1946,6 25 0,0 13-581,-1 1 1,-2 5 0,4 4-568,5-6 1,3 4 0,2 0-1,-1-1 328,-2 11 0,0 0 0,8-4-196,10 9 1,11-19-165,16-40 0,3-18-390,-12-1 0,-2-7 0,-2-4-75,-3 2 0,0-4 1,-3 0-1,-6 0 435,-5-8 0,-7 1 0,-6 4-165,-10-5 0,-9 14-920,-4 25 0,0 14-674,6 17 1,7 7 1359,7-2 1,8 2 0,9 3-1,8-3 1,14-9 0</inkml:trace>
  <inkml:trace contextRef="#ctx0" brushRef="#br0" timeOffset="88228.54">7056 10585 7533,'0'45'3276,"0"-10"0,7 6 0,3-13-3030,0 15-1885,1-18 1,2-3-1202,-2-4 2840,7 9 0,-2-27 0,-7 0 0</inkml:trace>
  <inkml:trace contextRef="#ctx0" brushRef="#br0" timeOffset="88397.54">7355 10051 7533,'-9'29'3276,"-7"4"-2184,11 1 0,3 8 0,-1-2 546,-2 3 0,0 2-1006,3-9 0,0 3 0,0 1 1,1-1-633,0 0 0,0 0 0,2-1 0,0-2 0,1-1 0,0-3 0,1 1 0,1 8 0,-1-1 0,0 0 0</inkml:trace>
  <inkml:trace contextRef="#ctx0" brushRef="#br0" timeOffset="88910.54">7849 10200 7533,'-17'-7'3276,"7"1"0,-6 34-2100,4-4 1,-1 3-998,-1 4 1,-1 3 0,-1 0-510,-4 3 0,-2-1 1,1 0-764,0 1 1,0-1 0,0-3-547,-6 4 1,1-5 818,-1 4 1,11-25 0,16-11 0</inkml:trace>
  <inkml:trace contextRef="#ctx0" brushRef="#br0" timeOffset="89077.54">7602 10349 7533,'0'-14'3276,"16"20"-1638,-2 16 0,-1 9-546,0-2 0,-1 4 0,1 0-1233,4 9 1,1 1 0,-2-1-1,-6-8 1,-1-2 0,1 0 0,7 8-1,-1 1 1</inkml:trace>
  <inkml:trace contextRef="#ctx0" brushRef="#br0" timeOffset="89410.54">7973 9903 7533,'-2'-20'3276,"35"2"-2396,1 11 1,5 2-881,-7 0 0,3 1 0,-2 1 0,5-1 0,-2 1 0,-8 0 0,1 0 0</inkml:trace>
  <inkml:trace contextRef="#ctx0" brushRef="#br0" timeOffset="89693.54">8132 9878 0,'-36'23'1638,"14"-2"0,1 6-546,9 2 0,3 4 0,1 3-273,-1 0 0,-1 3 0,2 1 0,1 1-166,3 5 0,2 1 0,1 2 0,-1-1-519,-2 1 1,-1 0 0,1 0 0,1-2 337,1-6 0,1-1 1,1-1-1,1-3 292,0 17 1,6-7 601,7-16 0,7-6-3005,8-13 1,5-5 1553,10-2 1,0-2 0,-10 3-1,-1 1 1,0 1 0,0 0-1</inkml:trace>
  <inkml:trace contextRef="#ctx0" brushRef="#br0" timeOffset="91244.54">8414 10237 7533,'-10'-12'3276,"-6"5"0,6 34-2010,5 5 1,1 5-788,-2-4 1,0 2 0,2 1-61,3 2 1,1 0 0,-1-2-150,-3 8 0,0-6-180,4 5-990,0-65 0,3-15 1,2-8 599,0 3 0,2-4 1,-1 1 478,-2 2 1,-1 1 0,1 3 854,5-19 1,-2 25 1394,-7 48-1710,-7 19 1,-2 11-540,7-8 0,2 3 0,-1 0-270,-6-5 0,0 0 0,5-5-495,8 1 0,4-14-404,9-62 809,-7 16 0,0-5 0,-1-1 330,0-6 0,-2-1 0,-1 1 524,6-16 1,-11 20-315,-26 47-750,8 17 0,3 15 1,0 2-431,1-2 1,1 4 0,1 1 0,0-2 491,-1-6 0,1 0 0,1-2 1,3 0-1,5 8 0,3-1 1,2-7-1,0-12 0,0 0 1</inkml:trace>
  <inkml:trace contextRef="#ctx0" brushRef="#br0" timeOffset="92094.54">4339 8416 7623,'-19'7'3276,"-13"4"-1605,28-10 218,-11 10 719,38-9-1618,-1 3-631,2-6 1,3-3 0,-1 1 0,1-1-630,4-2 0,0-1-540,1 4 1,-1-1-90,14-1 1348,-51 10 495,-24 7 1,-10 0-91,-3-1 1,-3 0-46,7 1 1,-3 1 0,4-2-136,4-4 1,3-1 2203,-12 6-2068,43-12-990,51-6-1459,-23 3 1,3-1 545,3 2 1,4-1 0,0 1 682,-4 0 0,-1 0 1,0 1-1,9 0 1,0 2-1,-5-1 0,0 0 1</inkml:trace>
  <inkml:trace contextRef="#ctx0" brushRef="#br0" timeOffset="92994.54">8484 10299 7533,'0'-31'1799,"-15"-16"-180,3 29 180,-6-10-450,10 61-1079,8-1 0,0 5-570,-4 0 0,-2 4 0,1 1-793,3 6 1,2 2 0,-2-3 829,-3-12 1,-1-3-1,1 0 1,2 11-1,-2-6 1,-5-12-1</inkml:trace>
  <inkml:trace contextRef="#ctx0" brushRef="#br0" timeOffset="94143.54">21960 1996 7533,'-17'-18'3276,"23"-7"-5287,29-7 2371,-2 6-150,-3 12 0,6-1 0,-6 4-103,0 0-107,6 1 0,9 0 0,-7 3 0,1 5 0,3-1 0,-1 1 0</inkml:trace>
  <inkml:trace contextRef="#ctx0" brushRef="#br0" timeOffset="95410.54">22666 1983 7533,'-10'0'1889,"-6"-5"-2249,38 3-540,0-9 244,3 7 1,3 1-1,17-4 1,-2 2 0</inkml:trace>
  <inkml:trace contextRef="#ctx0" brushRef="#br0" timeOffset="96630.54">23319 1959 7533,'-18'-13'2608,"16"1"-2428,27-1-360,15 6 180,-10 3 0,0 3 0,8 6 0,-5 2 0</inkml:trace>
  <inkml:trace contextRef="#ctx0" brushRef="#br0" timeOffset="98311.54">8731 10559 7533,'-19'0'3276,"3"0"0,47-11-1740,-5 7 0,3 0-2481,15-5 1,2 0 944,5 3 0,-4 0 0,-17 0 0,-3 0 0,12-7 0</inkml:trace>
  <inkml:trace contextRef="#ctx0" brushRef="#br0" timeOffset="98477.54">8996 10225 7533,'-10'23'3276,"-13"14"-2184,14-2 0,4 9 0,-1 0-1400,-3 1 1,-1 2-1,1 1 308,4-3 0,0 2 0,1 0 0,1-4 0,-1 0 0,2-3 0,0-3 0,2 4 0,0 0 0</inkml:trace>
  <inkml:trace contextRef="#ctx0" brushRef="#br0" timeOffset="99727.54">14693 3124 9871,'30'2'1092,"-1"1"0,17-1 0,4-3 0,-7 0 0,2-1 0,2 0-504,-7-1 1,1 0-1,-1-1 1,0 0-350,6-2 1,0-1 0,-3 1 90,-3 1 0,-2 2 0,-4-2-247,-5 0 0,-3-1-533,1 1 1,-5-2-2162,-10-7 2611,3 2 0,-30 6 0,-5 6 0</inkml:trace>
  <inkml:trace contextRef="#ctx0" brushRef="#br0" timeOffset="100595.54">9454 10275 7533,'0'-36'2968,"-7"14"-2608,5-2 1619,-22 35-1620,12 4 271,-8 22 0,-1 6-1352,10-17 1,1 2 1290,-7 14 1,-1 6 0,4-4-390,6-11 0,2 0 209,-2 2 1,-2 2 0,4-5 170,6 4-335,14-12 0,4-8-45,-3-20-135,12-5 0,3-7-225,-8-11 0,-2-8 0,-1 2-139,3 3 1,-1-3 3,-7 0 0,0-6 0,-2 1 1,-3 6 134,-1-16 315,-15 6 0,-10 3-1637,-7 17 0,-4 6 782,-16 1 360,14 11 0,4 10 305,13 22 0,8 8 0,3 11 1,3-9-1,0 0 0</inkml:trace>
  <inkml:trace contextRef="#ctx0" brushRef="#br0" timeOffset="100794.54">9613 10559 7533,'-27'12'3276,"9"-10"0,10 20 0,16 3-1951,2 3-2315,-1-5 1,0 0-1529,0-1 879,3 2 1,0-2 1288,0-11 0,13 16 0,-7-20 0</inkml:trace>
  <inkml:trace contextRef="#ctx0" brushRef="#br0" timeOffset="101128.54">10019 10163 7533,'-26'3'1638,"1"-1"0,-6 11 0,-3 3 0,3 3 1638,7 16-1638,-1 0 0,1 0-1070,13 2-613,0-9 0,6-3-1124,28-6 629,-1-7-2069,21-23 1260,-16-13 0,-3-5 854,-4 4 1,-1-1 134,4-13 0,-3 1 405,-10 11 0,-2 4-45,8-5 2878,-22 23-2248,12 20 539,-15 22 1,-6 6-1468,3 5 545,5-14 0,-2 8 1,0 0-1,1-5-794,-2-2 0,1 1 30,1 6 0,2 8 0,-1 0 0,2-9-23,0-4 0,0-2 540,0 12 0,0 5 0,0-8 0,0-14 0,0-3 0,-4 11 0,0 1 0</inkml:trace>
  <inkml:trace contextRef="#ctx0" brushRef="#br0" timeOffset="106944.54">25347 1983 7982,'-18'-7'3276,"9"2"0,1 5 0,31 5-511,22 8-1911,1-9 1,4 0-555,-12 0 0,2 0 0,0-1-308,6-4 0,2-1 0,-1 0 188,-2 1 0,-1 1 0,0-1 0,1 0 0,-1-2 0,-1 2-234,7 1 0,0 0 174,-8-2 0,3 0 0,-7 0-75,-10 2 0,-1-1 224,21-4 1,0-1 450,-16 2 0,-1 1-136,5-3 1,2-1-269,5 3 1,0 1-317,-7 0 0,-1 1 0,12 2 0,0 0 0,-8-3 0,-1 0 154,5 2 0,0 1-154,-7 0 0,-4 0 0,8 1 0,-5 5 0,2-1 0,12-3 0,-13 1 0,-1 0 0,2-3 0,2 0 0,-35 0-2699,12 0-578,-32 10 2457,12 4 1,-35 11 0,9 0 0</inkml:trace>
  <inkml:trace contextRef="#ctx0" brushRef="#br0" timeOffset="108628.54">10372 10423 7353,'-8'-14'3276,"6"14"-2594,-14 20-233,6 17-359,-1-10 0,-3 1-315,1 1 0,-2 0-360,-2 5 1,-1-1-541,0-6 1,1-3-675,-3 8 1799,5-21 0,15-23 0,0-8 0</inkml:trace>
  <inkml:trace contextRef="#ctx0" brushRef="#br0" timeOffset="108844.54">10231 10436 7533,'15'24'3276,"5"14"-2801,-3 0 1,1 5-1376,-3-6 1,-2 0-450,-4-2 0,-1-2 1349,0 12 0,-8-15 0,0-19 0</inkml:trace>
  <inkml:trace contextRef="#ctx0" brushRef="#br0" timeOffset="109011.54">10266 10622 7533,'-28'0'3276,"3"0"-1065,39 5-3021,23-4-539,2 2 0,2 0 1349,-11-3 0,-1 0 0,2 0 0,-5 0 0,-8 0 0</inkml:trace>
  <inkml:trace contextRef="#ctx0" brushRef="#br0" timeOffset="110428.54">10672 10386 7892,'0'-19'2159,"0"1"-1709,0 11-270,0 1 90,7 6 359,-5 0-179,6 0-90,-8 0 0,0 11-180,0 14 269,0 25-224,-4-22 0,0 2 90,4-1 0,-2-2 134,-13 5-269,13-21-2069,10-40 720,11-17 764,-6 17 1,2 1 673,10-11 631,-7 28-1,-8 41-539,-3 10-360,-7-1-539,16-21 89,11-42 405,-8 8 0,0-2 315,-1-3 0,-1 3 539,8 6-1259,-15 31-2428,6 20 2878,-6 5 0,15-18 0,3-10 0</inkml:trace>
  <inkml:trace contextRef="#ctx0" brushRef="#br0" timeOffset="110794.54">11183 10361 7533,'-25'17'3276,"-3"14"-1638,17-6 0,3 1-2081,-2 0 0,4-1-546,14 12-900,9-35 270,11-28 2249,-9-14 1618,5 8-359,-22 27-90,14 35-2159,-15 10-2917,23-2 0,-12-14 2914,13-18 0,-7-12 1,0-1-1</inkml:trace>
  <inkml:trace contextRef="#ctx0" brushRef="#br0" timeOffset="110994.54">11395 10386 11760,'43'21'2249,"-14"13"-3823,-11-3 0,-2 1 1574,1 14 0,1-17 0,-1-23 0</inkml:trace>
  <inkml:trace contextRef="#ctx0" brushRef="#br0" timeOffset="111128.54">11642 10299 8522,'-24'-8'3276,"-13"37"-1638,10-5 0,-1 5-1592,7-1 1,0 2 0,2-1 0,0 4 0,1-1 0,1-2-1,1 0 1</inkml:trace>
  <inkml:trace contextRef="#ctx0" brushRef="#br0" timeOffset="111994.54">11042 10882 7533,'-45'5'1638,"19"5"0,1 4-353,5 4 0,3 2-610,-2 5 0,2 1-496,7 0 1,3-2-989,-1 8 179,16-15-1978,17-33 1618,-3 5 495,-5-7 1,-1-4 134,-2-5 0,-2 0 1709,7-6 1260,-1-1-270,-10 70-2160,-4-11 1,0 3-135,0 10 0,1-1-45,13 8-2428,0-10 1608,7-29 1,-5 0 0,5-6 0</inkml:trace>
  <inkml:trace contextRef="#ctx0" brushRef="#br0" timeOffset="112278.54">11254 10807 12570,'-20'37'-480,"-4"-5"0,15-1 1</inkml:trace>
  <inkml:trace contextRef="#ctx0" brushRef="#br0" timeOffset="113614.54">12030 10076 7533,'0'-20'0,"0"-8"1979,0 20-1530,-8-5-89,6 8 270,-14 10-1,6 13-1695,-9 10 0,-3 3 1290,10-7 1,1 3 157,-4 6 1,-3 7-1,0 3 1,4-4-660,4-1 1,4-1-1,-1 1 397,-5 7 0,0 2 0,2-2-26,4 9 1,4-8 85,10-7-1370,26-3 830,-3-24 360,6-22 0,0-7-1080,5-8 480,-15-3 1,3-8-1,-5 3 330,-7 7 1,-3-2-391,2-12 0,1-7 0,-4 7 570,-4 13 0,-2 0 465,-1-21 1,-4-2-376,-6 21 0,-2 1 617,-3-5 1,-4 2-528,-4 5 0,-3 3-90,-2 3 0,-1 4-1169,-8 2 2133,-11 14-2223,29 20 269,-11 17 990,21-4 0,-6 2 0,8-10 0</inkml:trace>
  <inkml:trace contextRef="#ctx0" brushRef="#br0" timeOffset="113811.54">12047 10361 7533,'-19'13'3276,"3"4"0,24 14-923,2-4-2263,7 9 269,1-6-898,0 8 314,-6-17 0,1 2-1664,7 21 630,5-7-1710,-7-7 2969,-8-10 0,-3-3 0,-7-4 0</inkml:trace>
  <inkml:trace contextRef="#ctx0" brushRef="#br0" timeOffset="114627.54">12594 9878 7533,'-35'22'1638,"17"-3"0,1 6-546,-1 3 0,1 6 0,1 2-928,1 10 1,3 4-1,-1-3-44,1-10 0,-1-1 0,3 1-360,2 14 0,2 2 0,5-8-1046,4-18 1,1-2 1240,-4 11 0,2-2-2743,22 8 2630,11-9 0,4-7 1,-13-18-1,-1 0 0</inkml:trace>
  <inkml:trace contextRef="#ctx0" brushRef="#br0" timeOffset="118627.54">5415 8540 7533,'-19'-19'1979,"-5"6"179,14 2-89,-15 10-630,13-5-449,28 6-990,31-16 90,-20 12 0,3-2-180,7-10 0,0-2-675,-9 7 1,-1 1-1,1-2 1,-1-1 1663,8-5-89,-51 11 449,-31 7-495,8 8 1,-2 2-585,8-3 0,1 2 404,-3 5 1,4 1-225,9-7 629,-9 3-809,29-11 1169,-6 0-1079,39-6-270,-1-4 0,3-3-810,12 0 1,2-2-1,-1-4 1,-2 1 179,-6 8 1,-7 1 629,-12-2 1259,-36 17-899,-22 3 0,-8 5-61,11-1 1,-2 3 0,0-1 179,-4 0 1,-2 1 0,4 0 824,-4 7 1,8-4-1215,11-12-45,53-9 0,18-4-45,-13-1 0,1 0 0,1 5 0,4 2 0,-4 2 0,-4 5 0,-1 0 0</inkml:trace>
  <inkml:trace contextRef="#ctx0" brushRef="#br0" timeOffset="119744.54">12682 10250 11221,'24'-20'2608,"-3"8"-3507,23 1-676,-18 8 1,-1-1 1574,6-8 0,10-1 0,-23 1 0</inkml:trace>
  <inkml:trace contextRef="#ctx0" brushRef="#br0" timeOffset="119927.54">12859 10187 7533,'-8'18'3276,"-2"7"-886,0 13-2615,2-10 1,1 4-91,5 5 0,2 2 315,-8 0 0,0-1 0,4-6 0,-2-2 0,-11 12 0</inkml:trace>
  <inkml:trace contextRef="#ctx0" brushRef="#br0" timeOffset="120094.54">12735 10597 13469,'30'0'-1093,"-1"0"1,4-6 0,-1 1 1009,17 2 1,-20-5 0,-3-1 0,-7 2 0</inkml:trace>
  <inkml:trace contextRef="#ctx0" brushRef="#br0" timeOffset="120510.54">13106 10659 15268,'-13'27'-15,"0"1"0,-4-2 0,-1-1 0,-11 13 0,-5-9 0</inkml:trace>
  <inkml:trace contextRef="#ctx0" brushRef="#br0" timeOffset="124361.54">13353 10175 9422,'-28'-7'3276,"3"2"-886,7 22-1491,1 4 1,1 6-180,4 4 0,2 4-496,-5 6 1,5-1-990,11-11 1,6-7-2513,12-10 1812,3-23 1,-1-9 834,-5-3 0,-2-1 1439,-1 0 1,-1 4 2069,-4 7-91,-16 38-3237,22 21-1190,-9-18 1,2 0 1490,12 11 0,13-16 0,-13-18 1</inkml:trace>
  <inkml:trace contextRef="#ctx0" brushRef="#br0" timeOffset="124528.54">13564 10089 7533,'-27'-6'3276,"-6"16"-706,13 20-2570,-6 11 0,21-16 0,1 0 0,-4 11 0</inkml:trace>
  <inkml:trace contextRef="#ctx0" brushRef="#br0" timeOffset="124927.54">13617 9890 7533,'16'-26'3276,"4"25"-1638,-9 24 0,-3 13-546,-1 0 0,-1 4 0,-3 4-749,-4-3 1,-3 3 0,-1 1 0,-1 1-682,1 2 1,0 1 0,-2 0-1,-3-1 338,-1-9 0,-3 1 0,0 0 0,-1-3 0,0-2 0,-4 8 0,0-4 0,-2-2 0,-4-4 0,-1-1 0,1 1 0</inkml:trace>
  <inkml:trace contextRef="#ctx0" brushRef="#br0" timeOffset="134711.54">13935 10497 8252,'-36'-6'3276,"17"0"-345,3 6-1402,16 6-1079,0-5 539,16 10-629,-12-10 90,43 10-91,-24-9-269,9 3 0,3 1-180,12-5-360,-16 2 1,-1-1-181,-1-2 810,-5 0 90,-56-5-180,-15-2 269,15 4 1,0-1-180,4 1 0,3 1 1349,-9 2-4047,48 0 1971,15 0 1,-2 2 0,1 1 0,3 1 0,-1-1 0</inkml:trace>
  <inkml:trace contextRef="#ctx0" brushRef="#br0" timeOffset="135877.54">14676 10473 7533,'-10'-7'1079,"-6"1"630,-2 6-90,-17 17-990,12 10 1,1 11-240,1 1 0,0 5 0,2 3-458,6-5 1,0 2 0,2 0 0,1 0 201,1-2 1,-1 1 0,4-2 0,4-2-105,5 3 0,4-3 0,8-10-279,15-9 1,5-15-142,-3-16 0,2-12 1,-2-3 59,-2-7 0,-2-4 1,-4-3 220,-5 5 0,-2-2 0,-2 0 0,-5 1 319,-5-6 0,-5 2 0,-3 2-300,0-6 0,-8 8-1259,-9 16 0,-3 10 1545,-4 17 1,9 8 0,10 8 0</inkml:trace>
  <inkml:trace contextRef="#ctx0" brushRef="#br0" timeOffset="136061.54">14623 10869 7533,'-10'24'3276,"2"13"-1638,18-10 0,4 2-912,-4 11 1,1 0-727,2-3 0,2-2 0,0-3 0,1-2 0,3 11 0</inkml:trace>
  <inkml:trace contextRef="#ctx0" brushRef="#br0" timeOffset="140427.54">15099 10634 7533,'0'-25'899,"0"-5"810,0 9 0,-16 3 0,-11 51-1170,8-7 1,-3 6 0,2 2-567,3 1 1,0 3 0,1 2-1,1 1-18,0 1 0,0 1 0,2 1 0,1-1-517,3-5 0,0 1 0,3-2 0,5-3-1077,11 16 1,5-7 1284,9-1 0,17-20 1,-23-15-1</inkml:trace>
  <inkml:trace contextRef="#ctx0" brushRef="#br0" timeOffset="140677.54">15187 10733 7533,'0'-14'3276,"0"9"0,0 45-3089,-7-8 0,-2 6-607,7-1 0,3 4 0,-4-1-270,-4 1 1,-2 0 0,2-1-950,5 9 1,2-4 1555,-4-14 1,0-8 0,4-12 0,0-18 0</inkml:trace>
  <inkml:trace contextRef="#ctx0" brushRef="#br0" timeOffset="140828.54">15169 11080 7533,'10'-33'3276,"14"4"-1065,3 17-2751,-1 5 0,1 1-280,20-6 1,-4 5 0,-17 2 0</inkml:trace>
  <inkml:trace contextRef="#ctx0" brushRef="#br0" timeOffset="140977.54">15434 10770 9602,'-13'48'819,"1"-1"0,0-5 0,0 1 0,0 3-522,4-4 1,1 2 0,0-1 0,0-1 0,-2 4 0,0-3 0,1 0 0,6-4-1,-1-1 1,1 1 0</inkml:trace>
  <inkml:trace contextRef="#ctx0" brushRef="#br0" timeOffset="143226.54">15610 11390 9062,'-7'-14'3276,"-11"14"-2594,6 9-2321,-5 9 1,3 3-1639,10-3 3005,-7 8 1,-2-1 0,4-8 0,-9 12 0</inkml:trace>
  <inkml:trace contextRef="#ctx0" brushRef="#br0" timeOffset="156976.54">16933 10559 10591,'26'38'3276,"-14"-16"-2184,-5 10 0,-1 11 0,-4 1-486,-5 2 1,-4 1 0,2-1-607,4-6 0,1-1 0,-3 2 44,-7 5 1,-4 3 0,-2 0 0,1-5-1138,-1-6 1,0-4 0,-1 1 995,-3 5 0,-2 1 0,-1-1 97,-3 3 0,-3 0 0,2-6 0,-1-5 0,-1-2 0,3-4 0,0-1 0,0 1 0</inkml:trace>
  <inkml:trace contextRef="#ctx0" brushRef="#br0" timeOffset="158316.54">17127 10386 7533,'-17'-14'2698,"7"3"-1439,-6 0 361,14 8 178,-6-8-538,8 11-91,0 0-179,8 0-91,10-5-629,2 3-90,21-8 0,-12 3-1819,0 3 1,1 1 1163,1-8-2802,18 9 2846,-29-3-468,5 10 719,-15 2-90,6 11 630,-14-4-180,-2 26 629,-2-22-449,-5 9 0,-2 2 719,-1 11-494,1 6 0,1 3-468,3-15 1,0 2 31,-1 10 1,0 6 0,2-5 712,3-5 1,0 2-773,-1-4 0,0 6 0,0 1 0,0-6 0,2 6 0,0 0 67,-1-7 0,0 6 1,-2-2-1,1-6-112,-3 0 0,0-3 285,0 3 0,-1 3 0,-1-4 1308,-1-7 0,-2-1-824,-6 14 1,-1-2-905,3 2 270,-17-16 0,0-4-1441,21-9 676,-29-6 1,0-3-2693,29 0 1840,-17-8 1,-1-5 1436,16 0 0,-13-15 0,7 3 0</inkml:trace>
  <inkml:trace contextRef="#ctx0" brushRef="#br0" timeOffset="158766.54">17939 10733 8882,'-18'0'2968,"8"11"-1439,-13 3 720,11 16-540,-21 7-1646,23-10 1,0 1 295,-6 1 1,-1 0-135,3 7 0,0 1-495,-7-2 0,-1-1 135,8 1 0,-1-1-854,-10-3 0,1 0 268,13-5 1,0-3-2557,-22 9 3241,23-8 1,-6-34 0,7-5 0</inkml:trace>
  <inkml:trace contextRef="#ctx0" brushRef="#br0" timeOffset="158946.54">17621 10783 7533,'20'11'3276,"3"8"0,-5 18-1638,-9-10 0,2 1-39,9 3 0,1 2-1464,-6 6 0,-1 2-1035,4-3 1,-1-1 314,0 1 1,0-1-1055,-3-3 1,-1-1 341,-3-7 1,0-1-99,3 0 1,-3-2 1394,-8 3 0,6-2 0,-8-12 0</inkml:trace>
  <inkml:trace contextRef="#ctx0" brushRef="#br0" timeOffset="159096.54">17657 11142 7533,'-28'0'3276,"3"0"0,15-5 0,2-2-242,24-6-1954,19-5-1575,-5 8 0,3 1 90,2 1 1,2 2 404,-3 3 0,1 1 0,-2 2 0,-2 2 0,-1 3 0,7 1 0,0 0 0</inkml:trace>
  <inkml:trace contextRef="#ctx0" brushRef="#br0" timeOffset="166116.54">18662 10572 7443,'0'-20'2159,"-8"8"-720,-2 6-180,-23 40-405,14-2 1,1 5-556,3-9 1,-1 3 0,2 2 30,-2 11 0,1 3 0,3 0-464,2-5 0,1-1 1,0 2 267,0-4 1,0 3 0,1-2 0,1-1-150,2 0 1,2-3 0,-1 2-406,-4 8 0,-1 1 1,3-7-31,5-13 0,0-2-1124,-13 11 0,-4-3 675,-3-13-586,-4-9 1,-1-4 1484,-4-1 0,-11-6 0,14 0 0</inkml:trace>
  <inkml:trace contextRef="#ctx0" brushRef="#br0" timeOffset="166316.54">18239 11241 8162,'0'-26'3276,"15"-14"-345,-3 29-3921,18-2 1,5 4-1170,8 9 2159,-1 0 0,0 0 0,-3 0 0,2 0 0</inkml:trace>
  <inkml:trace contextRef="#ctx0" brushRef="#br0" timeOffset="166526.54">18574 11403 7533,'0'26'1092,"0"0"0,0 9 0,0-1 759,0-4-1851,0-3 0,0-2 0,0-4 0,0 2 0</inkml:trace>
  <inkml:trace contextRef="#ctx0" brushRef="#br0" timeOffset="167966.54">19032 10733 7533,'-35'-7'3276,"8"18"-2184,5 16 0,0 12 0,1 4-273,7-8 0,1 3 0,1 1 0,0 2-924,-1 0 1,-1 2-1,0 1 1,2 0-1,2-1-715,1 2 1,1 1 0,4-3 0,8-2-274,13 2 1,8-4 0,-1-6 545,-5-4 1,3-8 0,23-8 0,-1-10 0,-17-9 0</inkml:trace>
  <inkml:trace contextRef="#ctx0" brushRef="#br0" timeOffset="170296.54">19262 10907 11311,'-5'31'1092,"0"-1"0,-3 11 0,0 4-925,2 1 0,0 5 0,1 1-976,0-12 0,0 1 0,0 0 1,0-1-32,-1 9 1,0-2-1,0-2 840,1 8 0,2-7 0,3 1 0,0-37 0</inkml:trace>
  <inkml:trace contextRef="#ctx0" brushRef="#br0" timeOffset="170446.54">19262 11328 10231,'24'-19'150,"1"1"0,-1-1 0,1 1-697,6-1 1,0 0 0,-8 4 0,-3-1 0,6-15 0</inkml:trace>
  <inkml:trace contextRef="#ctx0" brushRef="#br0" timeOffset="170916.54">19667 11625 7533,'-9'13'3276,"-7"10"-1875,14-13-2660,-14 28-180,14-16 269,-13 16 350,-3-8 1,6-16 0,-3-3 0</inkml:trace>
  <inkml:trace contextRef="#ctx0" brushRef="#br0" timeOffset="184096.54">14446 11489 7533,'-19'-7'3276,"3"2"-1335,24 10-412,25 19-990,-1-10 1,7-1-390,-4-1 0,4 0 0,2-4-425,-3-6 1,2-3 0,1-2 0,-1 1 161,-1 0 1,0 0 0,0-1-1,-1-1 0,0-2 1,1-2 0,-2 1 0,-2 3 413,16 6 0,-4 7 643,-11 2 0,-4 6-134,-5 9 0,-3 3-361,2-6 1,1-1-270,14 3 0,5-2-394,-12-9 1,2-2 0,1 0 93,2-1 0,0-1 0,1 0 510,3 1 0,0 0 0,0-3 179,-2-2 1,0-1 0,1-2-61,4 0 1,1 0 0,1-3-211,0-3 1,0-2 0,-1 0-120,-2 1 0,0 0 0,-2-1-90,-6-2 0,-1 0 0,-3 2-1072,4 4 0,-3 1-657,-7 3 1,-3 1 818,-5 4 1,-3 9 0,-16-10 0</inkml:trace>
  <inkml:trace contextRef="#ctx0" brushRef="#br0" timeOffset="184996.54">11977 10894 7533,'-33'0'1638,"1"0"0,-11 0 752,19 6-321,30 12-1035,18-4 1,9-2-586,0-2 1,4-2 0,3 0-817,4-2 0,5-1 0,2-1 0,-1-1 479,0-1 0,0 0 1,0-1-1,0-1-90,-1 1 1,0-1 0,0-1-1,-2 1 87,-6 0 0,0 1 0,-3-1 0,-1-1 760,-2-1 1,-2 0 0,-1 1 389,12 1 0,-4 4-135,-12 1 1,-3 2-2946,20 14 2180,-10 4 117,-4-14 0,3-4-476,2-5 0,2-3 0,-3-3 0,2-2 0,-1-2 0,-2-1 0,-1-2 0,-2-2-1060,6-8 0,-3-2-579,-7 6 1,-3 2 818,3-3 1,-9 24 0,-10 8 0</inkml:trace>
  <inkml:trace contextRef="#ctx0" brushRef="#br0" timeOffset="197226.54">22595 8974 0,'8'-32'150,"-14"-4"3126,4 16-1714,-32 31 0,-12 20-963,18 3 1,2 9 0,0 6-259,6-13 1,0 3-1,-1 3 1,1 2 0,2 0-1,1 0-27,2 1 1,0 1 0,1 1 0,3 0 0,2-1 0,3-1-99,1 5 0,3 1 0,3-2 0,5-4 0,7-6 107,8-5 0,7-4 0,4-7 0,1-11-481,8-16 1,4-15-1,1-8 1,-2-3 7,-10 6 0,-1-3 0,1-4 0,-2-1 0,-2-2 1,-3-1 306,-1-2 0,-1-3 0,-2-2 0,-3 0 0,-3 0 0,-4 0-247,-4 0 0,-3-1 0,-5 1 0,-2 1 1,-4 3-391,-8-12 0,-6 3 0,-8 13-613,-6 19 1,-6 9 0,3 7 943,-3 10 0,4 11 1,2 11-1,9 4 1,15-7-1,0 0 1</inkml:trace>
  <inkml:trace contextRef="#ctx0" brushRef="#br0" timeOffset="197416.54">22754 9445 7533,'-29'34'3276,"5"6"-1638,28 2 0,8 5 0,0 1 0,3 0-2532,1-10 0,3 1 1,-1-3 893,6 8 0,-1-5 0,-1-10 0,-1-4 0,5-2 0</inkml:trace>
  <inkml:trace contextRef="#ctx0" brushRef="#br0" timeOffset="197666.54">23230 9048 7533,'-27'-33'3276,"2"43"-2184,11 14 0,3 13 0,2 4-437,4-6 0,2 4 1,2 2-1,-1 2 0,-1-1-526,-2 5 1,-1 1 0,0 0-1,1 1 1,4-1-786,3-1 1,3 1-1,1 0 1,2-3 0,2-4-438,6 8 1,3-4 0,1-8 745,4-2 0,3-12 0,6-16 1,-1-10-1,-5-9 0</inkml:trace>
  <inkml:trace contextRef="#ctx0" brushRef="#br0" timeOffset="197976.54">23777 9061 7533,'-33'-24'3276,"-12"25"-1638,17 3 0,1 6 0,2 20 0,5 8-391,4-5 1,6 1-1698,15 9 0,6-2-450,-2-11 1,4-3 719,12 3 0,1 0 225,-13-2 0,-5 1 135,-1-1 0,-6 0-270,-15 3 0,-7-2-1214,-6 0 0,-1-2 1304,3 2 0,3-1 0,3-8 0,4-2 0,8 11 0</inkml:trace>
  <inkml:trace contextRef="#ctx0" brushRef="#br0" timeOffset="198146.54">23865 9692 19856,'-7'33'-386,"-1"0"1,-1-3-1,-2-1 1,-2 0-1,-1-1 1,-12 13-1</inkml:trace>
  <inkml:trace contextRef="#ctx0" brushRef="#br0" timeOffset="198816.54">24448 9147 10321,'-20'-14'3276,"-19"20"-1811,20 15 1,0 6-867,-3-3 1,-3 2 0,2 1-91,5 4 1,2 2 0,1-2-420,-10 9 0,9-4-945,19-9 1,9-6-1395,26-14 1394,-11-15 1,1-9-316,4-16 1,-4-6 1169,-7 2 0,-4-1 405,-3-1 0,-3 4 2563,-3 10 308,-16 61-2531,10-5 1,2 4-2050,-1 9 0,4 0-335,5-8 1,3-3 1537,3-7 1,-1-4 0,3-3 0,-4-9 0</inkml:trace>
  <inkml:trace contextRef="#ctx0" brushRef="#br0" timeOffset="199026.54">24747 8986 14908,'10'36'655,"-1"-1"0,0 0 1,-4 11-1,-1 2 0,-3 3-282,-1-8 0,-2 2 0,-1 0 0,-2 1-1193,-4 2 1,-3 1 0,-2-1 0,-2-2 521,-2-6 0,-2-2 0,-2-1 0,1-2 0,-1 3 0,0-3 0,-2-2 0,-1-8 1,0 1-1,0 0 0</inkml:trace>
  <inkml:trace contextRef="#ctx0" brushRef="#br0" timeOffset="199516.54">25100 9482 7533,'-17'-19'3276,"15"6"0,51 8-2100,-13 5 1,4 0-1177,10 0 0,0 0 0,-13-2 0,-4-2 0,9-3 0</inkml:trace>
  <inkml:trace contextRef="#ctx0" brushRef="#br0" timeOffset="199656.54">25171 9679 5178,'-36'0'3276,"25"0"-1638,31-7 0,16-2-1274,-3 5 0,3 2 0,-1-2 0,1-3 0,-1-2 0,0 2 0,14 1 0,0 0 0</inkml:trace>
  <inkml:trace contextRef="#ctx0" brushRef="#br0" timeOffset="201046.54">25876 9160 7533,'-10'-36'3276,"-5"-3"-1155,13 6-1132,-6 10 360,8 17-899,0 6 719,8 28-764,-3-4 0,0 3-315,0-1 0,-1 3-1011,0 7 0,-1 6 0,-2-6 1011,-1-8 0,0-1 120,2 12 0,2 6 0,-2-7-30,0 7-135,9-7 0,2-2 135,-2-14-900,30-5 630,-11-23-630,-5-16 1,1-8 269,-7-1 0,-2-4 1,0 2 269,3-7 0,-1 0-90,-4 3 0,0-3 0,-4 8 990,-1 3-270,-2 0 719,-8 35-90,-8 41 271,6-9-496,-2 11 1,0 0 2421,4-9-2814,15-1 1,1-4-463,-8-18-45,29-8 0,5-13-180,-24-18 1,-1-4 69,17 6 1,1-4-386,-18-8 1,-3-6-1,-2 5 360,7-8-420,-9 6 1,-2-5-1,-2 7-2188,-4-1 1304,1-5 0,2 3-1215,2 20 2699,-5-6 0,6 22 0,-8 0 0</inkml:trace>
  <inkml:trace contextRef="#ctx0" brushRef="#br0" timeOffset="201226.54">26599 9383 7533,'-19'7'3276,"-5"15"0,22-13 0,-5 26-2580,7-14-741,-4 4 0,0 2-2114,2 2 675,-2 3 0,0 0 764,4-3 720,0 12 0,-8-16 0,-2-1 0</inkml:trace>
  <inkml:trace contextRef="#ctx0" brushRef="#br0" timeOffset="201526.54">26864 9321 7533,'-20'0'3276,"-3"-6"0,21-1-2902,-6 1 255,8-6-629,8 11 0,2 1 0,7 7 0</inkml:trace>
  <inkml:trace contextRef="#ctx0" brushRef="#br0" timeOffset="202066.54">27464 8763 7533,'-26'-25'3276,"15"12"-1605,-29 7-1042,21 33 1,1 8-723,2-15 1,1 3 317,1 6 0,-1 7 0,1 3 0,2 0-883,2 3 1,3 2 0,1 1 0,-1-3 657,-2 6 0,-1-2 0,0 4-90,2-9 0,0 5 0,0 0 0,0-2 1,1-4-722,0 0 0,1-3 1,-1-1 750,1-1 0,0 0 0,-1-2-750,-8 8 1,-2-8-2468,-2-14 2971,-1-6 1,-3-19 0,13-7 0</inkml:trace>
  <inkml:trace contextRef="#ctx0" brushRef="#br0" timeOffset="202196.54">27005 9482 7533,'20'-40'1638,"-6"18"0,3 4-668,8 10 1,1 2-971,17-6 0,3 8 0,-2 3 0,-10 1 0,15 0 0</inkml:trace>
  <inkml:trace contextRef="#ctx0" brushRef="#br0" timeOffset="202346.54">27464 9532 7533,'-20'5'3276,"-3"7"-6276,21 29 3090,-6-11-103,7 5 0,2-1 1,-1-3-1,0 16 1</inkml:trace>
  <inkml:trace contextRef="#ctx0" brushRef="#br0" timeOffset="202616.54">27905 8936 7533,'-18'-19'1638,"0"0"0,-9 0-83,7 28 0,-1 11-1046,0 9 1,0 9 0,2-2-694,-3 4 1,1 3 408,4-4 0,-1 7 0,1 1 0,4-3-1237,4 1 0,4-2 0,0-1 922,-2-1 0,-1-1 1,5 0-571,3 5 0,4 1 1,8-12-980,12-16 1,5-5 123,-5 6 1,3-4 1331,6-11 1,0-8 0,3-8 0,-1-8 0</inkml:trace>
  <inkml:trace contextRef="#ctx0" brushRef="#br0" timeOffset="202926.54">28240 9048 7533,'-33'-21'3276,"19"5"-1638,-12 21 0,-3 12-777,5 9 1,1 3-727,-1-4 0,-1 1-315,-6 14 0,5 1 45,15-11 0,2-3 225,-8 14-495,13-15 1,8-1-136,29 1 720,-9 0-225,0-9 0,1 1-45,2 14-90,-7-5 90,-16-2 0,-8 0-405,-19-1 1,-5-2 404,11-2 0,-2 1-1035,-17 6 1,0-3 1124,7-3 0,1 4 0,12-7 0</inkml:trace>
  <inkml:trace contextRef="#ctx0" brushRef="#br0" timeOffset="203116.54">28328 9716 13199,'-18'25'2069,"1"-5"-3238,-9 3 1169,7-4 0,-7-5 0,9-3 0</inkml:trace>
  <inkml:trace contextRef="#ctx0" brushRef="#br0" timeOffset="203466.54">28628 9296 7533,'-24'-19'3276,"3"6"-1766,-3 20 0,-3 8-161,-1 6 1,3 4-1081,4-2 1,3 2 225,-2 7 0,6 0-855,14 1-450,10-7-89,24-10-361,-8-29 1,0-7 180,8 6 359,1-14 1,-7-5 719,-23 3 0,19-1 1979,-24 14 539,-8 50-1708,6-19-181,-3 13 1,2 3-1799,11 3-990,2-6 180,8 1 1979,7-27 0,-13 5 0,3-6 0</inkml:trace>
  <inkml:trace contextRef="#ctx0" brushRef="#br0" timeOffset="203646.54">28875 9036 7533,'29'-14'3276,"3"30"-1638,-28 25 0,-6 8-639,6-13 1,-1 4-978,-4-3 1,-2 6 0,-3 1-1,1-2-1115,-3 7 1,-1-3 0,-2-1 416,0-5 0,-2-2 0,0 2 703,-1 9 0,0 1 0,-1-8 0,-3-16 0,1-2 1,-1 11-1,0 1 0</inkml:trace>
  <inkml:trace contextRef="#ctx0" brushRef="#br0" timeOffset="204566.54">29245 9371 7533,'-27'-8'3276,"17"3"-1875,59-1-2121,-12-2 1,2-2-18,3 3 1,1-1 736,4-3 0,-4-1 0,-4-6 0,-13 9 0,-1-1 0</inkml:trace>
  <inkml:trace contextRef="#ctx0" brushRef="#br0" timeOffset="204766.54">29492 9036 7533,'-27'27'3276,"1"-9"-2036,16 15 0,3 9-1090,-2-9 0,1 2 0,-1 1-998,0 8 1,-1 2 0,2 0 27,2-8 1,1 1 0,0-1 0,1-3 566,-2 13 1,4-7 0,5-11-1,4-9 1,11-15 0</inkml:trace>
  <inkml:trace contextRef="#ctx0" brushRef="#br0" timeOffset="205216.54">29827 9023 7533,'-17'-1'3276,"7"19"0,2 21-2055,7-10 1,2 4-1312,6 1 0,2 0 0,-4 2 0,2-3 0,10 12-990,7-5-449,-5-31 854,10-16 1,1-8 314,-9-9 0,-1-4 180,11-6 1,-3 1 1618,-8-11-270,-5 29 270,-30 55-495,12-14 1,2 0-630,-2 3 0,6-4-180,16-6 0,5-8 135,9-13-360,3-17 0,1-9-405,-9-9 0,-1-1 314,-2 10 1,-1-2-570,-7-1 1,0-3 0,-2 3-421,-1 6 1,-3 2 944,-5-3 0,0 1 225,17-9 0,-21 21 0,6 1 0</inkml:trace>
  <inkml:trace contextRef="#ctx0" brushRef="#br0" timeOffset="205496.54">30515 9246 7533,'-25'31'2608,"13"-16"-629,-4 1 0,24-16-2069,2 0 360,15 0-900,-5 11 1,-10 31 359,-4-5 539,-23 0 1,-5 2 360,10-13 0,0 0-630,-6 0 0,1-1-270,1 5-1889,47-19 1709,-15-17-764,15 0 0,3 0 1214,-3-8 0,12-9 0,-17 3 0</inkml:trace>
  <inkml:trace contextRef="#ctx0" brushRef="#br0" timeOffset="205626.54">30798 9308 8342,'-20'-19'819,"12"7"0,18 12 0,8 6 0</inkml:trace>
  <inkml:trace contextRef="#ctx0" brushRef="#br0" timeOffset="206076.54">31415 8726 7533,'-26'-21'3276,"-1"21"-2126,8 23 1,3 8-1062,1-7 1,2 3-234,1 9 0,1 6 1,1 1 382,0 4 1,1 2 0,0-2-513,3-7 1,0-1-1,-1 2 228,-1 2 0,0 4 0,-1-1 1,3-4 44,1-5 0,2-3 0,-1-1-225,-9 14 0,0-2-540,6 1 1,-3-7-1724,-24-6 1678,13-6-449,-4-17 0,1-9 1259,12-21 0,2-6 0,-23-7 0,24 1 0,0-1 0</inkml:trace>
  <inkml:trace contextRef="#ctx0" brushRef="#br0" timeOffset="206176.54">30992 9371 7533,'15'-42'90,"-3"19"1169,6-4 0,5 3-315,-2 11 1,3 4-990,19-5 0,0 3-900,-16 4 1,-1 3 608,21 3 0,-5 2 0,-19-1 0,18 0 1</inkml:trace>
  <inkml:trace contextRef="#ctx0" brushRef="#br0" timeOffset="206666.54">31344 9543 7533,'-25'0'3276,"13"0"-2235,-4 0-141,32 0-1440,19-5 450,-3 4-1259,9-4 539,-31 21 540,-10-7 450,-18 36 584,1-24 1,-1-2 45,-4 16 269,-9 3-1708,45-35 449,-11 3-810,19-14 1,5-8 989,13-12 0,-17 10 0,-1-1 0,11-11 0</inkml:trace>
  <inkml:trace contextRef="#ctx0" brushRef="#br0" timeOffset="206896.54">31838 8974 10141,'-29'17'1638,"4"6"0,3 7-811,10 0 0,4 5 0,-2-1-1331,-9 8 1,1 2 383,7 1 0,3 6 1,2-4-241,0 0 0,4-2 360,4-4 0,4-3-1639,4-2 1,5-10-49,7-19 1687,10-17 0,0-7 0,-6-8 0,-2-2 0,1 1 0</inkml:trace>
  <inkml:trace contextRef="#ctx0" brushRef="#br0" timeOffset="207166.54">32138 9073 7533,'-8'-19'3238,"-2"6"-540,-23 19-2023,14 10 0,1 4-496,-19 10-224,18-2 0,4 2-404,6 8-181,1-5 0,23-4-809,13-11 1169,-7-4-89,11 4 269,-38 11 180,4-13 0,-11 7 0,-7 0-540,-6-6 0,-1-1 315,6 0 0,0 1-495,-5 2 1,3-4 629,14-7 0,-7 9 0,6-11 0</inkml:trace>
  <inkml:trace contextRef="#ctx0" brushRef="#br0" timeOffset="207596.54">32226 9543 11580,'-10'25'-1978,"-13"11"1798,11-9-315,-7-4 0,-3 1 495,3-4 0,1-1 0,-19 14 0,3-4 0</inkml:trace>
  <inkml:trace contextRef="#ctx0" brushRef="#br0" timeOffset="208216.54">32544 9122 7533,'-28'0'3276,"-13"23"-1638,22-3 0,1 4-1137,-2-4 1,3 2-52,2 10 0,4 0-360,3 6-180,8-10-630,24-1-1978,5-47 2428,9 14-855,-17-16 1,-1-7 539,-6 7 1,-1-1 629,-3-1 0,0 1-225,3-2 0,-3 3 3456,-8 8-2234,6 9 1296,-16 34-1484,7-2 1,0 2-765,-3-4 0,0 0-630,7 10 1,2-2-2699,5 6 2608,8-11-2647,-1-1 2882,-7-25 0,6-2 0,-6-7 0</inkml:trace>
  <inkml:trace contextRef="#ctx0" brushRef="#br0" timeOffset="208426.54">32861 8924 9871,'0'25'3276,"0"22"-1638,4-6 0,0 3 0,-3-12 0,0 2-1339,2 7 1,1 5-1,-3-2-269,-5-7 0,-2-1 0,0 0-615,2 12 1,-4 0 374,-2-6 0,-4 1 0,-3-3-883,-2-10 1,-2-4 0,1 1 682,-5 10 0,-1 0 1,2-11-1,-2 1 1,1-4-1,3-5 0,-1 1 1</inkml:trace>
  <inkml:trace contextRef="#ctx0" brushRef="#br0" timeOffset="213616.54">25912 9977 7533,'-20'0'3276,"-4"0"-1638,53-2 0,19-1-777,-9-6 1,4 0-1011,-6 5 0,4 2 0,1 1 0,-3-2 209,2-3 0,-2-1 0,-1 4-190,7 4 0,-4 3-1669,2 3 1799,-10 5 0,-5 0 0,7 1 0</inkml:trace>
  <inkml:trace contextRef="#ctx0" brushRef="#br0" timeOffset="214246.54">29880 9840 7533,'-37'-5'2878,"4"-2"398,39 0-1638,22 6 0,10 2-777,9 0 1,2 0-895,-16 0 1,1 2 0,1-2 272,11-1 0,1-1 0,-3 2-1879,1 7 1,-1 1 1169,-9-6 1,3-1 0,-4 2 0,7 10 0,-5 1 0,7 5 0</inkml:trace>
  <inkml:trace contextRef="#ctx0" brushRef="#br0" timeOffset="-211920.19">26247 10250 7533,'-18'0'-810,"0"-11"810,9-3 90,1-6 0,16 3 1079,1-1-629,1 9 1259,-2-2 540,-31 50-1800,9-13-29,-1 6 0,-3 9 0,2 1-1281,5-2 0,1 2 0,1-2 831,-1-3 0,0-1 0,3 1 0,1 7 0,3 1 0,12-14-1329,21-21 0,7-8 1448,10 12-604,-8-29 0,5-15 0,-6-5-55,-14-1 1,-6-4-1,1 0 420,6 4 0,0 1 0,-5-4-60,-6-10 0,-8-4 1,-8 7-323,-13 6 1,-5 6 576,2-1 0,-5 5 486,-18 2 0,-1 17-621,17 32 0,1 8 0,0-16 0,3 3 0,10 19 0,-1 0 0</inkml:trace>
  <inkml:trace contextRef="#ctx0" brushRef="#br0" timeOffset="-211120.19">30215 10089 7533,'-27'-7'3276,"-6"23"-4147,14 10 1,2 3 1005,6-4 0,1 1 374,-2 8 1,1 4 0,2-1-599,7 9 0,3-1 224,-3-2 0,4 1 583,6 4 1,9-10-584,8-26 0,3-7-180,-4 3 0,1-6-165,2-15 0,2-11 1,-3-3-1,-4-7 0,-4-6 0,-1 1 878,0 7 0,-1 0 0,-2-3-646,-3-1 1,-2-3-1,-4 0 1,-6 4 67,-21-7 0,-5 4-90,11 3 0,-4 4-765,-25 6 0,0 17 765,27 26 0,3 6 0,-18 13 0,34-8 0,0 1 0</inkml:trace>
  <inkml:trace contextRef="#ctx0" brushRef="#br0" timeOffset="-209900.19">6809 4239 7533,'-26'-3'449,"1"0"1,-7 2 2826,-17-4-1638,72 0 0,21-2-983,-7 1 0,8-3 1,4 0-1,4 0 0,2 1-501,-13 3 0,3 1 0,1-1 1,2 2-1,2-1 0,-1 0 0,1 0 1,-1 0-1,-1 0-65,0-1 1,-1 0 0,1 0 0,-1 0 0,1 0 0,-1 0 0,0 1 0,0-1 0,0 1 22,4 0 1,2 1-1,1 0 1,-1 0-1,-2 0 1,-2 1-1,-3 0 1,-6 0-113,5 2 0,-6 1 0,-4-1 0,-1-2-701,3-5 1,-2-1-1,-9 1-1817,-6 3-759,-4-24 2457,-24 31 1,-2-2 0,-8 19 0</inkml:trace>
  <inkml:trace contextRef="#ctx0" brushRef="#br0" timeOffset="-209080.19">9102 4227 0,'-43'-6'1500,"5"-1"1776,11 0 0,50 13-1000,3 2-1287,7-2 0,11 0 1,0 0-155,-2-1 1,0-1-1,4-1-494,-4 0 1,5 0 0,2 0 0,0-1 0,-1 0-126,-3-1 0,0 0 0,-1-1 0,2 0 0,3-1 92,-2 0 0,4 0 1,2-1-1,0 0 1,-2 0-1,-2 0 1,-6 0-220,2-1 1,-6 1 0,0 0 0,3-1 90,6-1 0,6 0 0,1-1 0,-6 0 0,-8 1 90,-5 1 0,-4-1-497,2-1 1,2-1-1,-2-1-268,8-4 1,-3-3-707,-11 1 1,-2 0 1200,16-6 0,-33 14 0,-1 12 0</inkml:trace>
  <inkml:trace contextRef="#ctx0" brushRef="#br0" timeOffset="-196420.19">25277 11179 7533,'-44'-23'3276,"15"13"0,-4-6-1373,23 16 166,2-6-90,32 5-1350,5 1-1722,7 2 1,9 2 0,-3 2 737,-2 4 1,-1-1 0,-2-3 0,2-2 0,-5 0 0,7 7-1</inkml:trace>
  <inkml:trace contextRef="#ctx0" brushRef="#br0" timeOffset="-196270.19">25329 11526 5213,'-25'-5'3276,"13"4"0,-3-5-198,30 0-1818,20 0-2115,-5 0 1,3-1 224,10-2 1,2 0 629,5 2 0,-2 1 0,-6-3 0,-1-1 0,-3 4 0,0 0 0</inkml:trace>
  <inkml:trace contextRef="#ctx0" brushRef="#br0" timeOffset="-195980.19">26070 11216 7533,'-17'12'3276,"-1"12"0,0 20-1638,13-11 0,1 2-169,-1 2 0,2 1-1469,4 3 0,6 0 0,3-2 0,5-4-852,5-10 0,5-4 447,5-3 0,3-8 270,14-19 0,0-14-1504,-11-7 1,-3-5 1235,-9 7 0,1-3 0,-6-1 343,-7-2 0,-4-1 0,-2 0 419,0-6 1,-5 1 0,-9 4 0,-7 4-330,-1 4 1,-5 6 149,-10 7 0,-1 5 90,-15-1-900,2 23 0,2 9 630,23-2 0,2 3 0,-13 9 0,4 2 0,19-3 0,0 0 0</inkml:trace>
  <inkml:trace contextRef="#ctx0" brushRef="#br0" timeOffset="-180570.19">19562 10969 8162,'0'-13'2249,"0"1"-1529,0 5 899,0 7-720,0 12-179,0 24 359,-7 5 1,-2 8-331,2-8 1,1 2-1,-1 1-1085,1-1 1,-1 1-1,1-1 216,0-2 0,0-1 0,2-1-180,3-4 0,1 0 1,1-4 11,-1-2 0,0 0-1241,0 7 0,0-2 1529,0 2 0,0-16 0,0 4 0</inkml:trace>
  <inkml:trace contextRef="#ctx0" brushRef="#br0" timeOffset="-178280.19">21114 10733 7533,'15'-33'3276,"13"26"0,-7 17-2184,-6 14 0,-1 14 0,-3 2-273,-7-5 0,-3 2 0,-2 2 0,1 2-881,0 3 1,-1 2 0,0 2 0,-1 0-1,-2 0-208,-2-4 0,0 0 0,-2 0 1,-1 0-1,-2 0 0,-2-2 270,-3 1 0,-3 1 0,-2-2 0,-1 0 0,0-2 0,0-3 0,-4 6 0,1-3 0,-2-2 0,-3-2 0,-3-4 0,-1 0 0,0-1 0,0 1 0</inkml:trace>
  <inkml:trace contextRef="#ctx0" brushRef="#br0" timeOffset="-176370.19">12524 11254 7982,'-26'5'3276,"-1"35"-2184,7-5 0,-1 7 0,3 1 0,7-1 0,3 2 0,1 1-1076,-1-3 1,-2 4 0,5-4 0,13-12-707,20-13 0,13-11 1,-2-9 359,-9-7 0,-1-9 1,0-4 140,4-8 0,2-8 0,-5-2 0,-9 0 608,-13-4 1,-10-1 0,-2 2-195,5-9 0,-12 9-450,-28 16 0,-10 14-1414,12 15 1,0 9 1169,-6 10 1,1 4 0,5 1 0,6 4 0,14 4 0,1 0 0</inkml:trace>
  <inkml:trace contextRef="#ctx0" brushRef="#br0" timeOffset="-175600.19">15311 11873 8252,'-20'-13'3276,"-11"24"-2184,15 18 0,2 13 0,0-3-500,-3-5 0,1 2-1412,4 6 1,-1 8 0,3 0 0,4-10-13,2-12 0,8-5 900,31 8 1,10-15-789,-11-33 1,-1-17 786,-7-2 1,0-8-1,-2-3 1,-4 6 21,-4 7 1,-4 3 0,-7-2 30,-11-19 0,-12-3 0,-7 21-120,-14 37 0,-6 14 0,5-12 0,2 3 0,1 19 0,1 0 0</inkml:trace>
  <inkml:trace contextRef="#ctx0" brushRef="#br0" timeOffset="-170380.19">18292 11824 8072,'0'-25'3239,"7"11"-721,3 14-449,0 25-630,13 14-360,5-1-854,3-23 0,7-5-405,9-7 0,4-6-171,-13-1 0,2-1 1,-1 0 260,-2 0 0,-1-1 0,-1 4 270,7 1 0,-6 7 809,-13 5 1,-3 4-1,14 18-539,1-3-540,-10-22 0,3-3-360,6 1 0,2-1 212,0-4 0,1-1 13,3 3 0,-2-1 180,-6-2 0,-1 0 360,0 2 0,-1 2 1124,15 14-989,-20-6 0,1 2-226,0 5 1,1 0-225,7-5 0,2-2-135,-4-2 0,1-2-1504,18-6 1,-2-4 1356,-22-2 0,-1 1 372,8-1 0,-1 1 539,8 3-89,-20 7 449,20 5-809,-21-5 0,13 4 0,-5-10 3032,7 5-3212,8-6 0,-13 0 180,1 3 0,2 0 269,-5-3 1,1 1-270,6 2 0,3-1 494,9-4 1,-2-1-180,-19 4 0,-1 2-270,12 1 0,0 4-225,-14 5 0,-1 0 0,12 4 0,1-2-241,-11-4 1,1-3 240,11 1 0,2-7 0,2-14 0,-1-3-1639,-4 6 1,-2 0-1,-2-7 1,-1 2 1027,17 3 1,-41 5 0,17-1 0</inkml:trace>
  <inkml:trace contextRef="#ctx0" brushRef="#br0" timeOffset="-158470.19">18997 12282 15448,'47'-16'300,"0"-1"0,-8 8 0,-1-1-165,-1-7 0,-4 4 764,0 14 0,-25 18-44,-17 20 0,-5 8-631,11-9 1,0 2-105,-6 1 0,-4 3 0,4-1-690,4-2 1,3-2-1,-1-3-869,-2-3 0,0-3-200,-1 5 1,4-13 1400,10-27 0,2-4 1,7-9-1</inkml:trace>
  <inkml:trace contextRef="#ctx0" brushRef="#br0" timeOffset="-158250.19">19121 12666 7533,'-20'25'3276,"28"-11"-1638,21-6 0,10-5-1170,8-2 0,0-2 0,-3 1 0,-3 0 0,-9 0 0,0 0 0</inkml:trace>
  <inkml:trace contextRef="#ctx0" brushRef="#br0" timeOffset="-156380.19">19032 12754 7533,'-29'0'3276,"5"0"-1245,24 0-862,0-6 90,8 5 1800,-6-5-631,6 6-629,8-6-630,19 0-809,-12-3 0,1 0-135,10 4 0,1 2-630,-7-4 0,-1 2-1234,0 4 1,-2 2 1310,11 5 1,-3-5-1,-5 5 1</inkml:trace>
  <inkml:trace contextRef="#ctx0" brushRef="#br0" timeOffset="-152870.19">5009 11514 7533,'-17'-7'3276,"7"1"-526,2 6-1760,16 0-91,10 0-629,9 0-810,-2-5 1,1 0-1170,21 2 1709,-16-6 0,-1 1 0,7 7 0,-4-5 0</inkml:trace>
  <inkml:trace contextRef="#ctx0" brushRef="#br0" timeOffset="-151680.19">5133 11501 0,'-24'18'1140,"11"-9"2136,-13 2-1952,18-11-1324,24-11 0,4 2 0,15-9 0</inkml:trace>
  <inkml:trace contextRef="#ctx0" brushRef="#br0" timeOffset="-150270.19">21819 11539 7533,'-19'-7'3276,"-5"7"0,22 1-384,18 21-2802,-10-18-495,19 8 1,5-2-46,1-8 450,10 0 0,2 1 0,0 3 0,-14-3 0,-1 1 0</inkml:trace>
  <inkml:trace contextRef="#ctx0" brushRef="#br0" timeOffset="-150070.19">21837 11774 7533,'-10'6'3276,"2"0"-616,8 2-411,16 2-1619,-4-8-585,10 5 0,5 2-45,0 1 0,1 0 0,-4 0 0,1 0 0,-1 2 0,1 0 0</inkml:trace>
  <inkml:trace contextRef="#ctx0" brushRef="#br0" timeOffset="-140070.19">22560 11650 9332,'-29'33'1092,"-1"-1"0,4 2 0,3 5 0,8 2 0,3 6 0,2-4 546,-3 0 0,12-9-661,44-20 1,10-16-1699,-7-17 541,-16 0 0,6-7 0,0-3 0,-9 0 60,-11-2 0,-6-2 0,-3-2 412,-1-2 0,-3-4 1,-2 1-1,-1 4-157,1-12 0,-10 11-1774,-30 21 1,-2 16-1639,21 25 3079,-7 11 0,7 2 0,28-12 0,2 4 0</inkml:trace>
  <inkml:trace contextRef="#ctx0" brushRef="#br0" timeOffset="-139880.19">22842 11985 7533,'-9'34'1638,"3"-9"0,4 0-950,17 19-868,-11-12 180,12 12 0,-8-43 0,2 5 0</inkml:trace>
  <inkml:trace contextRef="#ctx0" brushRef="#br0" timeOffset="-139680.19">23301 11452 7533,'-20'32'1638,"4"2"0,1 6-546,8-8 0,1 1 0,-1 4-273,-2 5 0,-3 4 0,1 1 0,0-3 273,1 1 0,1-2 0,-1 5-1439,2-8 1,-1 4 0,0 3 0,0-1 0,1-3 0,2-7-958,-2 13 0,2-1 1304,0-4 0,0 6 0,0-1 0,1-9 0,1-6 0,0-5 0,-1 5 0,0 0 0</inkml:trace>
  <inkml:trace contextRef="#ctx0" brushRef="#br0" timeOffset="-121400.19">3157 10894 7533,'-17'0'3276,"-9"33"0,14-19-1695,30 12 0,12-1-1221,17-15-300,-16-4 0,4 0 0,0-2-60,14-5 0,-3-3-400,-12 1 1,0-1 399,9-2 0,-2-1 97,-9 1 0,-3 0 353,18 5 2158,-4 13-1619,-22 5 1,-1 3-675,2 0 0,2 0-136,2 0 1,2-3-90,-1-6 0,-1-4 180,0-2 0,-1-4 45,5-10 0,1-4-91,9-3 1,0-1-1864,-1-1 1,-3 1-1,-8 1 1,-3 3 818,6 8 1,-29 10 0,6 2 0</inkml:trace>
  <inkml:trace contextRef="#ctx0" brushRef="#br0" timeOffset="-118250.19">4551 12047 7443,'-10'-7'1799,"-6"1"1477,14 12 0,42 1-3494,-5-1 0,4 0 128,-4-2 0,1-1 90,8 2 0,-8 1 0,-24 1 0,3 6 0</inkml:trace>
  <inkml:trace contextRef="#ctx0" brushRef="#br0" timeOffset="-118080.19">4568 12282 7533,'-37'14'3276,"20"-3"0,50 0-2912,4-6 0,10-1 0,-4 1 0,-5 4 0,-1 1 0,3-4 0,-1 0 0,1 0 0</inkml:trace>
  <inkml:trace contextRef="#ctx0" brushRef="#br0" timeOffset="-116080.19">5256 12072 7533,'-19'-14'2878,"-5"3"-1169,7 44-1260,5-5 1,0 7 0,0 4-688,3 0 1,2 4 0,0 2 0,1 0 461,-1 3 1,1 2 0,1-1 0,5-2-45,4-4 0,1 0 0,5-5 0,5-6 299,18 2 1,6-19-450,-6-25 0,2-16 0,-3-5 149,0-6 1,-4-5 0,-6-5 171,-7 5 1,-3-4-1,-5 0 1,-5 1 157,-8-5 1,-7 1 0,-4 3-330,-2 5 0,-4 2 0,-1 7-1819,-8 1 1,-1 13 1153,-8 19 0,49 26 0,11 16 0</inkml:trace>
  <inkml:trace contextRef="#ctx0" brushRef="#br0" timeOffset="-115650.19">5838 12357 7533,'-11'-6'3276,"28"-6"-2929,18 0 0,12 0 0,-3 0-347,-3-2 0,0-1 0,3 2 0,4-1 0,-9 0 0,5-11 0</inkml:trace>
  <inkml:trace contextRef="#ctx0" brushRef="#br0" timeOffset="-115480.19">6138 11911 7533,'-22'27'819,"-1"-1"0,7 3 0,2 3 0,1 4 0,3-1 0,0 3 0,2 3 0,1 0-1463,1 0 1,2 3-1,1 0 1,0-1-1,-1-1 644,0 0 0,0-2 0,0 0 0,1-1 0,0 12 0,1 0 0,-1-8 0,-2-16 0,0 1 0</inkml:trace>
  <inkml:trace contextRef="#ctx0" brushRef="#br0" timeOffset="-114830.19">6703 12084 7533,'-29'32'546,"1"0"0,0 0 0,-1 0 0,12 12 0,6 1 0,10-6 1092,8-5 0,9-10-642,11-13 1,3-14-937,0-24 0,-2-19 0,-13 1-300,-19 8 0,-10 1 0,0 8 240,-3 9 0,-17 12 0,35 37 0,0-1 0</inkml:trace>
  <inkml:trace contextRef="#ctx0" brushRef="#br0" timeOffset="-114670.19">6985 12319 7533,'-18'25'3276,"9"22"-2808,7-10 0,4 1 0,2-12 0,1 0 0,4 5 0,0 0 0</inkml:trace>
  <inkml:trace contextRef="#ctx0" brushRef="#br0" timeOffset="-114470.19">7303 11911 7533,'-28'16'1638,"10"5"0,3 6-546,8 7 0,5 6 0,-1 2-273,-1-5 0,-1 1 0,1 1 0,1 1-748,2 4 1,1 1 0,1 0 0,-1-3 0,0 4-1,0-1 1,0-3 0,0-9 0,0 1 0,0-1-1</inkml:trace>
  <inkml:trace contextRef="#ctx0" brushRef="#br0" timeOffset="-113880.19">8008 12034 7533,'-26'27'655,"0"-1"0,0 0 1,4-1-1,1 0 0,-1 2 437,-6 7 0,-1 1 0,2-1-2055,5-5 1,0-1-1,1-1 963,-11 10 0,1-5 0,12-12 0,3-4 0,0-5 0</inkml:trace>
  <inkml:trace contextRef="#ctx0" brushRef="#br0" timeOffset="-113730.19">7691 12146 7533,'19'19'1638,"-6"2"0,-2 4 0,-2 5 0,-1 3-1934,1 1 1,0 2 0,1 0 43,1-2 0,1-2 0,0 0 0,2 10 1,-1-4-1,0-15 0,0 1 0</inkml:trace>
  <inkml:trace contextRef="#ctx0" brushRef="#br0" timeOffset="-113370.19">8202 11886 0,'-18'-6'3276,"32"-1"-1638,17 1 0,7 0-647,-7 1 0,2 3-2084,8 4 1,4 3 0,-7-1 650,5 0 0,-16 7 0,-5 0 0,-14-4 0</inkml:trace>
  <inkml:trace contextRef="#ctx0" brushRef="#br0" timeOffset="-113080.19">8343 11824 7533,'-22'15'1092,"-1"0"0,1 1 0,1 5-273,6 10 0,1 10 0,2 2 0,2-4 273,1-5 0,1-2 0,2 7-1532,0-1 1,1 8 0,-1 5-1,1 1 1,1-1 0,1-3-1,0-7 620,2 6 0,1-6 0,1 4 53,0-2 1,0 5 0,0 0 0,1-3 0,1-10 1370,-2-2 0,8-9-2369,27-11 1,8-7 764,-12 0 0,1-4 0,15-9 0,0-3 0,-19 7 0,1 0 0</inkml:trace>
  <inkml:trace contextRef="#ctx0" brushRef="#br0" timeOffset="-111230.19">16863 12407 7533,'-37'0'2788,"3"0"-449,24-6 937,18 4-2902,30 0 0,7-1-464,-2-3-530,2 3 0,10-1 1,-12-1 619,-12-3-765,19-6 1,-4 11 3732,-30 35-2068,0-2-181,-22 7 1,-8 10-343,6-13 1,-1 5 0,0 2 0,0 2 0,1-1-224,1 0 1,1 2 0,1-1 0,-1 1-1,0-1-82,0-2 0,-1 1 0,0 0 0,0-2 0,1-1 18,3 16 0,2-1 0,-13-18-1729,-23-23 1,-6-12 1593,11 6 0,-1-3 0,-11-5 0,0-3 0,-5-3 0</inkml:trace>
  <inkml:trace contextRef="#ctx0" brushRef="#br0" timeOffset="-62430.19">10231 12134 7533,'-35'-20'1092,"1"0"0,-7-2 0,11 4 2184,26 10-384,20-9-2262,8 10-271,7 1 1,8 0 0,-3 0-1315,-9-1 0,2 0 505,8 0 0,7-1 1,0 1-1,-6 0 0,-4 2 1,1 1-371,2-3 1,8-1 0,-1 0 0,-8 3 705,-6 4 1,-3 0-1,20-7 1,-4-1-1,-7 2 1</inkml:trace>
  <inkml:trace contextRef="#ctx0" brushRef="#br0" timeOffset="-62260.19">10672 11848 7533,'-23'37'409,"1"0"1,0 0-1,0 0 1,0 3-1,-1 4 1,0 1 0,4-1-1,4-4 683,7 5 0,6-2 0,-3 0-1030,-5-5 1,-1 0 0,-1 1 0,4 0-625,3 2 0,3 1 0,1-2 0,-1-7 112,-3-5 0,2-2 504,5 24 1,4-4 0,4-15 0,-2-8 0,1 0 0</inkml:trace>
  <inkml:trace contextRef="#ctx0" brushRef="#br0" timeOffset="-62050.19">11060 12059 10771,'0'35'1092,"0"1"0,0 9 0,0 3 0,0-11 0,0 1 0,0-1-1614,0 5 1,0 1-572,0 3 1,0 4 0,0-9 591,0 0-1138,0 1 1,0-4 1130,0-22 1,7 6-1,3-22 1</inkml:trace>
  <inkml:trace contextRef="#ctx0" brushRef="#br0" timeOffset="-61850.19">11148 12009 7533,'33'-7'819,"0"-1"0,4 25 0,0 12 0,-7-2 819,-13-6 0,-4 3-915,4 8 0,4 8 0,-3 2 0,-10-4-923,-11-4 1,-9-3 0,-2 2-491,-4 10 1,-3 3-1,-5-3 392,0-8 0,-4-2 0,-1-1 0,1-2 0,-2-2 0,0-2 0,2-2 0,2-3 1,1 1-1,-1-1 0</inkml:trace>
  <inkml:trace contextRef="#ctx0" brushRef="#br0" timeOffset="-61160.19">11906 12493 7533,'-34'9'1092,"0"0"0,-3 6 0,11 6 546,29 11 0,8 3-815,-7 11-1556,24-14 0,8-8 823,0-17-180,-6-10 0,6-5 0,-4-3-270,-6-4 0,-2-4-407,13-12 0,-5-6 407,-12 0 1,-12 0 1125,-22 5 0,-12 10-92,-10 19 1,-4 14 224,5 9 1,1 8-1,1 3-642,-1 5 1,3 4 0,10 2-828,14 1 0,8 2 1,1-5 844,-7-4 1,10-7-1026,22-9 1,13-7-1,-3-6 750,-9-10 0,1-5 0,3 3 0,5-1 0,-5-4 0,-1-8 0,-1-1 0</inkml:trace>
  <inkml:trace contextRef="#ctx0" brushRef="#br0" timeOffset="-60930.19">12418 12394 7533,'-18'38'1638,"9"-10"0,1 2 0,-2 10 0,2 0-1350,3-5 0,0 0-408,0 2 0,0 3 0,-1-6 210,-3 10-540,4-11 1,0-3 745,-3-15-566,8-9 427,0-26-202,7-10 1,2-4-1,-4 9 0,1-1-792,8-10 1,4-4 0,-1 6 521,-2 9 0,2 3 315,4-7 0,3-3 0,-3 7 0,11 2 0,-12 6 0,1 0 0</inkml:trace>
  <inkml:trace contextRef="#ctx0" brushRef="#br0" timeOffset="-60600.19">12718 12456 10681,'-9'42'655,"0"0"0,3-6 1,-1 5-1,0 1 0,2-6-135,-1 8 1,0-4 199,-9 19 0,6-23-1470,19-59 0,9-28 1,-3 4 299,-7 16 0,2-1 222,4-2 0,4-5 1,2 3-1,-2 10 1,19 7-1,5 1 1</inkml:trace>
  <inkml:trace contextRef="#ctx0" brushRef="#br0" timeOffset="-60280.19">12965 12679 7533,'-13'35'1092,"-1"1"0,1-1 0,45-6-302,-8-41 1,-1-13 558,-9-10 0,-5-6-1199,0 1 0,-1-2 0,-13 17-1364,-40 34 0,2 21 1214,41 5 0,-15 7 0,6-4 0,37-20 0</inkml:trace>
  <inkml:trace contextRef="#ctx0" brushRef="#br0" timeOffset="-59900.19">13441 12481 7533,'-38'6'1092,"-1"0"0,-1 3 0,8 5 2184,20 24-564,-4-4-3072,15 0 1,2 1 1438,-1 2-225,0-4 1,0-1-945,0-4-989,8 0 89,-6-26 901,6 2-3188,-8-10 2926,-8 1 1,6-2 0,-6-5 0</inkml:trace>
  <inkml:trace contextRef="#ctx0" brushRef="#br0" timeOffset="-59470.19">13264 12530 8252,'0'47'1092,"-8"-5"0,-5 9 0,3-2 0,4-6 0,2 0 0,6-12 2,14-9-2533,4-46 0,3-21 1439,-3 2 0,1-5 0,1 8 0,3 8 0,-1 16 0,3 35 0</inkml:trace>
  <inkml:trace contextRef="#ctx0" brushRef="#br0" timeOffset="-58730.19">13758 12642 7533,'-37'-7'2338,"12"1"-4227,32 17 1889,-3-2 0,20 9 0,-14-6 0</inkml:trace>
  <inkml:trace contextRef="#ctx0" brushRef="#br0" timeOffset="-58600.19">13776 12877 7533,'-15'22'1638,"1"0"0,14 21-1376,29-17 0,-7-13 0,1-2 1,20 1-1</inkml:trace>
  <inkml:trace contextRef="#ctx0" brushRef="#br0" timeOffset="-58100.19">14728 12307 7533,'-19'-29'1092,"-1"-1"0,-7 11 0,-1 13 546,5 24 0,1 12-546,1-1 0,-1 4 0,1 2-621,-2 7 1,2 2-1,2 2-261,2-1 0,1 1 0,6-1-1,6-5 1,3 0 0,4-1-205,1-3 1,2-1 0,3-1-186,7-4 0,3-2 0,-1 0-45,7 15 1,-3 0 359,-1-3 0,-6 1 342,-11-2 0,-8-2-477,-14-4 0,-7-4-765,-2-8 0,-3-5-449,-10-5 0,1-10 819,0-30-145,34 5 0,10-4-449,17-14 0,11 3-104,-5 16 1,4 4 0,-2 1 556,0-5 1,-1 5-1,4 10 1,-3 5 0,-11 3-1</inkml:trace>
  <inkml:trace contextRef="#ctx0" brushRef="#br0" timeOffset="-55500.19">8273 11377 0,'-43'-16'2039,"52"-16"-401,17 18 0,11 5-902,4 4 0,9 4 0,4 1 0,1 1-647,-11-1 1,1 1 0,1 1 0,2 0 0,0 0 0,1 2 102,-1-1 1,1 2 0,1 0 0,0 1 0,1-1 0,-1 0 0,-1 0-116,-1-1 0,-1 0 0,1 0 0,-1-1 0,0 1 0,-1-1 1,0 0 86,5 0 1,-1 0 0,0-1 0,0 1 0,-1-1 0,-1 0 65,-3-1 0,-1 0 1,-1-1-1,1 0 0,-1 1 1,1 1-336,1 2 0,-1 1 0,1 1 0,0 0 0,0 0 0,1-2-75,-3-2 0,0-1 0,1-1 0,0 1 1,1-1-1,-1 1 0,1 2 648,3 1 0,0 1 0,0 1 0,0 1 0,1-1 0,0 1 0,0-1-365,-5 0 1,0-1 0,1 1 0,-1 0 0,1 0 0,-1 0 0,1-1 0,-1 1-71,0-1 1,2 0 0,0 0 0,-1-1-1,0 1 1,-2 0 0,-1 1 0,-2 0-16,5 3 0,-4 0 0,-2 1 0,2-1 0,2-1 11,4-1 1,2-2 0,2 0 0,0-1 0,-1 0 0,-2 0 78,0 1 0,-4 0 0,1 0 0,0-1 0,5-1-165,-9-1 1,3-1 0,1-1 0,1-1 0,1 1 0,0-1 0,0 0-1,0 0 158,1 0 0,1-1 0,0 0 1,0 0-1,1 1 0,-1-1 1,-1 0-1,0 2-45,-2 0 0,-1 0 0,0 1 1,-1-1-1,1 1 0,-1 0 0,0 0 1,0-1-199,4-1 1,1-1 0,-1 0-1,0 0 1,-1 0 0,-1 2-1,-1 2 366,0 2 1,-1 0 0,-1 3 0,0 0 0,-1 0 0,0 1-270,-1 1 0,0 0 0,-1 2 0,1-1 0,-1 0 0,0 0-135,6 1 0,-1 0 0,0 0 0,0-1 0,1 1 503,1 0 1,1 1 0,-1-1 0,1 1 0,1-2-234,-5 0 0,1-1 0,1 0 0,0 0 0,0-1 0,0 0-195,0-2 1,2 0 0,-1-1-1,0 0 1,1 0 0,0 1 232,-6-1 1,1 0-1,0 0 1,0 0-1,0 1 1,0-1-1,0 1-83,6 1 0,0 0 0,-1 0 0,1 0 0,-1 0 0,1-1 59,-2 0 0,0 0 0,1 0 0,-1-1 0,-1 0 0,1 0 165,-2 0 1,-1-1 0,1 0 0,-1 0 0,-1-2 0,1 0-648,6-2 0,0-2 1,0-1-1,-3 1 0,-5 2 378,-2 4 0,-4 0 0,-3-1 0,13-8 0,-19 5 0,-49 18 0,1 0 0</inkml:trace>
  <inkml:trace contextRef="#ctx0" brushRef="#br0" timeOffset="-53920.19">9331 13162 7533,'-18'0'3276,"32"-16"-1638,21-10 0,6-2-1361,-11 8 0,-1 0-232,14-11 0,-3 10 1754,-17 27-675,-21 32 0,-10 16-2217,5-9 1,0 3 0,-1 2 272,2-9 1,-1 1 0,0-1 0,0-1 350,-3 4 1,0-3 0,2-4 0,3-2 0,2-7 0,-1-9 0</inkml:trace>
  <inkml:trace contextRef="#ctx0" brushRef="#br0" timeOffset="-53680.19">9437 13683 0,'-26'0'3276,"15"6"-1638,30-4 0,16-3-1009,6-6 0,7-4 0,-1 1-629,-8 7 0,-1 2 0,0-3 0,9-8 0,0-3 0,-11 4 0,-11 4 0</inkml:trace>
  <inkml:trace contextRef="#ctx0" brushRef="#br0" timeOffset="-51730.19">17868 12865 7892,'-25'-2'3276,"13"4"-3427,-15 32 1,-1 10 510,3-9-765,0-2 1,-6 10 0,-1 0 0,6-11 314,-7 4 227,4-5 0,-4 6 1,8-10-1,14-12 0,-15 9 1</inkml:trace>
  <inkml:trace contextRef="#ctx0" brushRef="#br0" timeOffset="-51520.19">17568 12902 11850,'15'40'819,"0"0"0,5 4 0,3 3 0,-4-9-317,-1-3-1595,-4 2 1,1 8 0,-3-10-2185,-4-13 3094,-8 23 0,0-33 0,0-6 0</inkml:trace>
  <inkml:trace contextRef="#ctx0" brushRef="#br0" timeOffset="-51380.19">17568 13137 7533,'-43'6'3276,"45"-5"0,-4 5-2979,24-5 1,23-8 0,7-2 0,-10 2 0,-10 2 0,1-1 0,5-1 0,0-1-1,0 1 1,0 0 0</inkml:trace>
  <inkml:trace contextRef="#ctx0" brushRef="#br0" timeOffset="-50380.19">18486 12729 7533,'-28'-7'1092,"5"23"0,-3 13 0,3-3-212,4-9 1,0 2-342,0 14 1,-2 11 0,-1 6 0,2-2-1,4-9-436,3-4 1,1 1 76,1-1 0,-1 9 0,-2 5 0,1 0 0,1-4 0,3-8-135,2 9 0,-1-1-153,-2-9 0,-3 7 0,-2 0 0,1-2 0,1-7-207,-2 1 0,-1-4-1324,-6 9 1,1-11-1639,3-29 3049,10-8 0,8-21 0,0 3 0</inkml:trace>
  <inkml:trace contextRef="#ctx0" brushRef="#br0" timeOffset="-50260.19">17992 13423 7533,'0'-39'1638,"32"16"0,6 5 1638,-12 3-3252,4 9 0,13 2 0,0 2 1,-8 3-1,8 6 0,6-1 1,0 0-1</inkml:trace>
  <inkml:trace contextRef="#ctx0" brushRef="#br0" timeOffset="-49960.19">18433 13559 7533,'-20'0'3276,"28"0"0,-2 0-3712,41 5 256,-33 8 90,-11 13 0,-5 6 1170,-3 13-271,-13-6 1,2-1-810,14-5-469,41-32 1,11-11 0,-3-4 0,-10-2 0,1 0 0,0 1 0</inkml:trace>
  <inkml:trace contextRef="#ctx0" brushRef="#br0" timeOffset="-49700.19">18979 13100 7533,'-35'-20'3276,"0"31"-1638,12 15 0,3 10-39,1 6 1,1 7-1263,4-16 0,1 4 0,-1 0 1,4 0-590,0 9 1,4-1 0,0-1-49,-2-1 0,0 0 0,8-2-793,12-2 1,6-2 0,1-6 603,-2-8 1,2-5 0,13 2 0,2-6 0,2-14 0</inkml:trace>
  <inkml:trace contextRef="#ctx0" brushRef="#br0" timeOffset="-48570.19">19191 13224 9602,'-19'0'3276,"3"0"-2145,16 6 128,0 28-629,0 8-585,0-10 0,0 3-345,-2-2 0,-1 2 0,0-2-473,-2 2 0,0 1 503,2-1 0,0 2 0,-1-3-1369,0 2 1,1-3 1038,3 14 1,0-13-1,0-28 1</inkml:trace>
  <inkml:trace contextRef="#ctx0" brushRef="#br0" timeOffset="-48280.19">19191 13522 7533,'10'-14'3276,"6"-3"0,1 11-3082,11-13-464,-4 6 0,3-4-1369,0-6 1,1-3-1,0-5 1,-2-2 957,-2-1 1,-5 0 680,-1-12 629,-10 6 181,-8 32-360,-8-3 1888,6 17 938,-6 23-1515,8 5-1176,-3 0 0,-2 3-675,1 1 0,-1 0-45,0 3 0,0 1-495,-3 6 1,0 0 498,3-5 0,0-3 0,1-7 0,-1-2 0,1-4 0,0-1 0</inkml:trace>
  <inkml:trace contextRef="#ctx0" brushRef="#br0" timeOffset="-48100.19">19650 13695 11311,'0'14'3276,"0"8"-1785,0-19-2301,0 24 810,0-17-3148,-16 30 2968,12-24 180,-12 13 0,9-16 0,-3-1 0</inkml:trace>
  <inkml:trace contextRef="#ctx0" brushRef="#br0" timeOffset="-46230.19">21061 12927 15988,'4'36'1092,"0"-1"0,4-2 0,1 1 546,-3 4 0,0-2 445,10 8-1453,-16-10-451,0-20 1351,0 21-766,-8-11 1,0 1-585,4 18-822,-11 0 0,-1-1 642,4-3 0,-4 7 0,-1 0-450,-3-2 495,3 3 0,1-1 135,-4-2-1819,7-3 1,1-1-1639,-6-4 2457,0 10 1,1-26 0,-1-2 0</inkml:trace>
  <inkml:trace contextRef="#ctx0" brushRef="#br0" timeOffset="-45500.19">21537 13361 7533,'-20'-14'3276,"5"-8"0,46 14-2685,-8-1 1,1 0-1491,25 2-740,-15 3 1,-3 2 1557,-10 8 1,13 1 0,-17 5 0</inkml:trace>
  <inkml:trace contextRef="#ctx0" brushRef="#br0" timeOffset="-45350.19">21590 13534 0,'-33'13'1230,"19"-7"2046,-10 5 0,56-4 0,-17 0-4046,24-3 0,3-2 601,-15-2 1,6 0 0,-1 0 0,-5 0 0</inkml:trace>
  <inkml:trace contextRef="#ctx0" brushRef="#br0" timeOffset="54339.81">17886 13956 7533,'-28'0'1092,"1"0"0,-4 0 0,3 0 2184,7 0-1283,13 16-1004,35 11-449,2-11 0,3 0-934,-9-2 1,3-3 452,7-7 1,5-5 0,-3-2-396,-4 0 0,1-2 156,12-5 0,7-3 0,-5 1 180,-10 4 0,0 0-450,6-2 0,5-1 1,-5 3 134,-3 5 0,-1 5-45,-4 3 0,2 3 1,-2 2 609,3 8 0,-2 4 470,0 3 0,-1 1-1524,-3-6 1,-1-3 1073,9 1 276,3-11 0,4-3-861,-9-3 0,2-1-105,1 2 0,2 1 1,0-2 269,-3 0 0,-1-1 0,1-1-90,1-2 0,1-1 1,-1 0 239,-3 1 0,-1 1 0,-1-1 559,7-4 1,-2 1 69,2 2 1,-2 3 179,-11 3 1,-3 1-585,1-2 0,1 0 179,10 4 1,-1 1-604,4-5 379,7 1 0,2 1 1180,-24 0 0,1 0-1180,10-1 0,5 0 0,-6 1-90,-9 0 0,-1 1 269,11 1 1,4 1 0,-5-1 0,9 4 269,-11-2 1,5 1 0,-6 0-180,10 6 449,2-2 1,0-1-451,-4 3-1181,-7-9 1,5-1 0,-6 0 731,6 1-176,-4-5 0,6-2 1,-5-1-1464,-10-3 1,-1-1-1,11 1 1,-1-2 847,8-10 1,-18 6 0,-7 0 0</inkml:trace>
  <inkml:trace contextRef="#ctx0" brushRef="#br0" timeOffset="54819.81">18856 14588 7533,'-25'10'1092,"1"-1"0,-9 2 0,11 1 2184,26 2 0,29-7-2221,10-14-1595,2-1 1,3-3 539,-7-6 0,-2-2 0,-13 8 0,-1 0 0,-2-3 0,1-1 0</inkml:trace>
  <inkml:trace contextRef="#ctx0" brushRef="#br0" timeOffset="54999.81">19350 14278 7533,'-19'26'1638,"1"0"0,-16 6 0,24 7 0,3 2 1638,-11-4-1638,12 11 0,2 2-1102,0-24 1,0 0-1630,3 11 1,2 5 0,-1-5 545,0-11 1,0 0 0,0 15 0,0-1 0,0 4 0</inkml:trace>
  <inkml:trace contextRef="#ctx0" brushRef="#br0" timeOffset="60839.81">22190 13447 7533,'-20'6'3276,"4"-5"0,32 5 0,27-12-3828,-15 1 1,1-2 551,7-2 0,-1-2 0,-8 2 0,-1-1 0,17-7 0</inkml:trace>
  <inkml:trace contextRef="#ctx0" brushRef="#br0" timeOffset="61199.81">22631 13286 7533,'-14'24'1092,"0"-1"0,-4 20 0,3 5 0,6-10 0,3 1 0,1 1 0,2 2 0,1-1 0,5-3 335,10 7 0,10-15-1337,11-33 0,4-16-780,-9-6 1,-1-9 0,-3-4 197,-6 5 0,-1-4 1,-4-1-1,-2-1 289,-3 0 1,-3-1 0,-3 0 0,-3 3 411,-4-3 1,-5 3 0,-6 7 572,-14 3 0,-4 15-2421,3 25 1,3 13 1539,1 3 1,9 5-1,12 3 1,10-1 0,14 6-1</inkml:trace>
  <inkml:trace contextRef="#ctx0" brushRef="#br0" timeOffset="61439.81">22913 13534 7533,'-15'21'1092,"1"0"0,-1 5 0,6 4 546,17 7 0,8 2-1856,-7-3 0,3-2-438,9-7 1,1-5-1,-2 2 1,-5-19 0</inkml:trace>
  <inkml:trace contextRef="#ctx0" brushRef="#br0" timeOffset="61599.81">23213 13336 1566,'10'-18'3276,"-3"32"-1638,-12 12 0,-5 9-819,3-4 0,0 6 0,1 3 0,-2 0-164,1 0 0,-1 2 1,1 2-1,-1-1 0,1-2-606,0 2 1,-1-1 0,2-1-1,0-1 1,-1 11 0,1 0-1,3-8 1,3-16 0,0 1-1</inkml:trace>
  <inkml:trace contextRef="#ctx0" brushRef="#br0" timeOffset="87489.81">1252 13323 7533,'-17'-26'3276,"-17"-3"-1638,9 33 0,-3 12-914,2 7 0,-2 7 1,2 6-806,2 3 0,0 5 0,2 3 1,2 1 349,5-4 1,2 1 0,2 2 0,1 1 0,2-2-486,1-2 0,-1 0 0,3 0 0,4-2 1,6-3-605,11 4 1,7-2 0,3-4 0,2-5 567,0-4 0,3-6 0,2-3 0,6-2 0,4-4 0,-4-4 0,-1-6 0,1 1 0</inkml:trace>
  <inkml:trace contextRef="#ctx0" brushRef="#br0" timeOffset="89849.81">1464 13386 0,'-20'12'3276,"-3"0"0,21 1 0,18-6-1737,7-9 0,7-2-2754,9-2 1,4-2-425,2-1 1,0-1 1376,-8 4 0,-3 0 0,9-5 0,-18 4 0</inkml:trace>
  <inkml:trace contextRef="#ctx0" brushRef="#br0" timeOffset="90039.81">1676 13398 8882,'-14'36'1092,"0"1"0,0 2 0,3 3 0,6-3 0,2 2 0,1 0-2185,-1 0 1,0 0 0,1 0 714,2 0 0,0 0 1,0-3-1,0 4 1,0-4-1,0 9 1</inkml:trace>
  <inkml:trace contextRef="#ctx0" brushRef="#br0" timeOffset="90169.81">1517 14141 7533,'-6'14'3276,"35"-19"-2867,0-1 1,7-1-1,-3-1 1,7-2-1,-1-1 1,2 3 0,0 0-1</inkml:trace>
  <inkml:trace contextRef="#ctx0" brushRef="#br0" timeOffset="90339.81">2064 14204 7533,'-10'5'3276,"-6"13"-1065,6 19-2211,-7 9 0,-1-8 0,1-9 0</inkml:trace>
  <inkml:trace contextRef="#ctx0" brushRef="#br0" timeOffset="91519.81">3122 13856 12120,'41'0'-1079,"-2"-11"1079,-12 6 0,-1-3 0,10-17 0,-11 0 0</inkml:trace>
  <inkml:trace contextRef="#ctx0" brushRef="#br0" timeOffset="92549.81">3528 14278 7533,'-26'-5'3276,"15"9"-706,-5 8-2929,0 25-631,7-9 1,-1 1 989,-4-5 0,0-2 0,-11 20 0,7-25 0</inkml:trace>
  <inkml:trace contextRef="#ctx0" brushRef="#br0" timeOffset="94129.81">3828 13956 7533,'-38'0'3276,"13"0"0,48-11-3224,3-1 0,3-1-1691,12-6 1,1-1 1509,-9 4 1,-2-1-1,-4 2 1,-5 1 0,-4 2-1</inkml:trace>
  <inkml:trace contextRef="#ctx0" brushRef="#br0" timeOffset="94299.81">4145 13559 7533,'-17'-14'3276,"7"9"0,2 45-2184,7-10 0,1 5 0,1 3-1773,-1-1 1,0 4-1,0 0 1,0 0 442,0-2 0,-1 1 1,1-1-1,1 0 0,1 7 1,0-1-1,2-4 1,1-5-1,0 0 0</inkml:trace>
  <inkml:trace contextRef="#ctx0" brushRef="#br0" timeOffset="94489.81">4339 14253 11221,'8'25'3276,"-6"11"-3764,-10 2 488,0-13 0,-3 0 0,-17 8 0,3-4 0</inkml:trace>
  <inkml:trace contextRef="#ctx0" brushRef="#br0" timeOffset="94849.81">4533 13609 7533,'-29'-7'3276,"29"1"-1638,24-2 0,13-1-2351,3-3 1,4-2-381,-11 5 1,1 0 0,-3 0 436,-2-3 1,-3 1-1,13-1 1,-29 5 0</inkml:trace>
  <inkml:trace contextRef="#ctx0" brushRef="#br0" timeOffset="95049.81">4727 13559 7533,'0'25'1638,"1"6"0,-2 7-546,-1-2 0,-1 4 0,0 2-412,2-2 0,1 1 0,0 2 0,-1 0-703,0 1 1,0 1-1,-2 0 1,1-3-368,-3 4 0,0-1 0,-1-5-455,-1 1 1,-6-9 844,-30-9 0,6-35 0,15-1 0,1-1 0</inkml:trace>
  <inkml:trace contextRef="#ctx0" brushRef="#br0" timeOffset="95339.81">5098 13423 12660,'12'43'819,"1"1"0,-3-5 0,-1 4 0,0 1 0,-3-3 0,0 2 0,-2 1 0,-1 0-334,-2 5 0,-1 0 1,-2 1-1,-5-1-881,-1-9 0,-2 1 1,-3-2-1,-1 0 1,-1-1 176,-6 6 0,-2-2 1,-1-1-1,-1-1 1,1-3-1,0 0 1,-2-2-1,0-2 1,-5 0-1,0 1 1,-1 0-1</inkml:trace>
  <inkml:trace contextRef="#ctx0" brushRef="#br0" timeOffset="96799.81">1111 15455 7533,'-17'-19'3276,"-1"1"-1155,8 11-682,2 2-1169,8 5 629,16 22-270,-10 0 1,0 5-135,3 13 0,-1 3-136,1 5 1,-2-1-270,-7-14 0,2-1 90,8 5 0,4-7-720,-3-17-629,23 14-810,-7-54 1304,-5 5 1,-1-2 854,1-18 2338,1 62-1034,-21 16 1,-4 9-1246,7-7 1,2 1 0,5-4 165,11 7 0,7-15-135,2-27 0,2-14 149,-5-11 1,-2-11 0,-4-2-1513,-7-2 1,-5-2 0,-1 0 753,-1 7 1,-1 0 0,-1 2-1301,-5-17 1,3 9 818,13 17 1,-6-5 0,3 24 0</inkml:trace>
  <inkml:trace contextRef="#ctx0" brushRef="#br0" timeOffset="97029.81">1817 15939 7533,'-18'0'3276,"8"0"0,3 0 0,7 5-2131,0 8-515,-8 28-1619,6-11 764,-2-2 0,0 2-1414,3 4 1,2-2 1304,7 8 0,-5-7 0,4-4 0,10-10 0</inkml:trace>
  <inkml:trace contextRef="#ctx0" brushRef="#br0" timeOffset="97369.81">2311 15629 7533,'-26'0'3276,"-1"-6"0,7 5 0,5-5-3480,38 6-66,14 0-1369,8-2 1,4-1 1239,-9 0 1,-1-1 0,1 1 0,-2-1 0,3-1 0</inkml:trace>
  <inkml:trace contextRef="#ctx0" brushRef="#br0" timeOffset="97549.81">2381 15865 0,'-27'12'3276,"9"-5"0,34-2-1638,18-4 0,8-2-1233,2 1 1,0 0-1,6 2 1,-2 2-1,-14-1 1,-1 1-1</inkml:trace>
  <inkml:trace contextRef="#ctx0" brushRef="#br0" timeOffset="107339.81">3228 15592 7533,'-28'-19'3276,"-5"-10"0,6 13-1823,-9 48-914,22-3 1,2 9 0,3 1-675,2 6 1,3 3 0,3 0 254,2-1 0,3 0 0,9-9 78,26-4 1,8-20-289,-14-22 0,-1-13 0,-1-5-23,-3-4 1,-1-5 0,-3-4-1,-5 0 383,-4 2 0,-5-2 0,-2 0 0,-5 1-61,-5-14 1,-7 0 0,-8 9-30,-6 16 0,-5 6 0,-1 6-1170,-6 4 1,1 13-650,-1 28 1,11 10 982,24-3 1,3 2-1,6-5 1,17-15 0</inkml:trace>
  <inkml:trace contextRef="#ctx0" brushRef="#br0" timeOffset="107519.81">3598 15704 7533,'-9'31'3276,"1"10"-1638,7-12 0,2 3 0,2 9 0,2 0-3277,-1-3 1,1-2 1425,2-4 0,4-5 0,14-9 0,3-13 1</inkml:trace>
  <inkml:trace contextRef="#ctx0" brushRef="#br0" timeOffset="107719.81">3969 15381 10141,'-8'-3'3276,"-2"39"-2184,4-2 0,0 8 0,0 3-437,2-5 0,1 3 1,-1 2-1,1 0 0,0 0-899,0 0 1,1 0-1,0 1 1,1-2-1,-1 0 1,0 7-1,-1-1 1,2-2 0,-1-4-1,2-5 1,0-1-1,0 1 1</inkml:trace>
  <inkml:trace contextRef="#ctx0" brushRef="#br0" timeOffset="108249.81">4480 15790 7533,'-27'-6'3276,"9"5"0,42-5-1638,8 1 0,6 0 0,4-2 0,3 0-1809,1-1 1,4 0 0,-3-1 170,-2-3 0,-2-1 0,2 4 0,-4-1 0,0-8 0</inkml:trace>
  <inkml:trace contextRef="#ctx0" brushRef="#br0" timeOffset="108429.81">4868 15381 0,'-33'16'1638,"18"4"0,1 3 0,-1-4 0,2 5-819,3 6 0,2 7 0,1 3 0,1 0-429,1 2 1,3 2 0,0 0 0,-1 1-473,-1 3 1,-1 0-1,0 1 1,1-1-1,2-2 1,-1 1 0,2-2-1,0-4 1,1 7-1,0 0 1</inkml:trace>
  <inkml:trace contextRef="#ctx0" brushRef="#br0" timeOffset="115289.81">5468 15480 7533,'-31'11'1092,"-1"0"0,4 12 0,3 9-273,11 0 0,2 7 0,2 2 0,3-3 273,2 4 0,3-2 0,5 1-1008,4-1 0,4 2 0,3-3 0,5-11-219,18-8 0,5-18 67,-10-13 1,2-10 0,0-5-1,-5 0 128,-1-5 0,-5-3 0,-5-3 547,-6-3 0,-2-5 0,-5 1 1,-7 6 66,-11-4 1,-13 10-1035,-5 14 0,-7 7 1,3 9-1171,-2 20 1,4 10 1060,-2 4 1,11 4 0,23-2 0,12-1 0,7-12 0,1-1 0</inkml:trace>
  <inkml:trace contextRef="#ctx0" brushRef="#br0" timeOffset="115449.81">5874 15802 7533,'-5'33'1092,"0"1"0,0-3 0,2 2 546,2 15 0,2 1-1111,2-9 0,2-2 0,-1-5 0,2-3 0,11 11 0</inkml:trace>
  <inkml:trace contextRef="#ctx0" brushRef="#br0" timeOffset="115639.81">6191 15455 7533,'-10'35'1638,"3"-4"0,-1 5-546,1 7 0,2 5 0,-1 2-622,1-6 1,1 2-1,-1 1 1,0 0-471,-1-5 0,-1 0 0,-1 1 0,1-1 0,1-3 0,0 11 0,0-2 0,-1-4 0,-2-9 0,1-1 0,-1 1 0</inkml:trace>
  <inkml:trace contextRef="#ctx0" brushRef="#br0" timeOffset="115999.81">6844 15431 9422,'-26'31'819,"1"0"0,5-6 0,-1 1 0,-1 3 0,1 0 0,0 2 0,-2 1 0,0 1-879,-4 5 1,-2 1 0,-1 0-1,2-4-1033,-1 0 1,0-4 0,1 0 1110,1 0 0,1 0 1,3-11-1,-3-14 1,18-27-1</inkml:trace>
  <inkml:trace contextRef="#ctx0" brushRef="#br0" timeOffset="116129.81">6509 15480 7533,'14'25'819,"1"0"0,-1 8 0,0 6 0,-3-1 819,-1 9 0,0 4-1816,1-12 0,2 4 1,1-1-1,-1-4 1,2 5-1,1-3 0,5 0 1,-1 0-1</inkml:trace>
  <inkml:trace contextRef="#ctx0" brushRef="#br0" timeOffset="116619.81">7091 15294 7533,'-8'-19'3276,"14"6"0,35 3-1638,1 3 0,6 1-1436,-10 0 0,3 0 0,0-1-202,6-1 0,1 0 0,-4-1 0,-4-1 0,-4 1 0,-3 0 0,-1 0 0</inkml:trace>
  <inkml:trace contextRef="#ctx0" brushRef="#br0" timeOffset="116919.81">7285 15319 7533,'-28'26'1092,"1"-1"0,4 3 0,3 3 546,5 3 0,4 5-819,4 0 0,0 6 0,2 3 0,-1-2 0,1-3 0,0-1 0,1 0 0,-2 3-302,0 0 0,-1 3 0,-1 0 0,2-1 0,0-4 202,2-2 1,1-2 0,1-2-1,-1-3-79,-5 13 1,8-6-1136,25-11 1,7-9-2783,13-15 2184,-4-3 1,7-1 0,-5-1 545,-14-1 1,-2 0 0,23 2 0,-2 1 0,-2 4 0</inkml:trace>
  <inkml:trace contextRef="#ctx0" brushRef="#br0" timeOffset="148149.81">3704 14439 7533,'-29'0'3276,"13"0"0,42 11-1638,-5 0 0,3 3-616,6 5 1,2 0-933,7-3 0,1-4-180,-7-4 0,-2-5-360,2-10 0,-5-5 181,0-9 538,-28 42 181,-4 21-45,-3-6 0,6-1 314,10-10 1,7-6 89,29-14-584,-21-15 0,-1-6-540,3-3 1,-1 0-46,-2 3 0,-2 0 0,8-18 90,4 7-449,-23-10-2558,-2 5 2457,-16 13 1,-2 3 0,-7 9 0</inkml:trace>
  <inkml:trace contextRef="#ctx0" brushRef="#br0" timeOffset="148869.81">3757 14451 8162,'0'18'3276,"0"18"-1638,10-8 0,4 0-417,2 3 1,5-2-862,15 0 0,6-9 89,2-14 1,2-10-210,-10-4 0,0-3 0,-2-3-160,-2-4 1,-1-3 0,-4-4-81,0-5 0,-4-5 0,-2-1-106,-2-2 1,-1-2 0,-4-2 307,-5 4 0,-1-2 1,-3-1-1,0-2-366,-1-4 1,-1-2 0,-2-1 0,1 0 235,0 7 0,-1-1 0,1 0 0,-1 0 0,-1 0 53,-1 0 1,0-1 0,0 1 0,-2 0 0,1 0 180,0 2 0,0-1 0,-1 0 0,-1 2 0,-1 1-16,-1-2 0,-1 1 0,-2 3 0,-4 2 249,-6-4 1,-4 3 0,-5 8-270,-4 7 0,-5 7 0,0 9-420,-4 11 0,-2 11 0,1 4-7,8 2 1,-1 3 0,2 4 0,2 3 102,5-2 0,2 2 0,1 2 0,1 2 0,1 1-49,1 5 1,1 1-1,1 3 1,2-1-1,1 1 85,2 0 0,1 0 0,1 1 0,2 0 0,1 0-342,3 0 0,1 1 0,1 0 1,3-1-1,3 0-144,1-5 1,2 1 0,2-2-1,3-1 1,3-1-317,8 5 1,4-2 0,3-3 0,0-3 542,0-1 1,0-3 0,3-4 0,1-4 0,3-2-1,-5-5 1,12 8 0</inkml:trace>
  <inkml:trace contextRef="#ctx0" brushRef="#br0" timeOffset="149549.81">7602 15827 7533,'-39'-7'3276,"39"2"-1638,22-1 0,11 1-1586,11-4 0,2-2-52,0-3 0,-2-3 0,-7 1 0,-3 0 0,-9 1 0,1 0 0</inkml:trace>
  <inkml:trace contextRef="#ctx0" brushRef="#br0" timeOffset="149719.81">8043 15431 11850,'-17'25'1092,"-1"1"0,3 14 0,3 8-205,2-3 0,1 4 0,2 1-1707,3-9 1,2 1 0,0-1 0,0-1 409,-1 7 0,0-3 1,2-1-1,0 8 1,2-6-1,-1-18 0,0 0 1</inkml:trace>
  <inkml:trace contextRef="#ctx0" brushRef="#br0" timeOffset="151719.81">8273 15865 7533,'-28'0'3276,"11"0"0,9 0-1103,47-17-2083,-16 9 0,3 1-855,16-6 0,4 1-874,-1 5 1,-2 2 982,-13 2 1,-3 0-1,22-3 1,-31-1 0</inkml:trace>
  <inkml:trace contextRef="#ctx0" brushRef="#br0" timeOffset="151999.81">8555 15431 7533,'-18'-31'3276,"8"16"0,3 26-2325,5 25 1,4 12-713,-5-4 1,0 3 0,1 3-529,1-5 0,1 3 1,0 0-1,-1-1-116,-1-2 0,-1 0 1,1-1-1,1-2-688,3 5 1,1-3 0,0-3 1087,-3-2 0,2-6 0,6-4 0,-8-23 1</inkml:trace>
  <inkml:trace contextRef="#ctx0" brushRef="#br0" timeOffset="152379.81">8396 15777 7533,'-43'0'3276,"21"0"0,-1 0 0,62 6-1804,-8-5 0,3-1-1292,7 4 0,2-2-1110,-7-4 1,2-2 0,-2-1-710,2-1 1,-2-2-1,1-3 1,-3-3-1639,1-5 3261,-19 1 0,-16 6 0,0-1 0</inkml:trace>
  <inkml:trace contextRef="#ctx0" brushRef="#br0" timeOffset="152589.81">8625 15381 7533,'-17'-7'3276,"-1"2"0,8 38-474,3 8-2308,5-10 1,3 7 0,0 4 0,-1-2-1253,-2 2 0,0 0 0,0 1 0,0 1 102,0-1 1,0 2-1,0 0 1,0 0 0,0-3 452,-1 5 0,1-2 0,0-2 0,-1-2 0,0-2 0,0-2 0,1-3 0,2-2 0,0 1 0</inkml:trace>
  <inkml:trace contextRef="#ctx0" brushRef="#br1" timeOffset="160839.81">9208 15455 8059,'-26'0'2698,"6"6"-1077,0 7 0,-1 8-514,1 20 1,3 9-1068,3-7 1,0 3 0,5 0 101,4 4 0,4 0 1,5-2-36,1-10 0,3-1 0,8-12-279,25-12 1,4-19-55,-17-15 1,-3-11 0,-1-3 118,4-6 0,-3-3 0,-8-2 96,-13 1 0,-8 0 1,-1 3 73,4-2 1,-8 8-369,-21 11 1,-5 15-1335,11 23 1,3 7 1625,-2 18 0,5-11 0,6 2 1,20 12-1</inkml:trace>
  <inkml:trace contextRef="#ctx0" brushRef="#br0" timeOffset="160999.81">9472 15741 7533,'-9'34'1092,"0"0"0,4 0 0,1 0 546,-2 0 0,4-1-3250,13-3 0,1-2 1612,-6 11 0,33-12 0,-19-20 0</inkml:trace>
  <inkml:trace contextRef="#ctx0" brushRef="#br0" timeOffset="161369.81">9843 15282 0,'-26'-4'1092,"1"1"0,-7 20 0,1 10 0,1 2 0,-1 5 0,4 3-273,9-3 0,2 2 0,3 1 0,1 0 273,-5 12 0,4 1 0,10-5-1658,18 6 0,13-15-1073,3-28 1,4-14 901,-7-10 1,0-7 0,-3-3 825,-5-2 1,-2-1 0,-3-1 1548,1-17 0,-7 20 1638,-9 42-2660,-4 10 1,-2 11-1,-2 3-670,2-2 0,0 3 0,-2 4 0,1 1 0,-1 0-493,0 0 1,-1 3 0,-1 0 0,1 1 0,0-2 0,1-2 272,1-2 1,2-2 0,-1 0 0,0-2 0,-1 1 0,-4 11 0,-2 2 0,1-4 0,1-8 0,1-6 0,0-1 0</inkml:trace>
  <inkml:trace contextRef="#ctx0" brushRef="#br0" timeOffset="161869.81">10389 15629 7533,'-17'-8'1638,"-3"17"0,-1 11 0,-7 16 0,1 9-962,8-15 1,-1 4 0,-1 0 0,0 0-1497,-1 0 1,-1 0 0,1 0 0,1-1 683,1 4 0,2 0 0,-1-5 1,-7 1-1,3-7 0,6-2 1</inkml:trace>
  <inkml:trace contextRef="#ctx0" brushRef="#br1" timeOffset="162019.81">10142 15728 8059,'0'38'655,"0"1"0,0 0 1,6 3-1,3 0 0,0-1-246,-3-5 1,1-1-1,1-1 1,9 13-1,2-5 1,-7-18 0,1 1-1</inkml:trace>
  <inkml:trace contextRef="#ctx0" brushRef="#br1" timeOffset="176289.81">10689 15616 9826,'-19'-13'3276,"3"2"0,16 27-1467,0 32-1495,0-5 0,0 3-265,0-12 1,0 1 0,0-1-656,-2 11 1,4-7-636,14-14 683,-7-44 0,1-15 429,8-4 1,-1-3 583,-3-3 0,0 7 970,11 14-354,-7 62-890,-6-8 1,1 1-325,3-4 0,4-9 129,6-24 0,1-11 318,-3-4 0,-1-4 263,0-9 0,-3 12 575,-3 38-1306,-15 9 0,-4 6-1475,4 10 1,2 0 1204,4-11 1,2-3 0,12 1-1,11-22 1</inkml:trace>
  <inkml:trace contextRef="#ctx0" brushRef="#br0" timeOffset="176639.81">11448 15579 7533,'-26'11'3276,"-9"14"-1638,12 1 0,1 3 0,2 1 0,3-1-1560,1-2 0,6-3-2327,18 0 360,27-53 1259,-12 9 1,1-1 1034,-1-2 0,-1 6 2871,4 11 0,-18 50-2865,-1-14 1,1 0-2051,0-3 1,4-4-1,12-10 1,3-8 825,4-8 1,10-20-1,-23 4 1</inkml:trace>
  <inkml:trace contextRef="#ctx0" brushRef="#br0" timeOffset="176899.81">11712 15443 14729,'41'15'1638,"-21"4"0,0 6-1321,0 2 0,1 3 0,-2 1-1410,-2 5 1,-3 1 0,0-2 918,5 5 1,-2-2 0,-4-6-1,-1-6 1,6-8 0</inkml:trace>
  <inkml:trace contextRef="#ctx0" brushRef="#br0" timeOffset="177049.81">12100 15356 7533,'-34'22'819,"0"0"0,6 4 0,1 3 0,1 5-522,3 3 1,0 4 0,1 2 0,0-2 0,-3 3 0,1-2 0,1 1 0,3 2-1,0-1 1,1 1 0</inkml:trace>
  <inkml:trace contextRef="#ctx0" brushRef="#br0" timeOffset="177949.81">11483 16310 7533,'-26'-17'2248,"-1"3"-269,-16 1-1125,13 28 1,-1 9-166,9-1 1,0 3 0,1 2-151,-2 7 1,1 3 0,5-1-540,2 13 0,10-5-675,11-12 1,8-12-91,18-27 1,6-15-875,1-6 1,-3-7 1111,-13 3 0,-2-5 1,-3 3 1380,6-8 1,-6 4 1483,-9-5 938,-9 76-1811,-2 3 1,2 5-2186,6-9 0,2 3 1,2-2-374,1-1 1,1-1 0,4-5 651,10-1 1,3-8 0,14-1 0,-17-24 0</inkml:trace>
  <inkml:trace contextRef="#ctx0" brushRef="#br0" timeOffset="178189.81">11783 16137 10411,'-18'10'3276,"-7"27"-3115,14-3 1,2 2 0,-4-5-1,1-1 1,3-1 0,0 0 0</inkml:trace>
  <inkml:trace contextRef="#ctx0" brushRef="#br0" timeOffset="179619.81">12524 15183 7533,'0'-25'359,"-8"6"1620,-2 1-539,-23 39-631,10 10 1,1 10-383,7-7 0,1 5 0,1 2 1,0 1-357,1-3 1,0 2-1,1 0 1,1 1-1,2-1 131,-1 7 1,2 0-1,3-2 1,4-2-114,5 3 1,5-2 0,9-15-499,19-20 0,6-18-41,-7-14 0,1-12 1,-3-5-1,-8 3 0,0-3 0,-4-3 1,-2-1 214,-5-1 1,-3-3 0,-3 1 0,-4 1 234,-4-6 0,-5 2 0,-6 5-60,-5 9 0,-5 3 0,-3 12-612,-10 13 0,-1 12 672,4 8 0,5 6 0,9 11 0,5 2 0,2 16 0</inkml:trace>
  <inkml:trace contextRef="#ctx0" brushRef="#br0" timeOffset="179799.81">12577 15542 7533,'-28'36'3276,"10"8"-1638,22-4 0,8 4-1227,5 1 1,3 1-822,-3-10 0,2 0 1,0-2-1,8 3 1,-1-4-1,-4-7 0,-1 1 1</inkml:trace>
  <inkml:trace contextRef="#ctx0" brushRef="#br0" timeOffset="180069.81">13176 15158 7533,'-35'6'1638,"9"16"0,1 12-546,8-1 0,2 5 0,0 4-361,1 1 0,-1 5 0,2 1 0,2 0-731,1-1 0,1 0 0,3 1 0,4-2-820,4-3 1,4 0 0,1-2 0,1-5 810,2 8 1,6-9-1,12-9 1,2-10-1,6-10 1</inkml:trace>
  <inkml:trace contextRef="#ctx0" brushRef="#br0" timeOffset="180369.81">13317 15381 7533,'-29'-6'3276,"5"5"0,48-10 0,13 4-3288,1 1 0,3 0-1627,-4-1 1,0 1 1160,-4 3 0,-3 0 0,11-8 0,-23 3 0</inkml:trace>
  <inkml:trace contextRef="#ctx0" brushRef="#br0" timeOffset="180599.81">13511 15381 7533,'-19'29'1638,"9"1"0,4 6-546,4-3 0,3 4 0,0 0 0,-1 9 0,1 1 0,-2 0-994,0-6 0,-1 0 0,-3-2-188,-4 7 0,-7-7-1046,-8-17 1,-5-8 1135,1-8 0,-1-7 0,2-3 0,1-4 0,-7-11 0</inkml:trace>
  <inkml:trace contextRef="#ctx0" brushRef="#br0" timeOffset="180839.81">13776 15914 12930,'-27'34'494,"9"-7"1,2 3-1889,2 11 0,1 1 847,-1-11 1,0-2 0,2 1 0,-1-3 0,-5-8 0</inkml:trace>
  <inkml:trace contextRef="#ctx0" brushRef="#br0" timeOffset="181339.81">14164 15443 7533,'-34'17'819,"-1"-1"0,37 21 0,12 8 0,-8-14-407,-16-21-997,39 20 0,9-12 900,-25-51 0,-9-11 2961,-4 12 0,-1 75-2184,-3-13 0,0 6 0,4 0-1430,7 2 0,4 2 1,2-1-756,-2-2 1,1 0 0,4-7 883,14-3 1,3-10 0,12-7 0,-12-29 0</inkml:trace>
  <inkml:trace contextRef="#ctx0" brushRef="#br0" timeOffset="182189.81">14146 15480 9332,'-45'-1'3276,"2"2"0,8 23-2370,9-2 1,1 4-278,0 5 1,3 3 44,2 3 1,3 1-45,3-3 0,4-2-450,10 11-1080,24-14 181,-11-18-920,11-13 1,1-9 488,-5-8 0,-2-6 745,1-10 0,-1-2 180,0-3 0,-3 0 495,-9 4 0,-2 3 1529,4-5 1259,-8 19-989,0 40-1439,0 12-1170,-1-9 0,2 1-1099,4 8 1,6-3 1489,5-12 0,3-2 1,-1 5-1,3-3 1,4-10-1,1 0 1</inkml:trace>
  <inkml:trace contextRef="#ctx0" brushRef="#br0" timeOffset="182839.81">14393 15220 11311,'-13'24'359,"-1"0"1,0 4 0,2 1-360,3 2 0,1 1 0,-1-6 0,0-1 0,-8 16 0</inkml:trace>
  <inkml:trace contextRef="#ctx0" brushRef="#br0" timeOffset="183269.81">14570 15047 8612,'0'-14'3276,"0"8"0,15 30-1638,-5 2 0,0 8-546,4 5 0,1 5 0,-1 1-109,-3 1 0,-1 2 1,-1 3-877,-3-10 1,1 4 0,-1 1 0,-1 0 0,-4-3-928,-4 3 1,-2-2 0,-3 0 0,0-1-1,2-2 1,1 1 0,-3-2 0,-4-1 593,-5-1 0,-4-1 1,-2-2-1,0-4 0,-1-4 1,-1-4-1,-1 1 0,-6 6 1,0 0-1,0 0 0</inkml:trace>
  <inkml:trace contextRef="#ctx0" brushRef="#br0" timeOffset="184749.81">15258 15691 7533,'21'12'3276,"18"-16"-2184,-3-6 0,6-6 0,0 1-1238,-4 2 1,0 1 0,0-2 31,4-4 0,0-2 1,-3 5-1,-1 4 1,-5 4-1,8 1 1</inkml:trace>
  <inkml:trace contextRef="#ctx0" brushRef="#br0" timeOffset="192949.81">16528 15047 7533,'-8'-21'2518,"-2"4"-269,-31 34-1080,17 15 1,1 12-586,3-9 1,0 6 0,-1 2-1,3 4-634,6-6 0,1 3 1,1 2-1,2 1 1,0-1-1,1 0 215,-1-3 0,1 1 0,1-1 0,1 0 0,2-1 0,4-1-93,3 4 0,2 1 0,3-2 0,4-6 0,6-8-431,15-4 0,8-12 1,0-12 43,-5-14 0,1-11 0,-1-8 0,-2-2 117,-6 2 0,-2-4 0,-1-3 1,-3-2-1,-3-2 26,-4 3 0,-2-3 0,-2-2 0,-3 0 0,-3 0 0,-2 2 567,-4-4 1,-5 0 0,-2 1 0,-3 1 0,-1 2-59,-4-3 0,-1 0 1,-5 5-1,-4 8-373,-13 5 0,-6 10 1,3 11-1604,-5 17 1,7 14 1399,13 9 0,9 5 1,11-2-1,8-1 1,11-12-1,0 0 0</inkml:trace>
  <inkml:trace contextRef="#ctx0" brushRef="#br0" timeOffset="193139.81">16563 15443 7533,'-9'34'1092,"0"1"0,10 6 0,4 2 0,0-8 0,2 2 0,1 1 0,3 4 0,2 1 0,0 0-2185,1 0 1,1 0 0,-1-2 677,-1 8 0,2-6 1,0-19-1,3-5 0,9-3 1</inkml:trace>
  <inkml:trace contextRef="#ctx0" brushRef="#br0" timeOffset="193599.81">17145 15047 8882,'-17'19'819,"1"0"0,0 10 0,1 6 0,1 4 0,-1 3 0,1 3 0,0 3 0,2 0-694,2-5 1,1 2-1,1 0 1,2 1 0,1-2-486,4-1 0,0 0 0,3-1 0,1-1 1,2-3-734,5 10 1,2-4 0,6-5 1009,11 3 1,4-14 0,4-21 0,-13-15 0</inkml:trace>
  <inkml:trace contextRef="#ctx0" brushRef="#br0" timeOffset="193789.81">17339 15306 7533,'-27'0'3276,"25"0"0,45 0-3584,-7-2 0,2-1 308,0 3 0,-1-1 0,-6-4 0,-4-1 0,-1-1 0</inkml:trace>
  <inkml:trace contextRef="#ctx0" brushRef="#br0" timeOffset="193939.81">17515 15344 7533,'-8'30'1092,"-1"0"0,3 12 0,2 2-775,-1-8 0,-1 3 0,1-1-727,2 1 0,0 0 1,0-2-1,-2 10 1,0-5-1,1-13 0,0 0 1</inkml:trace>
  <inkml:trace contextRef="#ctx0" brushRef="#br0" timeOffset="194069.81">17357 15939 8612,'-18'0'3276,"32"0"0,31-11-3989,-1 4 1,2 0 165,-11-2 1,-1-1 0,4 1 0,-4 0 0,-6-3 0</inkml:trace>
  <inkml:trace contextRef="#ctx0" brushRef="#br0" timeOffset="194549.81">17868 15939 7533,'-10'-1'3276,"3"13"0,14 31-2685,-16-15 1,-3 1-2231,6 7 1,-2-3 1627,-8-8 1,-3-5 0,-7 9 0,9-23 0</inkml:trace>
  <inkml:trace contextRef="#ctx0" brushRef="#br0" timeOffset="196869.81">18944 15145 10321,'16'47'1638,"-11"-14"0,2 3-546,5-3 0,3 3 0,-1 1-711,-5 9 0,-3 1 0,0 2-539,1-9 1,1 1 0,-1 0 0,-3 0-46,-3 0 1,-3 0 0,-1 0-1,-1 0-890,-3 8 1,-2 0 0,-2-4 753,-7 2 1,-2-6 0,6-15 0,1-5 0,-3-11-1</inkml:trace>
  <inkml:trace contextRef="#ctx0" brushRef="#br0" timeOffset="197499.81">18944 14984 7533,'-17'-12'3276,"-1"0"0,8 5-1823,10 1-194,10 6 990,31 0-1799,-10 0-180,1 2 0,3 2-46,0-2 1,1 3-270,1 3 0,0 1-225,-4-2 1,-3 0 179,11 17 90,-31-10 1259,-2 9-3302,-16 7 2313,6-8 360,-6 24-630,7-16 0,2 0-3,-1-3 1,0 3 361,0 7 1,0 6 0,0 3-575,0 0 1,0 4 0,0 0-1,0-2 260,0-9 0,0-2 0,0 0 0,0 5 105,0 2 0,0 5 0,0 2 0,0 1 0,0-2 0,0-4 232,0 3 0,0-2 0,0-2 1,0 0-338,0-1 0,0 1 0,1-1 0,-2-1-52,1-2 1,-1 2 0,-1-5-1,-3-6 7,-7-5 0,-1-6 123,-9 22-123,-3-31 0,-7-7 0,-10-6 0,-2-4-1639,12 2 1,-1-1 1440,-4 1 1,-4-1-1,6-1 1,9-4-1,3 0 1,-12 0-1,1-1 1</inkml:trace>
  <inkml:trace contextRef="#ctx0" brushRef="#br0" timeOffset="198069.81">19650 15418 12030,'8'35'655,"1"1"0,-1-1 1,5 10-1,2 1 0,0 2-372,-3-8 0,-1 1 0,0 0 0,2-2-1376,7 8 1,1-2 0,-1-4 919,-2-1 1,1-9 0,15-14 0,-17-24 0</inkml:trace>
  <inkml:trace contextRef="#ctx0" brushRef="#br0" timeOffset="198249.81">19985 15555 7533,'-37'19'1638,"8"7"0,1 4 0,4-1 0,1 3-1781,0 5 0,-1 3 0,0-2-1027,-4 1 1,1-2 76,7-1 1,-1 2 0,4-8 734,-5-4 0,6-2 1,1-4-1,5-13 0</inkml:trace>
  <inkml:trace contextRef="#ctx0" brushRef="#br0" timeOffset="198389.81">19579 15753 9871,'31'16'819,"0"1"0,-1-1 0,17 0 0,0-4 273,-14-5 0,1-1 0,-1-3-1021,4-2 1,1-4 0,-5-1-1,-3-5 1,-1 0 0,9-1-1,0 0 1</inkml:trace>
  <inkml:trace contextRef="#ctx0" brushRef="#br0" timeOffset="205939.81">20690 15158 7533,'-17'-26'3276,"-17"24"-1638,12 21 0,-1 10-764,5 1 0,0 4 0,0 3-1221,0-3 0,-1 2 0,2 1 0,2 1 684,5-1 0,2 0 1,2 1-1,-1 1 180,-4 8 0,-1 2 1,2-1-1,3 0-453,6-8 1,4-1 0,0 0-1,-2 0-64,-2-2 0,-1 0 0,0 1 0,1 0-203,3 3 1,2 3 0,-1-3 0,-4-5-113,-8 3 0,-5-2-778,-3 5 1,-4 3 0,-2-11-547,-2-15 1,-3-8 1620,-11 2 0,4-9 0,7-25 0,3-16 1</inkml:trace>
  <inkml:trace contextRef="#ctx0" brushRef="#br0" timeOffset="206069.81">20197 15963 10951,'35'-2'364,"0"-1"0,1 1 0,3 0 0,-4-1 0,-2-3 0,-1 0 0,13-1 0,0 1 0</inkml:trace>
  <inkml:trace contextRef="#ctx0" brushRef="#br0" timeOffset="206219.81">20673 16149 9602,'-13'31'1092,"0"0"0,7 6 0,1 0 546,-4-5 0,2 0-2294,7 6 1,0-3-1,-8 11 1,-2-5 0</inkml:trace>
  <inkml:trace contextRef="#ctx0" brushRef="#br0" timeOffset="206719.81">21202 15294 7533,'-30'31'655,"-1"-1"0,11-1 1,0 4-1,0 3 0,2 2 0,1 0 0,1 1 1,0 3-1,2 1 0,2 2-213,4-5 1,0 3 0,1 2 0,2 0 0,0-1 0,2-2 0,0-2-1263,1 8 1,2-2 0,2-3 0,2 0 454,2 0 1,1 1 0,4-5 0,4-9 0,17-8 0,3-11 0,-8-8 0,1 1 0</inkml:trace>
  <inkml:trace contextRef="#ctx0" brushRef="#br0" timeOffset="207949.81">1482 14526 7533,'-18'0'3276,"8"0"-706,2-6-501,16 5 0,18 1-1485,-2 14 1,5 6-360,9 3 0,4 1-381,-6-6 0,3 0 0,0-2 66,-1-1 0,1-2 0,1-5-210,4-5 0,1-4 1,-2-1 325,8 2 1,-2-2 467,-1-5 1,-2 2 584,-14 9 1,-2 4 224,1 1 1,-1 1-811,0 1 1,1-1-450,3-2 0,2-4-540,12-13 1,0-6-1145,-5 4 1,-1-1 982,-5-5 1,-4 4-1,1 13 1,-27 13 0</inkml:trace>
  <inkml:trace contextRef="#ctx0" brushRef="#br0" timeOffset="208969.81">21237 15716 7533,'-19'-13'3276,"11"-4"0,49-3-2954,-11 8 0,5-1-322,-1 3 0,3 0 0,-3 0 0,2 0 0,-3-1 0,-1 0 0,1-1 0</inkml:trace>
  <inkml:trace contextRef="#ctx0" brushRef="#br0" timeOffset="209119.81">21537 15555 7533,'-22'18'1092,"-1"-1"0,-4 4 0,3 2 546,11 12 0,4 4-1946,-4 6 0,3 3-785,8-12 1,3 0 0,0 0 790,-1 10 1,0-3 0,0-11-1,0-3 1,0-1 0</inkml:trace>
  <inkml:trace contextRef="#ctx0" brushRef="#br0" timeOffset="209249.81">21361 16112 7533,'-28'6'3276,"3"-5"-3610,50-7 1,28-5 0,-8 1-1,-4-4 1,-2 4 0,-1 0 0,0 0-1,0 0 1</inkml:trace>
  <inkml:trace contextRef="#ctx0" brushRef="#br0" timeOffset="209419.81">21784 16137 13559,'-25'41'1214,"11"-18"1,0 0-1215,-4 8 0,1 0 0,-3 9 0,5-6 0</inkml:trace>
  <inkml:trace contextRef="#ctx0" brushRef="#br0" timeOffset="211169.81">23036 15455 7533,'10'42'819,"0"-1"0,-3-4 0,-1 3 0,-3 1 0,-4-3 0,-3 1 0,-2 2 0,1 0-1286,-1 4 0,0 1 0,-1 0 1,-1-3 466,-4 5 0,0-3 0,-2-3 0,1-5 0,-2-2 0,0-5 0,-2-3 0,-1 0 0</inkml:trace>
  <inkml:trace contextRef="#ctx0" brushRef="#br0" timeOffset="-186156.92">24853 12196 7533,'-8'-33'1709,"-1"4"-1349,-9 22 809,-15 18-450,6 22 1,1 9-1132,1-11 0,1 6 573,7 0 1,-1 8 0,1 5 0,0 0 0,3-4-72,2 0 1,1-2 0,2 0-1,0 3 179,3-7 1,0 4 0,1 0 0,1 1 0,1-3 0,0-4-210,-3 14 0,2-5 0,10-5 150,12-8 0,7-4 0,4-14-1051,5-23 0,4-15 0,-2 1 841,-5 9 0,0 0 0,-1-7-18,1-9 0,1-8 0,-1-5 0,-2-1 0,-7 1-449,-5-1 1,-5-1 0,-3 0 0,-2-3 178,1 3 0,-2-2 0,-1-1 0,-3 1 1,-3 2-6,-3 0 1,-3-1 0,-5 6-1,-6 8-768,-13 9 0,-7 9 1,1 6 880,-3 2 0,4 12-330,10 14 1,3 9-1,5-2 343,0 14 0,13-11 0,2 0 1,3 12-1</inkml:trace>
  <inkml:trace contextRef="#ctx0" brushRef="#br0" timeOffset="-185956.92">24871 12766 7533,'-30'22'3276,"30"11"-1638,9-3 0,4 2 0,4-7 0,1 2-1920,-1 18 0,0 3-1357,0-5 1,1-1 1266,-4-4 1,1-2-1,2 1 1,0-6 0,0-12-1</inkml:trace>
  <inkml:trace contextRef="#ctx0" brushRef="#br0" timeOffset="-185446.92">25612 12134 7533,'-40'-21'1638,"12"24"0,2 11-263,5 21 0,4 10-2208,-2-6 0,-1 6 1139,6-6 0,-2 7 0,0 3 0,2-1 0,2-7-678,2-6 0,2-4 0,0 5 516,-1 2 0,-1 5 0,0 2 0,2 0 0,4-5-684,6 9 0,5-4 1,0-2 539,-2 5 0,3-3-960,5-6 1,3 0-1,4-15-679,6-24 1,1-8 1398,-1 4 1,-3-3-1,1-12 1,-5-5-1,-3-13 1</inkml:trace>
  <inkml:trace contextRef="#ctx0" brushRef="#br0" timeOffset="-185296.92">25682 12444 7533,'-10'-7'3276,"34"1"0,-1 6-2999,12 0 0,5 0-277,-7-2 0,-1-1 0,17-4 0,-10-5 0</inkml:trace>
  <inkml:trace contextRef="#ctx0" brushRef="#br0" timeOffset="-185046.92">25912 12505 7533,'-30'35'1092,"1"1"0,15-1 0,2 3-625,-4-2 0,-2 3 0,5 1-1560,10 2 1,4 1 0,-1-3-547,-3 2 1,-2-2-1,0 9 1,-5-7 1007,-10-20 2160,1 1 550,-13-12 620,28-9-1710,-4 3 360,34-5-2698,14-7 0,4-2 359,5-1 990,-3-1 0,-4-1 0,-14-1 0,7 1 0</inkml:trace>
  <inkml:trace contextRef="#ctx0" brushRef="#br0" timeOffset="-184876.92">26194 13125 7533,'-20'-5'3276,"4"3"0,16 2-6553,0 24 3087,0 3 1,0 10 0,0-6 0</inkml:trace>
  <inkml:trace contextRef="#ctx0" brushRef="#br0" timeOffset="-183146.92">27534 12208 7533,'-9'-15'3276,"1"11"0,16 45 0,1 0-3611,-1-7 1,1 6-1,0-4 425,1-3 0,-1 2-338,-2 2 1,0 6 0,0 1 0,-2-7 247,1-2 0,-2 0-405,-4 3 0,-2 7 0,-1 0 1,0-7 224,-1-4 0,-4 1-640,-6 3 1,-5 7 0,-1 0 0,1-7 74,-2 1 0,-4-2 745,-1-4 0,-6 4 0,-2 0 0,3-5 0,5-6 0,0-3 0,0 1 0,-12 6 0,1 1 0,0-1 0</inkml:trace>
  <inkml:trace contextRef="#ctx0" brushRef="#br0" timeOffset="-182296.92">27922 12691 7533,'-27'-5'2878,"9"4"-1169,10-5-180,32 6-1439,-2 0-540,8-4 1,6-3-1190,4 1 1,1-2 1494,-7-1 1,0-1-1,2 1 1,-5 0-1,-6-3 1</inkml:trace>
  <inkml:trace contextRef="#ctx0" brushRef="#br0" timeOffset="-182146.92">27975 12927 7533,'-11'0'3276,"52"0"-3019,-9-3 0,6-1 0,-1 0-622,-3 1 1,-1 1 0,0-1 0,7-5 0,1-2 0,-6-1 0,-8-3 0,-1 1 0</inkml:trace>
  <inkml:trace contextRef="#ctx0" brushRef="#br1" timeOffset="-180196.92">25629 9840 10536,'-47'7'1836,"14"-1"-988,49 0-700,13-2 0,11 0 1,-2 0-211,-3 0 1,3 0-587,2 0 0,8-1 1,5 1-1,-1-1 0,-4 0 395,-4-1 0,-4-1 0,1 1 0,1 0 61,5 0 1,2 2-1,0-1 1,-2 0-1,-6-1 1,0 0-1,-2-1 1,-4 1 0,6 1-1,-1 0 1</inkml:trace>
  <inkml:trace contextRef="#ctx0" brushRef="#br0" timeOffset="-178896.92">22401 12245 0,'-31'7'2849,"15"15"427,-9 4-1638,35 3 0,13 3-1120,3-4 1,7 0 0,4-3-354,-1-5 0,3-2 0,3-2 1,2-2-41,-3-3 1,3-1 0,1-2 0,1-2 0,-1-4-130,2-4 0,0-3 0,0-3 0,0-3 0,-1 0-248,-1-3 0,1-2 0,-1-1 1,-1-3-1,-3-3 108,-2-2 0,-1-2 0,-2-3 0,-3-2 0,-3-1 252,-3-2 0,-3-2 0,-2-2 0,-3-1 0,-3-1 179,-1-1 1,-4-3 0,-2 0 0,-3-1 0,-4-1 146,-3 3 1,-3-1 0,-2-1 0,-3 0 0,-2 0 0,-1 1-13,-2-2 1,-2 0 0,-2 0-1,-2 0 1,-3 2 0,-1 3-154,-3 1 1,-2 0 0,-2 2 0,-3 3 0,-1 3 0,-3 4-136,-3 4 1,-2 2 0,-3 3 0,-1 5 0,-1 5 0,0 6-135,3 7 0,-1 5 0,0 6 0,-1 3 0,0 3 0,1 4 0,2 1-365,5-1 1,1 3 0,0 2 0,0 3 0,1 2 0,1 1 0,2 1 0,1 1 0,2 0-1,2 2 1,0 1 0,2 1 0,1 2 0,1 0 0,3 1 0,2 1 0,2-1 0,3 0-46,2 3 0,3 2 1,3 0-1,2 1 1,2-1-1,2-1 0,2-3 1,1-2 204,3 8 1,2-2 0,3-2 0,4-4 0,5-3 0,7-4 0,5-2 0,4-3 0,1-5 0,-3-4 0,6-8 0,-1 1 0,1-1 0</inkml:trace>
  <inkml:trace contextRef="#ctx0" brushRef="#br0" timeOffset="-177806.92">28751 12419 7533,'-4'35'0,"1"0"0,-1 1 0,1 10 0,0 0 0</inkml:trace>
  <inkml:trace contextRef="#ctx0" brushRef="#br0" timeOffset="-176806.92">29034 12766 7533,'21'43'0,"1"-1"0,-1 1 0,1 0 0,-4-9 0,0 1 0,0 0 0,0 0 0</inkml:trace>
  <inkml:trace contextRef="#ctx0" brushRef="#br0" timeOffset="-176776.92">28663 12592 7533,'-4'34'0,"-1"1"0,0-1 0,4 8 0,-1-1 0</inkml:trace>
  <inkml:trace contextRef="#ctx0" brushRef="#br0" timeOffset="-174906.92">28787 12431 9152,'-43'-14'3276,"-3"9"-1638,16 20 0,0 10-147,0 9 0,5 8-982,7-8 1,2 3 0,5 0-60,3-2 0,4 0 0,6-3 89,11 9 1,9-14-405,16-32 0,5-16-345,-12 2 0,0-3 0,-1-6-610,-4-6 1,-1-6 0,-2-1 0,-1 3 254,-2 5 1,-1 2-1,-3-3 587,-4-4 1,-1-4-1,-4 0 1,-4 5 773,-8 0 1,-6 2-438,1-17 1,-9 11-1035,-21 32 1,-4 16-541,8 9 1,3 10 121,9 2 1,3 6 0,3-2 545,3 2 1,7-2 0,10-3 0,6-5 0,9-6 0</inkml:trace>
  <inkml:trace contextRef="#ctx0" brushRef="#br0" timeOffset="-174626.92">28945 12716 11580,'0'44'3276,"8"-1"-435,10 0-6118,1-10 2679,7-8 1,-8-14-1,-1-11 1</inkml:trace>
  <inkml:trace contextRef="#ctx0" brushRef="#br0" timeOffset="-174376.92">29333 12047 7533,'0'-26'1638,"-6"47"0,-3 17-546,2-6 0,1 3 0,-1 5-437,1-1 0,-2 5 1,1 2-1,0 1 0,0-1 0,1 2 0,0 2 1,1-1-1,0 0 0,-1 0-1311,1-2 1,-1 0-1,1-1 1,0-1 0,1-1 245,1 1 0,0-2 1,1-1-1,0-4 1,-2 13-1,0-7 0,4-3 1</inkml:trace>
  <inkml:trace contextRef="#ctx0" brushRef="#br0" timeOffset="-173626.92">29739 12381 10231,'0'27'1092,"0"-1"0,-7 0 0,-2 2 0,3 7 0,1 6 0,-3-4-1421,-5-4 0,-2 0 359,2 2 0,-1 3 0,0-2-1154,0-2 0,-1-4 359,-3-5 0,1-2-2512,-1 21 3174,10-48 1,0-3-1,-1-12 1</inkml:trace>
  <inkml:trace contextRef="#ctx0" brushRef="#br0" timeOffset="-173476.92">29563 12394 7533,'4'27'1092,"0"-1"0,7 8 0,3 1 0,-1-3 0,3 2 0,0 0-676,4 0 0,1 1 0,1-2-416,-1-4 0,1-2 0,-2-1 0,-1 3 0,-1-4 0,5-2 0</inkml:trace>
  <inkml:trace contextRef="#ctx0" brushRef="#br0" timeOffset="-173056.92">29545 12679 7533,'-25'0'3276,"21"0"-975,21 0-817,8 0 0,5 0-900,18 1 1,0-2-765,-17-1 0,-1-1 225,16 0 0,-4-1-416,-10-9 0,-7 7 0,1 0 0,9-7 0</inkml:trace>
  <inkml:trace contextRef="#ctx0" brushRef="#br0" timeOffset="-169776.92">30586 12072 7533,'-30'-7'1439,"-1"1"-809,21 6 1528,-31 28-1304,21-1 1,1 8-376,-2 1 1,0 6 0,2 4-769,6-2 0,1 3 0,2 3 0,0 0 361,2-6 0,1 1 0,0 1 0,0 1 0,1-2 54,0 1 0,1 0 0,0 0 0,0 0 0,0-2-147,-1 5 0,0-1 0,0-2 0,-1-3-489,-1-4 1,-1-4-1,-2-4-1129,-5 3 1,-3-15 1537,-8-36 1,1-6 0,17-1 0,1 0 0</inkml:trace>
  <inkml:trace contextRef="#ctx0" brushRef="#br0" timeOffset="-169646.92">30021 12815 7533,'-9'-30'3276,"9"4"-1638,23 9 0,10 4-2396,8 1 1,3 4 757,-8 3 0,1 1 0,-1 1 0,10-1 0,-3 2 0,-14 2 0,0 0 0</inkml:trace>
  <inkml:trace contextRef="#ctx0" brushRef="#br0" timeOffset="-169446.92">30533 12964 7533,'-18'21'1638,"1"1"0,-3 22 1638,4-11-1463,24 7-5090,2-8 1517,0-5 1760,-2 7 0,-8-20 0,0 4 0</inkml:trace>
  <inkml:trace contextRef="#ctx0" brushRef="#br0" timeOffset="-169156.92">31115 12282 3584,'-35'18'1638,"9"5"0,1 7-546,6-1 0,1 4 0,0 4-273,1 1 0,1 3 0,0 3 0,2 1-481,3-4 1,1 1-1,0 2 1,2-1-1,2 0-410,1-1 0,1-1 0,2 1 0,1-2 0,3-1-748,4 2 1,2-2 0,2-2 0,2-4 345,5 9 1,7-12 0,8-20 0,2-11 0,11-18 0</inkml:trace>
  <inkml:trace contextRef="#ctx0" brushRef="#br0" timeOffset="-168596.92">31115 12605 7533,'-10'5'2518,"10"2"-2248,25 0 0,7-2-1349,-10 2 629,24-4 0,2-6 450,-15-9 0,12-2 0,-21-4 0</inkml:trace>
  <inkml:trace contextRef="#ctx0" brushRef="#br0" timeOffset="-168346.92">31327 12555 7533,'-22'33'1079,"1"0"0,4 6 1,4 4-1170,3-8 0,2 3 0,1 0-150,3-4 0,2 1 0,0-1-540,0 4 1,0-1 0,-2-3-31,-3-3 1,-4-3 1618,-1-2 1,-3-5 2248,-13-3-629,11-11-1710,48-13-1754,-4-5 1,3-3 1034,11 1 0,0-1 0,-8-4 0,-3 0 0,11-6 0</inkml:trace>
  <inkml:trace contextRef="#ctx0" brushRef="#br0" timeOffset="-168176.92">31644 13001 7533,'-9'24'1092,"1"0"0,-5 2 0,0-1 546,3 3 0,0 1-1271,-2-1 0,-1-1-817,-5 6-2827,1 2 2926,7-27 1,2 3 0,8-11 0</inkml:trace>
  <inkml:trace contextRef="#ctx0" brushRef="#br0" timeOffset="-165976.93">32826 12518 7533,'-2'-14'3276,"-4"3"-1335,37 11 1207,-1 33-2609,-10 3 1,-3 8 552,-5-1 0,-3 4 0,-4 2-715,-5-6 0,-3 1 0,-3 1 0,-1-1-1197,-3 4 1,-4 0 0,0-1 0,-1-4-8,0-1 1,-1-3 0,-4-1 826,-4-4 0,-3 2 0,-2-3 0,3-6 0,0-3 0,-1-2 0,-1 1 0,0 1 0,0-1 0</inkml:trace>
  <inkml:trace contextRef="#ctx0" brushRef="#br0" timeOffset="-164956.93">30039 13323 7533,'-43'-5'1259,"21"4"810,-1-10-270,62 26-1140,-9-4 1,5 1 0,4 2-413,2 1 0,3 2 1,3 0-1,1-1-575,-9-5 1,1 1-1,2-1 1,0 0-1,1-1 1,0-1 342,2 0 0,0 0 0,1-2 0,0 0 0,0-1 0,1-1-45,-2-1 0,1-1 0,0-1 0,0 0 0,0-2 0,-1 0-30,-2-1 0,1-2 0,-1 0 0,-1-1 0,1 1 0,-1-1 130,5 1 1,-1 0 0,0 0 0,-1 0 0,0 0 216,-4-1 1,0 0 0,0-1 0,-1 2 0,-1 1-108,4 3 0,-1 2 1,0 1-1,-1-1 247,1-1 0,-1 0 1,0 0-1,0 2 45,-1 1 0,0 1 1,0 1-1,-1-2 217,9 0 1,0-1 0,1 0-398,-11-2 0,2 1 1,-1-1-1,-1-3-410,4-2 0,0-3 0,-1-1-975,1-1 1,0-1 0,-3-2 1084,-4 1 1,-2-1 0,-3-1 0,4-3-1,-5 1 1,12 2 0</inkml:trace>
  <inkml:trace contextRef="#ctx0" brushRef="#br0" timeOffset="-147226.93">30992 13782 10231,'-18'-14'3276,"0"14"0,-7 19-1740,7 3 1,0 5-728,-1 5 1,1 5-331,5-4 1,1 2 0,2 1 89,2-1 1,2-1 0,2 1-301,4 1 1,2 0 0,4-4-225,8 4 0,7-8-315,8-11 1,5-10-271,10-18 0,0-13 120,-15 3 1,-1-3-1,-2-3 113,0-7 1,-3-4 0,-2-2 425,-3 2 1,-3-2 0,-5 0 270,-5 0 0,-4 0 0,-5 2 959,-4-10 0,-11 6-675,-17 11 1,-7 13-1575,5 19 1,0 10 899,0 7 0,5 5 0,17-1 0,7 2 0,11 10 0</inkml:trace>
  <inkml:trace contextRef="#ctx0" brushRef="#br0" timeOffset="-146256.93">28028 14476 7533,'-17'0'3276,"22"11"-76,23-8-3425,5-6 0,4-5-465,-5-1 1,1-2-1,0-2 280,1-1 0,0-2 1,-2 0-1,6-3 1,-3 1-1,-11 6 0,1 1 1</inkml:trace>
  <inkml:trace contextRef="#ctx0" brushRef="#br0" timeOffset="-146096.93">28293 14154 7533,'-31'20'1092,"1"0"0,1 16 0,3 8-273,10-12 0,-1 3 0,2 3 0,2 0-1639,3 5 1,3 3 0,1-1 0,0-1 701,-1 2 1,1-3-1,3 0 1,4-4 0,2-1-1,3-6 1,12 5-1</inkml:trace>
  <inkml:trace contextRef="#ctx0" brushRef="#br0" timeOffset="-141776.93">28698 14761 7533,'-19'-19'2608,"3"1"630,8 0-359,6 4-2160,18-4-899,21 12 180,3 0-1639,-3 8 1,-2 2 982,-9 2 1,2-2-1,0-1 1,0 3 0</inkml:trace>
  <inkml:trace contextRef="#ctx0" brushRef="#br0" timeOffset="-141456.93">29122 14576 7533,'-18'22'2698,"8"-11"-1709,1 13 1,3 8-361,3 4 1,4 2-765,5 0 0,3 0 90,-1 3 1,6-9 178,13-19 1,5-14-1516,0-23 0,-2-11 1426,-4 10 0,-3-4 105,-1-7 0,-2-7 0,-5 1 21,-8 8 1,-4 1-1,-1-1 99,0-5 0,-2-1 0,-2 3-225,-5-7 0,-6 5 314,-6 10 1,-5 13-1080,-2 30 1,-1 10-1620,-12-2 1080,19 22 0,7 3 1773,5-8 0,10-9 0,4-1 0,4 1 1</inkml:trace>
  <inkml:trace contextRef="#ctx0" brushRef="#br0" timeOffset="-141216.93">29457 14737 8702,'-10'19'3276,"2"10"0,16 8-3674,-4-12 1,2 1 397,5 0 0,3-1 0,14 7 0,7-16 0</inkml:trace>
  <inkml:trace contextRef="#ctx0" brushRef="#br0" timeOffset="-141106.93">29722 14464 10771,'-16'45'655,"0"-1"0,0 0 1,1 3-1,0-1 0,4-2 983,5 1 0,3-3-2801,-2-10 1,2 0 1162,1 11 0,4-6 0,6-16 0,1 2 0</inkml:trace>
  <inkml:trace contextRef="#ctx0" brushRef="#br0" timeOffset="-140876.93">29916 14352 7533,'9'-7'3276,"7"13"0,2 35-1638,-8-1 0,-1 7-546,-1-6 0,-2 4 0,-2 1-1159,-5-4 1,-3 1 0,-1 0-1,-1-3 67,1 0 0,-2-3 0,-2 0-870,-7 10 1,-4 0 0,-3-4-224,1-13 1,-2-3 0,-1 0 727,1 2 1,-1 0 0,0-2 0,-1-1 0,0-2 0,-1-2 0,-3-4 0,0-1 0</inkml:trace>
  <inkml:trace contextRef="#ctx0" brushRef="#br0" timeOffset="-140476.93">28910 14030 7533,'-31'14'546,"-1"1"0,1 0 0,3 11 0,0 5 0,1 5 0,2 3 0,6-4 0,1 2 0,0 3 0,2 2 0,0 0 0,1 2-316,1 0 0,0 2 0,0 1 0,2 1 0,1 0 0,3 0 1,3-1-617,3-3 1,2 0-1,2 0 1,2 0-1,2-1 1,2-2-1,3-1 386,4 1 0,4 0 0,2-2 0,2-2 0,1-3 0,0-4 0,3 0 0,1-4 0,1-4 0,2-4 0,18-9 0,0-1 0,0 1 0</inkml:trace>
  <inkml:trace contextRef="#ctx0" brushRef="#br0" timeOffset="-139576.93">30498 14712 7533,'0'-20'3276,"-16"8"-886,-4 45-1805,0-9 0,-3 6-286,3 8 1,0 6 0,-1 0-962,3-4 0,-1 0 0,0-1-431,-2 0 1,0 0 0,2-4-165,1 3 1,1-10 1256,-1-21 0,18-22 0,10-23 0</inkml:trace>
  <inkml:trace contextRef="#ctx0" brushRef="#br0" timeOffset="-139396.93">30251 14737 10411,'4'41'989,"0"0"1,7-1-1,3 0-1709,-5-7 1,1 1 0,0-2 414,8 4 0,0-3 1,-8-8-1,-3-2 1,1 7-1</inkml:trace>
  <inkml:trace contextRef="#ctx0" brushRef="#br0" timeOffset="-139226.93">30215 14873 7533,'-25'-7'3276,"13"2"0,36 10-3764,5-6 1,6-2 487,11 0 0,0-1 0,-1-2 0,-1-2 0,-10-1 0,0 0 0</inkml:trace>
  <inkml:trace contextRef="#ctx0" brushRef="#br0" timeOffset="-134246.93">31327 14488 7533,'-36'6'3276,"-7"6"-2396,13 15 1,0 10-552,5-5 1,1 4 0,0 3-608,3 1 1,0 3 0,1 3-1,2 0 512,3-5 0,2 2 0,1 0 0,1 0 0,-1-1-100,-2 7 1,1-1 0,0 0 0,2-1-158,3-4 1,1-1 0,1 0-1,0-4-457,-3 0 1,0-3-1,1-3 390,3-2 0,0-4-2451,-10 9 22,13-34 2519,-6-8 0,0-18 0,-2-6 0</inkml:trace>
  <inkml:trace contextRef="#ctx0" brushRef="#br0" timeOffset="-134106.93">30798 15096 7533,'-20'-13'3276,"36"1"-1638,18 5 0,10 2-1357,-11 0 0,3 1 1,-1 0-1,1 0 1,1 0-1,-2 0 1,7-2-1,0 0 1</inkml:trace>
  <inkml:trace contextRef="#ctx0" brushRef="#br0" timeOffset="-133796.93">31238 15306 7533,'-19'8'3276,"11"-3"-706,41-10-3559,-1-2-1260,11 16 1799,-49 28 1709,-7-3 1,-3 3-136,-5-1 1,2-1-451,5-6 1,11-8-2294,46-21 1619,-14-9 0,1-4 0,6-7 0,-2-3 0,-8 5 0,-1-1 0</inkml:trace>
  <inkml:trace contextRef="#ctx0" brushRef="#br0" timeOffset="-133576.93">31838 14687 7533,'-23'25'655,"-1"0"0,1 1 1,-5 9-1,2 5 0,1 3 164,6-1 0,2 4 0,2 1 0,2 0-586,0-2 1,2 1-1,2 0 1,4-2-1327,6 7 1,5-2 0,5-6 969,6-4 0,7-12 0,6-20 0,1-10 0,-10-10 0,1 0 0</inkml:trace>
  <inkml:trace contextRef="#ctx0" brushRef="#br0" timeOffset="-133406.93">31873 14898 9871,'-1'19'2969,"34"-7"-4608,-6-13 1,3-3 1494,-2 1 1,1-2-1,-3-4 1,-3-1-1,-6-2 1</inkml:trace>
  <inkml:trace contextRef="#ctx0" brushRef="#br0" timeOffset="-133156.93">32085 14873 7533,'-35'29'1638,"20"-9"0,2 4-1118,0 9 1,1 3-1780,3 4 0,0 1 179,1-2 1,-1-2 404,-8-5 1,8-2 2312,27-6 0,7-6-983,-3-4 0,14-9 1,4-6-1,3-11 0</inkml:trace>
  <inkml:trace contextRef="#ctx0" brushRef="#br0" timeOffset="-132976.93">32332 15344 7533,'-8'31'3276,"-2"5"0,-7-4-3622,-1 11 346,1-5 0,7-1 0,2-6 0</inkml:trace>
  <inkml:trace contextRef="#ctx0" brushRef="#br0" timeOffset="-131506.93">33373 15059 7533,'17'10'1638,"-9"14"0,-6 11-546,-2 1 0,-3 5 0,-2 1-407,2-3 1,-1 1 0,-1 1 0,-2-1-1271,-5 4 0,-2 0 1,-3 0-1,1-2 260,1-6 0,-1 0 1,0-2-1,-2-3 0,-5 5 1,-1-3-1,-1-2 1,-10 4-1,1 1 0</inkml:trace>
  <inkml:trace contextRef="#ctx0" brushRef="#br0" timeOffset="-65176.92">31397 16174 7533,'-10'0'3276,"3"-5"0,30-13 0,-9 3-1638,18-3 0,8 1-2344,-7 3 1,1 2-388,-2 3 1,2 0 0,-2 1 489,6-2 1,-4 2 0,10-3 0,-29 4 0</inkml:trace>
  <inkml:trace contextRef="#ctx0" brushRef="#br0" timeOffset="-64976.92">31997 15827 7533,'-20'22'3276,"-3"11"-1638,16 8 0,4 2 0,-2-14 0,0 0-546,0 5 0,-1 4 0,2-1-2203,-2 11 1,2-1-529,-1-5 1,0-1 982,1 1 1,0-3-1,-4-3 1,-2-5 0</inkml:trace>
  <inkml:trace contextRef="#ctx0" brushRef="#br0" timeOffset="-61196.92">27852 15889 13020,'30'-3'-600,"1"-1"0,-4 1 1,0 1-706,5-2 1,-3 2 1304,1 6 0,1-2 0,-21 10 0</inkml:trace>
  <inkml:trace contextRef="#ctx0" brushRef="#br0" timeOffset="-61026.92">27834 16087 7533,'-10'13'3276,"26"-1"-2891,8-7 1,5-3-386,8 1 0,0-1 0,-3-1 0,-3-2 0,18 1 0</inkml:trace>
  <inkml:trace contextRef="#ctx0" brushRef="#br0" timeOffset="-54526.92">28540 15926 8072,'-18'-26'1619,"8"8"180,2 7-1439,8 10 720,0 6-451,0 24 1,0 6-360,0 7-91,-1-9 1,0 5 0,3-5-90,14 9-180,4 1 450,23-32-585,-12-30 0,-1-7 180,-9 11 1,-1-3-76,-2-9 0,0-6 0,-5 0-105,-6-11 0,-4 0 225,-1 9 0,-4 0-135,-10-12 0,-10 8-1504,-4 28 1,-3 6 1221,1-7 0,0 8-742,-4 21 0,5 11 1159,10 1 0,6 3 0,5 1 0,2 0 0,5-4 0,0-1 0</inkml:trace>
  <inkml:trace contextRef="#ctx0" brushRef="#br0" timeOffset="-54376.92">28875 16026 7533,'-28'30'3276,"11"7"-975,9-4-2931,16 14 630,4-24 0,1-2 0,9 14 0,11-1 0</inkml:trace>
  <inkml:trace contextRef="#ctx0" brushRef="#br0" timeOffset="-54206.92">29175 15865 7533,'-26'38'1638,"9"-6"0,-1 6-546,2 4 0,1 5 0,1 0-1390,4-10 0,0 1 0,1-1 0,1-1 1,-2 4-1,1-1 0,2-2 0,3 6 0,0 0 1</inkml:trace>
  <inkml:trace contextRef="#ctx0" brushRef="#br0" timeOffset="-49346.92">16228 16397 7533,'8'-20'3276,"9"-2"-256,11 26-2211,1 1 1,0 2-450,5 9 45,0-2 0,4 0-316,6-6 1,-1-2-490,-12 0 1,2 0 548,6-2 1,4-1 0,-3 2 120,2 3 0,-2 1-225,-2-2 0,0 1 180,6 12 0,-5 1 45,-10-5 134,-3 4 1,-3 0-52,-9-5-39,11 3 1,5-2 495,17-1-720,-20-5 0,3-2-45,10-3 0,2-4 135,3-6 0,-2-1-484,-8 5 0,1-1 244,0-3 0,4-1 0,-3 1 60,6 3 0,-3 3-45,-6-2 0,0 2 180,12 1 0,-3 8 0,-22 7 0,-3 2 45,19 9 90,-12-4 0,-3-1-180,-8-2 0,9-8 0,3-3 89,3 3-269,-4-9 1,1-1 134,1 2 0,-1 1-45,21 1 328,-4 5-508,-10 11 360,3 9 90,-11-12 0,3-1 362,2-2 1,2-3-363,6-3 0,3-4-30,-8-2 0,3-2 0,-1 0 29,12 3 1,0 1-135,-2-4 0,-2 2 0,-12 3 0,-3 0 315,15 5-945,-6-8 0,2-2-1144,-8-2 1,-1-2 1340,7-6 0,-5-5 0,-7-20 0,-17-5 0</inkml:trace>
  <inkml:trace contextRef="#ctx0" brushRef="#br0" timeOffset="-45956.92">17127 16955 7533,'-26'24'1092,"-1"-1"0,8 0 0,1 1-572,0 2 1,3 4 82,6 20 0,8-2-423,9-4 224,18-18 1,7-11-495,-6-20 0,-1-13 360,2-17 0,-3-13 0,-10 3 0,-16 5 0,-11 1 29,-2-1 1,-4-2 0,-7 13-525,-23 20 0,-4 15-1214,6 3 0,9 11 1439,18 18 0,11 4 0,7-14 0,8-1 0,14 2 0,1 0 0</inkml:trace>
  <inkml:trace contextRef="#ctx0" brushRef="#br0" timeOffset="-45756.92">17357 17153 7533,'0'25'3276,"0"22"0,8-11-3899,-4 1 1,1 1-2437,13 5 3059,-5-17 0,-1-4 0,0-9 0,4-15 0</inkml:trace>
  <inkml:trace contextRef="#ctx0" brushRef="#br0" timeOffset="-45606.92">17780 16930 12210,'-18'36'655,"1"0"0,5 0 1,0 5-1,2 2 0,1-4-488,0 0 0,2-3 1,1 4-357,0-1 1,1 6 0,0 0 0,0-2 0,3-7 0,1 2 0,2-3 0,-1 11 0,0 0 0</inkml:trace>
  <inkml:trace contextRef="#ctx0" brushRef="#br0" timeOffset="-39356.92">20108 16732 7533,'-21'-16'1638,"-1"0"0,1-3 573,5 8-1852,26 16-1495,9 16 0,3 4 1496,9 3-46,-7 7 1,3 4-59,0-17 0,2-2 1,-2 0-167,-5 2 0,3 0 0,13 1 0,9-1 0,-3-5-135,-6-10 0,2-5-45,-5 1 0,4 0 0,1-2 0,-1-2 45,0-3 0,0-3 0,-1 0 0,-1 0 15,3 2 0,-3 0 0,2-1 90,6-5 0,1 0 0,-8 5 210,3 16 134,-9-1 1,-5 7 180,-15 7 0,-4 5-405,5-3 0,-3 2 44,-10 1 1,2-2-225,22-6 0,7-3 90,12 3-153,1-10 1,6-3-298,-15-4 0,0-2 0,-1 1 180,9 0 0,0 2 270,-6 4 0,1 2 0,-3 1 45,-1 2 0,-3 2-45,0 3 0,-2 1 135,-2 0 0,-3-2 45,6 4 89,-2-6 1,1-1-90,2-6-270,5 1 0,2-2 90,11-5-45,-3 2 0,1 3 90,-13-1 0,-2 0 1352,3 0 0,1 2-1128,3 6 1,-4 1 1408,-1 0-1499,-7-3 1,2-1 674,6-3 1,-3-3-405,5 2-61,-2-6 1,7-1 0,-7-1-306,2-6 141,0 2 0,1-3-360,-8-3 0,-1-1-2024,12-3 1349,-9 5 1,2 2-920,-7 1 1,-1 3-1639,21 3 2576,-4 1 1,-17 1 0,-8 4 0</inkml:trace>
  <inkml:trace contextRef="#ctx0" brushRef="#br0" timeOffset="-24706.92">21078 17079 7533,'-17'-7'2428,"7"2"-1078,-6 5-1081,14 0 91,-5 0-180,7 0 450,0 5-270,0-3 809,-8 14 720,-10 25-540,1 2 0,-1 7-1356,6-17 0,0 4 0,1 0 0,1 0 396,-1 12 1,1-1 0,1-2-240,0-7 0,0-2 0,4-1 344,4 11 1,10-8-444,24-9-96,-10-13 0,1-4 225,23-14-315,-12-20 0,-5-5 45,-15-6-330,5 1 0,4-7 1,-5 0-31,-8-8 0,-6-2 396,0 4 0,0-3 0,-5 1 443,-5 4 1,-4 1 0,-7 5 60,-6 8 0,-5 3 0,-2 8-2089,-8 6 1,-1 9 1196,5 7 0,4 8 0,9 10 0,6 3 0,6 11 0</inkml:trace>
  <inkml:trace contextRef="#ctx0" brushRef="#br0" timeOffset="-23376.92">23742 15926 7533,'-10'0'3276,"2"0"0,40-5 0,-9 3-3108,8-5 0,5-2-1068,-1 0 1,0-1 899,3-3 0,-1-1 0,-8 4 0,-3 1 0,5-2 0</inkml:trace>
  <inkml:trace contextRef="#ctx0" brushRef="#br0" timeOffset="-23226.92">23830 16063 7533,'-37'26'3276,"19"-8"0,59-18-2522,-8-5 0,4-2 1,-1 1-1039,6 1 0,1 0 0,-5-2 0,3-1 0,-7 1 0,11 1 0</inkml:trace>
  <inkml:trace contextRef="#ctx0" brushRef="#br0" timeOffset="-21556.92">24536 15865 9062,'-20'-8'3276,"-11"25"-1638,20 7 0,2 7-824,0 1 0,-1 3 1,2-1-932,-3 4 0,4 1 657,5 13 0,12-8-180,33-20-180,-10-6-1,4-31 1,-1-16-180,-17-1 0,-5-6 0,0-3-23,0 5 1,0-2 0,0 0-1,-1 1-250,0-7 1,-1 1 0,-2 0 332,-3-4 0,-1 0 0,-3 8 383,-3-2-308,-5 1 0,-6 9-675,-24 34-1099,3 16 1,1 7 893,9-3 0,3 5 450,2 5 0,3 5 0,6-5 0,16 13 0,-4-18 0,1-1 0</inkml:trace>
  <inkml:trace contextRef="#ctx0" brushRef="#br0" timeOffset="-21096.92">24818 16149 14908,'-2'31'990,"-4"-10"-2159,14 8-2108,-8-10 2994,8-6 0,2-2 1,7-11-1</inkml:trace>
  <inkml:trace contextRef="#ctx0" brushRef="#br0" timeOffset="-20746.92">25118 15604 7713,'27'-7'3276,"-1"2"0,-9 27-1638,-10 4 0,-4 8-546,-1 8 0,-2 6 0,-2 3-1350,-1-13 1,-2 1 0,-1 2 0,0 1-1,1 0-398,-1 6 1,1 3-1,-1-1 1,0 0 0,-1-4 387,-1 0 0,-2-3 0,1-2 0,1 0 0,1 10 1,1-1-1,1-7 0,1-15 0,1 0 0</inkml:trace>
  <inkml:trace contextRef="#ctx0" brushRef="#br0" timeOffset="20003.08">1023 17401 7263,'-10'-29'1092,"0"0"0,-2-2 0,1 3 1119,1 1-53,-7 3 1,7 30-1529,2 19-46,14 3 1,4 4-90,-5 10 0,1 5-572,2-6 0,1 4 0,0-2-283,-1-5 0,1-1 0,-1 0 360,1 11 0,2-4-135,6-10 0,-1-5-44,-4-7-811,27 1 243,-9-34-3,-8-11 0,2-12 1,-2-2 389,-6 3 0,-1-3 0,-2-2 1,0 2 500,3-8 0,-1 1 0,-1-1 188,0-7 1,-2 0 0,-7 11 120,-10 10 1349,10 23-3697,-20 25 2467,9 11 1,3 11 0,2 0 59,-1-2 1,1 2 0,2 0-489,4 8 0,2 1 0,6-4 39,5-10 0,4-3 0,1-5-90,1-2 0,3-12 45,14-24 0,-2-18-675,-17-1 0,-5-8 1,-1-3-281,-1 5 1,-1-3 0,0-1 0,0 0-1,2-4 1,-1-2 0,0 0 0,-2 4 558,-2 1 0,-3 3 1,0 3-1,1-2 1,0 12-1,-1 19 1</inkml:trace>
  <inkml:trace contextRef="#ctx0" brushRef="#br0" timeOffset="20473.08">1817 17748 6928,'-30'0'3276,"7"0"0,54 0-985,1 6-2106,-6-2 1,1 4 264,8 23 179,-33-1 1,-10 6 243,-6-7 0,-5 1 0,-1 0 219,0 1 0,0 0 0,-1-2-136,-12 7 0,13-4-866,46-3-1729,0-29 1,7-6 545,0 5 1,4 1 0,-4-2 1090,-2-3 0,-3-1 0,6 6 0,-3 0 0,-4 0 0</inkml:trace>
  <inkml:trace contextRef="#ctx0" brushRef="#br0" timeOffset="33793.08">2505 17389 7533,'-28'-32'3276,"3"13"0,15-3 0,18 14-601,35-16-4314,-8 19 1,2 2 1569,1-5 1,-1 0-1,-5 4 1,-3 1-1,4-10 1</inkml:trace>
  <inkml:trace contextRef="#ctx0" brushRef="#br0" timeOffset="33943.08">2540 17612 7533,'-20'6'3276,"28"6"-1856,15-2 0,7-1-1420,3-1 0,1-2 0,2 0 0,-2-1 0,-8-5 0,-1 0 0</inkml:trace>
  <inkml:trace contextRef="#ctx0" brushRef="#br0" timeOffset="34123.08">3052 17575 9422,'7'-14'3276,"3"3"0,16 11-3134,-2 0 0,3 0-3380,22 5 2582,-18-1 1,-2-1-1,-1 4 1,-13-1 0</inkml:trace>
  <inkml:trace contextRef="#ctx0" brushRef="#br0" timeOffset="34443.08">3687 17315 7533,'-28'27'1638,"13"9"0,5 7-546,4-8 0,2 3 0,4 0-282,3 0 0,3 0 1,0-4-811,-2 8 0,6-12 152,39-30-737,-28-33 1,-5-11 359,0 12 0,-2-4-122,-3-9 1,-3-7 0,-4 5 615,-6 7 1,-3 3-90,3 2 0,0-1 0,-4 5 629,-12 0 1,-5 11-1,-8 17 1,-1 14-2449,0 21 1,5 12 1273,10-14 1,1 3 0,6 0 0,6 4 0,5 1 0,4-4 0,9-1 0,-1 0 0</inkml:trace>
  <inkml:trace contextRef="#ctx0" brushRef="#br0" timeOffset="34603.08">3933 17649 12120,'0'25'3276,"0"5"-1638,8 7 0,0 2-2980,-6-10 0,0 1-145,9 19 1,2-3 1486,-4 0 0,9-10 0,0-18 0</inkml:trace>
  <inkml:trace contextRef="#ctx0" brushRef="#br0" timeOffset="34773.08">4304 17352 18057,'-5'42'655,"-1"0"0,1 0 1,2-3-1,-1-1 0,-1 4-305,-2 3 0,-2 4 1,-1 2-1,3-2-648,3-1 0,2 1 0,0-1 0,-2-3 0,-3 2 0,-2-3 0,2 0 0,4 3 1,-1 0-1,1-1 0</inkml:trace>
  <inkml:trace contextRef="#ctx0" brushRef="#br0" timeOffset="35343.08">4815 17897 7533,'-37'-18'3276,"12"10"0,56-3-2730,7 10 1,4 2-502,-3-3 0,3-2-1050,1 0 1,5-2 0,-8-1 1004,-12-3 0,-3-1 0,13-6 0,-2-2 0,0-13 0</inkml:trace>
  <inkml:trace contextRef="#ctx0" brushRef="#br0" timeOffset="35503.08">5186 17377 7533,'-31'25'1638,"1"-1"0,-1 5-546,11 7 0,1 10 0,3 3-1156,6-10 1,3 0 0,0 3 0,1 0-593,1-1 1,0 2-1,1 1 1,0-1 0,1 0 622,0 7 1,1 1 0,1-1 0,1-4 0,2 0 0,2-3 0,2-6 0,2-7 0,-1-1 0</inkml:trace>
  <inkml:trace contextRef="#ctx0" brushRef="#br0" timeOffset="35843.08">5627 17711 0,'-26'23'1092,"1"0"0,3 14 0,5 7 0,4-8 0,1 1 0,9 0-339,10-1 1,7-1 0,6-9-1024,19-13 1,7-17-91,-8-10 0,0-9 0,-5-7 761,-4-10 1,-7-7 0,-8 0 690,-7 4 0,-7-1 0,-9 4-625,-9 8 0,-8 3 0,-2 9-1086,-19 8 0,1 17-1020,15 17 1,6 8 1539,5-2 1,10 1-1,19 4 1,8-3 0,10-5-1</inkml:trace>
  <inkml:trace contextRef="#ctx0" brushRef="#br0" timeOffset="36003.08">6015 17823 7533,'-10'19'3276,"2"21"0,8-6-1785,4-7 0,0 1-2031,0 9 1,2-2-1100,2-10 1,2 0 173,-2 3 0,1-3 1465,9-7 0,-1-18 0,1-6 0</inkml:trace>
  <inkml:trace contextRef="#ctx0" brushRef="#br0" timeOffset="36153.08">6262 17599 11400,'0'20'3276,"0"-2"0,0 16-2582,-4-4 1,-3 7 0,2 2-1515,3-2 1,2 1 0,0 2 0,-2 1 813,-1 5 1,-1 1 0,-1 1 0,2-3 0,0 7 0,0-2 0,1-3 0,-2-14-1,1 1 1,0-1 0</inkml:trace>
  <inkml:trace contextRef="#ctx0" brushRef="#br0" timeOffset="36953.08">6879 17674 7533,'-35'23'1638,"9"8"0,1 3-1343,9-11 1,1 1-292,-4 9 1,0 6-1,0-2-229,-4 5 0,1 0 225,6-12 0,1 2 0,-1-3 0,-10 7 0,1-5 0,-11 4 0</inkml:trace>
  <inkml:trace contextRef="#ctx0" brushRef="#br0" timeOffset="37103.08">6544 17674 7533,'5'32'1092,"0"1"0,5 9 0,3 3-116,-3-11 1,2 1 0,2 0-2070,7 5 1,3 0 0,1-1 1024,0 0 0,0 0 1,0-4-1,6 1 0,0-6 1,-10-16-1,0 0 0</inkml:trace>
  <inkml:trace contextRef="#ctx0" brushRef="#br0" timeOffset="37303.08">7003 17513 7533,'7'-14'1638,"18"3"0,7 0 0,8-4 0,5 0-2731,-3 2 1,5 0 0,-3-1 843,-8-1 0,-3 0 1,0 1-1,8-2 0,-6 1 1,-1-2-1</inkml:trace>
  <inkml:trace contextRef="#ctx0" brushRef="#br0" timeOffset="37553.08">7303 17389 7533,'-31'34'819,"1"1"0,7 2 0,3 4 0,0 5-164,6-7 0,0 3 1,2 3-1,0 0 0,1 2-690,3-5 0,0 1 0,1 1 1,1 0-1,1 0 0,2-1 197,2 3 0,1 1 0,1-2 0,3-1 0,0-2 265,0 1 0,1-2 0,3-3 1,6-8 138,21 1 1,7-16-2206,-2-17 1,0-9 1539,-6 1 1,-1-2-1,-2-5 1,-4-1-1,-1-1 1</inkml:trace>
  <inkml:trace contextRef="#ctx0" brushRef="#br0" timeOffset="63403.08">18662 17649 7533,'-27'-37'3276,"9"17"0,10-3 0,8 22-961,31-5-1955,-15 6 314,10 1 1,5-2-361,0-1 1,-1-1-135,5 1-315,4-3 0,0 0-3142,-7 3 2443,13-3 474,-12 10 270,-15 8 270,-8-5 540,5 14 269,-13 8-719,6-1 0,-7 5 0,-2 6 134,1 9 1,0 2-499,0-7 1,0 2 273,-1-9 0,-2 2 0,1 2 0,0-2 239,1 7 1,1-2 0,-1 0-210,-1-6 0,-1 0 0,0 1 89,4 10 1,0 1 0,-3-5-1014,-5-7 1,-1-3 713,7-2 0,-2-2 0,-10-5 0,-6-6 0,-24-13 245,10-2-920,-13-4 1,-4-2 674,11 1 0,2 0 0,-6 0 0,1 0 0,5 0 0,0 0 0</inkml:trace>
  <inkml:trace contextRef="#ctx0" brushRef="#br0" timeOffset="65123.08">7814 16732 7040,'-27'-18'2069,"9"4"-1709,10 2-27,32 17-648,5 9 0,2 3 78,-6-6 0,3 1-123,11 2 0,6 0 0,1-2-733,-4-6 1,1-2 0,-1 0 1113,-4 0 1,0 1 0,4-2-22,3-2 0,5-3 0,0 0 0,-1 0-284,-9 0 1,-1 0 0,0 0-1,-1-1 419,2 0 0,0 0 0,0-1 0,1 2-25,8 0 0,1 0 0,1 3 1,-3 2 46,-6 5 0,-1 3 1,-2 0-1,0-1-97,4-3 0,-2-2 0,2 4-83,1 6 1,1 4 0,1 1-1,-2-1-67,2-1 0,-1-1 0,-1 0 60,-3-1 0,0 0 0,2 0-15,0 0 0,2 1 0,2-1 0,-1-3 45,-2-5 0,1-3 0,-1-1 0,-1 1 0,4 5 0,-2 1 0,4-1 90,-6-5 0,4-1 0,2-1 0,0 0 0,-2 0-267,-2-1 0,1 1 0,-2-1 0,0 0 0,-1 1 109,1 0 1,-3 0 0,2 1 0,3-2 52,-1 0 0,3-1 0,2 0 0,1 0 0,-2 0 0,-2 0-93,-1 0 0,-2 1 0,-1-1 0,0 0 0,-1 0 85,5-1 1,-2 0-1,2 0 1,2 0 144,-6-1 0,4 1 0,0-1 0,1 1 0,-2 0 0,-3 2-10,6 1 1,-3 1-1,-1 1 1,-1-1-68,-2-1 0,-2-2 0,0 1 0,3 2-27,1 1 0,2 2 0,1 0 0,-1 1 0,-3-1-307,-2 1 0,-2 0 0,-1 0 1,0 0 265,0-1 1,-1 0-1,1 0 1,2-1-14,1 1 0,1-1 0,2 0 0,-1 0 0,-1-2-32,2 0 1,0-1-1,-2 0 1,0 0 112,-3 0 0,-1 0 0,0 0 0,2 0 147,1 0 1,2-2-1,1 2 1,-1-1-1,-2 1 32,-1 3 1,-1 0 0,-1 0 0,0 0-165,6-1 0,0 0 0,3 0 7,-1 1 1,4 0 0,0 0-1,-2 0-67,-8-3 0,-1 1 0,-1-2 0,0 1 0,9 0 0,1-1 0,2 0-36,-11-1 0,2 1 0,1-1 0,0 0 0,-2-1-32,2 0 1,-1-2 0,-1 0-1,-1 1 38,5 0 0,-3 1 1,4 0 6,1-1 1,4-1-1,0 1 1,-4-1-222,-4 0 1,-2 0 0,-1 0 243,2 1 0,-1-1 0,3-1 67,-4-1 1,3-1-1,0 1 1,-3-2 52,3 0 0,-3 0 0,0-1-60,-4 2 0,0 0 0,1 2 389,7-1 0,2 1 1,-4 4-406,2 7 1,-4 2-90,-5-3 1,1 1-16,-4 1 0,2 2 0,-1-2 194,5-1 1,-1-2-135,-3 0 0,2 0 225,14-3 0,0 0-90,-8 0 0,-2-1-90,-1-1 0,1 0-45,-7 1 0,2 0 0,0-1-30,1-2 0,0-1 0,-1 0-15,1-1 0,2-1 15,6-3 0,5-1 0,-2-1-185,-5 2 0,-2 1 0,-1-1 215,-2-2 0,-1 0 0,2 2 120,11 1 0,3 1 0,-3 3-60,-11 3 0,-1 2 0,-1-1-15,9-2 0,0 3 530,-7 5 0,2 2 1,-2-1-307,9-1 1,-3-1-270,-9 3 0,2 0 270,2-4 0,4 0 0,0-2-967,-3-2 0,0-3 0,-2 2-383,9 2 1,0-1 509,1-1 1,2-1-1,-7-1 570,-16-1 0,-1-1 0,13 0 0,0-1 0,-11-2 0,-1-1 0</inkml:trace>
  <inkml:trace contextRef="#ctx0" brushRef="#br0" timeOffset="65773.08">12241 17030 7533,'0'-31'3276,"0"16"-256,0-2-591,-7 39-1710,5 0 405,-9 17 1,-2 9-882,4-7 0,1 3 1,-2 2-154,-1-5 0,0 1 0,-1 1 0,1-1-135,1 1 0,0 2 0,1-3 0,0-2 45,0-4 0,0-3 0,2-2-1395,-1 6 1,8-12-1883,16-22 2569,-12 1 0,19-27 0,-13-3 0</inkml:trace>
  <inkml:trace contextRef="#ctx0" brushRef="#br0" timeOffset="66053.08">11959 17599 7533,'-37'7'2968,"11"5"-1889,11-11 540,13 21-585,-6 1 1,0 2-405,6 19-606,2 5 0,0 0 606,2-4-61,1-12 1,2 4 0,3-3-255,12 1 0,1-3-181,-10 1 1,3-6 1,28-15 0,5-19 44,-21-16 0,-1-15 0,-2-4 0,1 5-121,1 5 1,-1 4 0,1-6-716,-2-3 1,1-7-1,0-1 1,-1 4 0,-5 8 455,-1 7 0,-3 4 0,4-15 0,-1 6 0,-1 19 0</inkml:trace>
  <inkml:trace contextRef="#ctx0" brushRef="#br0" timeOffset="67053.08">19720 17624 9961,'-4'33'819,"0"-1"0,-2 1 0,-2 2 0,-3 0 273,-9 9 0,-6 0 0,3-1-1749,8-9 0,2-1 0,-4 2 679,-4 6 1,-5 3-1,0-2 1,3-5-788,-2 0 1,1-4 629,-3 7 0,-1-4-1504,5-6 1,5-14 1431,16-43 0,4 3 0,7-7 0,0 1 1</inkml:trace>
  <inkml:trace contextRef="#ctx0" brushRef="#br0" timeOffset="67223.08">19456 17810 7533,'8'31'1092,"-1"0"0,10 12 0,2 5-273,-7-7 0,2 4 0,-1 2 0,3-2-1210,0-3 0,3-1 1,-1 0-1,-1-1-429,-2-3 1,-1 1 0,-1-2 0,0-4 163,7 11 1,-5-9-1,-7-10 1,-18-19 0</inkml:trace>
  <inkml:trace contextRef="#ctx0" brushRef="#br0" timeOffset="67373.08">19420 18158 7533,'-9'-20'3276,"1"8"0,47 12-1785,2 2 0,6 3-1491,-12 0 0,0 2 0,1-2 0,2 0 0,1-1 0,-2 1 0,1 4 0,0 0 0</inkml:trace>
  <inkml:trace contextRef="#ctx0" brushRef="#br0" timeOffset="68073.08">20373 17687 7533,'-27'-7'1638,"1"0"0,-19 23 0,21 15 0,5 11-1064,7 1 0,4 6 1,0 2-928,3-12 0,0 2 1,0 1-1,0 0 1,0 1 460,0 2 0,0 1 0,0 0 0,0 0 0,-1-2-1,1-2 1,0-1 0,0 0 0,-1-1 0,0-3 85,-4 14 1,-2-2 0,-1-7-1498,-4-1 0,-2-9 1413,-8-3 1,2-35 0,7-8 0</inkml:trace>
  <inkml:trace contextRef="#ctx0" brushRef="#br0" timeOffset="68203.08">19985 18418 7533,'16'-44'1638,"9"25"0,8 6-1220,8 2 1,3 4-1,-2 3 1,0 3 0,-5 1-1,0 0 1</inkml:trace>
  <inkml:trace contextRef="#ctx0" brushRef="#br0" timeOffset="68493.08">20408 18529 7533,'-27'-7'3276,"56"13"-1695,-1 8-2031,-3 6 0,-5 6 1125,-23 13 0,-12 2 854,-5 0 0,-1 0-810,0 7 1,12-5-3328,37-16 2608,10-24 0,6-9 0,-5-6 0,-1-3 0,-1-3 0,0 0 0</inkml:trace>
  <inkml:trace contextRef="#ctx0" brushRef="#br0" timeOffset="68703.08">20990 18207 7533,'-34'10'819,"0"1"0,8 11 0,2 7 0,1 4 0,4-1 0,1 5 0,2 1 0,4 2-207,4 4 0,2 2 0,5 0 0,5-3-1705,8 7 1,8-3 0,3-5 545,5 2 1,6-11 0,11-19 0,0-11 0,1-10 0</inkml:trace>
  <inkml:trace contextRef="#ctx0" brushRef="#br0" timeOffset="69213.08">21255 18306 7533,'-26'-7'3276,"15"2"0,26 5-2775,14-8 1,5-1-1222,-4 7 1,1 0-900,11-9 0,-2 0 1619,-3 10 0,-1-5 0,-11 6 0</inkml:trace>
  <inkml:trace contextRef="#ctx0" brushRef="#br0" timeOffset="69453.08">21414 18294 7533,'-28'26'1304,"11"-7"0,1 2-585,1 6 1,2 1-540,-6 16-135,6 0 0,2 3-1214,6-13 0,1-2 944,-1-1 0,0-1-180,-2 4 0,-2-7-44,-9-17 628,7 6 1530,-5-21 1567,24-13-2324,2 9-862,23-8-1260,0 15 1,2 4 1169,-8 1 0,-1 0-387,20-3 1,-1 1 0,-6 5-1,-14-6 1,1 0 0</inkml:trace>
  <inkml:trace contextRef="#ctx0" brushRef="#br0" timeOffset="69603.08">21713 18703 8342,'10'31'3276,"-2"0"-255,-24 10-2931,13-18-1729,-12 3 1,-2-1 1557,-2 3 1,-9 4 0,3-9 0</inkml:trace>
  <inkml:trace contextRef="#ctx0" brushRef="#br0" timeOffset="71303.08">23230 17984 11760,'6'33'655,"0"0"0,0 0 1,-1 5-1,-1 0 0,-3 3-193,-4-1 1,-2 3 0,-2 0 0,-2-1-1283,0-2 1,0-1 0,-4-1 0,-3 2 713,-5 0 0,-4 2 0,-3 0 0,0-1 0,3-3 0,3-5 0,2-2 0,-1-1 0,0 2 0,-8 8 0,0-1 0,0 1 0,0 0 0</inkml:trace>
  <inkml:trace contextRef="#ctx0" brushRef="#br0" timeOffset="86783.08">20391 18703 2253,'-28'7'0,"-5"-2"0,5-5 0</inkml:trace>
  <inkml:trace contextRef="#ctx0" brushRef="#br0" timeOffset="87393.08">20038 18678 7533,'-41'7'-630,"1"4"1889,3-10 270,14 16 91,38 13-721,1-2 1,4 1-361,8 1 1,6-1-390,-2-10 0,2-2 0,4-4-484,9-4 1,4-5-1,0-4 311,-9-5 1,1-3 0,1-1-1,0 0-45,1 2 1,0-1 0,0 1 0,-2-1 312,6-4 0,-1 0 0,-4 6 519,6 8 1,-4 8-226,-10 5 1,-3 3-270,-3 0 0,0-3-180,8-4 0,3-4-225,3-4 0,2-2 45,-11 1 0,0-1 0,1 2 259,-1 1 0,0 1 0,1 0-169,-1 0 0,0-1 0,1 0 89,1-1 1,1-1 0,0-1 180,-2-1 0,0-1 0,0 1 299,2 2 1,0 2 0,0 1-31,-1 3 1,1 1 0,0 0-330,2 0 0,1-1 0,2-3-342,-5-5 1,1-2 0,1-2 0,0-1 355,0-2 1,1-2 0,-1-1 0,1 0-113,2-2 1,0 0 0,-1 0-1,-1 3-534,5 0 0,-2 2 0,-1 5-671,-7 4 1,-1 3 0,-2 2 436,9 2 1,-6 2-1,4 13 1,-9-12 0</inkml:trace>
  <inkml:trace contextRef="#ctx0" brushRef="#br0" timeOffset="88103.08">23777 18430 7533,'-27'-1'3276,"9"-3"0,65-7-1638,-22-1 0,3-2-2426,6-1 1,3 0-1,-4 0 396,-7 2 1,-3-1 0,6-3 0,-3 1 0,-7 2 0</inkml:trace>
  <inkml:trace contextRef="#ctx0" brushRef="#br0" timeOffset="88443.08">24324 17897 8972,'-20'-7'3276,"-3"18"-1638,17 16 0,2 6 0,-5-6 0,0 4-546,5 10 0,2 7 0,-1 1-273,-1-9 0,0 1 0,0 0 0,0 0-1201,1 3 0,1 0 1,-1 1-1,1 0-438,0 2 1,-1 1 0,1-2 0,-1-4 272,-1 9 1,1-7 0,2-12 0,2-6 0,-1-8 0</inkml:trace>
  <inkml:trace contextRef="#ctx0" brushRef="#br0" timeOffset="95093.08">15628 18405 6907,'-18'-19'3276,"16"-4"0,-3 14-615,44-13-1837,-24 14-60,27-1 1,5 0-585,-10 2-180,10 4 0,4 1-1349,-10-1 0,-2 0 933,-5 0 0,1-1 416,12 2 0,-4-2 0,-4-8 0,-13 9 0,-1-1 0</inkml:trace>
  <inkml:trace contextRef="#ctx0" brushRef="#br0" timeOffset="95453.08">16598 18034 7533,'-17'15'3238,"-1"-4"-1600,8 21 0,2 10-263,-1 2 0,1 1-1545,1-3 1,4-1 618,8 12 1,6-8-47,2-22-179,21-7 1,5-10-225,-4-24-8,-6 3 1,4-5 0,-5-4-83,-8-8 0,-5-6 0,-1 2-1509,10-7 1,-3 1 1628,-10 9 0,-2-1 0,-5 3 60,-12-17-232,-11 24 1,-3 2 141,-4-11-360,-13 26 0,-2 14-1259,15 23 0,3 6 269,-2-10 1,3 2 1278,8 22 0,12-2 1,22-12-1,-3-13 1,1 0-1</inkml:trace>
  <inkml:trace contextRef="#ctx0" brushRef="#br0" timeOffset="95603.08">16969 18219 7533,'9'18'3276,"7"2"0,2 26-1638,-5-20 0,1 1-3089,4 8 0,-1-2 1451,3 7 0,4-6 0,-15-27 0</inkml:trace>
  <inkml:trace contextRef="#ctx0" brushRef="#br0" timeOffset="95773.08">17515 17971 12210,'-9'34'1638,"1"-1"0,0 7-546,0-1 0,-1 4 0,0 3-1447,2-2 1,0 4-1,0 0 1,-1-1-96,-1-5 0,0 0 0,0-1 1,1-1 471,1 11 1,2-1-1,-1-6 1,-2-12-1,0-2 1,4 1 0,-1 0-1</inkml:trace>
  <inkml:trace contextRef="#ctx0" brushRef="#br0" timeOffset="97773.08">7461 18034 7533,'-19'-7'2788,"3"1"488,16 0-1245,39-11-2256,-16 9 0,3 1-105,6-3 0,4 0 1,0 1-140,11-1 1,-2 0 0,-3-1 0,-3-2 0,-10 0 0,0 1 0</inkml:trace>
  <inkml:trace contextRef="#ctx0" brushRef="#br0" timeOffset="97973.08">7973 17562 14099,'-5'48'546,"-1"0"0,1 0 0,0-5 0,0 2 0,0 1 0,1 2-1058,-1-6 1,1 2 0,1 1 0,-1-2 0,0-1 183,0 1 0,0-2 0,0-1 1,0-2-1,2 8 0,-1-2 1,0-7-1,-2-12 0,1-1 1</inkml:trace>
  <inkml:trace contextRef="#ctx0" brushRef="#br0" timeOffset="98573.08">8378 18195 7533,'-11'-20'3276,"44"-9"-2261,5 16 1,6 0-1586,-6 1 0,2 0 1,0-1 192,-3 1 1,-1-1-1,-1 1 1,6-1-1,-4 0 1,-11 1 0,-1 0-1</inkml:trace>
  <inkml:trace contextRef="#ctx0" brushRef="#br0" timeOffset="98723.08">8731 17674 7533,'-20'23'819,"-1"-1"0,5 8 0,1 6 0,-1 2 0,0 0 0,-1 2 0,1 3 0,2 1-1475,4-3 1,2 2-1,1 1 1,1 0 0,0-2 628,0 1 0,1 0-1,2-1 1,1-3 0,3 6 0,3-2 0,1-5 0,4-9 0,0 1 0</inkml:trace>
  <inkml:trace contextRef="#ctx0" brushRef="#br0" timeOffset="99323.08">9278 17835 7533,'-25'-2'1638,"-1"26"0,1 15-632,7-7 1,1 4 0,3 2-528,-3 6 1,3 3 0,7-3-165,13 10 0,14-15-315,18-34 0,6-19-570,-9-7 0,0-9 1,-3-5-23,-8 5 0,-2-4 0,-2-1 1,-6-1 261,-1-9 0,-5 0 0,-11 5 165,-14 1 0,-11 13-150,-5 20 0,-1 13 315,7 19 0,7 8 0,9-4 0,9 0 0,15-1 0,1 0 0</inkml:trace>
  <inkml:trace contextRef="#ctx0" brushRef="#br0" timeOffset="99473.08">9578 18021 7533,'0'31'1092,"0"0"0,-1 0 0,2 0 546,1 3 0,4 0-1451,5-5 0,3-1-187,8 16 0,11-20 0,-15-18 0</inkml:trace>
  <inkml:trace contextRef="#ctx0" brushRef="#br0" timeOffset="99823.08">10054 17662 7533,'-43'-16'1638,"12"28"0,1 11 0,0 13 0,3 6-546,9-10 0,1 2 0,7-2-789,8 10 0,12-9-2372,37-21 809,-11-31 1,1-12 929,-12 9 0,-1-3 1,-3 0 1723,-1-10 0,-2 5 405,5 6-1079,-31 72 99,1-15 0,-1 7 0,-2 2 0,2-1-1348,2-2 1,0-2-1,1 3 1,-2 2-19,1 1 1,-1 3 0,-1 2 0,1 0 0,0-2 0,1-4 451,1-1 0,0-3 1,1-1-1,1 0 1,0 4-1,0 2 1,1-3-1,0-4 0,-2-1 1,0 1-1</inkml:trace>
  <inkml:trace contextRef="#ctx0" brushRef="#br0" timeOffset="100323.08">10901 17946 7533,'-26'5'1638,"5"14"0,-1 9-546,2-1 0,0 3 0,-2 2-1232,-1 1 1,-1 1 0,-1 2 0,0-1 4,2-1 0,0 0 0,0 0 0,0-3-958,-4 5 1,-1-2 0,3-3 938,1-1 0,5-7 0,3-6 0,16-17 0</inkml:trace>
  <inkml:trace contextRef="#ctx0" brushRef="#br0" timeOffset="100453.08">10636 18021 10591,'0'46'1638,"-2"-11"0,4 4-811,8-5 0,4 1 0,1 1-1192,0-2 1,1 1 0,2-1 0,5 4 0,1-1 0,2-3 0,8-5 0,1 1 0</inkml:trace>
  <inkml:trace contextRef="#ctx0" brushRef="#br0" timeOffset="101723.08">11412 18628 7533,'50'-7'91,"-1"0"0,1 0 0,-1 0 0,0 0 0,1 0 0,-1 0 0,0 0 0,1 0 0,-1-1 0,1 1 0,-1 0 0,0 0 0,1 0 0,-1 0 0,1 0 0,-1 0 0,0 0 0,1 0 0,-1 0 0,3-1 0,3 0 0,2 0 0,2 0 0,0 0 0,0 0 0,0 0 0,-1 0 0,-2 0 0,-2-1 0,-4 1 0,-3 0 0,-5-1 0,-5 1 0,-6-1 0,-6 0 0,-8 0 3185,7-27-1638,0 10 0,1-2 0,-10 2 0,-3-1-1084,-1 4 0,-2-1-60,1-4 1,-4 1-45,-14-10 179,-26 1-719,-5 15 90,-6 3-135,20 12 1,1 1-496,3 4-2647,-13 1 0,25 12 2554,1 13 0,8-4 1,0 2-1</inkml:trace>
  <inkml:trace contextRef="#ctx0" brushRef="#br0" timeOffset="102873.08">11536 18529 7533,'-10'29'3276,"41"10"-1638,5-20 0,9-4-819,-8-7 0,6-3 0,1-2 0,-2-1-77,6-2 0,-1-4 0,3 0-473,-10 0 1,2-1 0,0-1 0,1 1 0,-2 0-652,5 0 1,-1 1 0,-1 0 0,-1-2 448,0-1 1,-2-2 0,1 0-1,1-1-67,0 1 0,3-1 0,0-1 0,-3-1 0,-3-1 210,2-5 0,-5-3 0,1-1 59,-1 3 1,1-1 0,-1 0 0,-6 1 307,0-4 1,-5 1-308,-1 4 0,-1 0-90,-3-2 0,-1 0 269,12-14-539,-9-4 1,-3-2 403,-9 16 1,-5-1 813,-10-17 0,-7 2-948,-11 5 540,-1 10 1,-5 3-676,-5 6 0,-2 2 45,-6-5 0,-1 0-30,11 9 0,-2 2 0,-1-1-60,-6-3 0,-1-1 0,3 4-126,2 4 0,1 1 126,-10-3 0,0 3 0,8 8 0,-2 3 0,-3-1 0,-3 0 0,0 2 0,2 1 0,0 1 0,-4 2-402,4 0 0,-3 1 0,-2 2 0,1 0 0,6 0 402,-6 5 0,6 0 0,-3 2 0,2-2 0,-2 0 0,0 2 0,6 2-244,1 5 0,6 2 0,3-2 289,1-1 0,5 1-45,-1 5 0,6 2 0,14-1 0,6 0 0,7-4 0,4 0-30,1 3 0,2 3 0,4-6 75,9-3 0,7-7-45,2-2 0,7-2 0,2-7 0,-8-9 0,3-6 0,0-2 0,-1 1-820,0 3 1,-1 1 0,2-1 0,2 1 705,-5-1 1,3-1-1,2 0 1,-1 1 0,-2 0-1,-5 2 1,4 0-1,-5 2 1,2 0 0,11 3-1,0 0 1,0 0-1</inkml:trace>
  <inkml:trace contextRef="#ctx0" brushRef="#br0" timeOffset="-158673.65">12365 18021 11221,'-10'-19'3276,"2"6"0,-7 30 0,-5 10-3345,3 3 0,-1 1 249,-10 5 834,16-3 1,7 1-745,12 8 134,3-5 1,8-1-585,17-10 0,6-11-450,-6-14 1,-1-12 209,-3-13 0,-1-12 1,-5-3 1318,-8-2 1,-6-2-1,-2-1-479,0 3 0,-2 0 0,-7 3 1218,-9-2 0,-7 11-1522,-22 23-116,1 16 0,-2 8-1639,8 4 1,3 3 1584,-1 6 1,5 2-1,10-5 1,5-1-1,9 16 1</inkml:trace>
  <inkml:trace contextRef="#ctx0" brushRef="#br0" timeOffset="-156903.65">9260 18616 7533,'26'-7'-180,"1"1"809,4 13 1,5 3-211,-4-3 1,1-1 0,0 2-937,6 5 1,2 0 785,4-5 1,5-2 0,0-2-1144,-1-1 0,-1-1 1,-2-1 873,-5-1 0,-2 0 0,3 0 90,3 0 0,4 1 0,-1 1 0,-4 0-242,-5 2 0,-2 0 1,-1 1 181,0-2 0,1 2 0,2 0-441,1 3 0,3 1 0,0 1 1,-7-2 455,-1-3 0,-1 1 14,8 3 1,6 1 0,1-2 65,-8-7 0,2-2 0,0-2 0,-1 2 32,-4 2 0,-1 0 1,0 0-1,1 0-112,5-2 0,1-1 0,1 0 0,-2 1 135,-3 2 0,-1 0 0,0 1 0,-2 0 284,4 2 1,-2 0-1,2 0-464,-1 0 0,2 1 0,1-2 0,1-1-23,4-2 1,1-3 0,0 0-1,-5 0 53,-6 0 0,-4 0 0,4-3 60,3-3 0,5-3 0,0-1 0,-3 1 449,4-2 1,-2 1 0,0 1-360,-8 4 0,1 1 0,0 1 0,0 0 22,2-1 0,0 0 1,-1 2-1,-5 2-112,4 5 0,-4 1 693,-3-2 0,-3-1-423,15 6 1521,2-23-3520,-17 10 1,-3-1 868,5-11 770,1 14 0,-29 23 0,6 8 0</inkml:trace>
  <inkml:trace contextRef="#ctx0" brushRef="#br1" timeOffset="-155453.65">7673 18368 7937,'-20'-27'139,"-11"-7"1211,19 26-949,-13-4 253,7 6-413,8 6 325,2 11-181,8-2 52,0 25-125,0-12 388,24 19-603,-18-15 207,12-7 0,3-2-208,-1 4 186,0-6 0,3-1-246,14 0 206,-11-7 1,-1-2-98,-3 1 208,6-5 0,-2-2 46,-18 1-57,19-4 1,1-3-55,-14-1 73,19-22-92,-23 21-314,6-19-80,-14 25-2068,13-8 1060,-13 17 1118,6 17 1,-8 10-1,0 17 1</inkml:trace>
  <inkml:trace contextRef="#ctx0" brushRef="#br1" timeOffset="-154253.65">15981 18889 12538,'-20'-21'-3277,"5"5"3847,15 16 1971,7 22-2193,-5-11 863,22 28-296,11-23-689,-3 2 92,-2-13 1,4-5 527,2-5 1,-1-1-475,-9 5 0,1-1-160,20-4 0,2 1 75,-16 7 1,-2 2-209,2-4 0,1 1 276,7 7 0,0 1 46,-9-8 1,-1 0-281,1 5 1,1 0 149,5-8 0,0-2-63,-3-1 0,1-2-278,3-3 0,2 0 163,4 3 0,-2 0 103,-10 1 1,-1 1-49,-2 5 0,-1 0 289,14-5-246,-17 4 1,1 1-52,0-6 0,1 1 113,6 4 1,0 0 22,13-4 312,-17 7 0,-1 1-351,16-1-577,-18-2 1,-1 0-14,11-2-583,-4-7 0,-1-4-2341,1-2 3145,-3 3 1,-1-1-1,-1 1 1,-3 6-1</inkml:trace>
  <inkml:trace contextRef="#ctx0" brushRef="#br1" timeOffset="-146403.65">23777 18814 10504,'-19'0'-360,"3"0"3636,16 6-2761,0-5 644,31 16-576,1-4-530,13 7 309,-15-9 0,-3 1-267,-12 2 87,18-6 1,5-4 124,3 2-331,-7-4 0,3-4 190,-3-8 1,0-2-346,-7 5 0,1-3-30,2-10 0,2-7 1,-2 0-832,-4 5 1,-1-1 0,1 0 1134,1-1 0,0-1 0,-1-3 320,1-9 0,-2-4 1,-3 5-587,-2 7 1,0-3 444,-3 2 0,3-5 0,2-4 0,-2 1 0,-1 3-92,0-6 1,-2 2 0,1-1-110,2 5 1,1-2-1,-1 1 1,-4 1 105,-3-4 0,-4 1 0,-6 4-56,-10-13-13,-11 12 0,-8 4-272,1 16 0,-6 3 177,-6 1 1,-4 0 0,1 4-153,-3 4 0,-2 5-451,4 1 0,-5 3 0,0 1 1,4 0 571,8 1 0,2 1 0,-4 3 118,3 1 1,-6 4 0,-1 1 0,-1 2 0,1 1 0,4-1-350,-6 7 0,4 1 1,0 1-1,-1 0 314,5-6 1,-1 1 0,0 0 0,1 1 0,2 3 53,1 3 0,0 4 0,2 1 0,3-2 1,4-4-9,-6 7 0,5 2-67,8-6 0,1 7 1,0 2-1,4 0 0,4-5-283,7 5 0,6-4 0,-1 2 139,-6 8 1,-1 1 0,9-3-996,17-4 1,8-4 0,-2-8-547,-10-11 1,3-6 1623,18 3 1,10-2 0,-12-6 0</inkml:trace>
  <inkml:trace contextRef="#ctx0" brushRef="#br1" timeOffset="-139173.65">25894 18034 8059,'-37'19'1638,"14"3"0,4 7 0,9 11 0,9 1-524,8-7 0,9-7-1217,14-11 0,5-14 7,-6-19 0,0-12 0,-3-4-48,0-6 1,-5-6 0,-5 1 260,-8 3 0,-5 0 0,-6 3-234,-12-5 1,-7 12-2853,-26 24 451,13 19 2518,20 30 0,15-18 0,0 1 0</inkml:trace>
  <inkml:trace contextRef="#ctx0" brushRef="#br0" timeOffset="-139003.65">26176 18046 10411,'-10'43'1638,"6"-19"0,0 1 0,3 3 0,2 0-1534,7 18-3381,-6 1 2927,6-21 0,0-1 0,2-7 0</inkml:trace>
  <inkml:trace contextRef="#ctx0" brushRef="#br0" timeOffset="-138723.65">26476 17724 10861,'-5'32'1638,"0"0"0,-3 7 0,8 7 0,0 4-1406,-3-5 0,-2 0-712,2-9 0,0 2 1,0-2-1160,-2 11 1,0-6-1639,-3 6 2457,8-36 1,16-17 0,3-1 0</inkml:trace>
  <inkml:trace contextRef="#ctx0" brushRef="#br0" timeOffset="-138533.65">26705 17748 7533,'-4'39'1092,"0"1"0,4-13 0,-2 1 546,-4 19 0,-3 4-1590,3-14 0,0 1 0,0-2-633,-4 7 1,1 1 584,3-1 0,0 2 0,0-8 0,-10 6 0,11-13 0,0-1 0</inkml:trace>
  <inkml:trace contextRef="#ctx0" brushRef="#br1" timeOffset="-136903.65">3104 18071 20074,'-27'-19'-3277,"-6"0"2719,21 18 1441,12 8 578,27 18-1561,-8-7 1,0 1-347,8 14 535,-17-2 0,-4 1-692,-6 0 1111,0 5 0,0 0 159,0-6-812,4 0 0,7-4-255,16-18 1,5-7 1022,6-6 1,1-5-190,2-1 1,0-4 147,-7-6 0,0-4 0,-4 4 693,13-3-770,-6 6 0,1 5 143,-1 6-220,6 28 194,-24-5-1073,-2 5 0,-2 2-753,-3 4 584,3-4 0,3-1-1189,2-1 1267,-1-6 1,3-3-487,7-6 1203,7-3 1,3-3 550,4-6-1320,-1-4 0,9-1 0,-7 0 1321,-17 4 1,-1-1-1200,12-6 0,6-4 1,-5 3-399,-7 9 1,-1 1 1021,9-4 0,0 3 0,-7 7 1,-1 3-1,-3 5 0,1 0 0</inkml:trace>
  <inkml:trace contextRef="#ctx0" brushRef="#br0" timeOffset="-134593.65">27323 18182 7533,'-28'-7'3276,"11"2"0,17 5-1553,41 0-2982,8 0 1169,-19-3 0,2 0-855,7 3 1,-3-1 944,-3-4 0,16 10 0,-31 2 0</inkml:trace>
  <inkml:trace contextRef="#ctx0" brushRef="#br0" timeOffset="-134443.65">27287 18505 7533,'38'-6'1638,"-7"5"0,4 1-1229,-2-2 1,2-1-1,-1 2 1,12 1-1,-4 0 1,-12 0 0,-1 0-1</inkml:trace>
  <inkml:trace contextRef="#ctx0" brushRef="#br0" timeOffset="-132703.65">28169 18120 7533,'-19'25'1638,"6"-1"0,2 4-578,5 6 1,2 3-477,1 10 1,4 1-315,10-11 0,4-3-225,-6-6 0,5-9 0,29-29 0,3-19-135,-22 2 0,-3-7-1003,2-5 1,2-4 0,-5 2 841,-3 3 0,-8 0 101,-11 1 0,-7-3 0,-4 10-2123,-26 2 1913,13 2 0,-3 7-415,-1 26 0,1 8-754,-8 3 674,17 17 1,5 4 854,-3 0 0,19-9 0,6-1 0,13 1 0</inkml:trace>
  <inkml:trace contextRef="#ctx0" brushRef="#br0" timeOffset="-132553.65">28540 18344 7533,'-16'24'3276,"-4"12"0,1 8-2820,13-19 1,4 1-1896,12 18 1439,7-8 0,1-22 0,0-4 0</inkml:trace>
  <inkml:trace contextRef="#ctx0" brushRef="#br0" timeOffset="-132353.65">28963 17959 7533,'-10'15'3276,"2"-4"-1638,0 19 0,1 9-546,1-2 0,-1 3 0,0-1-1706,-7 6 0,1 5-42,6-11 1,1 7-1,2 3 1,-1-3 0,1-4 478,1-3 1,0-3 0,-1 1-1,1 2 1,-1 2 0,0 0-1,0-5 1,-1 6 0,0-1 0</inkml:trace>
  <inkml:trace contextRef="#ctx0" brushRef="#br0" timeOffset="-129223.65">29069 18058 7533,'-18'-12'1529,"1"5"0,-1 7-270,-7 17 1,1 6-541,6 9-344,-1 1 0,-5 9 0,5 2 194,8 4 1,6 2 0,-1-2-421,-3-5 1,-1-2 0,2 2 52,0 0 1,1 3-1,3-1 1,7-8 22,15-3 0,3-5-136,-10 5 1,4-6 0,23-14 0,6-17-766,-17-15 0,0-13 1,-1-4-1,-2 5 586,6-4 0,-1-4 36,-9 5 0,2-5 0,-1-4 0,-3 0 0,-5 3-229,-7-5 1,-6 1-1,-2 1 133,-4-5 0,-2 1 1,-2 2 59,2-8 0,-9 12-1080,-30 23 1,-4 18 89,19 14 1,3 8 1065,-10 7 0,7 4 0,19-6 0,9 1 0,10-2 0,-1 0 0</inkml:trace>
  <inkml:trace contextRef="#ctx0" brushRef="#br0" timeOffset="-129003.65">29510 17835 7533,'0'3'3276,"0"-4"-1638,0 22 0,0 20-546,-4-1 0,-2 7 0,0-2-682,2-11 1,1 0-1,-2 4-536,0 3 0,-3 7 0,1 2 0,0-1 1,1-3-235,2-3 0,2-2 0,-1 0 0,0-1 104,-1 0 1,0 0 0,0 0-1,1-1 1,2 8 0,1-1-1,1-7 1,-1 10 0</inkml:trace>
  <inkml:trace contextRef="#ctx0" brushRef="#br1" timeOffset="-125693.65">3052 17996 13381,'-20'0'809,"4"0"-719,16 11-470,0-2 134,16 20-478,-12-9 389,13 2 1,5 3 148,-3 8 1,-1 1-161,2-6 0,-1 1 61,-2 1 1,-1 2-1,0-2-55,6 4 1,0-3-19,0-4 1,3 0 234,6 6 1,6-4 272,-4-19 0,3-5 1,-3 1-51,-1 10 1,1-1 53,7-7 0,6-3 1,-3 0 130,4 4 1,-2 0-3,-2-5 1,1 0-100,-10 3 0,1 1 0,-6-1 325,2 1-394,-3 1 0,1 0-333,8 9 256,-11-13 0,1-1 44,10 1 201,4-17-587,-5-13 420,-7 4 40,4 3 0,-23 7 0,-2 4 0</inkml:trace>
  <inkml:trace contextRef="#ctx0" brushRef="#br1" timeOffset="-124803.65">25753 18876 18124,'-49'0'629,"10"6"6,54-5-527,8 3 0,5-2-29,7-6 1,6-3 0,-3 1-551,3 4 1,2 0 379,-7-2 0,5-1 0,-1 1 0,-4 1 78,4 2 1,-2 2-1,12 1 1,-2 1-1,-9 0 1,-1 1-1</inkml:trace>
  <inkml:trace contextRef="#ctx0" brushRef="#br1" timeOffset="-116453.65">30357 17810 8236,'-10'-19'3276,"10"7"0,17 45-2184,-3-6 0,1 7 0,-1 2-273,-1 2 0,-2 3 0,0 2 0,2 1-164,-1-4 0,2 3 1,0-1-1,1 0 0,-2-1-353,0 3 0,-2 1 0,2-4 0,5-10 527,23 3 1,2-27-1200,-22-26 0,-1-18 1,-1-12-1,-1-8 1,0-2-1,-1 3 1,0 10 359,1 4 0,-2 4 0,1 2 0,0-4 0,1-6 2,-5 10 1,1-5 0,1-5 0,1-2 0,0-1 0,0-2 0,0 1 0,-1 0-1,0 3 1,0 3 0,-2 4 0,-1 5 0,6-12 0,-2 7 0,-1 3 0,3-5 0,1-2-1,1 0 1,0 0 0,-1 0 0,1 0 0,-1-1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22:39:05.24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16797 5491 7353,'-7'-7'1349,"2"1"-1349,-1 6 270,5 6-180,-4 12 90,5-3 0,-3 3 0,0 4-180,2 12 0,1 4 0,-2-14 0,0 0 0,0 3-353,0 4 0,1 3 0,0 1 0,0-4 353,0-1 0,1-2 0,-1 1 60,0 3 0,-1 1 0,0-2-170,-1 5 0,0-4 155,3-11 0,-1-2 314,-5 15-89,1-27-180,3-2-360,-9-10 1502,10-13-1682,-2-6 1,1-6-1,5 3 0,3-3 0,1-1 173,-1-4 1,1-2-1,1 0 67,3 1 0,2 1 1,0 0 299,-3 6 0,1 0 0,0 2 269,4-2 1,0 2-45,-3 4 0,1 3-45,2 6 0,0 3-181,0 4 91,7 14-180,-21 12 511,4 12-466,-6-8 0,-3 2 0,-2-5 0,0 1-135,0 6 0,-1 0-45,-9 0 0,-3 0 450,2-1 0,1 0-1,1-6 1,2 0 135,2 2 0,6 0 359,17 10-719,-2-5 0,0 2 0,2 6 0,0-1-438,-1-10 1,-2-1 257,-3 4 0,0-3-1079,5-9 1169,-4 8 0,5-10 0,1-1 0</inkml:trace>
  <inkml:trace contextRef="#ctx0" brushRef="#br0" timeOffset="263">17044 5553 8792,'-7'19'1439,"2"5"-2878,5 6 1439,0 3 0,5-2 0,2-7 0</inkml:trace>
  <inkml:trace contextRef="#ctx0" brushRef="#br0" timeOffset="463">17069 5925 7533,'-9'27'60,"0"0"0,2 1 0,0 1 659,-2 3 1,1 0-990,3-6 0,3-3 270,2 8 0,7-19 0,5-7 0</inkml:trace>
  <inkml:trace contextRef="#ctx0" brushRef="#br0" timeOffset="930">17280 5875 7533,'-23'13'2788,"-4"10"-2608,1-8 135,8 6 0,2 3-1,5 2 1,1-1-225,-3 2 0,1 0-225,5 3 0,2-1-224,-1 3-1620,34-24 719,-5-27 855,-3 0 1,-2-2 179,-8 1 0,-2 2 1844,-3 5-899,-5 27 89,0 7 1,0 7-1,0-1-674,0-1 0,0 1-299,-1 3 1,0 3-1,-2-2 134,-2-6 0,-2-1 0,1 0-1609,-4 10 1,-1-2 1317,-1-2 1,-1-3 5,3-5 0,2-10 315,4-29 0,1-9 0,-2-2 0,5 2 0,0 0 0,0 0 0</inkml:trace>
  <inkml:trace contextRef="#ctx0" brushRef="#br0" timeOffset="1313">17416 5578 7533,'-12'-2'3276,"5"15"-2846,1 15 1,1 8-409,2-10 1,0 3 0,0 1-1,0-2-831,-2 9 1,1-2-1,-1 2 741,0-5 1,1 1 0,-1-2-1,1-3-292,0 3 1,1-4 277,-2-3 1,5-5-458,16-13 359,-6-14 0,13-17 484,-5 6-124,-10 7 450,9 12-91,-10 12 1116,0 13-1340,-4-4 0,-1 1-226,-1-2 1,-2 0-809,1 17-1170,0-19 360,0-13 1529,6-10 0,1-2 0,5-6 0</inkml:trace>
  <inkml:trace contextRef="#ctx0" brushRef="#br0" timeOffset="1480">17528 5925 7533,'26'0'2788,"3"-6"-2428,-10-1-540,12-10-719,-10 3 629,-6-1 0,-2 1-1349,1-2 944,-4-1 1,-2 0 674,-1 2 0,-7-9 0,-7 12 0</inkml:trace>
  <inkml:trace contextRef="#ctx0" brushRef="#br0" timeOffset="1613">17677 5640 7623,'-9'32'869,"0"0"1,5-10-1,0 0-629,-2 5 0,0 3 0,1 0-731,2-5 1,2 0 0,-2 1 729,-1 5 1,0 1 0,0 0-30,1 3 0,1 1 0,0-2-720,-1-7 0,1-2 1,1 0 645,5 7 1,4-4-1,5-3 1,12-14-1</inkml:trace>
  <inkml:trace contextRef="#ctx0" brushRef="#br0" timeOffset="2951">16487 7226 7533,'-3'23'509,"-1"1"1,1 9 0,1 1-330,2-5 0,0 0-1006,0-4 0,0 1 0,0 0 856,0 3 0,0 0 0,0-1-30,0 9 0,0 0 150,-2-5 0,0 2 0,0-3-150,2-5 0,-1 0 510,-2 10 1,1-10-871,2-25 492,0-13-447,-1-7 1,2-5-76,0-6 0,0-5 0,2-2-62,0 3 1,2-3-1,-1 0 1,2-1 397,-1 5 0,2-1 0,-1 0 0,1 1 0,0 1 9,-1-2 0,1 2 0,-1 0 0,2 3 255,2-3 0,2 2 0,1 5 732,4 4 1,1 5-674,11-5-179,-7 13 0,-2 5-90,-1 16 180,-1 17-270,-11 3 0,-10-4 0,-5 1 90,-7 2 0,-2 0 260,3-5 0,-1-1-170,-6 2 0,2-3 180,5-1 173,-3-4 7,4-2-360,6-6 90,2 6 450,21 12-585,-9-11 0,1 1-84,10 7 0,0 1-726,-5-5 1,0-1 764,3-2 0,-1-3 0,4 1 0,-1-12 0</inkml:trace>
  <inkml:trace contextRef="#ctx0" brushRef="#br0" timeOffset="3129">16897 7015 8072,'-7'7'450,"-4"21"-540,4-1-90,3-3 0,1 2-2,-1 2 0,2-1 0,4-7 1,2 0-1,-1 1 0,1-1 1</inkml:trace>
  <inkml:trace contextRef="#ctx0" brushRef="#br0" timeOffset="3285">16897 7474 7443,'-7'33'929,"1"0"1,0-9-1,0 0-929,2 6 0,1-1-450,0-9 1,0-2-271,3 13 720,0 5 0,6-15 0,1 2 0</inkml:trace>
  <inkml:trace contextRef="#ctx0" brushRef="#br0" timeOffset="3783">17044 7499 8252,'-18'11'1019,"-1"0"1,0 9 0,1 4-661,1 7 1,3 3-405,3-2 0,3-1-720,4-8 1,3-3 404,2-2-359,15-13 89,-2-16 0,4-8 360,-5 1 1,-2-1-98,-4 0 0,0-1 187,2-2 0,0 1 270,-3-5 24,0 3 516,-6 16-270,0 7 629,0 12-449,0 19-271,0-8 1,0 3-120,0 0 0,0 1 0,0 0-1491,-2 10 0,-2-1 1371,3-10 0,-1 1 0,-1-1-30,-5 5 0,-2-2-45,1-5 0,-2-2 90,0-3 0,-2-1-585,-6-1-899,12-27 629,13-14 1,6-6 809,1 0 0,1-2 0,-3 6 0,-1-2 0,1 2 0,0-4 0,1-1 0</inkml:trace>
  <inkml:trace contextRef="#ctx0" brushRef="#br0" timeOffset="4166">17230 7239 10591,'-2'27'67,"0"1"1,0-1-1,-4 9 1,1 1-158,1-3 0,0 2 0,-1-1-234,-1-7 0,-1 0 1,1 0 113,-1 4 0,1 0 0,0-2-105,-2-1 0,3-6 46,5-11 349,13-23-80,4-6 0,1-3 225,-6 5 0,0 0-45,9-7 0,-2 4 446,-11 11 4,9 7 449,-16 23-899,4 5 264,-5 9-1613,0-12 359,0-7-1079,6-6 1889,1-5 0,5-13 0,1-7 0</inkml:trace>
  <inkml:trace contextRef="#ctx0" brushRef="#br0" timeOffset="4330">17392 7449 8432,'23'14'2249,"-2"-3"-2249,15-11-1169,-16 0 359,9-6-539,-15-6 1349,4-7 0,-6 0 0,1 1 0</inkml:trace>
  <inkml:trace contextRef="#ctx0" brushRef="#br0" timeOffset="4496">17528 7201 7533,'-6'32'655,"0"-1"0,0 0 1,2-6-1,-1-1 0,0 4-105,0 3 0,-1 5 0,-1 1 0,1 0 0,1-3-803,2-4 0,0-2 1,1-1-1,1 1 253,-1 5 0,2 1 0,0-2 0,2-3 0,3 4 0,5-7 0,5-14 0,0 0 0</inkml:trace>
  <inkml:trace contextRef="#ctx0" brushRef="#br0" timeOffset="6863">2504 7499 7533,'0'35'479,"0"-7"1,1 4 0,-2 2-278,0-3 0,0 1 1,-1 2-1,1-1-534,-1 1 1,1 0 0,-1 0 0,0 1 384,0-2 1,-1 2 0,0-1 0,1-1 0,-1-4-24,1 1 0,0-3 0,0-1 128,-1 3 1,1 1 0,1-11-609,1-11 90,0-32 1,0-19 44,1 15 0,0-3 0,1-2 0,0-1-7,-1 2 1,1 0-1,1-2 1,-1 0 0,2 0 267,1-2 0,0-2 0,1 0 0,0 1 0,2 2 126,1 4 0,0 0 0,1 2 0,1 0 0,0 3 124,5-9 0,2 3 0,0 4 74,7-2 0,0 14 136,-5 23 1,-4 10-377,-9 4 0,-6 7 0,-1 1-75,-2 0 0,-2 2 0,-2 0 0,0-1-107,-2 7 1,-1-2 0,-3 1 173,1-7 1,-3 2 0,0-3-1,-1-6 799,-4-5 0,0-5-281,-7 10 609,15-29-789,34 5-495,-7 9 0,1 5 90,3 5 0,-1 4-495,-1 1 1,-1 2 539,-3 1 0,-3-2 0,3-3 0,-3-3 0</inkml:trace>
  <inkml:trace contextRef="#ctx0" brushRef="#br0" timeOffset="7063">2889 7276 7533,'-20'0'2518,"3"22"-3237,10 11-316,5 0 1,4 1 1034,0-12 0,3-1 0,0 4 0,2-5 0,5-7 0</inkml:trace>
  <inkml:trace contextRef="#ctx0" brushRef="#br0" timeOffset="7247">2901 7685 7533,'-5'21'569,"-1"0"1,2-1 0,0-1-256,-5-1 1,0 1-225,5 4 0,1 1-585,-3 4 1,1 0 269,6-3 0,2-1 225,-3 4 0,2-4 0,10-10 0,0-3 0</inkml:trace>
  <inkml:trace contextRef="#ctx0" brushRef="#br0" timeOffset="7746">3074 7685 7533,'-19'11'809,"1"0"1,-2 11-1,3 5-719,7-5 0,1 3 0,2 0-120,-1 6 0,2 1 0,2-3-105,2 0 0,4-4-360,8-3 1,3-9-226,9-26 0,-3-13 1,-2-7 584,-7 5 0,-1-1 405,-2-6 0,-2 3 90,1 7 989,-6 48-855,0 11 1,0 7-428,0-11 1,0 3 0,0 1-1,0 0-565,-2 1 1,-1 1 0,0 0 0,0-1 429,1-3 1,1 0-1,-1-1 1,-2-1-53,-4 5 0,-2-2 0,0-6 210,-5 2-360,-9-47 45,21-9 1,6-7-562,-1 6 1,3-4-1,0 0 1,0 3 785,0 2 0,0 2 0,1 0 0,4-7 0,0 0 0,-1 3 0,-3 7 0,0 0 0</inkml:trace>
  <inkml:trace contextRef="#ctx0" brushRef="#br0" timeOffset="8146">3198 7400 7263,'-13'-2'2249,"6"37"-2204,4-3 0,1 6-75,2-5 0,0 3 0,0 2-232,-1-8 1,0 2-1,0 1 1,0-1-1,-1-2 142,0 9 0,0-3 1,0 0 188,-2 1 1,1 0-1,3-9-518,5-10 324,4-37 1,1-11 169,3 10 0,1 0-45,-1-12 0,-2 12 989,2 36-540,-9 5 1,-3 4-91,0-1 1,-1 2-1,-1-1-944,1 6 1,0-2-1055,5-6 1,1-5 1159,3-12 1,9-19-1,-6-6 1</inkml:trace>
  <inkml:trace contextRef="#ctx0" brushRef="#br0" timeOffset="8364">3347 7784 9781,'35'-4'-2428,"-1"-10"2023,-15 2 0,-1-2 405,1-11 0,-2 7 0,-11 6 0</inkml:trace>
  <inkml:trace contextRef="#ctx0" brushRef="#br0" timeOffset="8547">3471 7486 7533,'-10'26'546,"-1"-1"0,1 0 0,3 2 0,0 1 0,1 1 0,0 0-439,-1 7 0,0 0 1,2 1-288,1-2 0,0 4 0,3-3 0,4-6-855,10-1 1,3-7 565,-2-1 1,1-7 0,6-15 0,1-8 0,-7-6 0,0 0 0</inkml:trace>
  <inkml:trace contextRef="#ctx0" brushRef="#br0" timeOffset="10131">3781 8168 8522,'-7'33'584,"5"-10"1,-2 0-2563,-12 10 1978,12-6 0,-18 1 0,15-21 0</inkml:trace>
  <inkml:trace contextRef="#ctx0" brushRef="#br0" timeOffset="15681">15880 10820 7533,'0'-14'-180,"0"-2"360,0 20 179,0 25 1,0 9-270,0-13 0,0 1-241,-2 7 0,0 4 0,0-1 211,0-5 0,0-1 0,-1-1-368,-3 5 0,0 0 338,2-6 0,0 1 0,-1-2 14,-1 8 1,0-4-90,2-9 1,1-2 133,-2 16-89,-1-25-179,5-33-46,-3-3 0,2-5 75,4-2 0,3-2 0,-1-1-378,0 1 1,1-1 0,0-1 392,-1 7 0,0-2 0,1 1 0,1 1 75,5-6 0,1 2 0,0 1 78,-5 7 1,0 0 0,1 2 71,6-9 0,2 5 270,13 4-91,-16 36 1,0 5-270,8 3 45,-13 7 0,-5 3-90,-7 0 0,-5-2 90,-2-5 0,-2 0 483,-3 9 1,0 0-484,3-13 0,0-2 625,-3-1 1,3-3-221,5-2-270,-3-6 89,11-6 1,16 11-270,-6 3-90,8 10-180,-7 1 469,-4 0-784,-2-7 0,2 0-404,5 4 180,-5 7 809,-1-23 0,-6 6 0,0-6 0</inkml:trace>
  <inkml:trace contextRef="#ctx0" brushRef="#br0" timeOffset="15863">16165 10683 7533,'-18'18'539,"10"7"-989,1-4 1,3 1-1,4 12 450,0 2 0,-6-18 0,-1-6 0</inkml:trace>
  <inkml:trace contextRef="#ctx0" brushRef="#br0" timeOffset="16016">16152 11006 7533,'-13'25'269,"0"1"1,3-7 0,2-1-540,3 16 270,5-13 0,0 4 0,0-8 0</inkml:trace>
  <inkml:trace contextRef="#ctx0" brushRef="#br0" timeOffset="16514">16289 11018 7533,'-25'11'539,"10"0"1,0 3-495,1 4 0,2 2 90,-2 0 0,3-1-45,4 0 0,1-2 0,1 2 90,5-1-270,0-6 0,5-5-1170,8-7 181,12-18 809,-5 3 0,-7-4 1,-2-2 89,-4 5 270,4-13-90,-10 16 899,4 7-179,-5 0-181,-5 22 361,4 16-675,-5-2 0,1 2-225,4 3 0,0 0-438,-4-2 0,-1-2 213,3-3 0,-1-2 135,-8 5-225,3-12 1,0-2 314,-5 4-90,-9 2 0,9-16-90,-4-2-359,6-21 269,5 1 270,5-10 0,4-3 0,1 8 0,1-1 0,2-9 0,0-1 0</inkml:trace>
  <inkml:trace contextRef="#ctx0" brushRef="#br0" timeOffset="16916">16400 10708 8162,'0'-8'1350,"0"31"-1395,-2 4 0,-1 4-45,0 2 0,-1 3 0,-1 0-284,-1-8 1,0 1 0,-1 0 0,1-1 253,-1 6 0,0-2 1,0-1-16,-4 6 0,4-8 200,13-17-245,13-31 442,7-3 368,-1-2 89,-13 41-1079,-8 4 1,-2 2-1260,-2 14 1619,0 3 0,0-40 0,0-7 0</inkml:trace>
  <inkml:trace contextRef="#ctx0" brushRef="#br0" timeOffset="17082">16463 11055 8162,'30'7'630,"1"-7"-1350,-12-7 1,0-4 719,-3-1 0,-1-2 0,10-12 0,-7 3 0</inkml:trace>
  <inkml:trace contextRef="#ctx0" brushRef="#br0" timeOffset="17284">16636 10820 7533,'-12'28'689,"-1"0"1,3 1 0,1-3-556,0-7 1,0 1-958,0 14 1,0 1 732,2-11 0,0 2 60,3-1 0,0 2 0,0-1-15,1 0 0,1-1 208,0 0 1,4-2-1064,9 9 1003,2-13 0,12-8 0,0-11 0</inkml:trace>
  <inkml:trace contextRef="#ctx0" brushRef="#br0" timeOffset="19067">19921 11043 7263,'-4'27'269,"1"-1"1,0 7 0,0 3-150,3-3 0,1 3 0,-2 0-53,0-8 1,-2 1-1,0-1 1,-1 2 67,0 2 0,0 2 0,-1-1 0,-1-3-75,0-3 0,-1-3 0,-1-1-60,-2 10 0,2-15-540,8-47 240,3 8 0,2-5 0,0-1 97,0-3 1,1-3 0,0-1 0,2 0-173,0 0 1,1-1-1,1 1 1,0 1 396,0 0 1,1 1-1,0 1 1,1 3 97,2-1 0,1 2 0,0 4-1493,1 6 1,0 3 1461,7-3-89,-10 23 90,-6 0-90,4 12 0,-16 18 0,0-11 0,-2 1 135,-5 6 0,-2 0 45,-2-6 0,0-1-135,6-6 0,1-3 1076,-8 2-1031,16-11 3186,-5 4-2800,6-4-386,0 11-90,10 14 0,2 5-180,-6-6 0,-1 3-684,4-2 1,2 2 0,-2-3 728,-2-3 0,-1-5 135,1 6 0,4-18 0,-4-4 0</inkml:trace>
  <inkml:trace contextRef="#ctx0" brushRef="#br0" timeOffset="19263">20256 10969 7533,'-13'-14'2248,"1"8"-3327,5 35 1079,6-7 0,2 2 0,-1-1 0,1 0 0,2 1 0,0-1 0</inkml:trace>
  <inkml:trace contextRef="#ctx0" brushRef="#br0" timeOffset="19430">20231 11427 7533,'-13'30'449,"7"2"-449,0 0 0,6-7 0,0-7 0</inkml:trace>
  <inkml:trace contextRef="#ctx0" brushRef="#br0" timeOffset="20013">20417 11266 8882,'-19'6'90,"-5"6"45,14 4 0,1 4 134,-1 2 1,1 1-315,1 5 0,3 1-225,1-6 1,3-2-811,17 9-89,5-34 899,-5-5 0,0-3 585,-6-5 0,-1 1 495,2 8-1,-11 45-809,-2-3 0,-2 4 0,1-8 0,-1 2 0,-1-1 90,-2-3 0,-1 0 0,-2-2 0,-5 7 0,-2-4-90,2-10 0,-1-7-630,-4-12 360,19-19 0,8-10 270,3 1 0,4-2 0,-1 0 0,-3 4 0,0 1 0,1 0 0,2-2 0,0 0 0,0 0 0</inkml:trace>
  <inkml:trace contextRef="#ctx0" brushRef="#br0" timeOffset="20463">20653 10919 8882,'0'25'90,"0"1"0,-2-2 0,1 1 0,-2 3-135,0 3 0,-1 3 0,-1 2 0,-1-1 81,1-4 0,-2 0 0,0 0 0,1-1 0,-1-1-6,0 7 0,0-2 0,-1-4-615,-3 9 0,6-16 135,15-33 1,3-10 269,1-3 0,0-1 270,1-1 0,2 5 809,6 13-224,-20 22 0,-5 9-540,2 9 0,-1 4-585,-2-4 0,-1-1 450,0-7 0,3-2 0,6 0 0,2-11 0</inkml:trace>
  <inkml:trace contextRef="#ctx0" brushRef="#br0" timeOffset="20630">20739 11365 8972,'19'-3'-690,"0"1"1,2-7-1,0 0 690,7-7 0,1-7 0,-17 11 0</inkml:trace>
  <inkml:trace contextRef="#ctx0" brushRef="#br0" timeOffset="20830">20924 11093 7533,'-18'29'819,"0"1"0,3-2 0,1 4 0,0 0-604,5-4 0,0 0 1,1 1-1,1 2-912,3 5 0,1 3 0,2-1 0,1-4 697,0-6 0,0-3 0,4-1 0,9 13 0,5-13 0,6-31 0</inkml:trace>
  <inkml:trace contextRef="#ctx0" brushRef="#br0" timeOffset="22279">19946 13100 7353,'-7'31'180,"4"-11"0,0 2-91,1 4 1,1 3 0,-1 0-604,-2 6 1,0 2 0,-1 0 468,2-4 0,0 0 0,-1 1 0,0-2 75,-1 6 0,-2-2 0,2-2 406,1 2 0,1-5-166,-3-2-182,1-34-538,3-15 0,2-7 270,1 2 0,1-3 1,1-2-228,1 0 1,2-4-1,1 0 1,1 1 361,1 1 0,2-1 0,1 1 0,0 1 157,-2 2 1,1 0-1,1 1 1,0 3 323,4-1 0,0 4 0,0 2-346,3 1 0,0 8 179,7 22 1,-14 22-225,-15-3 0,-6 2-90,-5 0 0,-4 0 45,0 0 0,-2-3 180,0-8 0,2-3 270,-1 5 808,8-6-1258,28 8 45,-10-5 0,1 4-135,4 9 0,1 1-360,-4-1 0,-1-1 450,-1-2 0,-1-4 0,6 5 0,1-20 0</inkml:trace>
  <inkml:trace contextRef="#ctx0" brushRef="#br0" timeOffset="22447">20268 13100 9691,'-7'28'-432,"2"-5"0,4-2 1,2 1-1,-1 9 1</inkml:trace>
  <inkml:trace contextRef="#ctx0" brushRef="#br0" timeOffset="22597">20256 13547 7533,'-7'29'0,"-4"-8"0,4 16 0,-6-13 0</inkml:trace>
  <inkml:trace contextRef="#ctx0" brushRef="#br0" timeOffset="23529">20268 13484 7533,'-7'-6'1169,"2"17"-899,-1 21-225,6-8 0,-1 2-405,-4 11 0,-1-1 360,2-5 0,1-2 0,-1-4 0,1-1 0,-3 5 0</inkml:trace>
  <inkml:trace contextRef="#ctx0" brushRef="#br0" timeOffset="24164">20442 13460 7353,'-32'18'989,"10"3"1,3 5-900,7-3 0,2 2-45,-3 6 0,2 0-315,6-10 0,5-5-1529,22-3 1079,-6-26-919,3-2 1,-2-2 804,-3-10 1014,2-2 269,-14 22 541,3 12-810,-5 4 89,0 25-224,1-12 0,-2 0-135,-4 7 1,-1 0 44,3 0 0,-2-2 0,-9-1 0,-1-3 135,0-3-90,-14-3 179,21-17-89,-3-6-539,11-6 449,5-2-405,3-4 0,2-4 405,3 0 0,0-1 0,1 0 0,-2-1 0,0 1 0,0-1 0</inkml:trace>
  <inkml:trace contextRef="#ctx0" brushRef="#br0" timeOffset="24596">20591 13175 7533,'0'-14'899,"0"3"-4176,0 39 1344,0-16 2500,-3 13 1,0 6-434,0 0 1,-1 0 94,1-3 0,-1 1-289,-1 6 0,-1 4 0,1-5 15,1-7 0,-1-1-776,1 0 0,0 2 0,0-5 641,-1 4 2014,5-11-2104,16-32 183,-6 0-3,4 1 0,1 0-1776,-2-4 1777,5 6 2717,-11 8-1549,4 38-899,-9-20-90,-1 18 0,-2 0 0,-6-7 0,0 12-3367,1-19 2127,6-10 1471,6-7 1,1-12-1,5-7 1</inkml:trace>
  <inkml:trace contextRef="#ctx0" brushRef="#br0" timeOffset="24765">20677 13522 8702,'25'0'180,"-6"0"-3457,5 0 0,-10-6 3245,4-1 1,-12-5-1,0-1 1</inkml:trace>
  <inkml:trace contextRef="#ctx0" brushRef="#br0" timeOffset="24947">20801 13311 7533,'-9'24'584,"0"-1"1,-4 7-315,4 0 0,0 4-1,1-3 1,-1 2 0,2-2-799,2-3 1,1 2 573,-1-2 0,0 4 0,0-1 0,3-4-900,4-4 1,2-3 764,-2 3 0,3-2 90,7 1 0,0-28 0,1-1 0</inkml:trace>
  <inkml:trace contextRef="#ctx0" brushRef="#br0" timeOffset="28563">17999 15245 6273,'0'-14'1440,"0"3"-991,0 38-359,0-9 0,3 11 0,0 6 90,0-2 0,1 2-573,0 0 1,0 3 0,0 1 392,-1-6 0,-1 2 0,-1 0 0,0 0 0,0 0 0,-1 0 0,0 0 0,-1-1-30,-1 4 0,0-2 0,-1-3 30,0 1 0,-1-7 301,-1-10-751,5-52 45,5 3 1,1-5 156,-4 9 1,0-3 0,-1-1-1,2-1-56,1 3 0,1-1 0,0-1 1,0 0-1,0 0 268,-2 0 0,1 0 0,-1 0 0,1 1 0,1 0 193,1-5 1,2 0-1,0 2 1,0 3 201,0 3 1,0 3 0,2 3-225,5-1 0,1 11 800,8 30-935,-15 2 0,-4 4-180,3 9 0,-5 3 90,-6-9 0,-3 0 1,-1 0 89,-1-1 0,0 0 0,-2-2 224,-9 9 1,-1-4 0,1-9 0,1-3 585,-2 1 650,15-7-1280,23 13-270,-8-1 0,1 3-60,-1-2 0,0 2 0,0 0-435,0 10 1,-1 0 584,3-6 0,0-5 0,-4-13 0,3-20 0</inkml:trace>
  <inkml:trace contextRef="#ctx0" brushRef="#br0" timeOffset="28730">18322 15133 7533,'-6'-8'1799,"5"4"-1619,-5 27-1620,12 14 893,-3-17 1,1 0 0,-1 2 0,1-1 0,1 9 0</inkml:trace>
  <inkml:trace contextRef="#ctx0" brushRef="#br0" timeOffset="28896">18359 15443 7533,'-5'23'314,"-1"1"1,3 1 45,-5 4 0,0 3-405,7-9 0,0 0 45,-2 6 0,1 0 0,2-6 0,0-2 0,0 8 0</inkml:trace>
  <inkml:trace contextRef="#ctx0" brushRef="#br0" timeOffset="29363">18496 15493 7533,'-25'16'449,"5"-12"1,8 15 0,1 6-90,1-3 0,1 2-1,-2 10 1,2 2-405,2-6 0,2-2-854,11 8-361,13-48 630,-3-7 1,0-6 179,-3-4 1,0-1 494,-1 1 0,-1 7 1304,-4 15-900,-8 21 1,-4 11-180,3 0 0,0 3 0,-2 0-343,-3 3 1,-1 1-1,0 0 43,2 0 0,0 0 0,-1-2 0,-3-4 0,0-1 0,-1-2-15,-1 2 0,-2-5-404,-11-3-721,13-40 1170,10 2 0,4-3 0,0-2 0,3-1 0,1 0 0,0 1 0</inkml:trace>
  <inkml:trace contextRef="#ctx0" brushRef="#br0" timeOffset="29763">18582 15121 7533,'0'3'1529,"0"1"-1394,0 20 0,0 10-45,1-9 0,-1 2 0,-1 2-495,-1-1 0,0 2 1,-2 0-1,1 2 315,0 2 0,0 1 0,0 0 0,-1-2-30,-2 5 0,-1-1 1,0-3 207,1-6 0,-1-1 1,2-9-539,4-11 11,13-40 349,1 10 0,1-1 135,-2 1 0,2 3-135,9 2 450,-16 35 269,-3 1 1,-2 2 86,-5 9 1,0 0-1167,2-2 0,1-3-1349,0 7 1799,1-21 0,10-15 0,-4-2 0</inkml:trace>
  <inkml:trace contextRef="#ctx0" brushRef="#br0" timeOffset="29913">18669 15542 7443,'18'7'1259,"7"-1"-2788,7-17 1529,-6-3 0,-3-6 0,-10 3 0</inkml:trace>
  <inkml:trace contextRef="#ctx0" brushRef="#br0" timeOffset="30080">18793 15344 7713,'-8'28'521,"1"1"1,-1-1 0,0 3-1,2 0 1,-1 2-635,1-2 1,1 1 0,0 1-1,2-2-356,1 6 1,2-2 0,2-4 0,1-6 0,2-4 0,13 6 0</inkml:trace>
  <inkml:trace contextRef="#ctx0" brushRef="#br0" timeOffset="32266">22003 15542 7533,'-13'19'270,"2"16"-91,11-2-44,0 2 0,0 2-930,-1-13 0,2 1 825,0 5 0,1 2 0,0-2-512,-1-2 0,-1-1 482,2-1 0,1 0 0,-2 1 45,-3 10 0,-2-1 215,1-5 1,0-3-261,-1-4 0,1-4-90,-3 2 0,6-22 258,0-16-528,6-5 150,-2-2 0,0-7 0,0 2 30,3-4 0,0-1 193,-1-1 0,-1-3 1,2 1-104,0-1 0,1 0 0,0 2-182,-1 7 0,0 1 1,0-1 361,1-5 0,0 0 0,1 4-46,0 9 1,0 2 90,-1-4 0,2 4 135,3 3 90,5-3-270,-11 12 633,4 6-723,-9 11 1739,3 8-1739,-6 7 0,-3 2 0,0-4 0,1 0 0,-3 9 0,-1 1-90,-4-3 0,-1-2 90,2-7 0,-1-3 90,1 1 0,1-4-90,-2-5 269,11-11-89,0 0-90,5 0 180,2 11 90,11 20-270,-4 3-350,-7-12 0,-2-1 80,1 4 1,-1 4-91,2-9-810,0 5 1080,4-13 0,-4-12 0,5-6 0</inkml:trace>
  <inkml:trace contextRef="#ctx0" brushRef="#br0" timeOffset="32430">22276 15468 7533,'0'-19'899,"0"6"-179,0 13-540,0 7-900,6 22 630,-5-7 90,2-2 0,0 1 0,-3 5 0,0 5 0</inkml:trace>
  <inkml:trace contextRef="#ctx0" brushRef="#br0" timeOffset="32580">22301 15802 7533,'0'20'-360,"-5"9"1259,3-3-359,-3 0-450,5 3-90,0-10 0,0 1 0,0-3 0</inkml:trace>
  <inkml:trace contextRef="#ctx0" brushRef="#br0" timeOffset="33030">22450 15765 7533,'-14'0'1349,"-8"6"-945,12 10 1,1 2-225,-12 1-90,8 12 0,3 0-270,3-7 90,1-1 0,1 1-179,3-4-91,2 4 270,2-17-540,14-2 360,-13-5-629,25-22 629,-19 11-135,6-14 1,-1-1 224,-5 8 314,0 0 1,-2 2-224,-6 9 448,5 2 1080,-12 38-809,5-14-180,-4 12 0,-1 1-437,-1-3 121,1 0 1,0 0-45,-1-6 0,1 6 0,1-1-180,-2-11 90,-1 7 0,-2-2-90,-4-7-467,-4 9 377,6-17-720,-1-2 810,7-5-1529,0-16 1349,6-5 270,0-11 0,2 12 0,2-1 0,-1 2 0,0-1 0</inkml:trace>
  <inkml:trace contextRef="#ctx0" brushRef="#br0" timeOffset="33413">22562 15493 9332,'3'30'337,"0"0"0,-1-1 1,-2 1-1,-2 2-517,-2 3 0,-3 2 0,0 0 112,3-8 1,-2 0 0,1 0-1,0-2-82,-2 2 0,0-1 1,2-4 14,1 0 0,2-6-45,3-13-360,27-28 450,-11 1 270,0 9 0,1 1-270,-4 1 900,3 16-630,-16 2 449,10 17-539,-10-9 270,5 20-810,-6-26-719,0 19 629,0-25-989,0 13 899,0-15 630,0 5 0,5-17 0,2-3 0</inkml:trace>
  <inkml:trace contextRef="#ctx0" brushRef="#br0" timeOffset="33614">22723 15827 10051,'12'-7'630,"23"2"-2069,-6-6 1169,-10 8 0,-1-3-1799,5-22 1664,-16 10 1,-1-2 404,0-14 0,-6-2 0,-6 18 0</inkml:trace>
  <inkml:trace contextRef="#ctx0" brushRef="#br0" timeOffset="33797">22859 15555 7713,'-8'26'468,"1"0"0,-1 0 0,3 1 0,1 3 0,0 1 0,0 1 0,0-2-186,-1 6 1,0-1 0,0 0 0,1 1-692,0 3 1,-1 1 0,3-3 0,2-6-717,3-3 1,5-9 1252,11-12 0,2-19 1,2-15-1</inkml:trace>
  <inkml:trace contextRef="#ctx0" brushRef="#br0" timeOffset="42216">2355 13472 7533,'-6'-12'-1080,"-5"-1"2430,9 6-631,-9 7-674,9 16 0,3 9 75,-3-3 0,0 4 0,0 1-818,2 2 0,0 3 1,0 1-1,0-1 698,0-3 0,1 0 0,-1 0 0,-1 1-23,0 0 1,0 0-1,-1 0 1,1-1 22,-1 7 0,-1-1 0,1-2 241,0-6 0,0 0 0,-1-1-241,-3 13 0,1-5-89,4-9-451,-5-49 225,5-4 0,2-7 157,-1 7 1,0-2 0,0-2 0,0-1-100,0 4 0,-1-1 1,1-1-1,0 1 1,1-1 327,2-2 1,1 0 0,1 0 0,0 0 0,0 1 40,1-4 1,-1 0 0,2 2-1,3 2 714,4-2 1,3 2 0,1 6-692,4 2 0,0 11-135,-2 14 0,-2 10-180,-6 14 0,-5 6 225,-5 4 0,-4 2-1120,-3-7 0,-2 2 1,0-3 1029,-3-1 0,-1-3 477,-4 7 1,1-6-433,0-10 720,-4 0-630,11-16 467,7 0 72,13 17-494,-4 2 0,1 4-585,3 11 1,-1 3 119,-5-12 0,-1 1 0,0 0-390,3 7 1,0-4 719,9 1 0,-4-30 0,4-14 0</inkml:trace>
  <inkml:trace contextRef="#ctx0" brushRef="#br0" timeOffset="42401">2628 13323 7533,'0'-8'2069,"-5"15"-1530,3 30-674,0-17 0,-1 0 0,2 9 1,2 1 134,4-4 0,1-1 0,-5-2 0,1 0 0,3-3 0,1 1 0</inkml:trace>
  <inkml:trace contextRef="#ctx0" brushRef="#br0" timeOffset="42568">2678 13695 7533,'-6'20'509,"0"-1"1,2 2 0,1-1-150,-8 6-1,4 10-449,0-10-630,3-5 1,2 0-630,2 6 1349,0 3 0,6-12 0,1-5 0</inkml:trace>
  <inkml:trace contextRef="#ctx0" brushRef="#br0" timeOffset="43416">2827 13770 5914,'0'-14'269,"0"3"91,0 11-360,0 0 360,-6 0-90,5-6-90,-5 5 0,6-4 90,-5 5-270,3 0 0,-3 0 179,5 0-269,0 0 180,0 5 90,-6 2 0,5 5-90,-10 6 0,4 7 0,-2-7 0,0 1 135,2 3 0,0 0-45,-2 3 0,1 0-135,3-5 0,3-2-135,2 13-180,7-13 0,16-12 180,-2-6-540,3-12 0,-11-5 1,-2-2 89,3-10 450,-5 6 0,0 0 45,-5 3 0,-2 2 405,4-9-90,-6 4 450,0 28-181,-6 20-359,3 3 0,0 4-90,-4-2 0,1 1-147,4-6 0,0 2 0,-1-1-33,-3 4 0,-3 1 0,2-2-348,3 3 0,-1-1 468,-4-5 0,-1 1 0,0-2-176,-3 0 1,1-2 55,-9 4 0,-2-4-810,10-28 307,6-9 593,2-21 0,5 1 0,0 13 0,0 0 0</inkml:trace>
  <inkml:trace contextRef="#ctx0" brushRef="#br0" timeOffset="43848">3037 13323 7173,'-4'22'509,"1"-1"1,0-2 0,0 1-420,3 0 0,0 2-679,0 5 0,0 0 679,0-1 0,0 0-45,0 8 0,0 0 45,0-1 0,0 1-180,-1-7 0,-1-1 0,0 1-30,0 1 0,0 0 1,-1-1 151,-1-1 1,0-1 0,0 0-168,0 4 0,1-3 373,-2-2-238,5-12-90,5-34 0,7-6 0,-3 12 0,1-1 931,9-12-751,-1 22 0,-5 13 180,-6 19-225,-6-2 0,-2 3-217,-2-2 0,-1-1 127,1 1 0,-1 0-495,-7 12-269,9-15 179,-3-4 630,16-17 0,-3-6 0,10-7 0</inkml:trace>
  <inkml:trace contextRef="#ctx0" brushRef="#br0" timeOffset="44063">3161 13882 7533,'-7'6'1799,"1"0"-1350,17-6-808,3 0-1,11-6-360,5-1-449,-9-5 179,2 5 990,-10-4 0,-7 4 0,0-5 0</inkml:trace>
  <inkml:trace contextRef="#ctx0" brushRef="#br0" timeOffset="44268">3285 13670 7353,'-7'18'749,"1"0"1,0 1 0,0 1-571,-1 1 1,1 2-1104,0 11 0,0 2 1014,0-6 0,0 1-90,1-5 0,1 0 0,0 2-180,1 0 0,1 1 0,0-2 149,-1-2 0,1-1-464,2 4 1,5-9 578,19-30 1,-8-5-1,-1-2 1,-1 0-1</inkml:trace>
  <inkml:trace contextRef="#ctx0" brushRef="#br0" timeOffset="48247">26454 12369 7533,'-14'18'539,"3"1"-224,10 3 0,2 3-90,-1 8 0,0 3-590,0-8 1,0 2-1,0 2 387,-1-2 1,-1 3 0,1 0-1,0-3 38,0-3 0,1-3 0,-1 2-120,-2 11 0,-2 2 0,2-6 15,3-10 0,-1-3 90,-5 5 0,1-2 388,3 1-433,-3-18 225,5-22-585,0-1-90,2-15 0,1-5 5,0 9 1,1-4 192,2 2 0,2-7 0,2-1 0,-1 0 1,-2 6 45,0 2 1,-2 4 0,3-3 205,0-1 0,1-4 0,1 0 0,0 3 0,-2 7-90,6-11 699,2 15 0,2 4-429,-1 9 180,12 14-360,-17 18 0,-5 2-90,-1 3 481,-12 6-706,-5-15 0,-1 1 270,4-1 0,-1-2 90,-8 3 0,0-2 45,-3-1 1349,-4-1-1169,10-11 1274,8 10-1544,13-4 587,11 12-812,-8-5 1,-1 1 224,5 8-495,-5-3 0,-1 0-360,-5-6 1,1-1 314,2 14 540,0-4 0,-1-22 0,2-2 0</inkml:trace>
  <inkml:trace contextRef="#ctx0" brushRef="#br0" timeOffset="48430">26789 12084 7533,'-21'6'854,"6"8"1,3 6-855,8 16 0,5 2 0,-4-8 0,0 0 0,7 7 0,-1 0 0</inkml:trace>
  <inkml:trace contextRef="#ctx0" brushRef="#br0" timeOffset="48614">26801 12555 7892,'-20'7'765,"6"10"0,5 5-765,10 1 0,3 0 0,-4 2 0,1-1 0,5-2 0,0 1 0</inkml:trace>
  <inkml:trace contextRef="#ctx0" brushRef="#br0" timeOffset="49030">26924 12580 7533,'-22'24'749,"-1"0"1,1 3-1,3 3-1019,10 1 1,5 1-586,-2-5 1,6-3-855,18 0 1709,3-36 0,-2-4 629,-8-8 1440,-11 46-1395,-2-1 1,-1 4-585,-1-1 0,0 2 0,-1-1-90,-2 1 0,-2 0 0,0-2-135,-2 9 0,-4-4-540,-6-8 1,1-4 404,3 0-809,-5-33 1079,22-1 0,5-3 0,1-1 0,8-11 0</inkml:trace>
  <inkml:trace contextRef="#ctx0" brushRef="#br0" timeOffset="49416">27061 12270 7803,'0'-14'2608,"0"19"-2338,0 18 0,0 8-330,-3 1 0,-2 3 0,2-1-727,2-6 1,1-1-1,-2 2 629,-3 2 1,-1 3 0,-1-1-1,3-6 68,3-6 1,-1-2-31,-5 7 0,-1 3 0,1-4 120,4 4 269,-5-10 1,0-2-360,6-5-270,13-29 270,-1 1 135,5-2 0,-1 0-135,-6 5 924,14-4-205,-13 27-539,3-7 810,-7 31-900,-7-15 0,-1 0-675,2 2 0,1-2 989,-6 17 1,12-29-1,0-8 1</inkml:trace>
  <inkml:trace contextRef="#ctx0" brushRef="#br0" timeOffset="49580">27160 12679 7533,'21'0'3276,"12"0"-3044,-7 0-52,1 0-1035,-5-5 1,-4-1-496,-8 3 720,5-9 1,-2-3 629,-11 5 0,15-13 0,-10 10 0</inkml:trace>
  <inkml:trace contextRef="#ctx0" brushRef="#br0" timeOffset="49717">27321 12456 7533,'-12'17'959,"-1"-1"1,3 13-1,1 5-465,2-6 1,0 3 0,2 1 0,1 1-1151,2-3 1,2 1-1,2 0 1,-1 0 0,0-2 245,-1 7 0,0-3 1,3-1-1,3-1 1,2-2-1,3-10 0,14-14 1</inkml:trace>
  <inkml:trace contextRef="#ctx0" brushRef="#br0" timeOffset="53567">31846 12468 7173,'0'-13'0,"0"2"270,-5 11 179,3 11-269,-3 2 0,4 8 0,2 5 0,-4 8 0,0 1-419,2-5 0,1 2 328,-2 0 1,0 4 0,0-1-30,0 3 0,0 0 0,1-2-380,0-9 0,1-1 1,-1 2 274,0 2 0,-1 2 0,1-1 0,0-6-45,1 11-90,0 2-370,0-22 280,0-16-89,0-11 89,0-3 90,0-9 0,0-6-60,1-2 0,1-3 0,0 1-83,0 7 1,0 0 0,1-2 232,1-6 0,0-5 0,1 0 0,0 3 120,3-1 0,1 3 0,-1 0-60,-1 2 0,-1 1 0,2 0 240,0-2 0,2 1 0,1 6 419,8 4-539,-5-1 640,2 40-595,-9 1 0,-1 2-315,2 16 135,-2 1 0,-1-1 45,-5-10-856,-5 3 0,-1 0 856,3-3 171,-10-8 0,-1 0-171,-2 8 270,-14-7-270,16-8 1375,3-11-566,11 6-719,0-5 0,0 5 90,17 10-270,-13-6 1550,9 3 1,1 2-1686,-3 6 0,-2 0 46,6 4-361,-3 8 0,-2 1-539,-3-3 404,-2-12 1,2-1 674,6-2 0,-6-27 0,-2-3 0</inkml:trace>
  <inkml:trace contextRef="#ctx0" brushRef="#br0" timeOffset="53730">32168 12319 7533,'-24'17'-450,"4"-7"540,13 9 0,2 2-90,-1-5-900,12 19 900,1-22 0,5 11 0,1-5 0</inkml:trace>
  <inkml:trace contextRef="#ctx0" brushRef="#br0" timeOffset="53880">32206 12617 7533,'-11'19'149,"1"1"1,-4 2 0,0 2 435,7 4 0,1-1-585,-1-8 0,0 0-270,-3 18 0,3-1 180,6-17-495,3 5 1,1-2 404,0-14 180,14 3 0,-5-11 0,7 0 0</inkml:trace>
  <inkml:trace contextRef="#ctx0" brushRef="#br0" timeOffset="54353">32342 12691 6903,'-12'-6'1529,"-6"6"-1259,4 12-180,2 4 0,1 4-1729,3 2 1,2 1 1150,-1-3 1,1 0 397,1 14 417,5-16-507,0-9 0,0 7-629,16-20 539,-11 3 270,17-12-630,-10-16 540,-4 13 3366,9-13-2661,-10 17-615,0 5 304,-2 1 416,-5 28-540,0-5-1,-2 4 1,-1 4-60,-1 0 0,0 3 0,-1-3-30,-2-2 0,0 2-692,1 8 1,1 5 0,-1-7 601,-7 0-45,7-4 0,0-1-946,-12 4 1081,4-15-90,2-4 0,6-23 90,6-13-750,3 2 0,1-4 1,0 1 612,0 3 0,0-2 0,3-4 0,1-4 0,1 3 1,0 4-1,1 1 0</inkml:trace>
  <inkml:trace contextRef="#ctx0" brushRef="#br0" timeOffset="54747">32441 12357 7083,'-3'22'389,"-1"1"1,1-2 0,1-1-210,2 16-1819,0 0 1,0 0 356,-3-13 1,0 1 1281,3 10 0,-1 1 275,-2-10 1,1-4-366,2 4 378,0-2 1,0 0-829,0-4 450,0-5 0,0-4 1,0-15 3228,5-2-2960,2-11 765,16-1-135,-7 5-449,7 20-90,-16 20-270,-4-7 0,-1 1 180,-2 17-630,0-7-269,0-11-541,0-1 1260,6-11 0,-5-1 0,5-6 0</inkml:trace>
  <inkml:trace contextRef="#ctx0" brushRef="#br0" timeOffset="54903">32603 12691 7803,'17'7'-495,"1"0"0,4-1 495,-1-10 0,-2-5 0,-3-5 0,7-4 0</inkml:trace>
  <inkml:trace contextRef="#ctx0" brushRef="#br0" timeOffset="55081">32714 12481 7533,'-18'25'719,"0"-1"1,1 5-1,1 4-629,6-2 0,0 4 0,1 2 0,1-1-665,1-2 0,1 0 0,2 0 0,2-1 575,3 0 0,3 0 0,1-1 0,1-3 0,0 0 0,1-1 0,4-5 0,13-3 0,0 0 0</inkml:trace>
  <inkml:trace contextRef="#ctx0" brushRef="#br0" timeOffset="57135">32553 14798 7533,'-3'19'-90,"0"0"0,0 1 0,0 2 359,-3 2 1,0 1 0,0 4-1090,1 1 1,2 4 0,0-1 0,0-1 204,-1-1 1,-1-2 0,1 1 591,2-1 1,1 3-1,0-3 1,0-7 891,1-1-1139,0-8 950,0-26-905,-3-9 0,0-4 45,2-11 60,0 13 0,-1-3 0,5-2-537,6-2 0,5-1 0,2-1 0,-4 4 612,-1-7 0,1 1 99,3 9 0,3-5 0,2 0 0,-2 4 0,-4 9-54,-1 5-263,11-3 0,-4 5 263,-17 11 449,14 22 1,-10 5 644,-5 0 1,-3 1-1050,-4-2 0,-2-1-90,-2 1 0,-3-2 0,-8-1 0,-1-3 135,-1 0 1389,-1-8 0,0-2-1029,6-3 90,-11 0-630,21-1 1759,7-1-1759,1 2 180,16 11-180,-15-4-90,11 7 0,2 3-585,-4-1 1,-1 1 629,-1 0 0,2-1 135,3-4 0,0-4 0,-6-9 0,10-6 0</inkml:trace>
  <inkml:trace contextRef="#ctx0" brushRef="#br0" timeOffset="57314">32899 14700 7533,'-24'0'-720,"-1"21"270,6 2 450,12-3 0,2 2 0,5 4 0,7-2 0</inkml:trace>
  <inkml:trace contextRef="#ctx0" brushRef="#br0" timeOffset="57498">32851 14984 7533,'-25'25'359,"11"0"-539,5-7 1,1 0 179,7 4 0,-4 12 0,10-14 0,2 4 0</inkml:trace>
  <inkml:trace contextRef="#ctx0" brushRef="#br0" timeOffset="57998">32974 15059 7533,'-18'-7'0,"4"2"270,-4 15-270,6-1 359,-1 25-269,1-17 240,5 6 0,2 7 0,-1-5-240,-2 0-765,9 11 0,4-5 406,-1-22-361,28-20 45,-21-5 1,-1-2 629,3-1 0,0-1 314,-3 1 1,-2 2-180,-2 5 270,-12 28-270,5-5-1101,-6 13 0,-4 9 0,1-6 1011,-1-1-90,0-3 0,-3 6 0,0-1 0,3-7 0,-2-6-200,-3 6 1,0-4 109,9-17 180,0 0-450,1-5-719,17-18 1079,-2 1 0,0-1 0,0-1 0,-3 5 0,0-1 0</inkml:trace>
  <inkml:trace contextRef="#ctx0" brushRef="#br0" timeOffset="58414">33147 14774 7533,'-25'5'719,"6"2"-449,9 8 0,2 5-450,4 10 0,1 1 180,-2-6 0,-1 1-820,5 3 1,2 6 0,0-1 0,-3-7-515,-9 7 1500,10-6 1,2 5 0,-2-10-437,-5-15 270,6 3-90,0-17 0,17-11 180,-13 2-90,18-9 180,-15 17 3096,11 7-2724,-12 31 1,-4 6-463,3-10-251,-3 0 0,-2 5 1,-3-7 250,-8-4-900,10 15 810,-5-21 0,6 2 0,0-17 0</inkml:trace>
  <inkml:trace contextRef="#ctx0" brushRef="#br0" timeOffset="58549">33222 15183 8702,'26'-13'0,"0"1"0,-3 0 0,1-1 0</inkml:trace>
  <inkml:trace contextRef="#ctx0" brushRef="#br0" timeOffset="58764">33346 14935 7533,'-20'12'899,"3"7"1,0 2-720,0 9-836,10-6 1,-1 8-1,1 3 1,0-1 0,2-6-177,0 3 0,2 0 850,0-2 0,0 5 0,0 2 0,3-3 0,3-6-1442,10-1 1,3-4 1423,-5 2 0,2-4 0,7-9 0,1-6 0,4-11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22:42:21.85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7165 5590 6813,'-7'-12'1709,"-4"-1"-1619,9 6-90,-3 2 0,5-1 90,5 5 90,2 1 0,0 12 45,-3 19 0,-2 7-136,-2-9 1,0 1-172,0-1 1,0 4 0,0 1 0,0 0 126,-1 1 0,-1 1 0,1 0 0,-1-1-278,0-5 1,1-1-1,-1-1 1,0 2 277,0 3 0,1 1 0,-1-1 0,0-4 90,0 2 0,-1-5 45,0-6 0,0-3-91,2 1 1,-5-13 90,1-16-719,3-8 314,-1-6 0,1-4-402,7-2 0,1-3 537,-4 6 0,0-2 0,2-4-180,3 2 0,2-5 0,2 0 1,-1 0-1,-1 4 300,-1-2 0,-1 2 0,3-2-12,-1 0 0,3-3 0,1-2 0,-1 4 0,-1 7 494,3 2 1,0 5-513,1-8 0,0 13 450,3 44-450,-16-3 0,-5 5 0,0 0-30,1-2 0,0 0 0,-2 3 7,-2 1 1,-1 3-1,-1-1 1,-1-3 157,-7 2 0,0-3 89,3 1 1,0-5 945,-5-3 778,18-10-1858,12-4 352,-2 8 1,-1 2-533,11 4-450,-8 6 1,-1 2-631,3 0-449,0 1 0,1-4 1619,0-10 0,8 5 0,-10-22 0</inkml:trace>
  <inkml:trace contextRef="#ctx0" brushRef="#br0" timeOffset="200">7487 5553 10951,'6'20'-103,"-1"0"0,-1 0 0,0 1 0,3 2 1,-1 0-1,-1 11 0</inkml:trace>
  <inkml:trace contextRef="#ctx0" brushRef="#br0" timeOffset="366">7537 5813 7533,'-9'27'1214,"1"0"0,4 9-1394,-3-12 0,-2 2 1,3-2-271,5 13 391,0-9 0,2-2 0,5-1 1,7-7-1</inkml:trace>
  <inkml:trace contextRef="#ctx0" brushRef="#br0" timeOffset="850">7797 5813 7533,'-26'6'1304,"6"3"0,0 5-1169,3 9 0,1 4 0,-1-4 0,1 2 75,4 1 0,2 3 0,3-3-885,5-4 0,3-1 450,-1 4 1,6-8-1396,30-28 1081,-12-12 419,-8 0 0,0-4 0,-3 1 120,-7 6 0,-2 2 270,5-8 0,-2 5 719,-7 10-360,1 27 1,-2 12-390,0-5 0,-1 3 0,0 2-420,-2 2 0,0 2 0,-1 1 0,0-1-54,1 5 1,-1-1 0,-1 1 75,-4-3 1,-1 1-1,-2-1 1,1-3-68,-2 3 0,-1-4 135,3-3 0,-1-1 0,1-12-1259,0-20 1349,14-21 0,8-8 0,0 1 0,1-1 0,-1 5 0,0 0 0,0 0 0</inkml:trace>
  <inkml:trace contextRef="#ctx0" brushRef="#br0" timeOffset="1233">7934 5417 7533,'12'-25'2608,"-5"22"-2068,-2 24 0,-5 16-518,-1-11 1,-2 5-1,-1 0 1,1 2-381,2-4 1,-1 2-1,1 0 1,-1 1-1,0 1 238,-1 0 0,-1 2 0,-1 1 0,1 0 0,0-3 1,1-3-228,0 6 0,0-4 0,0 1 257,-1-3 0,-1 1 0,1-2 0,1-6 140,1 3-320,13-34 0,5-15 150,-2-4 0,3-6 1,-2 3-16,0 6 0,-1 1 568,4-14 0,0 12 106,0 35-1189,-15 14 0,-4 5 650,3-8 0,0 0-180,-4 16 1,-2 0-319,1-11 1,1-3-582,0 1 637,1-1 1,2-7-1,6-20 1,6 2 0</inkml:trace>
  <inkml:trace contextRef="#ctx0" brushRef="#br0" timeOffset="1383">8120 5937 8432,'26'0'-225,"2"-4"0,0-3-224,-2-7 449,1 3 0,-1-2 0,-7-12 0,-1 0 0</inkml:trace>
  <inkml:trace contextRef="#ctx0" brushRef="#br0" timeOffset="1566">8306 5627 7713,'-12'23'655,"0"0"0,3 5 1,-1 5-1,1 2 0,0 0-148,0-6 1,0 0 0,1 1 0,0 4-977,1-1 1,1 3 0,0 4 0,0 0 0,2-1 0,0-3 0,1-4-536,1 7 1,1-5-1,2 2 1004,0 0 0,1 4 0,2-4 0,3-10 0,19-3 0,5-17 0</inkml:trace>
  <inkml:trace contextRef="#ctx0" brushRef="#br0" timeOffset="4966">22028 18244 7533,'-5'-25'539,"3"12"1,-3-9 180,5 13-181,0-8-359,0 10 90,0 1 90,0 17-90,0 7 0,0 5-121,-2 0 1,0 3 0,0 1-1161,0 8 1,0 2-1,-1-1 981,1-7 0,0-1 0,0 0 0,-1 4 0,1 1 0,1-6-60,1 9 135,-3-9 0,0-2-135,2-4 0,-4 2 90,5-16-719,0-40 299,1 9 0,1-5 0,0 1 1282,0 2 1,0 1-1,1-2-1155,2-5 1,2-2 0,1-1 0,1 3 112,1 0 0,1 3 0,1-1 120,4-2 0,1-1 0,0 2-732,-4 6 0,-1 2 1,1 4 881,3 0 0,-1 9 450,2 15-1,-10 31-1604,-6-5 0,-2 1 1110,-1-4 0,-3-1 15,0-2 0,-3 2 0,-2-4-499,-5-2 1,-2-2 483,4-2 0,-1-1 1118,-4 0 0,1-5 7,9-9-631,-3 3-89,22 1 1728,-3 0-2447,21 18-721,-8 2 540,-2-6-899,-2 14 809,-10-25 1774,0 20-2763,4-15 1529,-10-1 0,10-19 0,-4-8 0</inkml:trace>
  <inkml:trace contextRef="#ctx0" brushRef="#br0" timeOffset="5133">22289 18095 7533,'0'-13'2788,"0"2"-1798,0 27-631,0 5 1,0 1-360,0 10 135,0 1 0,0 1-135,0 0 0,-3-11 0,0-1 0,-4 14 0</inkml:trace>
  <inkml:trace contextRef="#ctx0" brushRef="#br0" timeOffset="5283">22301 18405 7533,'0'21'2698,"-5"7"-2608,3-9 450,-3 1-360,10 4-180,-3-17 0,3-2 0,-5-5 0</inkml:trace>
  <inkml:trace contextRef="#ctx0" brushRef="#br0" timeOffset="5766">22425 18381 10051,'-21'19'450,"-1"4"-2089,15-5 1,2 0-1555,-3 0 3807,-1 2 1,1-2-885,7-9 1130,-5 3-1310,6-6 180,0-6-449,11-11 3841,-2 3-3752,14-11 450,-15 12 450,3 2 180,-5 10 89,-5-3 541,5 20-1,-12 10-899,5-3 225,-1-6 0,-2-1-405,-7 4-270,8-7 0,-2 0 270,-18 7-90,3-3 0,-5-16-630,12-2-989,2-21 1709,27-16 0,-6-2 0,2 13 0,-1 0 0</inkml:trace>
  <inkml:trace contextRef="#ctx0" brushRef="#br0" timeOffset="6183">22574 18108 7533,'-14'25'1349,"3"1"0,0 5-1409,6-1 0,1 2 0,-1 0-1033,-1-2 1,-1 0 0,1 0 1045,1 0 1,1 2-1,1-5 610,-1-1 0,2-5-833,2-6 790,0 2-970,11-34 90,1 2 0,1-1 360,9-8-45,-10 5 0,-1 5 135,0 13 2222,2-5-2042,-5 12 179,3 12-449,-11-3 675,0 4 0,0 2-136,0 6-449,0 5-899,0-14 179,0-7-2158,6-15 2788,-5 2 0,10-16 0,-4-1 0</inkml:trace>
  <inkml:trace contextRef="#ctx0" brushRef="#br0" timeOffset="6366">22698 18381 10951,'14'0'1259,"13"0"-1349,-6 0 270,5 0-720,3 0 270,-21 0-3007,25-11 3152,-22-14 0,13-3 0,-19-8 0</inkml:trace>
  <inkml:trace contextRef="#ctx0" brushRef="#br0" timeOffset="6533">22859 18145 7533,'-6'34'819,"0"0"0,0-1 0,0 3 0,0 2 0,1-3 0,0 2 0,0 0 0,1-1-752,-1-6 0,1-1 1,0 0-1,3 0-887,1 3 1,2 2 0,1-2 0,3-9-1,10-1 1,20-18 0,-11-30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12:09.17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6632 3210 7533,'-18'-32'989,"-1"0"1,-11-4-1,-5 7-270,9 12 1,-5 12-1219,0 18 0,-6 14 0,-2 8 0,0 5 0,3-1 679,8-5-1,3 1 1,0 2 0,1 3 0,0 1 0,-1 3-45,5-7 0,-2 1 0,0 3 0,0 0 0,0 2 0,1 1 0,1 0 0,1 1 0,2 0 0,2-1 35,3 1 1,1 1 0,2 1 0,1 1 0,2 0 0,0-1 0,1-1 0,2 0 0,-1-3 0,2-2-126,-3 10 0,-1-1 0,1-1 0,4-4 0,8-5 0,9-5 89,13-5 1,12-3 0,7-4 0,3-7 0,-1-8 0,-7-9-243,-1-12 0,-3-14 0,-1-7 0,0-5 0,3 1 78,-7 10 0,3-1 0,2-2 0,1-2 0,0 0 0,-2-3 0,-3 0 0,-3-3 1,-5-1-81,-5-2 0,-4-4 0,-3-3 0,-3-1 0,-1 0 0,-2 0 0,-1 0 0,0 3 0,0 3 50,3-5 0,1 3 0,-1 1 0,-3 1 0,-6 0 0,-6-1-262,-9-1 1,-5-4 0,-6-1 0,-4 2 0,-2 6 0,0 9 0,0 11-158,-15 13 0,-3 16 0,-2 8 479,6-1 0,-4 4 0,-1 4 0,5 3 0,8 3 0,8 2 0,7 4 0,4 2 0,2 0 0,2 13 0,0 1 0,0-1 0</inkml:trace>
  <inkml:trace contextRef="#ctx0" brushRef="#br0" timeOffset="183">6491 4090 0,'-5'30'819,"0"0"0,1 7 0,1 4 0,2 0 273,4-2 0,3-1 0,1 2-273,-1-1 0,1 3 0,2 0 0,4-2-594,8 1 0,6 0 1,1-2-1,-2-3 1,-1-5-1,-1-2 0,2-1 1,10 6-1,0 0 1,0 0-1</inkml:trace>
  <inkml:trace contextRef="#ctx0" brushRef="#br0" timeOffset="1100">7091 4301 1996,'-10'-14'3276,"2"3"0,8 17-1745,8 28-2296,0-6 1,2 2 764,-1-2 0,1-1 0,3 4 0,0-4 0,4-3 0</inkml:trace>
  <inkml:trace contextRef="#ctx0" brushRef="#br0" timeOffset="1383">7108 4809 8432,'-19'5'1619,"27"8"-1619,13 6 135,4-3 0,1 4 90,-5 16 0,-5 5 179,-1-1 1,-2 2 15,-3-3 0,-1 4 0,-5-4 74,-4-1 1,-5-3-360,-2-2 0,-4-7-1035,-11-14 900,-19-19 0,14-17 0,-9-8 0</inkml:trace>
  <inkml:trace contextRef="#ctx0" brushRef="#br0" timeOffset="1966">7549 2875 8342,'-31'25'364,"0"0"0,13 1 0,-1 8 0,0 6 0,-1 3 0,1 3 0,0 0 0,2-1 0,1-4-219,-2 5 1,3-3 0,0 0 0,2 2 0,-1 4 0,-1 6 18,5-18 0,0 3 0,-1 3 0,0 2 0,0 3 0,0 2 0,-1 1 0,1 0 0,0 1 0,0 0 0,1 0 0,0-1 0,0-1 0,2-3 0,0-1 0,2-3 0,0-2-86,0 12 1,1-3 0,1-3 0,2-2-1,0 0 1,2 0 0,-1 2 0,1 4-353,0-7 1,-1 4 0,0 2 0,-1 2 0,1 0 0,1 0 0,1 0 0,2-3 0,1-2 0,3-3 0,2-5 0,4-5-97,11 9 0,6-8 0,3-5 0,3-4 0,0-2-450,6 2 1,2-4 0,1-5 0,0-5 543,-6-5 1,0-5 0,0-4 0,-3-2 0,3-5 0,-2-4 0,-5-2 0,-6-7 0,0 0 0</inkml:trace>
  <inkml:trace contextRef="#ctx0" brushRef="#br0" timeOffset="2400">7849 3607 0,'-19'0'1638,"38"1"0,17-2-546,-5-8 0,4-4 0,2 2-1803,9 2 0,1 2 1,0-2 839,-2-6 1,0-2 0,-6 1 0,-5 0 0,-5 2 0,12-11-1</inkml:trace>
  <inkml:trace contextRef="#ctx0" brushRef="#br0" timeOffset="2617">8290 3545 7533,'-27'31'819,"-1"0"0,11 2 0,2 4 0,4 4 0,5 1 0,3 4 0,3 2 0,-1 1-552,2-6 1,0 2 0,1 0 0,1 1-1,0 2-203,1-6 0,1 2 1,1 1-1,0 1 0,-1-2 1,0-1-1,0-2-19,0 10 0,1-4 0,-2 0 0,-6 2-225,-3-8 0,-3 3 0,-2 1 0,-2-1 1,-2-4-1,-1-6-840,-10 3 1,-3-8-1,-4 1 1020,-4 2 0,-5 1 0,0-3 0,5-8 0,0-8 0,3-9 0,5-6 0,1 0 0</inkml:trace>
  <inkml:trace contextRef="#ctx0" brushRef="#br0" timeOffset="2816">8767 4958 11670,'0'26'3276,"0"3"-1638,-9-4 0,-6 2-2710,-13 8 0,-5 2 707,9-9 1,-1 0 0,-2 0 0,-4-1 0,-2 0 0,1-3 0,-7 4 0,-1-1 0</inkml:trace>
  <inkml:trace contextRef="#ctx0" brushRef="#br0" timeOffset="3700">9719 3545 7533,'-18'44'655,"-1"-1"0,1 1 1,2 0-1,1 0 0,3 4 0,5-6 0,2 2 1,2 3-1,1 1 0,1 0-972,2-5 0,2 2 0,1 0 0,1 0 1,0-2-1,1-1 407,1 6 0,0-1 0,3-2 0,5-4-23,6 2 1,5 1-1,2-10 1,-1-18-419,4-30 1,1-21 0,-1-4 102,-3 5 1,-1-3 0,0-4 0,-3-4 311,-8 8 0,-1-4 0,0-3 1,-2-1-1,0 0 0,-2 3 0,0 4 335,1-8 1,-2 4-1,-1 2 1,1 0 409,2-6 1,0-4-1,-1 9 1,-7 25 44,-10 44 1,-3 19-765,6-15 0,2 3-910,-2 6 1,-1 9 0,2 2 0,3-7-50,5-8 0,3-3 0,1 2 49,2 1 1,0 4 0,2-2 0,1-5 530,9 2 0,1-6 0,1-2 0,-1-7 0,1-14 0</inkml:trace>
  <inkml:trace contextRef="#ctx0" brushRef="#br0" timeOffset="3967">10530 3917 0,'-19'-32'3276,"11"-9"0,33 8-2468,-4 14 1,4 6-1259,14 16 0,0 15-45,-10 12 1,-7 15 502,-14-12 1,-3 8 0,-2 6 0,-2 2-1,0 0 1,-2-1 0,2-5 63,-1 2 0,-1-3 0,0-1 0,-2 2 0,0 4-50,-1-4 1,-2 3-1,0 3 1,-1 1-1,0 0 1,0-1-1,1-4 1,0-4-698,-2 11 0,1-5 1,1-3-1,-1-2 600,1 2 0,-1-2 1,1-4-1,-4 8 0,4-19 1,6-29-1</inkml:trace>
  <inkml:trace contextRef="#ctx0" brushRef="#br0" timeOffset="4184">10672 4078 7533,'30'-35'655,"0"0"0,0 0 1,0 5-1,2 2 0,0 9 945,5 10 0,-2 11-1240,-3 14 0,-9 11-630,-19 19 0,-14 7-681,-1-15 0,-5 1 0,-6 1 951,0-6 0,-6 1 0,-2 1 0,0-3 0,3-3 0,-2 0 0,2-4 0,-1 0 0,-7 3 0,-1 1 0,1 0 0</inkml:trace>
  <inkml:trace contextRef="#ctx0" brushRef="#br0" timeOffset="4434">11024 3297 7533,'40'28'546,"1"0"0,-14 2 0,3 8 0,0 3 0,-2 2 0,-2 0 109,-4-3 0,-3 0 1,-1 2-1,-1 2 0,1 5-291,-4-10 0,2 5 0,-1 1 0,1 3 0,-1 0 0,-1 1 0,-2-2 0,-2-1 0,-3-2-317,-1 7 1,-3-3-1,-2 0 1,-3-1-1,-2 2 1,-4 1-413,0-7 1,-2 3 0,-2 1 0,-2 1 0,-2 0 0,0-2 0,-2-1 0,1-2 0,-1-4-183,-3 3 1,-2-4 0,0-2 0,-1-1 0,-2-1 0,0 0 289,-3 3 0,-1 0 0,-2 0 0,0-2 0,2-3 0,3-3 0,-7 2 0,3-4 0,2-3 0,-2 1 0,1 0 0</inkml:trace>
  <inkml:trace contextRef="#ctx0" brushRef="#br0" timeOffset="4650">11942 3917 4515,'-2'-14'3276,"43"3"-1638,-14 5 0,5 1-546,10-3 0,6 0 0,-3-1-1022,-3-1 1,-2-2 0,-6 2-1,1 0 1,-4 1 0,12-3 0</inkml:trace>
  <inkml:trace contextRef="#ctx0" brushRef="#br0" timeOffset="4783">11871 4438 7533,'31'6'819,"2"-12"0,11-8 0,2-2 0,-4 3-522,-7 4 1,-3 2 0,3-2 0,2-3 0,5-4 0,1 0 0,-3-1 0,-6 4-1,1-3 1,0 0 0</inkml:trace>
  <inkml:trace contextRef="#ctx0" brushRef="#br0" timeOffset="5884">13300 3297 7533,'-18'-19'3276,"8"6"0,10 46-2342,4 2 0,3 10 0,0 6-1403,-3-12 1,-1 4 0,1 4 0,0 2 0,0 0 0,0 0 0,0-3 400,1 4 1,1-1 0,-1-1-1,1 0 1,0 1 0,2 2 224,-2-6 0,1 3 1,1 1-1,0 0 1,1 0-1,0-4 1,0-3-1,1-5 462,6 18 1,2-9 0,7-16-470,9-24 0,6-12 0,-4-11-420,-13-5 0,-4-9 0,-2-6 0,0-2 118,-3 3 0,0-5 0,-2-2 0,1-3 0,-2 0 1,1 0-1,-2 2-268,2-4 0,-1-1 0,0 0 1,-1 1-1,-1 1 0,-1 2 438,-1-7 0,-4-4 0,1 4 0,2 12 0,4 18 3130,13 25-2699,-17 19 1,-8 17 0,-1 9 0,2 0-189,4-8 0,0 5 1,1 3-1,1 1 1,0 0-1,1-3 1,0-4-150,1 10 1,0-2-1,2-4 1,7-4 471,5-1 1,5 0 0,2-9-1,-1-19-419,-1-26 0,0-20 0,-1-8 1,0 1-144,0 1 1,-1-2-1,-1-3 1,-3-5-492,-7 6 1,-1-6 0,-2-2 0,0-2 0,-2 0 0,-1 4 0,-1 4-352,1-7 1,-3 5 0,0 2 0,-1-3 163,-1 3 1,0-3-1,0 1 1,-1 4 0,0 9-1,-2 4 1,2 6-1,7-23 1,1 29 0</inkml:trace>
  <inkml:trace contextRef="#ctx0" brushRef="#br0" timeOffset="6200">14570 4276 7533,'-20'15'1638,"7"17"0,3 8 0,4 3 0,2 3-2048,0-4 0,1 3 1,0-4-1,-1 0 1,0-4-1,4-5 0,0 0 1</inkml:trace>
  <inkml:trace contextRef="#ctx0" brushRef="#br0" timeOffset="6916">15787 2504 0,'-8'-30'1638,"0"-1"0,-4-5 0,-17 33 0,-6 16-819,13 18 0,4 16 0,1 6 0,-1-2-202,2-15 1,-2 0-1,1 0 1,0 4-1,1 5-421,5-9 0,0 5 0,0 2 1,1 3-1,-1 1 0,1 2 1,1 1-1,-1-1 0,1 1 1,1-2-1,0-2-116,0 2 1,2 0-1,-1 0 1,1-1 0,1 1-1,0-1 1,0 1-1,-1 0 1,1 0 0,-1 0-41,1-3 1,-1 1 0,0 0 0,-1 1 0,1-1 0,0 1 0,1-1 0,-1 0 0,1-1-1,0 1 1,2-2-141,-1 7 0,1 0 0,1 0 0,0 0 0,0 0 0,1-3 1,-1-1-1,1-4 0,0-2-720,-1 13 1,1-5 0,0-3 0,-1-4-274,2 2 1,-1-3 0,-6-11 769,-20-8 1,-10-43 0,15 3-1,0-1 1</inkml:trace>
  <inkml:trace contextRef="#ctx0" brushRef="#br0" timeOffset="7067">14870 4003 0,'22'-29'819,"1"1"0,1 9 0,3 1 0,6 0-273,-1-1 0,5-1 0,3-1 0,2-1 0,-1 3 0,-2 1-448,8-1 0,-1 3 0,0 1 0,3-1-98,-5 1 0,4-2 0,2 0 0,-2 0 0,-2 3 0,-5 2 0,4 0 0,-4 4 0,0 0 0,6-1 0,0-1 0,0 0 0</inkml:trace>
  <inkml:trace contextRef="#ctx0" brushRef="#br0" timeOffset="7567">15893 4536 0,'-18'16'1638,"4"6"0,3 5 0,4-1 0,2 5-546,-3 12 0,-1 8 0,2-2-1654,5-12 1,2-1-1,0 1 562,0 6 0,-1 0 0,2-2 0,2 3 0,4-6 0,11-2 0</inkml:trace>
  <inkml:trace contextRef="#ctx0" brushRef="#br0" timeOffset="8033">16916 2752 0,'-26'-12'1638,"-2"26"0,-3 14-819,12-1 0,0 8 0,1 4 0,0 3-351,3-5 0,0 3 0,1 3 0,-1 3 0,1 0 0,1 1 0,1 0-165,1-2 1,1 2-1,0 1 1,1 1-1,0 0 1,1 0-1,0-2 1,0 0-253,1 2 0,-1-2 1,1 0-1,0 0 1,1 0-1,2 0 1,0 1-97,2-3 0,0 1 0,0 2 0,1-1 0,2-1 0,2-1 0,1-3 0,3-4-575,5 4 0,4-5 1,1-1-1,3-2 1,-1 0 619,7 11 0,2-1 0,1-3 0,2-7 0,5-4 0,3-8 0,-2-12 0,8-28 0,0-1 0</inkml:trace>
  <inkml:trace contextRef="#ctx0" brushRef="#br0" timeOffset="8234">17145 3161 7533,'12'-14'3276,"3"3"-1638,19 8 0,9 0-2323,-8-4 0,3-4 0,1 0-408,3 2 1,2-1 0,-1 1 623,-5-2 1,0 0 0,-2 1 0,12-5 0,-6 2 0,-7-1 0</inkml:trace>
  <inkml:trace contextRef="#ctx0" brushRef="#br0" timeOffset="8450">17568 3148 0,'-22'26'819,"-1"0"0,10 10 0,4 7 0,4 4-164,3-8 0,3 2 1,2 3-1,0 1 0,0-1-109,-1-3 0,-1 0 0,2 2 0,-1-1 0,0 1 0,1-1-323,2 3 1,1 1-1,0 1 1,0-1-1,-3-2 1,-3-2-427,-4 10 1,-4-2 0,-3-2-1,-5-4-617,-4-4 1,-4-2 0,-3-4 0,0-4 762,-5-2 0,-1-5 0,-2-5 1,-2-4-1,-2-5 0,5-4 0,8-9 1,1 1-1</inkml:trace>
  <inkml:trace contextRef="#ctx0" brushRef="#br0" timeOffset="8634">17939 4264 7533,'-10'43'819,"0"0"0,1-10 0,-2 0 0,0-2 819,-2 2 0,-2-3 0,-6 3 0,-3 0-3044,-6 5 0,0-4-1871,-2-1 2943,-7-4 0,29-22 1,-7-2-1</inkml:trace>
  <inkml:trace contextRef="#ctx0" brushRef="#br0" timeOffset="9067">18503 3198 7533,'-25'-19'3276,"13"28"0,-4 24-2457,13 4 0,3 12 0,2 7 0,-1-2-617,-1-8 0,0 1 0,-1 0 0,1 2 1,1 1-62,0-7 0,0 1 1,1 1-1,0 0 0,0-1 1,2 0-1,0-3-33,2 8 0,2-1 0,0-2 0,2-3 0,1-6-108,3 3 0,1-6 0,5-17-762,11-29 1,6-22 0,-5-1-4,-4 0 1,-3-7 359,-9 8 0,2-7 1,-1-4-1,1-2 0,-3 3 1,-1 4 44,1-10 0,-2 4 0,0-1 967,0 5 0,1-3 1,0 5-1,-4 10 2669,0 6-2090,-13 56 1,-4 22-1007,1-8 0,0 4-230,1-11 0,-1 3 0,2 0 1,4-5-1590,8 7 1,7-3 545,0-6 1,4 0 0,0-5 545,1-5 1,3-9 0,7-12 0,-3-9 0,-9-15 0</inkml:trace>
  <inkml:trace contextRef="#ctx0" brushRef="#br0" timeOffset="9366">19191 3508 9332,'-2'-32'3276,"28"-9"-796,13 19-2705,-1 15 1,0 7 224,-4 9 269,-15 19 1,-2 13 0,-6 3-545,-10-4 1,-7 3 0,-3 3 0,1 3 376,3-7 1,-1 3 0,0 3 0,-1 1 0,0 0 0,0-1 0,0-1-583,-1 1 0,0 0 1,0-1-1,-1 0 0,0-1 1,0-1 173,-2 6 0,-1 1 0,-1-2 0,1-5 0,1-7 306,-2 9 0,1-23 0,2-35 0,6-14 0,0 0 0</inkml:trace>
  <inkml:trace contextRef="#ctx0" brushRef="#br0" timeOffset="9567">19403 3570 7533,'23'-34'655,"1"0"0,-1 0 1,5 8-1,1 2 0,1 5 983,3 0 0,0 9-462,4 15 1,-5 14-1132,-14 16 0,-9 8 44,-5-6 1,-8 3-910,-5-6 1,-6 3 0,-2 0 0,-1-5-596,-10 9 1,-4-4 544,-1-3 1,-4 2-1,5-6 977,7-8 1,1-4-1,-5-1 1,1-5 0,1-6-1</inkml:trace>
  <inkml:trace contextRef="#ctx0" brushRef="#br0" timeOffset="9800">19897 2863 7533,'31'8'1092,"0"1"0,1 9 0,-3 6 546,-1 8 0,-3 7-819,-10-8 0,-1 4 0,-1 2 0,-2 3-164,-1-1 0,-2 1 1,0 3-1,-2 1 0,-1 1-211,0-2 1,-1 3-1,-1 0 1,-2 2 0,-1-1-1,-3 1-740,-2-5 1,-3 2-1,-2 0 1,-1 0-1,0-1 1,0-1-1,0-1 84,2 5 1,1-2-1,-1-2 1,-3 1 0,-6 1-199,-4-6 0,-4 1 1,-5 1-1,-2-1 1,-1 0-1,0-1 0,2-3 1,2-2 216,-1 1 0,2-3 0,1-3 1,-2 1-1,-2 2 0,0-1 0,-2 2 1,-2 1-1,0-1 0,0 0 0,1-3 1,2-2-1,-5 0 0,-1 1 0,0-1 1,1 0-1</inkml:trace>
  <inkml:trace contextRef="#ctx0" brushRef="#br0" timeOffset="10317">20743 3545 7533,'28'-12'1638,"12"-5"0,10-1-1513,-11 5 1,5 0-1,2 1 1,-3-1-454,-4 2 0,-1 1 0,0 0 1,-2-2-1,11-5 0,-1-1 1,-5 2-1,-11 7 0,0-1 1</inkml:trace>
  <inkml:trace contextRef="#ctx0" brushRef="#br0" timeOffset="10517">21308 2987 7533,'-20'28'819,"1"0"0,2 6 0,0 6 0,4 4-164,5-5 0,2 4 1,2 2-1,0 3 0,-2 0-690,0-7 0,-2 2 1,1 0-1,-1 2 0,-1 0 1,2 0-1,-1 0-434,1 2 1,0 2 0,0 0 0,0-1 0,1 1 0,-1-2 0,1-1 360,0 0 0,-1 0 0,0-2 1,1 0-1,1-2 0,1-3 1,0 6-1,1-1 0,2-5 1,1-4-1,5-4 0,0-1 1</inkml:trace>
  <inkml:trace contextRef="#ctx0" brushRef="#br0" timeOffset="11416">21908 3124 7533,'-28'-31'2968,"10"16"-1439,18 59-990,3-11 1,2 7 0,0 5 0,0 1-915,-1-5 1,0 2 0,0 2-1,1 1 1,0 1 0,1 0 425,0-4 0,0 2 1,1 1-1,1-1 1,-1 1-1,1-2 0,0-1-66,1 1 0,-1 1 0,1-2 0,0-1 0,1-2 0,0-3 45,7 14 0,1-5 0,2-10-255,6-5 1,-1-17-327,-2-46 0,-3-21 101,-6 21 0,0-4 0,-1-2 1,-1-3 143,-1-3 0,-2-5 0,0-1 0,-1 0 1,2 4 623,3-6 0,0 1 0,0 5 0,-1 9 536,-1 5 1,-2 17 44,-4 40 1,-4 29-1,1 4-704,0-14 1,0 3 0,0 1 0,1 2 0,1-3 91,1 0 1,-2 0 0,3 0 0,2-4 0,6-7 161,11 5 1,6-8 0,1-19-180,2-25 0,1-20 0,-2-6-396,-9 4 0,-1-4 0,-2-5 0,-1-2 0,-2 0-234,-4 1 0,-2-3 0,-2-1 1,0-1-1,-2 1 0,0 1 346,1-4 0,-2 0 0,-1 0 0,0 3 0,0 3 0,0-9 0,-1 4 0,-1 6 0,1 7 0,0 1 0</inkml:trace>
  <inkml:trace contextRef="#ctx0" brushRef="#br0" timeOffset="11700">22825 4028 7533,'-25'10'1638,"1"0"0,16 8 0,32-15 0,15-5-1496,6 3 0,2 2-1042,-2 4 1,-8 8 989,-22 13 0,-10 6 689,-10 0 1,-7 3-1,-3 0-210,-6-2 1,-4 0 0,7-1-840,6 11 1,18-10-1370,34-30 1,16-14 1478,-13 0 0,4-4 0,0-2 0,-6 0 0,2-3 0,0 0 0,-3 0 0,-1-2 0,1-1 0,0 1 0</inkml:trace>
  <inkml:trace contextRef="#ctx0" brushRef="#br0" timeOffset="12066">24271 2491 7533,'-25'-34'-855,"-3"27"1,-3 8 2492,-3 6 0,1 8-546,5 10 0,1 9 0,2 5-1020,7-5 0,2 3 1,0 4-1,2 2 0,1 2 133,3-2 1,1 2 0,2 3-1,0 1 1,0 2 0,0 0 0,0 1-279,0-6 0,-1 1 0,1 1 0,0 1 0,0 1 0,0-1 0,1 1 0,0-1 0,0-1 83,1 0 0,0 0 0,1 0 0,1-1 0,-1 1 0,1-1 0,-1 0 0,-1-1 0,1-2-88,-3 7 1,1-1 0,-1-1 0,0-1 0,0-1 0,-1-2 0,1-2-137,-1 3 1,0-1 0,1-3 0,-3-2 0,-3-5-880,-7 7 1,-4-6 0,-2-9 827,-2-10 1,-1-9 0,-2-12 0,3-9-1,11-12 1,-1 1 0</inkml:trace>
  <inkml:trace contextRef="#ctx0" brushRef="#br0" timeOffset="12217">23248 3892 7533,'30'-16'819,"1"0"0,4 0 0,5-2 0,4 0-164,-2 4 0,5 0 1,3 0-1,0 1 0,0-1-1202,-6 3 1,1-1 0,-1 1 0,1 0 0,-1 0 0,-3 0 248,0-1 0,-1 0 0,-1 0 0,-2 1 0,0 3 0,16-1 0,-2 3 0,-8 4 1,-16 5-1,-1 1 0</inkml:trace>
  <inkml:trace contextRef="#ctx0" brushRef="#br0" timeOffset="12816">24095 4289 7533,'-39'-21'3276,"46"15"-1638,21 13 0,9 6 0,9-3 0,0 0-1425,-1 2 0,-9 5-213,-21 9 0,-11 6 150,-14 2 0,-10 4 0,-3 2 88,2-4 0,-3 1 0,-1 1 0,1-1 581,1-1 0,-1 0 0,3-1 0,5-1-388,-2 18 0,18-13-1556,40-34 1,16-14 1124,-13 1 0,3-3 0,-1-2 0,-2-4 0,0-3 0,-2 1 0,4-2 0,0 0 0</inkml:trace>
  <inkml:trace contextRef="#ctx0" brushRef="#br0" timeOffset="13367">25365 2888 7533,'-4'-34'1124,"0"-1"0,-14-10 514,-6 56 0,-3 20-983,10 0 0,0 9 1,2 6-1,-1 4 0,1 0-1051,3-10 1,0 2 0,-1 1 0,2 2-1,-1 2 1,1 0 0,0 0 0,1 1 386,1-5 0,0 2 0,0 1 0,0 0 0,1 1 0,0 0 0,1 0 0,1-1 0,2-1 0,0-1-115,2 5 0,0 0 1,1 0-1,2-1 0,0-1 1,3-1-1,1-2 0,3-3-532,5 11 1,3-2-1,3-3 1,2-5 0,2-7 290,8-1 1,2-9 0,3-10 0,3-12 0,2-9 0,-5-6 0,-10-10 0,1 0 0</inkml:trace>
  <inkml:trace contextRef="#ctx0" brushRef="#br0" timeOffset="13566">25735 3334 7533,'-8'-9'3276,"40"0"-3619,4 7 1,11 2-1,1-2 15,-10-1 0,2-2 0,0-1 1,-3 0-1,3-4 0,-2-2 1,-3 0-1,10-6 0,-1 0 1</inkml:trace>
  <inkml:trace contextRef="#ctx0" brushRef="#br0" timeOffset="13766">26141 3309 7533,'-17'42'819,"1"-1"0,9 0 0,4 5 0,-1 2 0,-2-2 0,-1 3 0,1 1 0,1 0-662,4-5 0,1 1 0,1 0 0,0 0 0,-2-1-85,0-3 0,0 1 0,-2-1 0,-1-2 0,-2-1-522,-5 3 0,-3-2 0,-2-2 1,-2-4-471,-7 2 0,-4-5 0,-1-5-719,-17-3 1,1-9 1394,13-8 0,6-8 0,3-23 0,24-6 0</inkml:trace>
  <inkml:trace contextRef="#ctx0" brushRef="#br0" timeOffset="13950">26723 4264 12570,'-5'36'1092,"0"1"0,-8 1 0,-5 0-955,2-9 0,-2 0 1,-1-1-1777,-9 10 1,-3-5 1360,0-8 0,1-6 1,-3-8-1,15-25 0</inkml:trace>
  <inkml:trace contextRef="#ctx0" brushRef="#br0" timeOffset="14317">27305 3383 7533,'-2'50'1092,"-2"-14"0,-1 6 0,0 4-437,2-4 0,1 3 1,0 3-1,0 0 0,2-1 0,-1 0 0,0 0 1,2 0-1,0-1 0,2-4 23,2 15 1,1-4 0,11-19-1444,21-27 1,4-18 539,-7-4 0,-1-11-154,-12-1 0,1-7 0,-1-5 0,-2-1 0,-1 2-139,-2-2 1,-3 0 0,-1-1 0,1 1 472,4-1 0,0-2 0,1 3 0,-3 4 1399,4-10 1,-5 22-51,-12 55 0,-6 22-1057,3-18 1,-2 4-1,1 1 1,0 1-654,0 2 0,-2 3 0,3-2 1,4-4-688,7-3 1,5-3 0,0-6 693,4 0 1,2-9 0,3-13 0,1-6 0,-1-7 0</inkml:trace>
  <inkml:trace contextRef="#ctx0" brushRef="#br0" timeOffset="14583">27993 3656 7533,'16'-41'3276,"11"1"-2531,-6 14 1,3 3-566,3 4 0,-1 12-360,-5 25 0,-5 13 270,-8 4 0,-5 6 0,-4 4-449,-1-5 1,-2 3 0,-2 2-1,-2 1 1,1-1 304,-2 3 0,-2 0 0,0 1 0,-1-1 0,0 0 18,0-1 0,-1-1 0,0 1 0,0-3 0,1-3 36,-4 8 0,1-4 0,1-6 0,1 1 0,0-17 0,6-25 0</inkml:trace>
  <inkml:trace contextRef="#ctx0" brushRef="#br0" timeOffset="14783">28116 3756 7533,'26'-13'1092,"-1"0"0,9 2 0,3 4 13,4 0 1,0 3-1826,2 0 0,-5 6-719,-1 20 539,-47 4 1,-14 5 899,0-7 0,-6 1 0,0-1 0,2-2 0,-1 0 0,0-3 0,-12 1 0,0 0 0</inkml:trace>
  <inkml:trace contextRef="#ctx0" brushRef="#br0" timeOffset="15000">28628 2851 10231,'20'36'409,"-1"0"1,1 0-1,-1 0 1,-2 1-1,0 1 1,0 1 0,-2 2-1,0 1 137,-2 0 0,0 1 0,-1 1 0,-1 2 0,-2 0 0,-3 2-137,-2-6 1,-1 1-1,-2 2 1,-2 0-1,-1 0 1,-1 1 0,-3 0-1,-1 0-774,-3-1 1,-3 1 0,-1 1 0,-2-1 0,-2 1 0,0-1 0,-1 0 0,-1-1 0,1-1 234,0-3 0,-1 0 1,-1 0-1,0-1 1,0 0-1,-1-1 0,-1-1 1,-1 0-1,1-1 1,-4 2-1,-1 0 1,-1 0-1,-1-2 0,0 0 1,1-2-1,0-1 1,1-2-1,-6 4 0,0 0 1,0 0-1,0-1 1,0 1-1</inkml:trace>
  <inkml:trace contextRef="#ctx0" brushRef="#br0" timeOffset="16567">13458 5144 7533,'-35'3'899,"0"1"1,7-1-1,1-1 739,-9 0 0,13 2 1638,57 8-2184,0-9 0,9-3 0,3 0-604,-1-1 0,4 0 0,2-1 0,2-1-473,-7 0 0,4-1 0,1 0 0,0-1 0,-2 0 0,-2 0-327,-4 0 1,-2 0 0,-1-1-1,1 1 1,0 0-211,4-1 0,2 0 1,0-1-1,-1 2 0,-4 0 522,10-1 0,-4 1 0,-3 2 0,-9 1 0,-2 2 0,-2 1 0,4 3 0,1 0 0</inkml:trace>
  <inkml:trace contextRef="#ctx0" brushRef="#br0" timeOffset="17300">13441 6235 7533,'-23'22'1092,"1"0"0,2 4 0,4 8-437,8 1 0,0 8 1,3 5-1,2-1 0,2-4-130,2-2 0,2-2 1,4-1-1,4 0-435,6 8 0,4 2 0,5-6 0,4-18-240,6-23 0,5-15 0,-1-5 37,-6 4 1,0-4 0,-2-3-1,-6-6 293,-8-7 0,-5-7 0,-3-4 0,-6 3 0,-6 5 449,-8 2 1,-8 4 0,-7 4-473,-5 5 0,-6 3 1,-3 4-1,3 7-667,0 7 1,2 8-1,0 5-583,-11 15 1,2 9 0,17 1 623,28-2 1,10-1 0,-3-3 0,5-5 0,17-14 0,-1 0 0</inkml:trace>
  <inkml:trace contextRef="#ctx0" brushRef="#br0" timeOffset="17467">14041 6545 7533,'7'43'1092,"1"0"0,1 0 0,2 1 0,0-9 0,2 0 0,-2-2 546,-1 0 0,0-2-3277,7 9 1,-3-6-1639,-10-19 2457,27 1 1,-19-26 0,14-4 0</inkml:trace>
  <inkml:trace contextRef="#ctx0" brushRef="#br0" timeOffset="17617">14570 5863 0,'-18'34'1092,"11"7"0,1 11 0,1 0 0,0-5 0,-1 0 0,0 7-624,2-11 0,0 4 0,0 4 0,0 2 0,1 0 0,-1-1 0,1-3 78,1-2 0,0-1 0,0-1 0,0 0 0,1 0 0,-1 1-435,-1 0 1,0 2 0,-1-1 0,1 0-1,1-2 1,1-2 0,1 10 0,2-3-1,1-2 1,0-4 0,0-9 0,0 0 0,1-1-1</inkml:trace>
  <inkml:trace contextRef="#ctx0" brushRef="#br0" timeOffset="18350">22278 4970 0,'-43'-5'3276,"-2"-2"0,23 6-1638,48 4 0,21 1-819,-12-3 0,6-1 0,2 1 0,2-1-622,1 1 1,2 0 0,2 0 0,1 0 0,-1-1-198,-5 0 0,0 0 0,1 0 0,-1-1 0,-1 1 0,-4 0 0,3 0 0,-3 0 0,-2 0 0,0 1 0,2 4 0,1-1 0,-1 0 0</inkml:trace>
  <inkml:trace contextRef="#ctx0" brushRef="#br0" timeOffset="18750">22066 6210 7533,'-42'5'1092,"0"1"0,6-4 0,13 4 2184,39 12-1638,8-13 0,7-3-2366,3-2 1,6-2-1,-1-2 472,4-2 0,1-3 0,-3 0 1,8-4-1,-4-2 0,-9-3 1,0 0-1</inkml:trace>
  <inkml:trace contextRef="#ctx0" brushRef="#br0" timeOffset="19017">22613 5986 7533,'-25'40'819,"-1"0"0,9-1 0,1 4 0,2 2 0,2-4 0,0 2 0,3 0 0,5-2 273,4 10 0,7-2 0,9-14-160,22-15 1,7-19-1473,-13-16 0,1-11 1,-2-4 190,0 0 1,-1-3 0,-5-4-80,-9 1 1,-3-5 0,-4 0 0,-6 5 202,-12-8 0,-3 2 225,11-9 0,-6 3-30,-17 23 0,-9 4 0,1 9 293,2 12 1,0 9-1903,-13 14 1,5 9 1359,17-4 1,7 3 0,10 6-1,10-2 1,22-7 0</inkml:trace>
  <inkml:trace contextRef="#ctx0" brushRef="#br0" timeOffset="19167">22948 6210 7533,'-10'47'1092,"1"1"0,6 0 0,6 2 0,2-9 0,4 2 0,4-4-2718,12 6 0,3-5 1626,-5-9 0,1-9 0,19-16 0,-17-20 0</inkml:trace>
  <inkml:trace contextRef="#ctx0" brushRef="#br0" timeOffset="19333">23407 5850 7533,'-9'40'546,"1"-1"0,-1 1 0,1 1 0,-2 2 0,1 3 0,1 4-78,3-7 0,0 3 0,1 2 0,0 2 0,0 0 0,0 1 0,1 0-382,-1-4 0,0 2 1,0 0-1,1 1 1,-1-1-1,1 0 1,1-2-1,0-1 1,1 4-1,0-1 1,1-2-1,1 0 1,-1-1-1,1 0 1,1 2-1,0 0 1,0 0-1,0 0 1,0 1-1</inkml:trace>
  <inkml:trace contextRef="#ctx0" brushRef="#br0" timeOffset="25217">15857 6172 0,'-19'-37'3276,"-5"11"0,22 19-1638,-15 32 0,-5 19-39,11-7 0,-1 5-1183,-3-6 1,-4 4 0,-1 3 0,-1-1-507,3-6 0,-1 1 0,-1 0 0,0 0 0,1 0-566,0 2 1,0 0-1,0 1 1,0-1 0,-1-1 629,-6 7 0,-1-1 1,0-1-1,3-5 1,5-3-1,2-3 1,0-8-1,-16 3 0</inkml:trace>
  <inkml:trace contextRef="#ctx0" brushRef="#br0" timeOffset="25401">15399 6296 7533,'3'43'327,"1"0"1,-1 0 0,0 0-1,9-1 1,3 3 0,2 2-1,3 1 1,1-1 0,-1-3-1,-1-4-93,1-1 0,-1-4 0,1-2 0,1 1 0,1 1 0,2 4 0,1 5 0,2 0 0,0-3 0,-1-5 0,-2-10 0,9-6 0,0-1 0</inkml:trace>
  <inkml:trace contextRef="#ctx0" brushRef="#br0" timeOffset="25850">16351 6272 7533,'-35'18'1092,"0"1"0,9-6 0,5 0 2184,3 5 0,61-40-1638,-11 6 0,3-2-5,5-9 0,0-3-1573,-11 8 0,-1-1 0,-1 2 30,6-1 0,-1 3-135,-4-3 0,-1 8 315,14 30 0,-31 8-120,-8 7 0,-2 10 0,-2 1-1237,-1 5 0,0 2 0,-1 3 431,2-11 1,0 3-1,0 1 1,0 0 0,0 0-1,1-3 1,-1 1-1,0 0 1,0-2 0,1-1 245,1 3 0,0-1 1,0-2-1,0-4 1,0 13-1,0-7 0,0 5 1</inkml:trace>
  <inkml:trace contextRef="#ctx0" brushRef="#br0" timeOffset="25983">16404 7201 7533,'-4'29'1638,"27"-20"0,13-7-546,7-1 0,7-3 0,0-2-819,-10 0 0,0-1 0,1-2 0,-1-1 0,0-2 0,1-2 0,-2-1 0,-2 0 0,-3 1 0,0-1 0,0 1 0</inkml:trace>
  <inkml:trace contextRef="#ctx0" brushRef="#br0" timeOffset="26717">24712 6272 7533,'-28'18'1092,"-1"0"0,-4 1 0,2 5 0,10 7 0,2 6 0,-2 2-273,-3-4 0,-3 3 0,-1 0 0,1 2-1398,3-3 0,1 2 0,-1 0 0,0 0 0,-1-1-77,1-5 1,-2 1-1,0-2 1,2-1 0,1-2 223,-3 10 1,3-2 0,-1-11-1,-2-11 1,3-12 0,6-18-1</inkml:trace>
  <inkml:trace contextRef="#ctx0" brushRef="#br0" timeOffset="26866">24201 6358 7533,'29'36'819,"0"0"0,-7 2 0,-2 5 0,3 4-273,-5-11 0,1 2 0,0 2 0,2 1 0,0 1 0,1-2-342,0 2 1,2 1 0,1-1 0,-1 1-1,0-3 1,0 0 0,-1-2 0,0 0 0,-1-2-1,1-1 1,1-2 0,5-2 0,0 1 0,0-1-1,0 0 1</inkml:trace>
  <inkml:trace contextRef="#ctx0" brushRef="#br0" timeOffset="31417">25277 6371 7533,'0'-20'3276,"0"-8"0,7-10-1830,7 13 0,6-1-412,9-7 1,4-1-911,-4 9 0,2 0 0,0 1-34,-4 1 0,1 1 0,-1 2 133,9-8 0,-4 6-223,-4 15 224,-21 31 1,-6 12 15,-4 3 0,-4 5 0,-1 4-455,2-10 0,-1 2 0,-1 2 1,1 1-1,0 0 71,0 3 0,1 1 0,1 1 0,-1-1 1,0-1-451,1-1 0,0 0 1,-1-1-1,1 0 0,1-3-226,-1 4 1,1-2 0,0-2 0,1-3 549,2 15 0,0-7 0,0-17 0,2-4 1,9-2-1</inkml:trace>
  <inkml:trace contextRef="#ctx0" brushRef="#br0" timeOffset="31583">25435 7053 7533,'-19'20'1638,"-1"1"0,4 8 0,45-15 0,17-9-546,-4-10 0,4-7 0,1-1-809,1 0 1,0-1-1,-1-2 1,1-2 0,-1-1-1,-5 1 1,-3 0-1,-1 0 1</inkml:trace>
  <inkml:trace contextRef="#ctx0" brushRef="#br0" timeOffset="35634">27852 6333 7533,'-30'-6'3276,"7"0"-76,39 1 76,19-8-2324,12 0-368,-14 3 1,2 2-900,5 1 0,-1 1-585,-10 3 1,1-1-585,8-2 0,-2 1 1484,9 4 0,-8-4 0,-3 5 0</inkml:trace>
  <inkml:trace contextRef="#ctx0" brushRef="#br0" timeOffset="35817">27852 6668 7533,'-20'13'3276,"5"-6"0,38 4-1920,9-12 0,5-2-1311,-11 3 0,3-2-796,12-5 0,8-3 1,-2-2-343,-7 0 1,0-1 0,-1-1 765,0 3 1,0 0 0,-1-1 0,0-2 0,0-2 0,-6 1 0,-11 2 0,1-1 0</inkml:trace>
  <inkml:trace contextRef="#ctx0" brushRef="#br0" timeOffset="36134">28751 6247 7533,'28'-18'2248,"-11"10"631,-1-3-1,-22 55-2428,4-17-329,-5 10 0,-3 11 0,2-2 208,3-5 1,2-2 0,-1 1-270,-2 0 0,-1 0 0,4 0 150,6 1 0,3-1 0,9-12-1483,17-21 1,5-9 1047,-7 6 0,2-6 195,6-18 0,3-11 1,-4-5-730,-14 7 1,-2-3 0,-1-2 0,-2 2 638,4-4 0,-3 0 0,-1-3-50,-2-2 0,-1-4 0,-3 0 0,-8 5 350,-17-10 0,-5 5-45,13-3 0,-6 5-135,-13 19 0,-8 5 0,0 11-510,-1 17 0,-1 13 1,1-2 441,-9-4 0,2 4 0,7 4 1,1 5-1,8-1 0,7 16 0</inkml:trace>
  <inkml:trace contextRef="#ctx0" brushRef="#br0" timeOffset="39717">6156 9482 7533,'-26'-13'1092,"1"0"0,-13 11 0,-2 14-273,12 9 0,1 11 0,0 6 0,1 4-1243,5-8 0,0 4 0,0 2 0,0 3 0,1 2 0,1 0 0,1 2 733,2-4 1,2 2 0,0 2 0,0 0 0,2 2 0,0 0-1,1 0 1,1 0 0,1-1-151,1 0 1,2 0 0,0 1 0,1 1 0,1-2 0,1 1 0,0-2 0,1-2 0,0-1-115,-2 9 0,0-1 0,0-2 0,3-2 0,5-3 0,7-5-68,12 8 1,9-2 0,5-11-1,2-16 169,-6-21 0,2-13 0,2-7 0,0-5 0,-1 0-185,-3 3 1,1-3-1,0-2 1,0-2-1,-1-2 1,-1-2-1,-2 0-119,-3-1 1,0-2 0,-1-1-1,-1-2 1,-1 0 0,-1-2-1,-2 0 1,-2 0 22,-1-3 0,0-1 0,-2-1 0,-1-1 0,-2 1 0,-3 0 1,-2 1-1,-4 2-300,-3-4 0,-4 1 0,-3 0 1,-3 2-1,-3 4 0,-2 3-385,-8-6 1,-5 4 0,-3 6 0,-3 11 783,-13 12 1,-5 13 0,3 9 0,9 6 0,2 7 0,5 4 0,7 9 0,0 0 0,1 0 0</inkml:trace>
  <inkml:trace contextRef="#ctx0" brushRef="#br0" timeOffset="39884">6085 10312 7533,'7'47'655,"-1"0"0,1 1 1,2-7-1,1-1 0,4 3 0,1-4 0,4 3 1,1 2-1,1-2 0,0-3 164,3-1 0,0-3 0,1-2 0,0-1-612,1-3 0,1 0 0,0-2 1,-1-2-1,12 9 0,-1-5 0,-4-5 1,0-1-1</inkml:trace>
  <inkml:trace contextRef="#ctx0" brushRef="#br0" timeOffset="40183">7479 9482 0,'-20'30'546,"-1"0"0,1-1 0,2 3 0,1 2 0,-1 4 0,1 5-137,2-4 1,1 3-1,-1 4 1,0 2-1,1 2 1,0 1 0,1 0-1,1-1-45,1-3 0,1 0 0,-1 0 0,2 1 0,0 0 0,1 1 0,1 2 0,3 0 0,0 2-189,3-8 1,1 3 0,1 1 0,2 2 0,0 0 0,1 1 0,1 0-1,0-1 1,1 0 0,0-2 0,0-1 0,1-2 0,-1-3-176,2 8 0,1-2 0,-1-3 0,1-1 0,2-1 0,1-1 0,2 0 0,2 0 0,2 1 0,3 3 0,2 0 0,1-1 0,2-4 0,-1-3 0,2-7 0,-1-7 0,17-11 0,0-1 0,0 0 0</inkml:trace>
  <inkml:trace contextRef="#ctx0" brushRef="#br0" timeOffset="41467">7885 10262 7533,'-38'6'3276,"21"-5"0,66 5-2402,-15-12 0,6-5 0,1 0-1324,-5 3 1,0 0 0,2-1-1,1-1 450,2-1 0,2-1 0,1-1 0,-3 0 0,-4 0 0,0 0 0,-5-1 0,1 2 0,2 0 0,-1 1 0,1-1 0</inkml:trace>
  <inkml:trace contextRef="#ctx0" brushRef="#br0" timeOffset="41684">8308 10262 7533,'-20'33'1092,"17"-1"0,4 7 0,1 3-273,0-6 0,1 1 0,0 2 0,1 2-402,1 3 1,2 4 0,0 1 0,-2 0 0,-3-1-400,-5-2 0,-1 1 0,-3-2 0,-1 0 0,0-2-311,1 2 1,-1-2 0,-2-1-1,-6-3-527,-7 0 1,-7-2 0,0-4 0,1-7 614,-2-3 1,0-7 0,-8-4 0,5-8-1,16-11 1</inkml:trace>
  <inkml:trace contextRef="#ctx0" brushRef="#br0" timeOffset="41950">8837 11403 9602,'-14'25'819,"1"0"0,-5 4 0,-3 2 0,3-4 2457,-8 9-3871,8-9 0,-2 3 0,1-3 595,-8 7 0,10-9 0,-1 0 0,0-4 0,1 1 0</inkml:trace>
  <inkml:trace contextRef="#ctx0" brushRef="#br0" timeOffset="44667">9472 9828 8432,'-14'36'546,"-1"1"0,1-1 0,1 4 0,-1 2 0,1 3 0,0 4-89,3-9 0,0 3 0,-1 2 1,1 1-1,0 0 0,0 0 0,0-2-976,0 3 0,0-1 0,0 0 0,1 0 0,0 0 0,1 1 660,0-1 0,1 1 1,-1 1-1,2 0 1,0-1-1,1-3 1,2-3 37,1 6 1,2-3 0,1-3 0,0-2 168,-4 6 0,1-2 0,10-8-978,24-5 1,7-16-1010,-13-23 1,1-6 1263,6 5 0,4 0 0,-3-3 0,0-8 1,-4-2-1,0 2 0,-1-1 0</inkml:trace>
  <inkml:trace contextRef="#ctx0" brushRef="#br0" timeOffset="44967">9684 10857 0,'-43'23'3276,"13"15"0,13-9 0,50 0-4151,1-43 1,4-17 54,-9 7 1,2-4 0,-1-4 0,-4-1 939,-6 1 0,-4-2 0,-2-1 1,-1 0 388,6-13 1,-3 0 0,-14 8 1128,-26 4 0,-13 18-546,6 29 0,-3 17 0,1 2-964,0-2 0,0 4 1,5 6-489,10-1 0,1 8 0,3 2 0,5-2 1,4-5 254,9 0 1,6-4-1,2 0 105,-1 8 0,3 1 0,6-14 0,17-22 0,2-13 0,5-9 0</inkml:trace>
  <inkml:trace contextRef="#ctx0" brushRef="#br0" timeOffset="45284">10301 9605 7533,'-37'-14'3276,"-4"20"-497,21 15-2060,10 12 1,2 14 0,1 3-936,1-4 1,1 2 0,1 2-1,1 5 293,1-12 0,0 3 0,1 3 0,-1 0 1,1 1-1,0 0 0,0-1-357,0-2 1,0 0 0,-1 1-1,1-1 1,0 0 0,0-1-1,0-1 145,1 3 0,2-1 0,-1-1 0,-1-1 1,0 0-1,-3-2-297,-2 5 0,-2 0 0,-1-2 1,-2-3-1,1-5-661,-1-1 1,0-6 0,-3-1 852,-12 18 1,-3-13 0,-5-31-1,15-30 1</inkml:trace>
  <inkml:trace contextRef="#ctx0" brushRef="#br0" timeOffset="45400">9984 10783 10141,'27'-27'1092,"0"9"0,7-2 0,1 2-898,-1 3 0,2 2 0,0-2 0,4-3 0,1-2 1,-1 2-1,-4 4 0,0 0 0,0 0 0</inkml:trace>
  <inkml:trace contextRef="#ctx0" brushRef="#br0" timeOffset="45584">10495 10485 12570,'36'-15'-365,"0"0"1,0 0 0,-6 2 0,-1 0 0,2-4 0,2-1 0,-7 0 0,-1-7 0</inkml:trace>
  <inkml:trace contextRef="#ctx0" brushRef="#br0" timeOffset="45767">10813 9903 7533,'-17'45'819,"0"1"0,0 0 0,0-6 0,2 3-273,6-6 0,0 7 0,0 6 0,1 1 0,1-1 0,0-4-45,2 0 0,0-3 0,1 0 0,1 1 0,1 2-816,-1 1 0,1 3 0,0 1 0,2 0 1,1-1-1,3-3-341,3 1 1,2 0-1,2-3 1,1-2 0,0-4 186,1 3 1,0-4 0,6-7 0,17 1 0,2-14 0,-2-18 0</inkml:trace>
  <inkml:trace contextRef="#ctx0" brushRef="#br0" timeOffset="46034">11395 9667 7533,'-10'-36'3276,"26"53"-2184,0 11 0,2 12 0,1 5-437,-6-9 0,1 3 1,0 3-1,-1 2 0,-1 3-319,-3-8 0,-1 3 0,0 2 0,-1 0 0,0 2 0,-1 0 0,-1-1 0,0-1-414,0 2 1,0-1 0,0 0 0,-1 0 0,-2 0 0,-3 2 0,-3 2-251,-3-5 0,-3 3 0,-2 1 1,-2 2-1,-1-1 0,-1 1 1,-1-2-1,1-1 0,0-3 1,2-3 134,-3 6 0,1-3 0,0-3 1,0 0-1,-3-1 0,-1 2 0,-3 0 1,-3 3-1,-1 1 0,-2-1 0,1-3 1,0-4-1,2-5 0,-8-2 0,-1 1 1,1 0-1</inkml:trace>
  <inkml:trace contextRef="#ctx0" brushRef="#br0" timeOffset="46484">12471 10262 7109,'-46'1'1092,"0"-1"0,4-3 0,15 6 546,43 25 0,21 2-1214,-2-19 1,6-6 0,4-2-1081,-6 1 1,2-1-1,2 0 1,0-2 0,-1 0 471,7-3 1,0-2 0,-1-1 0,-4-1 0,1-3 0,-3-2 0,-5 1 0,-5 1-1,0 0 1</inkml:trace>
  <inkml:trace contextRef="#ctx0" brushRef="#br0" timeOffset="46634">12541 10770 0,'-28'19'1638,"-1"-1"0,12 3 0,48-17 0,22-8-1524,-16-3 1,5-5-1,2-2 1,1 0 0,-3 2-1,0 0 1,-1 1-1,0 0 1,1-2 0,1-2-1,0 0 1,0-1 0,-1 1-1,1 0 1</inkml:trace>
  <inkml:trace contextRef="#ctx0" brushRef="#br0" timeOffset="47084">13600 9903 0,'-28'0'3276,"3"38"-1638,17-7 0,6 8-983,2 0 0,1 6 1,3 6-1,0 0 0,3-1 0,0-2 0,3 1 1,1 0-1,1 0 0,0 0-535,-1-6 1,-1 1 0,1 1-1,1-2 1,2-1 0,3-5-729,9 10 1,4-3 0,2-7 0,-1-12-293,13-11 1,-1-15 269,2-13 1,-4-12 1130,-12-12 0,-7-5 668,-7 6 1,-3 2 136,-3 6 0,0 8 493,7 16-990,-11 28 1,-1 13-315,14 9 0,6 1-465,-6-13 0,3-1 0,2-5 150,13 2 0,3-14-31,-7-20 1,1-12 0,-4-5-107,-6-8 1,-6-7 0,0-5-206,-3 6 0,1-4 0,-2-3 0,0 0 0,-2 0-494,-1-1 1,-2-2-1,-1 0 1,-1 1 0,1 2-165,0-4 1,-1 3 0,1 0 0,0 0-1,1-2 1,1-2 0,0 4 0,-4 11 163,-1 0 1,5 6-1,-2 4 1,-7 17 0</inkml:trace>
  <inkml:trace contextRef="#ctx0" brushRef="#br0" timeOffset="47266">14693 10534 7533,'-6'38'655,"-1"-1"0,1 0 1,0-1-1,0-1 0,2 0 983,0 15 0,0-1-1092,0-4 0,-2-3 0,-2-12 0,-1-2 0,-9 19 0</inkml:trace>
  <inkml:trace contextRef="#ctx0" brushRef="#br0" timeOffset="47750">15946 9110 6395,'-42'-25'1638,"8"37"0,-2 12 0,1 2 0,1 10-1692,16-7 1,-1 7 0,0 4 0,1 4 0,0 2-1,2 0 1,1-2 348,2 0 1,1 1-1,3 1 1,0 0 0,0 1-1,0 1 1,-1 1-464,1-3 1,-2 1 0,1 2 0,0 1 0,-1 0 0,1-1 0,1 0 0,0-2 0,2-2 179,0 1 1,0-2 0,1-2 0,1 0 0,1 1 0,0 0 0,2 1-2,0 1 0,2 3 0,1 1 1,1 0-1,-1-1 0,1-2 1,0-3-1,0-5-461,-1 4 0,0-6 1,0 0-1,1 3-97,2 3 1,0 6 0,1 1 0,0 0 0,-1-6 0,-2-8-1093,0 3 1,-4-6 297,-6 10 0,-8-10 1341,-21-30 0,-10-3 0,22-9 0,-1 1 0</inkml:trace>
  <inkml:trace contextRef="#ctx0" brushRef="#br0" timeOffset="47884">15046 10746 3164,'23'-39'1092,"1"0"0,-5 13 0,5 2-437,5 4 0,9-2 1,4 1-1,3 2 0,-3 3-571,-1 4 1,0 3 0,1 1 0,0 1 0,0-2 0,-2-1 0,1-2 0,-1 1 0,0 0 0,-1 2 0,3 3 0,1 0 0,0 0 0,-1 0 0</inkml:trace>
  <inkml:trace contextRef="#ctx0" brushRef="#br0" timeOffset="48067">16228 10807 0,'-26'20'1092,"1"-1"0,8 5 0,2 6 0,2 3 0,1 5 0,4 1-2185,5 1 1,4 1 0,1-2 936,2 8 0,2-2 1,2-2-1,2-5 1,7-1-1</inkml:trace>
  <inkml:trace contextRef="#ctx0" brushRef="#br0" timeOffset="48468">17074 9507 7533,'-28'24'546,"0"0"0,0 0 0,3 7 0,-1 3 0,2 4 0,-1 3 0,4-3 0,1 4 0,-1 3 0,1 0 0,2 1 0,1-1-46,1-3 0,1-1 0,2 0 0,1 1 0,1 2 1,3 2-513,3-1 1,2 3 0,1 3 0,1 0-1,2 0 1,2-2 0,0-3 0,1-5-552,3 6 1,1-5 0,3-3 0,6 2 562,7 3 0,5 3 0,4-1 0,0-8 0,-3-13 0,5-14 0,1-11 0,2-7 0,0 0 0,-1 0 0</inkml:trace>
  <inkml:trace contextRef="#ctx0" brushRef="#br0" timeOffset="48650">17180 10039 7533,'-23'-14'3276,"58"-8"-2989,-2 9 0,9-1 0,1 0-615,-7 2 0,1 0 0,1 0 1,-2-1-1,5-3 0,-2-2 1,-2 2-1,4-2 0,1 1 1</inkml:trace>
  <inkml:trace contextRef="#ctx0" brushRef="#br0" timeOffset="48834">17604 9853 7533,'-17'31'655,"0"1"0,0-1 1,4 6-1,4 3 0,-1 4 164,1 1 0,-1 4 0,2 2 0,2 1-426,4-8 0,1 1 1,2 1-1,0 0 1,0-1-376,0-3 0,0 0 0,0-1 0,-1 0 0,-1-2-153,-2 4 0,-2-1 0,-2-3 0,-2-3-266,-6 8 0,-9-10-679,-14-15 1,-2-9-969,-9-4 2048,0-6 0,39-6 0,2-1 0</inkml:trace>
  <inkml:trace contextRef="#ctx0" brushRef="#br0" timeOffset="49034">17903 10857 7533,'-9'25'1092,"-1"0"0,1 0 0,2-1 2184,7 9-24,-8 7-6400,-9-8 1610,0-13 0,-2 0 1538,-2 6 0,-3-2 0,2-5 0,-1-2 0,2 1 0,-1 1 0</inkml:trace>
  <inkml:trace contextRef="#ctx0" brushRef="#br0" timeOffset="49483">18733 9321 7533,'-18'-17'1638,"12"40"0,2 18-819,-1-3 0,-1 8 0,0 4 0,0 1-964,1-9 1,0 1 0,1 1 0,-1 2-1,1 1 1,-1 1 256,1-2 1,-1 2-1,0 1 1,1 2-1,-1-1 1,0-1-1,0-2 1,1-3-349,-2 6 0,1-3 0,-1-2 0,1 1 0,-1 1 296,1 3 0,-1 3 0,0 1 0,0-2 0,2-5 0,0-6-15,2 8 0,0-3-435,-5-2 0,-2 3 1,9-9-1250,13-9 1,6-13 1630,28-31 1,-15 4-1,1-5 1,1-20 0,0 0-1</inkml:trace>
  <inkml:trace contextRef="#ctx0" brushRef="#br0" timeOffset="49784">18856 10510 7533,'-26'23'3276,"15"-2"0,-5 4-2550,35-14 1,9-4-1267,15-11 180,-1-2 1,2-8-734,-8-9 1,0-7 0,-6 1-71,-5 2 1,-3-1 682,4-6 0,0-3 1,-15 4-987,-24 9 1,-5 1 1914,2-15 132,-26 38 1,-4 16 182,21 6 1,5 10 54,0 7 0,-1 9 0,1 2 0,4-5-487,4-11 1,3-4-1,3 5-422,3 4 0,2 7 0,3 1 0,2-4 1,2-9-257,4-1 1,9-9 345,19-5 0,11-6 0,-5-8 0,-7-11 0,-1-9 0,-3-3 0,0 0 0,-1-1 0,1 1 0</inkml:trace>
  <inkml:trace contextRef="#ctx0" brushRef="#br0" timeOffset="50001">19685 9432 7533,'-18'37'468,"1"-1"0,-1 0 0,0 1 0,3 6 0,0 1 0,2 3 0,2 5-59,3-13 1,2 3-1,0 3 1,0 1-1,1 1 1,1-1 0,-1-2-1,1-2-279,0 7 0,0-3 0,0-1 0,1 1 0,1 3-208,0-3 1,1 1 0,0 2 0,1 1 0,-1 0 0,0-1 0,-1-1-463,-1 3 0,0-1 1,0 0-1,-1-1 1,-1-2-1,-1-2-31,-1 5 1,-2-3 0,-1-1 0,-1 1 138,1-2 0,-1 4 1,-1-1-1,-2-7 0,-1-13 722,-8-12 1,-2-12-291,-4-18 0,2-12 0,11 2 0,2-4 0,-7-13 0,-1 1 0</inkml:trace>
  <inkml:trace contextRef="#ctx0" brushRef="#br0" timeOffset="50134">19279 10585 7533,'36'-8'1638,"-5"3"0,4-1 0,2-2 0,1-2-1181,-7 3 1,2-2 0,1-1-458,3-5 0,2-2 0,-4 1 0,4-1 0,-1 0 0,4-4 0,0 0 0</inkml:trace>
  <inkml:trace contextRef="#ctx0" brushRef="#br0" timeOffset="50317">19808 10411 7533,'-29'24'3276,"13"-10"0,42-3-2595,10-26 1,4-8-637,-13 14 0,1-3-865,0-8 1,3-8 0,-1-1 0,-5 4-820,-2 4 1,-3 0 1169,0-10 1,1-5 0,-3 5 0,7-11 0,-16 15 0,0 1 0</inkml:trace>
  <inkml:trace contextRef="#ctx0" brushRef="#br0" timeOffset="50451">20161 9878 2843,'-28'-8'1092,"-1"1"0,7 28 0,1 14 0,-2 3 0,-2 6 0,5 2 0,7-1 0,5 2 0,1 3-624,1-5 1,1 5 0,0 1 0,1-3-1,1-5-348,1-3 0,2-6 0,0 5-239,0-1 1,1 6 0,1 0 0,0-2 0,1-8 118,0 5 0,5-5-1093,10 0 1,6-1 0,-1-7 306,12-6 786,-1-13 0,-1-8 0,2-19 0,1-11 0</inkml:trace>
  <inkml:trace contextRef="#ctx0" brushRef="#br0" timeOffset="50984">20567 9197 7533,'-4'9'3276,"0"18"-2184,13 7 0,8 11 0,-2-2-2731,-3 0 1,-2 5 2026,-3-13 0,0 7 0,1 4 0,-1 0 0,0-2 0,-2-5-148,0 4 0,-2-3 0,1 6-117,-2-9 1,1 7 0,0 4-1,0 2 1,-1 0 0,0-1-1,-1-5 1,-2-5-453,-2 12 0,-3-7 1,0 5 268,3-5 0,2 4 0,-1 3 0,0 1 0,-2-2 0,-4-4-354,-4-3 0,-2-1 0,-3-2 1,1-1-1,1-2 189,2-1 0,1-2 0,-1 0 1,-2 2 224,-2 0 0,-2 3 0,-2 2 0,0-1 0,1-4 0,2-6 0,-9 8 0,1-3 0,1 1 0,1-1 0,-1 0 0</inkml:trace>
  <inkml:trace contextRef="#ctx0" brushRef="#br0" timeOffset="51536">21361 11055 7533,'-28'-13'90,"11"1"-540,1 18 90,14-5 360,-6 10 0,16-4 0,2 6 0</inkml:trace>
  <inkml:trace contextRef="#ctx0" brushRef="#br0" timeOffset="51787">21237 10585 0,'-19'-18'3276,"19"9"-1638,19-2 0,13 0-546,2 1 0,7 0 0,-3 0 167,7-4 1,2-1-1301,-5 0 1,5-3 0,0-1-1,-4 2-529,-8 2 1,-4 2-1,3-2 180,10-3 1,4-1-1,-1 1-545,-1 3 0,1 1 1,-5 2 934,-4 4 0,-3 1 0,5-6 0,-6-2 0,-18 1 0</inkml:trace>
  <inkml:trace contextRef="#ctx0" brushRef="#br0" timeOffset="51968">21908 9828 7533,'-18'19'1638,"0"-1"0,-9 10-546,14 11 0,2 13 0,1-5-1312,1-10 1,-1 3 488,2-1 1,-1 8 0,1 4 0,-1-2 0,2-7-707,-1-2 1,2-5-1,-2 6 242,1 1 0,-2 7 0,1 3 1,-1 1-1,0-4 0,2-6-615,-1 2 1,2-5 0,-1 4 809,1-3 0,-1 5 0,1 3 0,0 0 0,1-3 0,1-7 0,2 3 0,2-6 0,0 3 0,1 4 0,-1 0 0,1-1 0,-1 1 0</inkml:trace>
  <inkml:trace contextRef="#ctx0" brushRef="#br0" timeOffset="52586">22719 9903 7533,'-8'-42'3058,"6"4"-2518,-6 36 1528,0 2-808,6 35-586,2-7 1,0 7-1105,3 4 0,2 8 0,0 1 0,0-4 490,-1-5 0,-1-3 0,2 5-6,1 3 0,3 7 0,0 2 0,-1-3 0,-1-9 36,0 0 0,0-2-158,1-2 1,3 6-1,1-2 1,-2-8 897,10 13-1235,-1-12 1,3-5 224,-1-15-2069,20-14 1529,-13-25 450,-11-2 1,1-7-462,-1 1 0,1-4 0,-2 3 551,0-4 0,-1 3 1555,7-12 0,-2 19-656,-10 49 1,-3 13-135,-1-5 0,-2 3 134,0 5 1,1 3 0,2-1 314,3 5 0,5-7-347,2-12 0,3-10-12,14-19 0,1-16-196,-9-6 1,-2-8 0,-1-1-872,-1 5 1,-1-1 0,0-4-104,0-6 0,-1-5 1,-1 0-1,-4 7 90,-3 0 1,-1 1 314,6-4 0,3-8 0,0 1 0,-6 7-990,-10 3 1,2 1 1079,8 2 0,6-5 0,1 1 0,-6 7 0,-7 5 0,0 3 0,12-9 0,1-1 0</inkml:trace>
  <inkml:trace contextRef="#ctx0" brushRef="#br0" timeOffset="52883">23654 10497 7533,'-30'13'3276,"30"-1"0,30-10-2820,-2-5 1,5-1-952,14-8 1,0-1 134,-20 5 0,0 1-495,17-2 1,-7 7 495,-25 14 224,-9 20 0,-6 5 45,-5-11 0,-4 2-201,-4 6 0,-4 6 1,0 1-1,1-6 291,1 1 0,-1-2 819,0-2 0,-4 4 0,1-1 0,6-6 1334,2 16-1703,-2-14 0,9-5-1620,31-21 1,7-7-270,-2-1 476,9-10 1,11-7-1,-7 1 963,-13 4 0,-1-2 0,5-1 0,2-3 0,-3 2 0,-5 3 0,-1 1 0</inkml:trace>
  <inkml:trace contextRef="#ctx0" brushRef="#br0" timeOffset="53167">24906 9420 7533,'-29'-29'1638,"-1"0"0,5-8 0,-10 38 0,-1 14-2406,18 15 0,5 9 1127,-4-2 1,-2 4 0,2 6-91,7-6 1,0 5 0,2 3 0,0 1 0,0-2 0,1-3-793,-1 1 0,0-4 0,1 2 0,1 5 635,1-7 0,1 6 1,1 3-1,0 1 1,0 0-1,0-1 1,0-5-1,1-5-67,0 0 0,0-5 0,0-1 0,0 5-123,1 1 1,0 6 0,-1 3 0,1 1 0,0-2 0,0-3 0,0-7 107,1 4 0,0-5 0,-1 3-192,-2 2 0,0 4 0,-2 3 0,0-3 1,-3-5-780,-5 1 1,-1-4 0,-2-1 400,1 2 1,-1 0-1,-2-5-229,-11 6 0,-3-11 769,-11-19 0,8-29 0,-1-8 0</inkml:trace>
  <inkml:trace contextRef="#ctx0" brushRef="#br0" timeOffset="53300">24165 10646 7533,'12'-19'3276,"-4"7"-1638,32 7 0,10 4-2301,-24-1 1,1-2 32,15-1 1,8-1-1,-3 0 432,2-2 0,0 1 0,-8-1 0,1-1 0,-1 2 0,6 1 0,0-1 0</inkml:trace>
  <inkml:trace contextRef="#ctx0" brushRef="#br0" timeOffset="53567">24783 10919 7533,'-4'-12'3276,"-8"5"0,51-10-1283,-17 9-1364,21-10-1438,-16 11-91,-1 18 541,-16 21 449,-15-1 0,-6 5-601,0 2 1,-1 2-1,-2-2 601,-6-1 0,0 0 329,2 1 1,0 1 0,13-8-2249,35-8 1559,-13 0-823,11-26 1,8-11 0,-2-3-547,2-6 1,-3-2 1377,-6 5 1,0-2 0,-1 1 0,6-9 0,-5 0 0,-9 8 0,-1 0 0</inkml:trace>
  <inkml:trace contextRef="#ctx0" brushRef="#br0" timeOffset="53769">25753 9679 7533,'-33'15'819,"1"-1"0,1 16 0,-1 7 0,5 1 273,9-8 0,2 0 0,-1 5-606,0 0 0,-3 6 0,-1 3 0,0 2 0,2 1 0,1 0-18,5-4 0,1 2 0,1 1 0,0 0 0,1-1 0,0 0 0,-1-1-646,-2 1 0,-1-1 0,0-1 1,2 1-1,1 0 0,2 2 178,5 1 0,1 4 0,1 2 0,3-1 0,1-3 0,1-5 0,0-7 135,5 15 0,10-9-955,6-12 1,8 0 0,3-4 0,-5-7-820,-1-6 1,1-9 1553,7-6 1,7-5-1,1-4 1,-8 0-1,-3-4 1,-1-4 0,2-4-1,1 0 1,0 0-1</inkml:trace>
  <inkml:trace contextRef="#ctx0" brushRef="#br0" timeOffset="54033">26035 10336 7533,'28'-31'1092,"1"-1"0,-9 15 0,3 0 0,11-10 0,7-3 0,0 1-2185,-2 5 1,0 1 0,0 1 603,-3 3 1,-2 1-1,2-1 219,6-6 0,1-2 1,-5 4 235,-7 9 1,-5 1-1,-2-2 1,-3-1-1,3-1 1</inkml:trace>
  <inkml:trace contextRef="#ctx0" brushRef="#br0" timeOffset="54233">26494 10187 7533,'0'38'819,"0"0"0,0 0 0,0 0 0,0 3-164,-2 0 0,-2 6 1,0 5-1,1 1 0,0-3-921,2-3 0,0-1 0,1 1 1,-1-1-1,0-1 320,-1-3 0,-1-2 0,-1 0 0,1 1 0,-1 0 125,1 5 1,0 3 0,1 0 0,-2-6 0,1-7 614,-2-4 1,-2-5-1245,-14 20 1,-7-8-91,-19-23-1099,4-11 1,0-4 1091,16-4 1,3-4 0,-7-11 0,5-4 0,8-11 0</inkml:trace>
  <inkml:trace contextRef="#ctx0" brushRef="#br0" timeOffset="54433">26864 11167 7533,'-9'26'1638,"0"0"0,0 6 0,7 2 0,4 1 1638,0 5-1411,5-2-5142,-22 2 1638,-9-18 1,-3-1 1225,6-6 0,-1 0 0,-19 9 0,-1-2 0,15-13 0,-1 1 0</inkml:trace>
  <inkml:trace contextRef="#ctx0" brushRef="#br0" timeOffset="55000">27570 9593 8882,'0'23'1394,"0"19"0,0 14-873,-3-15 1,-2 6 0,-1 4 0,1-1 0,0-2-1342,1-2 1,2-1 0,-2 0 0,0 6 786,0-9 1,-1 4 0,-1 3 0,1 2 0,-1 0 0,0-1 0,1-2 0,1-3 50,1 7 0,0-2 0,2-1 0,-1-2 0,-1 1-36,0-1 0,-1 0 0,0 0 0,1-1 0,2-1-297,0 9 0,2 3 0,3-7 0,7-13-1324,13-18 1,3-7 1543,-6 5 1,2-6 0,11-20 0,-2-12 0,-14-2-1,-1 0 1</inkml:trace>
  <inkml:trace contextRef="#ctx0" brushRef="#br0" timeOffset="55283">27799 10795 7533,'-15'37'819,"0"-1"0,0 1 0,-1-5 0,4 0 819,6 11 0,12-8-1811,21-32 0,5-6-187,13 17-466,-12-24 1,5-8 0,-3-5 45,-8-2 0,-3-4 1,0 1 509,6-3 0,-2-4 30,-6-2 0,-4-5 1,-11 8 308,-22 7 246,-3-5 0,-7 7 524,-4 28 1,-6 12-1,3-2-749,-5-8 0,1 5 888,-2 16 1,0 11 0,8 3-470,15-1 1,7 2 0,0-1-570,-5-7 0,1-1 0,4 2 150,5 14 0,8 4 0,8-10-1729,19-11 1,5-6 83,-7 6 1,3-5 1372,9-10 0,0-10 1,1-18-1,-8-7 0</inkml:trace>
  <inkml:trace contextRef="#ctx0" brushRef="#br0" timeOffset="55517">28452 9965 6640,'0'-36'1124,"0"0"1,0 3 1740,0 5-2236,-8 66 1,0 22-450,6-28 0,0 4-447,-3-3 1,-1 7 0,-2 4 0,1 0-1,2 0 393,1 1 0,2 2 0,0 0 0,0-1 0,0-1-415,-2 3 0,-1-1 0,1 0 0,-1 4 139,1-4 0,1 3 0,-1 3 0,0-1 0,0-2 0,0-5-480,-1 0 1,0-4-1,0-1 1,0-1 569,0 11 0,-1-1 0,-3-3-810,-2-3 1,-2-1-1,-2-14 798,-6-18 1,-22-6-1,7-24 1</inkml:trace>
  <inkml:trace contextRef="#ctx0" brushRef="#br0" timeOffset="55650">28169 10882 7533,'12'-27'1638,"0"1"0,2 0-848,10 4 1,8 4-881,3 11 0,1 3 90,-2 1 0,1-1-251,-2-1 1,2-1 0,-4 0 0,-1-1 0,-3 0 0,8-2 0,-1 0 0</inkml:trace>
  <inkml:trace contextRef="#ctx0" brushRef="#br0" timeOffset="55800">28646 10659 7533,'-10'-7'2788,"18"1"-3238,11-7 1,5-1 179,17-4 270,-14 1 0,3-5 0,-5 3 0,9-10 0,-10 8 0,1 1 0</inkml:trace>
  <inkml:trace contextRef="#ctx0" brushRef="#br0" timeOffset="55950">28875 10237 7533,'-22'17'1638,"1"-1"0,-16 15-991,22 0 0,4 10 0,1 2-1467,1-6 1,0 1 0,1 1 0,1-1 714,1 6 0,3-1 0,0 2 150,1-1 0,0 3 0,2-1 0,4-5-1269,12 5 0,3-6 1044,-5-2 1,4-4 236,10-9 1,1-12 0,0-25 0,14-7 0</inkml:trace>
  <inkml:trace contextRef="#ctx0" brushRef="#br0" timeOffset="56166">29281 9840 7533,'0'-15'3276,"15"44"-2184,-10 1 0,-2 8 0,1-1 0,4-5 0,1 0 0,-1 3-530,-3 1 0,-1 3 1,0 3-1,-2 1 1,1-2-419,0 0 0,-1 0 0,0 0 0,0-1 0,-1 0-444,0 3 1,0-1 0,-1 1-1,-2 2-45,-1-5 0,-1 3 0,-2 1 1,-1 0-1,-2 0 0,-3-2-202,-5-2 1,-3-1 0,-2 0 0,-2-2 0,1 1 0,1-1 327,1 2 1,1-1-1,0-1 1,-1 1-1,-2 1 1,-3 0-1,-2 2 1,-1 0-1,0-1 1,0-3 0,3-4-1,-7 3 1,1-1-1,-1 0 1</inkml:trace>
  <inkml:trace contextRef="#ctx0" brushRef="#br0" timeOffset="57233">15187 11650 7533,'-35'-5'3276,"15"3"-706,52-3-1851,-3 5 1,7 3 0,4-1-433,-1 0 1,3 0 0,3 0 0,1 1 0,2 1-714,-7 0 1,2 1 0,0 0 0,2 0 0,0 1 0,2-1-1,1 0 576,-5 0 0,3-2 0,0 1 0,1 0 0,0-1 0,1 1 0,0 0 0,0 0 0,0 0-396,-3 0 0,0 1 0,0 0 0,0 0 0,1 1 0,0-1 1,0 0-1,0 0 0,0-1 0,1 0 237,1 0 0,1-1 0,1 0 0,-1 0 0,1-1 0,0 1 0,0-1 0,-1 0 0,1 0 0,-2 0 90,-1 1 0,0-1 0,-1 0 0,0 0 0,0 1 0,0-1 0,0-1 0,0 1 0,-1-1 0,1-1-30,3 0 0,1 0 0,-1-1 0,1-1 0,-1 0 0,-1 1 0,1-1 0,-1 1 0,-1-1 83,2 2 1,0-1 0,0 0 0,-1 0 0,-1 1 0,0-1 0,0 1 0,-1 0-133,3 0 1,-1 0 0,-1 0-1,0 0 1,-1 1 0,0 1-1,-2 1 148,2 1 0,-1 2 0,0 0 0,-2 1 0,0 1 0,-2-1 240,3 2 1,-2 1-1,-1-1 1,1 1 0,-1-1-32,-1 0 1,0 0 0,-1-1 0,1-1 0,1-3 89,0-2 1,2-2 0,-1-2 0,1-1-1,-1 1-449,3 0 0,1 1 0,0-1 0,-1-1 0,-3 0 246,-1-3 1,-1 0 0,-2-1 0,2 2-247,1 2 0,2 2 0,-2 0 0,-4 1-450,7-1 0,-3 2-1189,9-1 1,-2 0 553,-19-1 1,-4 2 1370,7 4 1,-32 2 0,0 6-1</inkml:trace>
  <inkml:trace contextRef="#ctx0" brushRef="#br0" timeOffset="71983">17445 12158 7533,'-23'-13'1259,"1"-1"0,-13 3 1530,1 41-2727,16 7 1,2 12 0,-1 4 416,5-16 1,0 2 0,-1 2 0,0 1 0,1 1 0,2 0-224,0-1 1,1 0 0,0 1 0,1 1 0,1 0 0,2-1 0,2 0-152,0 4 0,1 2 0,1 0 0,3-2 0,5-5 0,5-6-54,11-1 1,5-4-1,5-8 1,1-12-390,7-16 1,5-16 0,-1-8-1,-3-4 122,-7 2 0,-1-5 0,-2-3 1,-3-3-1,-4-1 129,-4 2 0,-3-2 0,-1-1 1,-3-1-1,-4 0 0,-3 2 356,-5-1 1,-3 0 0,-4 1 0,-4 3 0,-4 3 112,-7 0 1,-6 2-1,-4 6 1,-2 9-1476,-12 11 1,-5 12 0,3 8 1038,3 12 0,3 8 0,6 5 0,8 1 0,6 3 0,7 0 1,11-5-1,0 1 0,0-1 0</inkml:trace>
  <inkml:trace contextRef="#ctx0" brushRef="#br0" timeOffset="72666">16404 12121 7533,'-13'25'1092,"1"0"0,-2 13 0,0 8-273,2-8 0,-3 5 0,0 2 0,-2 1-164,2-6 0,-2 2 1,-1 0-1,0 0 0,-2 0-1271,-1 2 1,-2 2-1,0-1 1,-2-1-1,0-3-40,-1-3 1,-1-2-1,0-1 1,-1-2 0,2-4 624,-5 6 1,0-4 0,1-10 0,-2-11 0,5-12 0,12-43 0</inkml:trace>
  <inkml:trace contextRef="#ctx0" brushRef="#br0" timeOffset="72800">15998 12171 7533,'9'44'546,"-1"0"0,1 0 0,3-1 0,2 2 0,1 0 0,3 1 109,-1-6 0,1 0 1,2 1-1,1-1 0,1-1-682,0-1 1,2 0 0,0 0 0,1-3 0,-1-1 0,3 0 0,0-3 0,0-1 0,0-4 0,1-4 0,0-1 0,0 1 0</inkml:trace>
  <inkml:trace contextRef="#ctx0" brushRef="#br0" timeOffset="73500">13811 12307 7533,'-32'24'546,"0"0"0,0 0 0,6 11 0,3 8 0,1 3 0,3 2 109,4-4 0,1 3 1,3 2-1,1 0 0,3-1 0,1-1 0,0 4 1,3-2-1,6-6 0,9-9 157,18-2 0,11-10 0,0-17-1123,-6-19 0,2-17 0,-1-8 0,-1 0 251,-8 9 0,2-1 0,-2-2 0,0-1 0,-4-2 1,-3-2 14,-3-3 0,-2-3 0,-3-2 0,-4 0 0,-4 3 0,-5 4-113,-7 0 1,-6 1-1,-4 5 1,-5 5-515,-15-5 0,-8 9 0,-1 13-148,10 15 1,-2 9 0,2 6 0,5 3 663,2 6 1,6 5-1,5 2 1,7 2-1,4 1 1,9-3-1,16 1 1,1 0-1</inkml:trace>
  <inkml:trace contextRef="#ctx0" brushRef="#br0" timeOffset="73684">14235 12666 0,'-18'41'3276,"8"0"-2184,12-11 0,4 5 0,2 1 0,2-1 0,3 1 0,1 1-325,0-1 1,1 3 0,2-1 0,0-2-1861,6 5 1,1-2 0,-1-2 436,1 7 1,-1-8-1,11-9 1,-26-34 0</inkml:trace>
  <inkml:trace contextRef="#ctx0" brushRef="#br0" timeOffset="73867">14923 12022 10051,'-13'39'819,"0"1"0,4-8 0,0 2 0,0 6-273,1 0 0,0 6 0,1 4 0,0 3 0,0 1 0,0-1-814,3-9 1,0 1 0,0 1 0,0 0 0,1 1-1,0 0 1,-1 1 0,1-1-98,0-2 1,0 0 0,0 1 0,-1 0 0,1 0 0,1 0 0,-1-1 0,1 0 0,0-2 129,0 4 1,0 1 0,1-1 0,0-1 0,0-2 0,0-1 0,1-2 0,-1 14 0,1-3 0,1-4 0,-1-4 0,0 5 0,0 1 0</inkml:trace>
  <inkml:trace contextRef="#ctx0" brushRef="#br0" timeOffset="74668">22825 11464 7533,'-20'-11'3276,"4"9"0,63 18-1638,-12 3 0,5 2-819,-7-6 0,4 0 0,2 0 0,1-2-721,4-2 0,2-1 1,2-2-1,0-4 64,-4-4 0,1-2 0,0-3 0,0 0 0,-2-1-443,1-1 1,-2 0-1,-1-1 1,0-2 325,-1-1 0,0-2 0,-2 1 0,-5 0 0,1-1 0,-5 3 494,14 3-629,-26 12-539,-1 9-811,3 2 1,3-1-200,2-7 1,1-1 1294,14 0 0,1-3 0,-12-7 1,-1-1-1,-2-2 0,1-1 1</inkml:trace>
  <inkml:trace contextRef="#ctx0" brushRef="#br0" timeOffset="76054">22525 12543 7533,'-28'2'1638,"1"1"0,-16 4 1638,49 5-1638,22-13 0,12-7-957,0 2 1,3-1 0,2-1-1010,-7 0 0,2-2 0,-1 0 1,-1 0-1,3-3 0,-2 1 1,-2-1-1,4-2 0,0 0 1</inkml:trace>
  <inkml:trace contextRef="#ctx0" brushRef="#br0" timeOffset="76334">23195 12431 6547,'-21'39'819,"-1"1"0,6-7 0,1 2 0,1 3 0,2-1 0,1 4 0,2 0 0,4-2 273,3 7 0,5-2 0,9-13 155,21-14 1,7-17-1518,-3-18 0,2-13 1,-3-6 96,-8 3 1,0-4 0,-5-3 0,-10-1 464,-12-4 0,-8-4 1,-7 3-1,-3 11-517,-11 5 0,-7 12-345,-6 12 1,-5 8-1,11 11 570,15 24 0,13 9 0,8-2 0,12-3 0,13-19 0,1 0 0</inkml:trace>
  <inkml:trace contextRef="#ctx0" brushRef="#br0" timeOffset="76484">23636 12716 7533,'-5'25'1092,"0"0"0,1-1 0,0 1 546,3 12 0,2 3 0,6 4 0,2 2-657,-3-12 1,0 1-1,2-2-981,4 5 0,3-6 0,19 3 0,-7-37 0</inkml:trace>
  <inkml:trace contextRef="#ctx0" brushRef="#br0" timeOffset="76651">24165 12208 7533,'-12'37'409,"-1"1"1,0-1-1,0 1 1,1 4-1,-1 3 1,0 2 0,0 1-1,2 1 59,2-7 0,0 0 0,1 2 0,-1 1 0,2-1 0,-1 0 0,1 0-250,-1 3 0,0 1 1,0 0-1,1-1 1,0-1-1,2-1 1,0 3-1,1 0 1,1-1-1,1-2 0,0-5 1,2 0-1,0-1 1,0 1-1</inkml:trace>
  <inkml:trace contextRef="#ctx0" brushRef="#br0" timeOffset="85921">25135 12568 7533,'-13'32'819,"-1"0"0,-2 5 0,-1 5 0,1 1 273,1 2 0,0 1 0,-2 1-1281,-2-3 0,-2 0 1,-2 0-1,0-3 189,-4 0 0,-1-3 0,0-3 0,4-8 0,0-2 0,0-4 0,-6-4 0,1 0 0</inkml:trace>
  <inkml:trace contextRef="#ctx0" brushRef="#br0" timeOffset="86100">24871 12580 7533,'0'29'819,"0"1"0,3 14 0,2 7 0,3 1 0,0-12 0,3 0 0,0 0 0,2 3-164,-2 0 0,0 3 1,2 1-1,0-2 0,3-4-1093,5-2 0,2-3 0,0-2 1,-1-3-23,-3 1 0,-1-3 0,1-6 1,7-5-1,-3-8 0,-5-10 1</inkml:trace>
  <inkml:trace contextRef="#ctx0" brushRef="#br0" timeOffset="86284">25665 12568 7533,'-9'39'655,"1"0"0,-1-1 1,2 9-1,1 1 0,0 5-109,0-15 0,1 2 0,-1 3 0,0 1 0,0-1 0,1-1-93,0 8 1,1 0 0,1 0 0,-1-2 0,1 0-454,-2 4 0,1-2 0,0-1 0,-1-2 0,-2 4 0,-1-4 0,-1-6 0,0-14 0,-1 1 0</inkml:trace>
  <inkml:trace contextRef="#ctx0" brushRef="#br0" timeOffset="86983">27658 12815 7533,'-26'-5'3276,"62"3"-1638,-6-2 0,6-2-554,5 1 0,6 1 0,0 0-1449,-7 1 1,2 0 0,-2 0 0,-3-1 0,13-5 0,-4-1 0,-6 4 0,1 0 0</inkml:trace>
  <inkml:trace contextRef="#ctx0" brushRef="#br0" timeOffset="87133">27746 13175 2195,'-31'6'1638,"-1"0"0,-5 18 0,59-15 0,19-3-1404,-4-6 0,6-2 0,3-2 0,-2 0 0,-3 2 0,-1 0 0,0-2 0,2 0 0,-2-5 0,-1 1 0,1 0 0,-1 0 0,1-1 0</inkml:trace>
  <inkml:trace contextRef="#ctx0" brushRef="#br0" timeOffset="87434">28981 12852 7533,'-22'-8'3238,"32"9"-3058,23 4 0,12-1-1273,0-2 1,4-2 0,-2-2 727,-4-3 1,-2-2 0,1 0 0,2-1 0,0 0 0,-5-3 0,-4-4 0,-1 0 0</inkml:trace>
  <inkml:trace contextRef="#ctx0" brushRef="#br0" timeOffset="87733">29739 12505 7533,'-20'29'655,"0"-1"0,-1 1 1,-1 10-1,0 4 0,4 3-238,4-1 1,3 3 0,3 1 0,1-1-450,3-5 1,0-1 0,5-1 0,6-6-59,13 2 0,8-4 0,3-16-90,2-22 0,3-14 0,-1-5 112,-4-2 1,0-6 0,-2-3-1,-5-3-487,-3-6 1,-5-4 0,-5-2-1,-4 3 240,-3 6 0,-3 1 1,-5 1-1,-7 6 195,-10 1 0,-7 5 0,-3 10-449,-13 17 0,2 16-151,10 19 0,9 8 720,8-6 0,10-1 0,18-1 0,8-6 0,6-5 0</inkml:trace>
  <inkml:trace contextRef="#ctx0" brushRef="#br0" timeOffset="87884">30127 12865 7533,'-14'39'1092,"-1"0"0,4 2 0,6 1-797,10 3 1,8-2-1935,3-9 1,3-4 1243,10 5 0,5-29 0,-17-13 0</inkml:trace>
  <inkml:trace contextRef="#ctx0" brushRef="#br0" timeOffset="88050">30709 12357 7533,'-26'32'546,"-1"1"0,0-1 0,1 4 0,-1 3 0,1 3 0,3 4 0,7-4 0,2 3 0,2 3 0,0 2 0,1 0 0,0 0-608,0-4 1,0 1 0,0 1-1,0 0 1,1 0 0,1-1 0,1 0 61,0 2 0,1 1 0,1-1 0,1-1 0,1-2 0,1-1 0,1 0 0,1-2 0,1-1 0,1-2 0,1-4 0,1-1 0,0 0 0,1 1 0</inkml:trace>
  <inkml:trace contextRef="#ctx0" brushRef="#br1" timeOffset="89900">29192 14067 8443,'42'-8'1092,"-3"12"0,10 6 0,6-1-546,-14-3 0,3-1 0,3-1 0,2 1 0,1 0 0,-1 1-78,-3-1 0,1 1 0,1 0 0,0 1 0,0-2 0,0 0 0,0-2-937,0-1 1,0-1 0,1-1 0,-1-1 0,0 0 0,-1-2 0,-2-1 372,1-1 1,-1-1 0,0-1 0,-2-1 0,-2-1 0,-2 0 0,5-2 0,-2 0 0,-2-1 0,-3-2 0,-2-6 0,0 0 0,0 1 0</inkml:trace>
  <inkml:trace contextRef="#ctx0" brushRef="#br0" timeOffset="92383">5838 5603 7533,'-23'23'959,"-1"0"1,14 5-1,11 2-719,17 5 0,16 3 0,6-2-896,-7-13 1,5-1-1,4-2 1,3-1 0,1 1 406,-9-4 1,2 0 0,2 0 0,1-1 0,1 1 0,1-1-1,1 0 1,1-1 73,-4-1 0,2-1 1,0 1-1,1-2 0,1 1 1,1 0-1,0-1 0,0 1 1,1 1-1,0-1 197,-3 0 1,1 0-1,0 1 1,0-1-1,1 0 1,0 1-1,1 0 1,-1 0-1,1 0 1,0 0-1,1 1 1,-1-1-35,-4 0 1,0 0 0,0 0-1,1 1 1,-1-1 0,1 1 0,0-1-1,0 1 1,1 0 0,-1 1 0,1-1-1,0 1 1,0-1 0,0 1 84,-3 0 0,1-1 0,-1 1 0,1 0 0,0 0 0,0 0 0,0 1 0,1-1 1,0 1-1,-1 0 0,1-1 0,0 1 0,0-1 0,0 0 0,1 0 0,-1 0-68,0-1 0,-1 0 1,1 1-1,0-1 1,0 0-1,0 0 1,1 0-1,-1 0 1,1 0-1,-1-1 1,1 1-1,0 0 1,0-1-1,0 0 1,1 1-1,-1-1 1,0 0 38,0-1 1,-1 1 0,1-1 0,-1 1 0,1-1 0,0 0 0,-1 1 0,1-1 0,1 0 0,-1-1 0,0 1 0,1 0 0,-1-1 0,1 0 0,0 0 0,0 0 0,1-1 0,-1 0-47,1 0 0,-1 0 0,1 0 0,0-1 0,0 0 0,0 0 0,0 0 0,1-1 0,-1 0 0,1 1 0,0-1 0,0 0 1,0 0-1,0 0 0,0-1 0,1 1 0,-1-1 0,0 1 0,0-1-39,-1 0 1,0 0-1,0 0 1,1 0-1,-1-1 1,0 0-1,1 1 1,-1-1-1,0 0 1,1 0 0,0 0-1,-1-1 1,1 1-1,0 0 1,0 0-1,0 0 1,0-1-1,0 1 1,0 0-1,1 0-15,-2 0 0,0-1 1,0 1-1,1 0 0,-1-1 1,1 1-1,0-1 0,-1 1 1,1-1-1,0 1 0,0-1 1,0 1-1,0-1 1,0 0-1,0 1 0,0-1 1,0 1-1,0-1 0,0 1 1,0-1-1,1 1 6,-3-1 1,1 0 0,0 1 0,0-1 0,0 0 0,0 0 0,0 1 0,0-1 0,0 0 0,0 0 0,1 1 0,-1-1 0,0 0 0,0 1 0,1-1 0,-1 0 0,0 1 0,0-1 0,0 1 0,1 0 0,-1-1 0,0 1 36,0 0 1,0 0 0,1 0-1,-1-1 1,0 1 0,0 0 0,0 0-1,1 1 1,-1-1 0,0 0 0,0 0-1,0 0 1,1 0 0,-1 1 0,0-1-1,0 0 1,0 1 0,1-1 0,-1 1-1,0-1 1,0 1 0,0-1 48,0 1 1,0 0 0,1-1 0,-1 1 0,0 0-1,0 0 1,0 0 0,0 0 0,0 0 0,0 0-1,1 0 1,-1 0 0,0 0 0,0 0 0,0 0 0,0 0-1,0 1 1,0-1 0,0 0 0,0 0 0,0 0-1,1 1 0,-1-1 1,0 0 0,0 0 0,0 1 0,0-1 0,0 0-1,0 1 1,0-1 0,0 0 0,0 1 0,0-1 0,0 1-1,0-1 1,0 1 0,0-1 0,0 0 0,0 1 0,0-1-1,0 1 1,0-1 0,0 1 0,0-1-17,0 0 0,0 1 1,-1-1-1,1 1 1,0-1-1,0 1 1,-1 0-1,1-1 1,0 1-1,-1-1 1,1 1-1,0-1 1,0 1-1,-1-1 0,1 1 1,0-1-1,0 0 1,-1 1-1,1-1 1,0 0-1,0 0 1,-1 0-42,1 0 1,0-1-1,0 1 1,-1 0-1,1 0 1,0-1-1,-1 1 1,1 0 0,0-1-1,0 1 1,-1-1-1,1 1 1,0-1-1,0 0 1,-1 0 0,1 0-1,0 0 1,0 0-1,0-1 1,-1 1-1,1-1 1,0 0-5,0 0 0,-1 0 1,1 0-1,0 0 1,-1 0-1,1-1 1,0 0-1,0 1 1,-1-1-1,1 0 1,0 0-1,0 0 1,-1 0-1,1-1 1,0 1-1,-1 0 1,1-1-1,0 1 1,-1-1-1,1 0 1,-1 0-1,0 0 3,2 1 1,0-1-1,0 0 1,-1-1 0,1 1-1,-1 0 1,1 0-1,0-1 1,-1 0 0,1 1-1,-1-1 1,0 0 0,1 0-1,-1 0 1,0 0-1,1 0 1,-1 0 0,0-1-1,0 1 1,0-1 0,1 0 21,0 1 0,1-1 0,0-1 0,0 1 0,0 0 0,1-1 0,-1 1 0,0-1 0,0 0 0,0 0 0,-1 0 0,1 0 0,-1 0 0,1 0 0,-1 0 0,-1 0 0,1 0 0,-1 0 0,0 0 0,-1 0 0,4 0 0,-1 0 0,0-1 0,-1 1 0,0 0 0,-1 0 0,0-1 0,0 1 0,0 0 0,0-1 0,0 1 0,1-1 0,-1 1 0,1-1 0,1 0 0,0 1 0,0-1 0,-3 0 0,1 0 0,0 0 0,1 0 0,0 0 0,1 0 0,-1 0 0,1 0 0,0 0 0,0 0 0,0 0 0,0-1 0,-1 1 0,0 0 0,0-1 0,0 1 0,-1 0 0,-1-1 0,0 1 0,-1 0-12,5-1 1,-2 1 0,-1-1 0,0 1-1,0-1 1,-1 1 0,-1 0 0,1-1-1,-1 0 1,1 1 0,0-1 0,0 0-1,0 1 1,1-1 0,1 0 0,1 0 6,-4-1 0,1 1 0,1 0 1,0 0-1,1-1 0,0 1 0,0-1 1,1 0-1,-1 1 0,1-1 1,-1 0-1,1 1 0,-1-1 0,0 0 1,-1 0-1,0 1 0,0-1 0,-1 1 1,-1-1 10,6 0 0,-1 1 0,0-1 0,0 0 0,-1 0 0,-1 1 0,1-1 0,-1 0 0,0 1 0,0-1 0,0 0 0,-1 1 0,1-1 0,0 1 0,0-1 11,-2 1 1,1-1 0,0 1 0,0-1 0,0 1 0,0-1 0,-1 1 0,1 0 0,-1-1 0,0 1 0,-1 0 0,0 1 0,0-1 0,-1 1 0,-1-1 20,9 1 1,-2 1 0,-1-1 0,0 1 0,-1 0 0,0 0-1,0 0 1,0 0 0,0 1 0,1 0 0,0-1-2,-1 2 1,1-1-1,0 0 1,0 1-1,1 0 1,0 0-1,-1 0 1,0 0-1,-1 0 1,0 0-1,-2 0 1,-1-1 71,4 1 1,-1 0 0,-1-1 0,-2 1 0,0 0 0,1-1 0,-1 0 0,1-1 0,1-1-92,-1-1 0,1 0 0,1 0 0,0-1 0,1 0 0,-1-1 0,-1 0 0,-1-1 0,0 0 0,-3-1 4,3-1 1,-1-1-1,-1 0 1,0-1-1,-2 0 1,-1-1-1,-2-1 1,-1 0-95,10-4 0,-4-1 0,-1-1 0,-1-2 0,2-4-18,-8 3 0,2-3 0,0-1 0,-1-1 0,0-2 0,-3-2 0,-3 0-22,0-5 0,-3-2 0,-3-2 1,0-1-1,0-1 0,2-2 52,-3 7 0,1 0 0,1-2 0,0-1 0,1-1 0,-2 0 1,0-1-1,-3-1 0,-2 0 50,-1-3 0,-2 0 0,-1-1 0,-2-2 0,0 1 0,-3-1 0,0-1 0,-2 1 0,-1 0 33,-2 1 0,-1-1 0,-1 0 0,-1 0 1,-2 0-1,-2 0 0,0-1 0,-3 1 1,-1-1 20,-1 2 1,-2-1 0,-2 1 0,-1-1 0,-1 0 0,-1 0 0,-2 0 0,-1 0 0,-1 0 0,0 1 38,-2 2 0,-1 0 0,-1 0 0,-1 0 1,-1 1-1,-1-1 0,-1 1 0,0 0 1,-1 0-1,-1-1 0,1 1-63,1 4 1,1 0 0,-2 0 0,0 0 0,0 0-1,-1 0 1,0 0 0,0 0 0,-1 0 0,-1 0-1,0 1 1,0 0 0,0 0 11,0 1 0,-1 1 0,1 0 0,-2 1 0,1-1 0,-1 0 1,0 1-1,-1-1 0,0 1 0,0 0 0,0 0 0,-1 0 1,0 0-1,0 0-2,1 0 0,-1 1 0,0 0 0,0 0 0,-1 0 0,0 0 0,0 0 0,-1 0 0,1 1 0,-1-1 0,1 1 0,0 0 0,0 0 0,0 0 0,0 0-6,-2-2 0,-1 0 0,1 0 1,-1 0-1,0 0 0,1 0 0,0 1 1,-1 0-1,2 0 0,-1 1 1,1 0-1,0 1 0,1 0 3,-5-3 0,2 2 0,1 0 0,-1 1 0,1 0 0,0 0 0,0 0 0,0-1 0,-2 0 0,0-2-2,4 3 1,-1-1 0,-1-1 0,1 0-1,-1-1 1,-1 0 0,1 0 0,-1 0-1,1 0 1,-1 1 0,1 0 0,-1 2-1,1 1-107,-2-2 0,0 1 0,0 2 1,1 0-1,0 1 0,-1 0 1,0 0-1,-1 0 0,-2-1 1,0 0-1,-2-1 31,5 4 0,-1-1 1,0 0-1,-2-1 1,-1 0-1,0 0 1,-1-1-1,0 1 0,0-1 1,-1 1-1,0 1 1,0 0-1,0 0 1,0 1-1,1 1 0,-1 2 9,1-1 0,-1 1 0,-1 1 0,0-1 0,1 2 0,-1 0 0,0 0 0,0 1 0,0 0 0,1 1 0,-1 0 1,2 1-1,-1 0 0,2 1 0,0-1 17,-6-1 0,1 0 1,1 1-1,1 0 1,0 1-1,0 0 1,0 1-1,0 1 1,-2 0-1,-1 0 1,-2 1 77,6 3 1,0 0 0,-2 1 0,-1 0 0,0 0 0,-1 1 0,-1 0 0,1 0 0,-1 1 0,0 0 0,1 0 0,0 0 0,1 0 0,0 0 0,1 0-6,-2 0 1,2 0-1,0 1 1,1 0-1,0-1 1,0 2-1,0-1 1,0 0-1,-1 0 1,0 0-1,-2 1 1,-1-1-1,-2-1-34,7 2 0,-1 0 0,-1 0 0,-2-1 1,1 1-1,-2-1 0,0 1 0,-1-1 1,0 1-1,0-1 0,0 1 0,-1-1 1,1 1-1,0 0 0,0 0 0,0 0 0,1 1 1,1-1-1,0 1-52,-3 0 1,1-1 0,0 1 0,-1 1 0,1-1 0,-1 0 0,1 1 0,0 0 0,1-1 0,-1 1 0,1 0 0,1 0 0,0 1 0,0-1 0,1 0 0,0 1 0,1-1 16,-4 0 0,1 0 0,0 1 1,2-1-1,0 0 0,0 1 1,1 0-1,0 0 0,-1 0 1,0 0-1,0 1 0,-1-1 0,0 2-24,-1-1 0,-2 1 0,-1 0 0,-1 0 0,0 0 0,-1 1 0,1 0 0,1 0 0,0 0 0,2 0 1,1 1-1,3-1 0,1 1 0,4 0 19,-9 0 0,6 1 1,3-1-1,1 1 0,-1 0 1,-4 1-1,-5-1 2,10 0 0,-4-1 0,-2 1 0,-3 0 0,-2 0 0,-1 0 0,-1 0 0,0 0 0,0 1 0,1-1 0,1 0 0,2 1 0,2-1 0,3 1 0,4-1 11,-12 2 0,7 0 0,3-1 0,1 1 1,-1 0-1,-4 1 0,-7-1 34,13 0 0,-2-1 0,-4 1 0,-1 0 1,-2 0-1,-2 0 0,-1 0 0,-1 0 0,-1 0 1,0 0-1,0 1 0,0-1 0,0 0 0,1 1 1,2-1-1,0 0 0,2 0 4,-3 1 1,1-1 0,0 1-1,2 0 1,0-1 0,0 1 0,0-1-1,0 1 1,0 0 0,-2 0 0,1-1-1,-2 1 1,-2 1 0,-1-1 25,9-1 0,-1 1 1,0 0-1,-2 0 1,0 0-1,-1-1 0,0 2 1,-1-1-1,0 0 1,-1 0-1,0 0 0,0 0 1,0 1-1,0-1 1,0 0-1,0 0 1,0 1-1,0-1 0,1 0 1,-1 0-1,2 0-90,-1 0 0,1 1 1,0-1-1,0 0 1,-1 0-1,1 0 1,0 0-1,0 0 1,-1 0-1,1 0 1,0 0-1,0 0 1,-1 0-1,1 1 1,0-1-1,0 0 1,0 0-1,0 1 1,0-1-1,0 1 1,0-1 29,0 1 0,1 0 1,-1-1-1,1 1 1,-1 0-1,1 0 1,0 0-1,-1 0 0,1 0 1,-1 0-1,1 0 1,0 0-1,0 0 1,-1 0-1,1 0 1,0 0-1,-1 1 0,1-1 1,0 0-1,0 0 1,0 0 8,0 0 0,0 0 0,0 1 0,0-1 0,0 0 0,0 0 0,0 0 0,0 0 0,0 1 0,0-1 0,0 0 0,0 0 0,1 1 0,-1-1 0,0 0 0,1 1 0,-1-1 0,0 1 0,1-1 0,0 1 0,-1 0 13,0-1 1,-1 1-1,0 0 1,1 0-1,0 0 1,-1 0-1,1 0 1,0 1-1,0-1 1,0 0-1,-1 0 1,1 0-1,0 1 1,0-1-1,0 0 1,0 1-1,0-1 1,0 1-1,0-1 1,0 1-10,0-1 1,0 1-1,0-1 1,0 1-1,0 0 1,-1-1-1,1 1 1,0 0-1,0 0 1,0 0-1,0 0 1,0-1-1,0 1 1,0 0-1,1 0 1,-1 0-1,0 0 1,1 0-1,-1 0 1,1 0 4,-2 0 0,0 0 1,0 0-1,0 0 1,1 1-1,-1-1 1,1 0-1,-1 0 1,1 0-1,-1 1 1,1-1-1,0 0 1,0 0-1,-1 1 1,1-1-1,0 1 0,0-1 1,0 0-1,0 1-14,-1-1 0,-1 1 0,1 0 0,-1 0 0,1-1 0,0 1 0,0 0 0,-1 0 0,1 0 0,0 0 0,0-1 0,0 1 0,0 0 0,0 0 0,1 0 0,-1 0 0,0 0 0,0 0 50,2 0 0,-1 0 0,0 0 0,0 1 0,1-1 0,-1 0 0,0 0 0,1 0 0,-1 0 0,1 0 0,-1 1 0,1-1 0,0 0 0,0 1 0,0-1 0,0 0 0,1 1 0,-1-1 23,-1 1 1,1-1 0,-1 1 0,0 0 0,1 0-1,0 0 1,-1 0 0,1 0 0,0 0 0,0-1-1,1 1 1,-1 0 0,1 0 0,0 0 0,0 0 0,0-1-1,1 1 33,-2 0 1,0 0 0,0 0 0,1 0 0,0 0 0,0 0 0,1 0 0,-1 0 0,1 0 0,0 0 0,-1 0 0,1-1 0,0 1 0,-1 0 0,0 0 0,-3 0 1,-2 0 0,0 1 0,0 0 0,0-1 0,-1 1 0,1 0-1,1-1 1,0 0 0,1 0 0,1 0 0,1-1 0,2 0 0,2-1-70,-10 2 1,3-1 0,3 0-1,1-1 1,0 0 0,0 0 0,-2 0-1,-2 1 24,7-2 0,-2 0 0,-1 1 1,-1-1-1,-1 1 0,1-1 1,0 0-1,0 0 0,1 0 1,2 0-1,1-1-46,-6 1 0,2 0 0,1-1 1,1 1-1,0-1 0,1 0 1,1 1-1,-1-1 1,-1 1 1,1 0 0,0 0 0,1 1 0,-1-1 0,-1 2 0,-2 0 21,3 0 1,-2 0-1,-2 0 1,0 1-1,0 0 1,-1 2 0,2 1-1,1 1 1,1 1-58,-1 4 1,2 2-1,0 2 1,1 1-1,1 1 1,-1 0-1,1 0 1,-1 0 5,4-2 1,-1 0 0,1 0 0,0 0 0,0 0 0,-1 1 0,1 1 0,0 1 0,0 2-164,1 0 0,-2 1 0,-1 3 0,0 0 0,1 0 0,1 1 0,1-1 0,2-1 0,3 0 1,3-3 179,-6 9 0,4-2 0,3-2 0,3 1 0,0 0 0,-3 6 0,1 1 0,5-2 0,9-6 0,14 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31C414-36F2-7144-B934-1C4991315EFE}" type="datetimeFigureOut">
              <a:rPr lang="en-US" smtClean="0"/>
              <a:pPr/>
              <a:t>4/4/26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6868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FDB7AE-37C6-BE48-A464-0F9488B9E0D2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1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6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1124-DAE8-6C9F-AD72-B81193AF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EAEBC-22E3-15B0-580B-04786A747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3FB51-3FB1-A9D9-6F7B-2C984B4ED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</a:p>
          <a:p>
            <a:endParaRPr lang="en-US" dirty="0"/>
          </a:p>
          <a:p>
            <a:r>
              <a:rPr lang="en-US" dirty="0"/>
              <a:t>Once we have the model, the problem becomes a standard MDP.</a:t>
            </a:r>
          </a:p>
          <a:p>
            <a:r>
              <a:rPr lang="en-US" dirty="0"/>
              <a:t>Value iteration</a:t>
            </a:r>
          </a:p>
          <a:p>
            <a:endParaRPr lang="en-US" dirty="0"/>
          </a:p>
          <a:p>
            <a:r>
              <a:rPr lang="en-SG" b="1" dirty="0"/>
              <a:t>Model-based: </a:t>
            </a:r>
            <a:r>
              <a:rPr lang="en-SG" b="0" dirty="0"/>
              <a:t>Learn the world, then plan.</a:t>
            </a:r>
          </a:p>
          <a:p>
            <a:r>
              <a:rPr lang="en-SG" b="1" dirty="0"/>
              <a:t>Model-free: </a:t>
            </a:r>
            <a:r>
              <a:rPr lang="en-SG" b="0" dirty="0"/>
              <a:t>Just learn what 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EC92B-9AF2-6275-2721-C1DABE911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34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A5033-24A4-2D1B-E4A9-EFFA72EB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54017-7CE7-6055-6151-2007199A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D33C5-AD28-F214-965B-9C1602AD9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agent interacts with the environment sequentially: </a:t>
            </a:r>
          </a:p>
          <a:p>
            <a:r>
              <a:rPr lang="en-SG" sz="1200" dirty="0"/>
              <a:t>A</a:t>
            </a:r>
            <a:r>
              <a:rPr lang="en-SG" dirty="0"/>
              <a:t>t each time step, the agent observes the current state, takes an action, receives a reward, and moves to a new state.</a:t>
            </a:r>
          </a:p>
          <a:p>
            <a:r>
              <a:rPr lang="en-SG" dirty="0"/>
              <a:t>This generates experience data that the agent uses to learn.</a:t>
            </a:r>
          </a:p>
          <a:p>
            <a:endParaRPr lang="en-S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Interaction is sequential within a trajectory, but multiple trajectories can be collected in parallel.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5CE3D-CD56-1A22-A4FD-C7FFF216E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901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4D98-829E-AC42-7637-2831C32A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E8983-3DBF-A259-AD78-4FC28DD71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05304-ED3A-AB37-8E38-FB1876011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Ex: for our previous tiger problem, </a:t>
            </a:r>
          </a:p>
          <a:p>
            <a:r>
              <a:rPr lang="en-US" dirty="0"/>
              <a:t>Action N/S/W/E</a:t>
            </a:r>
          </a:p>
          <a:p>
            <a:r>
              <a:rPr lang="en-US" dirty="0"/>
              <a:t>Reward +1, -1, -0.2</a:t>
            </a:r>
          </a:p>
          <a:p>
            <a:r>
              <a:rPr lang="en-US" b="1" dirty="0"/>
              <a:t>(s, a, r, s’)</a:t>
            </a:r>
          </a:p>
          <a:p>
            <a:r>
              <a:rPr lang="en-US" dirty="0"/>
              <a:t>any </a:t>
            </a:r>
            <a:r>
              <a:rPr lang="en-SG" dirty="0"/>
              <a:t>trajectories</a:t>
            </a:r>
            <a:r>
              <a:rPr lang="en-US" dirty="0"/>
              <a:t> of the agent from the start cell to the food cell/tiger cell will be an episode.</a:t>
            </a:r>
          </a:p>
          <a:p>
            <a:endParaRPr lang="en-US" dirty="0"/>
          </a:p>
          <a:p>
            <a:r>
              <a:rPr lang="en-US" dirty="0"/>
              <a:t>Mario:</a:t>
            </a:r>
          </a:p>
          <a:p>
            <a:r>
              <a:rPr lang="en-US" dirty="0"/>
              <a:t>Forward, backward, jump, etc</a:t>
            </a:r>
          </a:p>
          <a:p>
            <a:r>
              <a:rPr lang="en-US" dirty="0"/>
              <a:t>current game screen (pixels)</a:t>
            </a:r>
          </a:p>
          <a:p>
            <a:r>
              <a:rPr lang="en-US" dirty="0"/>
              <a:t>next game screen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infinite set, can use neural networks to model that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DF8F3-D0F0-421B-DA75-A7FF16534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311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46985-7502-4AC8-847D-5E8B415F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E3010-C4CB-9DE5-F8AE-701CAD560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FB9C6-FC5B-950E-F4F8-657CD8A9B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single interaction step: current state → action → reward → next state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A sequence of experiences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Ends at a </a:t>
            </a:r>
            <a:r>
              <a:rPr lang="en-SG" b="1" dirty="0"/>
              <a:t>terminal state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represents one complete trajectory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Total reward: r_0+ r_1 + … + </a:t>
            </a:r>
            <a:r>
              <a:rPr lang="en-US" dirty="0" err="1"/>
              <a:t>r_H</a:t>
            </a:r>
            <a:r>
              <a:rPr lang="en-US" dirty="0"/>
              <a:t>  (horizon)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496C6-D2A5-949E-465F-748C2D1AA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70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578D-7527-E18F-789B-313C1B0E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26E9E-1115-947B-C213-E3836F8E4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66BC2-79BE-575B-28DB-372DA105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Reinforcement learning aims to learn a policy that maximizes total (long-term) reward.</a:t>
            </a:r>
            <a:br>
              <a:rPr lang="en-SG" dirty="0"/>
            </a:br>
            <a:r>
              <a:rPr lang="en-SG" dirty="0"/>
              <a:t>Q-learning is a model-free method that directly learns the optimal Q-function.</a:t>
            </a:r>
            <a:br>
              <a:rPr lang="en-SG" dirty="0"/>
            </a:br>
            <a:r>
              <a:rPr lang="en-SG" dirty="0"/>
              <a:t>From the Q-function, we can derive the optimal policy by selecting the action with the highest Q-value.</a:t>
            </a:r>
            <a:r>
              <a:rPr lang="en-SG" b="1" dirty="0"/>
              <a:t> </a:t>
            </a:r>
          </a:p>
          <a:p>
            <a:r>
              <a:rPr lang="en-US" b="1" dirty="0"/>
              <a:t>pi*</a:t>
            </a:r>
            <a:r>
              <a:rPr lang="el-GR" b="1" dirty="0"/>
              <a:t>(</a:t>
            </a:r>
            <a:r>
              <a:rPr lang="en-SG" b="1" dirty="0"/>
              <a:t>s)=</a:t>
            </a:r>
            <a:r>
              <a:rPr lang="en-SG" b="1" dirty="0" err="1"/>
              <a:t>argmax_a</a:t>
            </a:r>
            <a:r>
              <a:rPr lang="en-SG" b="1" dirty="0"/>
              <a:t>​ Q*(s,a)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5174F-0F68-8A93-CA6E-2925E9E2F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43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dirty="0"/>
                  <a:t>V(s): (best) expected total (</a:t>
                </a:r>
                <a:r>
                  <a:rPr lang="en-SG" dirty="0"/>
                  <a:t>cumulative</a:t>
                </a:r>
                <a:r>
                  <a:rPr lang="en-US" sz="1200" b="0" dirty="0"/>
                  <a:t>) reward starting from state 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dirty="0"/>
                  <a:t>Q(s,a): (best) expected total reward starting from (s,a) state s with action 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limLow>
                        <m:limLow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𝐦𝐚𝐱</m:t>
                          </m:r>
                        </m:e>
                        <m:lim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lim>
                      </m:limLow>
                      <m:r>
                        <a:rPr lang="en-US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br>
                  <a:rPr lang="en-SG" dirty="0"/>
                </a:br>
                <a:r>
                  <a:rPr lang="en-SG" dirty="0"/>
                  <a:t>Each update follows a simple idea: move the current estimate toward a better target.</a:t>
                </a:r>
                <a:br>
                  <a:rPr lang="en-SG" dirty="0"/>
                </a:br>
                <a:r>
                  <a:rPr lang="en-SG" dirty="0"/>
                  <a:t>This difference is called the temporal difference (TD) error, which drives learning.</a:t>
                </a:r>
                <a:endParaRPr lang="en-US" dirty="0"/>
              </a:p>
              <a:p>
                <a:endParaRPr lang="en-US" dirty="0"/>
              </a:p>
              <a:p>
                <a:r>
                  <a:rPr lang="en-SG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Temporal Difference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(TD)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target,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 = </a:t>
                </a:r>
                <a:r>
                  <a:rPr lang="en-US" altLang="zh-CN" b="1" i="0" dirty="0" err="1">
                    <a:solidFill>
                      <a:srgbClr val="05192D"/>
                    </a:solidFill>
                    <a:effectLst/>
                    <a:latin typeface="Studio-Feixen-Sans"/>
                  </a:rPr>
                  <a:t>r+gamma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V(s’)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sz="1200" b="0" i="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is an improved estimate, represents the target value you want your current state estimation to move towards</a:t>
                </a:r>
              </a:p>
              <a:p>
                <a:endParaRPr lang="en-US" altLang="zh-CN" b="1" i="0" dirty="0">
                  <a:solidFill>
                    <a:srgbClr val="05192D"/>
                  </a:solidFill>
                  <a:effectLst/>
                  <a:latin typeface="Studio-Feixen-San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sz="1200" b="1" i="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TD Error</a:t>
                </a:r>
                <a:r>
                  <a:rPr lang="en-SG" sz="1200" b="0" i="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is the difference between this target and the current estimate</a:t>
                </a:r>
                <a:endParaRPr lang="en-US" altLang="zh-CN" b="1" i="0" dirty="0">
                  <a:solidFill>
                    <a:srgbClr val="05192D"/>
                  </a:solidFill>
                  <a:effectLst/>
                  <a:latin typeface="Studio-Feixen-Sans"/>
                </a:endParaRPr>
              </a:p>
              <a:p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TD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error delta:  gradient of loss in an NN-based RL 1/2 delta^2,  -delta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dirty="0"/>
                  <a:t>V(s): (best) total expected (</a:t>
                </a:r>
                <a:r>
                  <a:rPr lang="en-SG" dirty="0"/>
                  <a:t>cumulative</a:t>
                </a:r>
                <a:r>
                  <a:rPr lang="en-US" sz="1200" b="0" dirty="0"/>
                  <a:t>) reward starting from state 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dirty="0"/>
                  <a:t>Q(s,a): (best) total expected reward starting from (s,a) state s with action 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i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𝑽(𝒔_(𝒕+𝟏))=  (𝐦𝐚𝐱)┬𝒂  𝑸(𝒔_(𝒕+𝟏),𝒂)</a:t>
                </a:r>
                <a:endParaRPr lang="en-US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1" dirty="0"/>
              </a:p>
              <a:p>
                <a:r>
                  <a:rPr lang="en-SG" dirty="0"/>
                  <a:t>Since we do not know the transition MDP model, we cannot use value iteration.</a:t>
                </a:r>
                <a:br>
                  <a:rPr lang="en-SG" dirty="0"/>
                </a:br>
                <a:r>
                  <a:rPr lang="en-SG" dirty="0"/>
                  <a:t>Instead, we directly learn from experience.</a:t>
                </a:r>
                <a:br>
                  <a:rPr lang="en-SG" dirty="0"/>
                </a:br>
                <a:r>
                  <a:rPr lang="en-SG" dirty="0"/>
                  <a:t>Each update follows a simple idea: move the current estimate toward a better target.</a:t>
                </a:r>
                <a:br>
                  <a:rPr lang="en-SG" dirty="0"/>
                </a:br>
                <a:r>
                  <a:rPr lang="en-SG" dirty="0"/>
                  <a:t>This difference is called the temporal-difference error, which drives learning.</a:t>
                </a:r>
                <a:endParaRPr lang="en-US" dirty="0"/>
              </a:p>
              <a:p>
                <a:endParaRPr lang="en-US" dirty="0"/>
              </a:p>
              <a:p>
                <a:r>
                  <a:rPr lang="en-SG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Temporal Difference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(TD)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target,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 = </a:t>
                </a:r>
                <a:r>
                  <a:rPr lang="en-US" altLang="zh-CN" b="1" i="0" dirty="0" err="1">
                    <a:solidFill>
                      <a:srgbClr val="05192D"/>
                    </a:solidFill>
                    <a:effectLst/>
                    <a:latin typeface="Studio-Feixen-Sans"/>
                  </a:rPr>
                  <a:t>r+gamma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V(s’)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sz="1200" b="0" i="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is an improved estimate, represents the target value you want your current state estimation to move towards</a:t>
                </a:r>
              </a:p>
              <a:p>
                <a:endParaRPr lang="en-US" altLang="zh-CN" b="1" i="0" dirty="0">
                  <a:solidFill>
                    <a:srgbClr val="05192D"/>
                  </a:solidFill>
                  <a:effectLst/>
                  <a:latin typeface="Studio-Feixen-Sans"/>
                </a:endParaRPr>
              </a:p>
              <a:p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TD</a:t>
                </a:r>
                <a:r>
                  <a:rPr lang="zh-CN" altLang="en-US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 </a:t>
                </a:r>
                <a:r>
                  <a:rPr lang="en-US" altLang="zh-CN" b="1" i="0" dirty="0">
                    <a:solidFill>
                      <a:srgbClr val="05192D"/>
                    </a:solidFill>
                    <a:effectLst/>
                    <a:latin typeface="Studio-Feixen-Sans"/>
                  </a:rPr>
                  <a:t>error delta:  similar to gradient of loss in an NN-based RL ½ delta^2,  -delta</a:t>
                </a:r>
                <a:endParaRPr lang="en-US" dirty="0"/>
              </a:p>
              <a:p>
                <a:r>
                  <a:rPr lang="en-SG" sz="1200" b="1" i="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TD Error</a:t>
                </a:r>
                <a:r>
                  <a:rPr lang="en-SG" sz="1200" b="0" i="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is the difference between this target and the current estimate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025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Tabular Q-learning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Sample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episode</a:t>
            </a:r>
            <a:endParaRPr lang="en-US" dirty="0"/>
          </a:p>
          <a:p>
            <a:r>
              <a:rPr lang="en-US" dirty="0"/>
              <a:t>New episode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Greedy, epsilon-greedy, softmax (temperature tau), upper confidence bound (UCB) (balance factor c)</a:t>
            </a:r>
          </a:p>
          <a:p>
            <a:endParaRPr lang="en-US" dirty="0"/>
          </a:p>
          <a:p>
            <a:r>
              <a:rPr lang="en-US" dirty="0"/>
              <a:t>When to stop: </a:t>
            </a:r>
          </a:p>
          <a:p>
            <a:pPr marL="228600" indent="-228600">
              <a:buAutoNum type="arabicPeriod"/>
            </a:pPr>
            <a:r>
              <a:rPr lang="en-US" dirty="0"/>
              <a:t>Fixed number of episode</a:t>
            </a:r>
          </a:p>
          <a:p>
            <a:pPr marL="228600" indent="-228600">
              <a:buAutoNum type="arabicPeriod"/>
            </a:pPr>
            <a:r>
              <a:rPr lang="en-US" dirty="0"/>
              <a:t>max |</a:t>
            </a:r>
            <a:r>
              <a:rPr lang="en-US" dirty="0" err="1"/>
              <a:t>Q^new</a:t>
            </a:r>
            <a:r>
              <a:rPr lang="en-US" dirty="0"/>
              <a:t>(s,a) – Q(s,a)| \</a:t>
            </a:r>
            <a:r>
              <a:rPr lang="en-US" dirty="0" err="1"/>
              <a:t>leq</a:t>
            </a:r>
            <a:r>
              <a:rPr lang="en-US" dirty="0"/>
              <a:t> \eps, infinity norm</a:t>
            </a:r>
          </a:p>
          <a:p>
            <a:pPr marL="228600" indent="-228600">
              <a:buAutoNum type="arabicPeriod"/>
            </a:pPr>
            <a:r>
              <a:rPr lang="en-US" dirty="0"/>
              <a:t>Performance-based stopping, e.g., average reward reaches a threshold </a:t>
            </a:r>
          </a:p>
          <a:p>
            <a:pPr marL="228600" indent="-228600">
              <a:buAutoNum type="arabicPeriod"/>
            </a:pPr>
            <a:r>
              <a:rPr lang="en-US" dirty="0"/>
              <a:t>Time or resource limit, in practice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47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Tabular Q-learning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Sample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episode</a:t>
            </a:r>
            <a:endParaRPr lang="en-US" dirty="0"/>
          </a:p>
          <a:p>
            <a:r>
              <a:rPr lang="en-US" dirty="0"/>
              <a:t>New episode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Greedy, epsilon-greedy, softmax (temperature tau), upper confidence bound (UCB) (balance factor c)</a:t>
            </a:r>
          </a:p>
          <a:p>
            <a:endParaRPr lang="en-US" dirty="0"/>
          </a:p>
          <a:p>
            <a:r>
              <a:rPr lang="en-US" dirty="0"/>
              <a:t>When to stop: </a:t>
            </a:r>
          </a:p>
          <a:p>
            <a:pPr marL="228600" indent="-228600">
              <a:buAutoNum type="arabicPeriod"/>
            </a:pPr>
            <a:r>
              <a:rPr lang="en-US" dirty="0"/>
              <a:t>Fixed number of episode</a:t>
            </a:r>
          </a:p>
          <a:p>
            <a:pPr marL="228600" indent="-228600">
              <a:buAutoNum type="arabicPeriod"/>
            </a:pPr>
            <a:r>
              <a:rPr lang="en-US" dirty="0"/>
              <a:t>max |</a:t>
            </a:r>
            <a:r>
              <a:rPr lang="en-US" dirty="0" err="1"/>
              <a:t>Q^new</a:t>
            </a:r>
            <a:r>
              <a:rPr lang="en-US" dirty="0"/>
              <a:t>(s,a) – Q(s,a)| \</a:t>
            </a:r>
            <a:r>
              <a:rPr lang="en-US" dirty="0" err="1"/>
              <a:t>leq</a:t>
            </a:r>
            <a:r>
              <a:rPr lang="en-US" dirty="0"/>
              <a:t> \eps, infinity norm</a:t>
            </a:r>
          </a:p>
          <a:p>
            <a:pPr marL="228600" indent="-228600">
              <a:buAutoNum type="arabicPeriod"/>
            </a:pPr>
            <a:r>
              <a:rPr lang="en-US" dirty="0"/>
              <a:t>Performance-based stopping, e.g., average reward reaches a threshold </a:t>
            </a:r>
          </a:p>
          <a:p>
            <a:pPr marL="228600" indent="-228600">
              <a:buAutoNum type="arabicPeriod"/>
            </a:pPr>
            <a:r>
              <a:rPr lang="en-US" dirty="0"/>
              <a:t>Time or resource limit, in practice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852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Multi-armed bandit (MAB): single state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Greedy,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epsilon</a:t>
            </a:r>
            <a:r>
              <a:rPr lang="en-US" dirty="0"/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softmax (temperature </a:t>
            </a:r>
            <a:r>
              <a:rPr lang="en-US" b="1" dirty="0"/>
              <a:t>tau</a:t>
            </a:r>
            <a:r>
              <a:rPr lang="en-US" dirty="0"/>
              <a:t>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upper confidence bound (UCB) (balance factor </a:t>
            </a:r>
            <a:r>
              <a:rPr lang="en-US" b="1" dirty="0"/>
              <a:t>c</a:t>
            </a:r>
            <a:r>
              <a:rPr lang="en-US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Q-learning stepsize </a:t>
            </a:r>
            <a:r>
              <a:rPr lang="en-US" b="1" dirty="0"/>
              <a:t>alpha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81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+ 0.1 * [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0.99</a:t>
            </a:r>
            <a:r>
              <a:rPr lang="zh-CN" altLang="en-US" dirty="0"/>
              <a:t>*</a:t>
            </a:r>
            <a:r>
              <a:rPr lang="en-US" altLang="zh-CN" dirty="0"/>
              <a:t>0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en-US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057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7E5D-7670-CB5C-AA10-348A60E2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9E0D0-2DC5-3AC6-2D0B-E3062BC83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4BAF5-4558-7EFE-9EFF-5BEC68B8B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= 0 + 0.1*[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0.99</a:t>
            </a:r>
            <a:r>
              <a:rPr lang="zh-CN" altLang="en-US" dirty="0"/>
              <a:t>*</a:t>
            </a:r>
            <a:r>
              <a:rPr lang="en-US" altLang="zh-CN" dirty="0"/>
              <a:t>0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en-US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endParaRPr lang="en-US" dirty="0"/>
          </a:p>
          <a:p>
            <a:endParaRPr lang="en-US" b="1" dirty="0"/>
          </a:p>
          <a:p>
            <a:r>
              <a:rPr lang="en-SG" dirty="0"/>
              <a:t>Because the next state is terminal, there is no future reward—so we only learn from the immediate reward. </a:t>
            </a:r>
          </a:p>
          <a:p>
            <a:endParaRPr lang="en-US" b="1" dirty="0"/>
          </a:p>
          <a:p>
            <a:pPr>
              <a:buNone/>
            </a:pPr>
            <a:r>
              <a:rPr lang="en-SG" dirty="0"/>
              <a:t>The </a:t>
            </a:r>
            <a:r>
              <a:rPr lang="en-SG" b="1" dirty="0"/>
              <a:t>transition probabilities</a:t>
            </a:r>
            <a:r>
              <a:rPr lang="en-SG" dirty="0"/>
              <a:t> P(</a:t>
            </a:r>
            <a:r>
              <a:rPr lang="en-SG" dirty="0" err="1"/>
              <a:t>s′∣s,a</a:t>
            </a:r>
            <a:r>
              <a:rPr lang="en-SG" dirty="0"/>
              <a:t>) are fixed</a:t>
            </a:r>
          </a:p>
          <a:p>
            <a:pPr>
              <a:buNone/>
            </a:pPr>
            <a:r>
              <a:rPr lang="en-SG" dirty="0"/>
              <a:t>The </a:t>
            </a:r>
            <a:r>
              <a:rPr lang="en-SG" b="1" dirty="0"/>
              <a:t>reward function</a:t>
            </a:r>
            <a:r>
              <a:rPr lang="en-SG" dirty="0"/>
              <a:t> R(s,a,s’) is fixed</a:t>
            </a:r>
          </a:p>
          <a:p>
            <a:r>
              <a:rPr lang="en-SG" dirty="0"/>
              <a:t>The dynamics of the environment </a:t>
            </a:r>
            <a:r>
              <a:rPr lang="en-SG" b="1" dirty="0"/>
              <a:t>remain consistent</a:t>
            </a:r>
            <a:r>
              <a:rPr lang="en-SG" dirty="0"/>
              <a:t> throughout training</a:t>
            </a:r>
          </a:p>
          <a:p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keep chasing a moving target, may not converge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1" dirty="0"/>
              <a:t>the "best action" today may not be the best tomorrow.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If the environment changes, the algorithm doesn’t converge, it keeps adapting.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DE16A-5706-C0CB-51D2-1297201BA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634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|Q|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|S||A|</a:t>
            </a:r>
          </a:p>
          <a:p>
            <a:r>
              <a:rPr lang="en-US" dirty="0"/>
              <a:t>Q-table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981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*</a:t>
            </a:r>
            <a:r>
              <a:rPr lang="en-US" altLang="zh-CN" dirty="0"/>
              <a:t>9</a:t>
            </a:r>
            <a:r>
              <a:rPr lang="zh-CN" altLang="en-US" dirty="0"/>
              <a:t> </a:t>
            </a:r>
            <a:r>
              <a:rPr lang="en-US" altLang="zh-CN" dirty="0"/>
              <a:t>grid,</a:t>
            </a:r>
            <a:r>
              <a:rPr lang="zh-CN" altLang="en-US" dirty="0"/>
              <a:t> </a:t>
            </a:r>
            <a:endParaRPr lang="en-SG" altLang="zh-CN" dirty="0"/>
          </a:p>
          <a:p>
            <a:r>
              <a:rPr lang="en-US" altLang="zh-CN" dirty="0"/>
              <a:t>|{Different</a:t>
            </a:r>
            <a:r>
              <a:rPr lang="zh-CN" altLang="en-US" dirty="0"/>
              <a:t> </a:t>
            </a:r>
            <a:r>
              <a:rPr lang="en-US" altLang="zh-CN" dirty="0"/>
              <a:t>dots,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ghosts,</a:t>
            </a:r>
            <a:r>
              <a:rPr lang="zh-CN" altLang="en-US" dirty="0"/>
              <a:t> </a:t>
            </a:r>
            <a:r>
              <a:rPr lang="en-US" altLang="zh-CN" dirty="0"/>
              <a:t>agent (face different directions), obstacles}|^9</a:t>
            </a:r>
            <a:r>
              <a:rPr lang="zh-CN" altLang="en-US" dirty="0"/>
              <a:t>*</a:t>
            </a:r>
            <a:r>
              <a:rPr lang="en-US" altLang="zh-CN" dirty="0"/>
              <a:t>9:</a:t>
            </a:r>
            <a:r>
              <a:rPr lang="zh-CN" altLang="en-US" dirty="0"/>
              <a:t> </a:t>
            </a:r>
            <a:r>
              <a:rPr lang="en-SG" b="1" i="0" dirty="0">
                <a:solidFill>
                  <a:srgbClr val="101214"/>
                </a:solidFill>
                <a:effectLst/>
                <a:latin typeface="Dutch801 Rm BT"/>
              </a:rPr>
              <a:t>exponential</a:t>
            </a:r>
          </a:p>
          <a:p>
            <a:r>
              <a:rPr lang="en-SG" b="1" i="0" dirty="0">
                <a:solidFill>
                  <a:srgbClr val="101214"/>
                </a:solidFill>
                <a:effectLst/>
                <a:latin typeface="Dutch801 Rm BT"/>
              </a:rPr>
              <a:t>Small/large/empty; vulnerable/normal; up/down/left/right; wall; 10^81</a:t>
            </a:r>
          </a:p>
          <a:p>
            <a:r>
              <a:rPr lang="en-SG" b="1" i="0" dirty="0">
                <a:solidFill>
                  <a:srgbClr val="101214"/>
                </a:solidFill>
                <a:effectLst/>
                <a:latin typeface="Dutch801 Rm BT"/>
              </a:rPr>
              <a:t>The state space here is extremely large, makes naïve Q-learning impractical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001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Features,</a:t>
            </a:r>
            <a:r>
              <a:rPr lang="zh-CN" altLang="en-US" dirty="0"/>
              <a:t> </a:t>
            </a:r>
            <a:r>
              <a:rPr lang="en-US" altLang="zh-CN" dirty="0"/>
              <a:t>e.g.,</a:t>
            </a:r>
            <a:r>
              <a:rPr lang="zh-CN" altLang="en-US" dirty="0"/>
              <a:t> </a:t>
            </a:r>
            <a:r>
              <a:rPr lang="en-US" altLang="zh-CN" b="1" dirty="0" err="1"/>
              <a:t>deadend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figure</a:t>
            </a:r>
          </a:p>
          <a:p>
            <a:r>
              <a:rPr lang="en-US" altLang="zh-CN" dirty="0"/>
              <a:t>Extract</a:t>
            </a:r>
            <a:r>
              <a:rPr lang="zh-CN" altLang="en-US" dirty="0"/>
              <a:t> </a:t>
            </a:r>
            <a:r>
              <a:rPr lang="en-US" altLang="zh-CN" dirty="0"/>
              <a:t>features</a:t>
            </a:r>
            <a:endParaRPr lang="en-US" dirty="0"/>
          </a:p>
          <a:p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Learning in one state does </a:t>
            </a:r>
            <a:r>
              <a:rPr lang="en-SG" b="1" dirty="0"/>
              <a:t>not transfer </a:t>
            </a:r>
            <a:r>
              <a:rPr lang="en-SG" dirty="0"/>
              <a:t>to similar states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235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Feature representations can accidentally treat different situations as the same, which can lead to inaccurate value estimates.</a:t>
            </a:r>
          </a:p>
          <a:p>
            <a:r>
              <a:rPr lang="en-SG" dirty="0"/>
              <a:t>State A: ghost is 2 step away behind a wall </a:t>
            </a:r>
          </a:p>
          <a:p>
            <a:r>
              <a:rPr lang="en-SG" dirty="0"/>
              <a:t>State B: ghost is 2 step away directly reachable </a:t>
            </a:r>
          </a:p>
          <a:p>
            <a:r>
              <a:rPr lang="en-SG" dirty="0"/>
              <a:t>Feature: "distance to ghost = 2" </a:t>
            </a:r>
          </a:p>
          <a:p>
            <a:r>
              <a:rPr lang="en-SG" dirty="0"/>
              <a:t>But:</a:t>
            </a:r>
          </a:p>
          <a:p>
            <a:r>
              <a:rPr lang="en-SG" dirty="0"/>
              <a:t>A is safe </a:t>
            </a:r>
          </a:p>
          <a:p>
            <a:r>
              <a:rPr lang="en-SG" dirty="0"/>
              <a:t>B is dangerous</a:t>
            </a:r>
            <a:endParaRPr lang="en-US" dirty="0"/>
          </a:p>
          <a:p>
            <a:endParaRPr lang="en-US" dirty="0"/>
          </a:p>
          <a:p>
            <a:r>
              <a:rPr lang="en-US" dirty="0"/>
              <a:t>Domain experts</a:t>
            </a:r>
          </a:p>
          <a:p>
            <a:r>
              <a:rPr lang="en-US" dirty="0"/>
              <a:t>Feature extractor</a:t>
            </a:r>
          </a:p>
          <a:p>
            <a:r>
              <a:rPr lang="en-US" dirty="0"/>
              <a:t>can by replaced by </a:t>
            </a:r>
            <a:r>
              <a:rPr lang="en-US" b="1" dirty="0"/>
              <a:t>deep neural networks</a:t>
            </a:r>
          </a:p>
          <a:p>
            <a:r>
              <a:rPr lang="en-US" dirty="0"/>
              <a:t>Input state s, output Q(s,a)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903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 error: delta = r + gamma*max Q - Q </a:t>
            </a:r>
          </a:p>
          <a:p>
            <a:r>
              <a:rPr lang="en-US" dirty="0"/>
              <a:t>m features</a:t>
            </a:r>
          </a:p>
          <a:p>
            <a:endParaRPr lang="en-US" dirty="0"/>
          </a:p>
          <a:p>
            <a:r>
              <a:rPr lang="en-US" dirty="0"/>
              <a:t>L(w) = \frac{1}{2} delta^2</a:t>
            </a:r>
          </a:p>
          <a:p>
            <a:endParaRPr lang="en-US" dirty="0"/>
          </a:p>
          <a:p>
            <a:r>
              <a:rPr lang="en-US" dirty="0"/>
              <a:t>dL/</a:t>
            </a:r>
            <a:r>
              <a:rPr lang="en-US" dirty="0" err="1"/>
              <a:t>dw_i</a:t>
            </a:r>
            <a:r>
              <a:rPr lang="en-US" dirty="0"/>
              <a:t> = dL/</a:t>
            </a:r>
            <a:r>
              <a:rPr lang="en-US" dirty="0" err="1"/>
              <a:t>dQ</a:t>
            </a:r>
            <a:r>
              <a:rPr lang="en-US" dirty="0"/>
              <a:t> * </a:t>
            </a:r>
            <a:r>
              <a:rPr lang="en-US" dirty="0" err="1"/>
              <a:t>dQ</a:t>
            </a:r>
            <a:r>
              <a:rPr lang="en-US" dirty="0"/>
              <a:t>/</a:t>
            </a:r>
            <a:r>
              <a:rPr lang="en-US" dirty="0" err="1"/>
              <a:t>dw_i</a:t>
            </a:r>
            <a:r>
              <a:rPr lang="en-US" dirty="0"/>
              <a:t> = </a:t>
            </a:r>
            <a:r>
              <a:rPr lang="en-US" b="1" dirty="0"/>
              <a:t>-delta * </a:t>
            </a:r>
            <a:r>
              <a:rPr lang="en-US" b="1" dirty="0" err="1"/>
              <a:t>f_i</a:t>
            </a:r>
            <a:r>
              <a:rPr lang="en-US" b="1" dirty="0"/>
              <a:t>(s,a)</a:t>
            </a:r>
          </a:p>
          <a:p>
            <a:r>
              <a:rPr lang="en-US" dirty="0"/>
              <a:t>gradient via chain rule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121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features</a:t>
            </a:r>
          </a:p>
          <a:p>
            <a:endParaRPr lang="en-US" dirty="0"/>
          </a:p>
          <a:p>
            <a:r>
              <a:rPr lang="en-US" dirty="0"/>
              <a:t>Current Q-value Q(s, Up) = 4*0.5 – 1*1 = </a:t>
            </a:r>
            <a:r>
              <a:rPr lang="en-US" b="1" dirty="0"/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Q(</a:t>
            </a:r>
            <a:r>
              <a:rPr lang="en-US" dirty="0" err="1"/>
              <a:t>terminal_state</a:t>
            </a:r>
            <a:r>
              <a:rPr lang="en-US" dirty="0"/>
              <a:t>, a)=0  the Q-value in terminal state is 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549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extra action for picking up the newspaper</a:t>
            </a:r>
          </a:p>
          <a:p>
            <a:endParaRPr lang="en-US" dirty="0"/>
          </a:p>
          <a:p>
            <a:r>
              <a:rPr lang="en-US" b="1" dirty="0"/>
              <a:t>Manhattan</a:t>
            </a:r>
            <a:r>
              <a:rPr lang="en-US" dirty="0"/>
              <a:t> </a:t>
            </a:r>
            <a:r>
              <a:rPr lang="en-US" b="1" dirty="0"/>
              <a:t>distance</a:t>
            </a:r>
            <a:r>
              <a:rPr lang="en-US" dirty="0"/>
              <a:t> to the goal</a:t>
            </a:r>
          </a:p>
          <a:p>
            <a:endParaRPr lang="en-US" dirty="0"/>
          </a:p>
          <a:p>
            <a:r>
              <a:rPr lang="en-US" dirty="0"/>
              <a:t>For simplicity, we remove the invalid actions hitting the wall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E.g., for cell H, invalid actions for down and left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|S| \</a:t>
            </a:r>
            <a:r>
              <a:rPr lang="en-US" dirty="0" err="1"/>
              <a:t>leq</a:t>
            </a:r>
            <a:r>
              <a:rPr lang="en-US" dirty="0"/>
              <a:t> 9*2^{#newspapers} = </a:t>
            </a:r>
            <a:r>
              <a:rPr lang="en-US" b="1" dirty="0"/>
              <a:t>36</a:t>
            </a:r>
          </a:p>
          <a:p>
            <a:r>
              <a:rPr lang="en-US" dirty="0"/>
              <a:t>(agent location, newspaper status)</a:t>
            </a:r>
          </a:p>
          <a:p>
            <a:r>
              <a:rPr lang="en-SG" dirty="0"/>
              <a:t>each of the 2 newspapers is either present or collected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Stepsize alpha =0.1 </a:t>
            </a:r>
          </a:p>
          <a:p>
            <a:r>
              <a:rPr lang="en-US" dirty="0"/>
              <a:t>Discount factor gamma = 0.9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5821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pick up the newspaper +1, arrive the goal +1.5, in other cases 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Manhattan distance to the goal</a:t>
            </a:r>
          </a:p>
          <a:p>
            <a:endParaRPr lang="en-US" dirty="0"/>
          </a:p>
          <a:p>
            <a:r>
              <a:rPr lang="en-US" dirty="0"/>
              <a:t>Stepsize alpha =0.1 </a:t>
            </a:r>
          </a:p>
          <a:p>
            <a:r>
              <a:rPr lang="en-US" dirty="0"/>
              <a:t>Discount factor gamma = 0.9</a:t>
            </a:r>
          </a:p>
          <a:p>
            <a:r>
              <a:rPr lang="en-US" dirty="0"/>
              <a:t>|S| \</a:t>
            </a:r>
            <a:r>
              <a:rPr lang="en-US" dirty="0" err="1"/>
              <a:t>leq</a:t>
            </a:r>
            <a:r>
              <a:rPr lang="en-US" dirty="0"/>
              <a:t> 9*2^{#newspapers} = </a:t>
            </a:r>
            <a:r>
              <a:rPr lang="en-US" b="0" dirty="0"/>
              <a:t>36</a:t>
            </a:r>
          </a:p>
          <a:p>
            <a:r>
              <a:rPr lang="en-US" dirty="0"/>
              <a:t>(agent location, newspaper status)</a:t>
            </a:r>
          </a:p>
          <a:p>
            <a:r>
              <a:rPr lang="en-SG" dirty="0"/>
              <a:t>each of the 2 newspapers is either present or collected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Experience 1: (s_0, Right, 1, I)</a:t>
            </a:r>
          </a:p>
          <a:p>
            <a:r>
              <a:rPr lang="en-US" dirty="0"/>
              <a:t>Q(s_0, Right) = w_1*f_1(s_0, Right) + w_2*f_2(s_0, Right) = 0</a:t>
            </a:r>
          </a:p>
          <a:p>
            <a:r>
              <a:rPr lang="en-US" dirty="0"/>
              <a:t>w_1 = 0 + 0.1*[1+0.9*</a:t>
            </a:r>
            <a:r>
              <a:rPr lang="en-US" dirty="0" err="1"/>
              <a:t>max_a</a:t>
            </a:r>
            <a:r>
              <a:rPr lang="en-US" dirty="0"/>
              <a:t>’ Q(s’, a’) - 0]*1 = </a:t>
            </a:r>
            <a:r>
              <a:rPr lang="en-US" b="1" dirty="0"/>
              <a:t>0.1</a:t>
            </a:r>
          </a:p>
          <a:p>
            <a:r>
              <a:rPr lang="en-US" dirty="0"/>
              <a:t>w_2 = 0 + 0.1*[1+0.9*0 - 0]*(-1)= </a:t>
            </a:r>
            <a:r>
              <a:rPr lang="en-US" b="1" dirty="0"/>
              <a:t>-0.1</a:t>
            </a:r>
          </a:p>
          <a:p>
            <a:endParaRPr lang="en-US" dirty="0"/>
          </a:p>
          <a:p>
            <a:r>
              <a:rPr lang="en-US" dirty="0"/>
              <a:t>Experience 2</a:t>
            </a:r>
            <a:r>
              <a:rPr lang="en-US" dirty="0">
                <a:sym typeface="Wingdings" pitchFamily="2" charset="2"/>
              </a:rPr>
              <a:t>: (I, Right, -1, J)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Wingdings" pitchFamily="2" charset="2"/>
              </a:rPr>
              <a:t>Q(I, Right) = 0.1*0 + (-0.1)*-1 = 0.1</a:t>
            </a:r>
          </a:p>
          <a:p>
            <a:r>
              <a:rPr lang="en-US" dirty="0" err="1"/>
              <a:t>Max_a</a:t>
            </a:r>
            <a:r>
              <a:rPr lang="en-US" dirty="0"/>
              <a:t> Q(J, a)   </a:t>
            </a:r>
          </a:p>
          <a:p>
            <a:r>
              <a:rPr lang="en-US" dirty="0"/>
              <a:t>Q(J, Up) = 0.1*1 – 0.1*1 = 0</a:t>
            </a:r>
          </a:p>
          <a:p>
            <a:r>
              <a:rPr lang="en-US" dirty="0"/>
              <a:t>Q(J, Left) = 0.1*0 – 0.1*1 = -0.1</a:t>
            </a:r>
          </a:p>
          <a:p>
            <a:r>
              <a:rPr lang="en-US" dirty="0"/>
              <a:t>Invalid actions for down and right</a:t>
            </a:r>
          </a:p>
          <a:p>
            <a:r>
              <a:rPr lang="en-US" dirty="0"/>
              <a:t>w_1 = 0.1 + 0.1*[-1+0.9*</a:t>
            </a:r>
            <a:r>
              <a:rPr lang="en-US" dirty="0" err="1"/>
              <a:t>max_a</a:t>
            </a:r>
            <a:r>
              <a:rPr lang="en-US" dirty="0"/>
              <a:t>’ Q(s’, a’) – 0.1]*0 = </a:t>
            </a:r>
            <a:r>
              <a:rPr lang="en-US" b="1" dirty="0"/>
              <a:t>0.1</a:t>
            </a:r>
          </a:p>
          <a:p>
            <a:r>
              <a:rPr lang="en-US" dirty="0"/>
              <a:t>w_2 = -0.1 + 0.1*[-1+0.9*0 - 0.1]*-1= </a:t>
            </a:r>
            <a:r>
              <a:rPr lang="en-US" b="1" dirty="0"/>
              <a:t>0.01</a:t>
            </a:r>
          </a:p>
          <a:p>
            <a:endParaRPr lang="en-US" dirty="0"/>
          </a:p>
          <a:p>
            <a:r>
              <a:rPr lang="en-US" dirty="0"/>
              <a:t>The updates for remaining experiences will be conducted in a similar manner.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341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pick up the newspaper +1, arrive the goal +1.5, in other cases 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Manhattan distance to the goal</a:t>
            </a:r>
          </a:p>
          <a:p>
            <a:endParaRPr lang="en-US" dirty="0"/>
          </a:p>
          <a:p>
            <a:r>
              <a:rPr lang="en-US" dirty="0"/>
              <a:t>Stepsize alpha =0.1 </a:t>
            </a:r>
          </a:p>
          <a:p>
            <a:r>
              <a:rPr lang="en-US" dirty="0"/>
              <a:t>Discount factor gamma = 0.9</a:t>
            </a:r>
          </a:p>
          <a:p>
            <a:r>
              <a:rPr lang="en-US" dirty="0"/>
              <a:t>|S| \</a:t>
            </a:r>
            <a:r>
              <a:rPr lang="en-US" dirty="0" err="1"/>
              <a:t>leq</a:t>
            </a:r>
            <a:r>
              <a:rPr lang="en-US" dirty="0"/>
              <a:t> 9*2^{#newspapers} = </a:t>
            </a:r>
            <a:r>
              <a:rPr lang="en-US" b="0" dirty="0"/>
              <a:t>36</a:t>
            </a:r>
          </a:p>
          <a:p>
            <a:r>
              <a:rPr lang="en-US" dirty="0"/>
              <a:t>(agent location, newspaper status)</a:t>
            </a:r>
          </a:p>
          <a:p>
            <a:r>
              <a:rPr lang="en-SG" dirty="0"/>
              <a:t>each of the 2 newspapers is either present or collected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Experience 1: (s_0, Right, 1, I)</a:t>
            </a:r>
          </a:p>
          <a:p>
            <a:r>
              <a:rPr lang="en-US" dirty="0"/>
              <a:t>Q(s_0, Right) = w_1*f_1(s_0, Right) + w_2*f_2(s_0, Right) = 0</a:t>
            </a:r>
          </a:p>
          <a:p>
            <a:r>
              <a:rPr lang="en-US" dirty="0"/>
              <a:t>w_1 = 0 + 0.1*[1+0.9*</a:t>
            </a:r>
            <a:r>
              <a:rPr lang="en-US" dirty="0" err="1"/>
              <a:t>max_a</a:t>
            </a:r>
            <a:r>
              <a:rPr lang="en-US" dirty="0"/>
              <a:t>’ Q(s’, a’) - 0]*1 = </a:t>
            </a:r>
            <a:r>
              <a:rPr lang="en-US" b="1" dirty="0"/>
              <a:t>0.1</a:t>
            </a:r>
          </a:p>
          <a:p>
            <a:r>
              <a:rPr lang="en-US" dirty="0"/>
              <a:t>w_2 = 0 + 0.1*[1+0.9*0 - 0]*(-1)= </a:t>
            </a:r>
            <a:r>
              <a:rPr lang="en-US" b="1" dirty="0"/>
              <a:t>-0.1</a:t>
            </a:r>
          </a:p>
          <a:p>
            <a:endParaRPr lang="en-US" dirty="0"/>
          </a:p>
          <a:p>
            <a:r>
              <a:rPr lang="en-US" dirty="0"/>
              <a:t>Experience 2</a:t>
            </a:r>
            <a:r>
              <a:rPr lang="en-US" dirty="0">
                <a:sym typeface="Wingdings" pitchFamily="2" charset="2"/>
              </a:rPr>
              <a:t>: (I, Right, -1, J)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Wingdings" pitchFamily="2" charset="2"/>
              </a:rPr>
              <a:t>Q(I, Right) = 0.1*0 + (-0.1)*-1 = 0.1</a:t>
            </a:r>
          </a:p>
          <a:p>
            <a:r>
              <a:rPr lang="en-US" dirty="0" err="1"/>
              <a:t>Max_a</a:t>
            </a:r>
            <a:r>
              <a:rPr lang="en-US" dirty="0"/>
              <a:t> Q(J, a)   </a:t>
            </a:r>
          </a:p>
          <a:p>
            <a:r>
              <a:rPr lang="en-US" dirty="0"/>
              <a:t>Q(J, Up) = 0.1*1 – 0.1*1 = 0</a:t>
            </a:r>
          </a:p>
          <a:p>
            <a:r>
              <a:rPr lang="en-US" dirty="0"/>
              <a:t>Q(J, Left) = 0.1*0 – 0.1*1 = -0.1</a:t>
            </a:r>
          </a:p>
          <a:p>
            <a:r>
              <a:rPr lang="en-US" dirty="0"/>
              <a:t>Invalid actions for down and right</a:t>
            </a:r>
          </a:p>
          <a:p>
            <a:r>
              <a:rPr lang="en-US" dirty="0"/>
              <a:t>w_1 = 0.1 + 0.1*[-1+0.9*</a:t>
            </a:r>
            <a:r>
              <a:rPr lang="en-US" dirty="0" err="1"/>
              <a:t>max_a</a:t>
            </a:r>
            <a:r>
              <a:rPr lang="en-US" dirty="0"/>
              <a:t>’ Q(s’, a’) – 0.1]*0 = </a:t>
            </a:r>
            <a:r>
              <a:rPr lang="en-US" b="1" dirty="0"/>
              <a:t>0.1</a:t>
            </a:r>
          </a:p>
          <a:p>
            <a:r>
              <a:rPr lang="en-US" dirty="0"/>
              <a:t>w_2 = -0.1 + 0.1*[-1+0.9*0 - 0.1]*-1= </a:t>
            </a:r>
            <a:r>
              <a:rPr lang="en-US" b="1" dirty="0"/>
              <a:t>0.01</a:t>
            </a:r>
          </a:p>
          <a:p>
            <a:endParaRPr lang="en-US" dirty="0"/>
          </a:p>
          <a:p>
            <a:r>
              <a:rPr lang="en-US" dirty="0"/>
              <a:t>The updates for remaining experiences will be conducted in a similar manner.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679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state a,</a:t>
            </a:r>
          </a:p>
          <a:p>
            <a:r>
              <a:rPr lang="en-US" dirty="0"/>
              <a:t>Output a vector Q(s,a) for all 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316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75D44-20C6-FAD4-B774-8A66EFF2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AC816-C933-A9CC-CBB9-1C613E797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72424-2C8A-3204-6ADD-D95CEE4B5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SG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4B357-807B-F15B-D34E-D09B8CD2B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010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03B5-D08E-4B10-3BE6-4FD755BE1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48315-DE9D-DE40-AA39-267DC4B2F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45EA6-C93F-9797-1066-5936E05175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9726"/>
            <a:ext cx="12192000" cy="903188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4A8F783-8B49-4D0F-6AB7-8D108986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4/4/26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066306B-0F77-F124-E5DF-E4045DAA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59B8FE2-700D-E16B-89E9-2C958256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9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BCB85-5409-BBC3-B74D-43E65850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254000"/>
            <a:ext cx="10800080" cy="807720"/>
          </a:xfr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42EED-D288-C681-88DC-97BF9EBF9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0800080" cy="5350670"/>
          </a:xfrm>
        </p:spPr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04BD-1088-0885-6786-ADBA2313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B24F0-A7E3-1CF9-4E41-1ED392F2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AFE24-FA26-96D1-D129-F268C119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54C070B-DB61-BFA6-1C1F-FF0D0DABE3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6000" y="1040555"/>
            <a:ext cx="11520000" cy="72000"/>
          </a:xfrm>
          <a:prstGeom prst="rect">
            <a:avLst/>
          </a:prstGeom>
          <a:solidFill>
            <a:srgbClr val="D5A10D">
              <a:alpha val="94863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59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39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81914-FFC8-295A-EABB-525956553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EC252-0FA5-55F5-703D-3F1398D0A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8F33-74F4-8EE9-7826-7B5263B2D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A2B3-752B-ADE7-680B-181CAFF25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72DF2-0939-223E-1C23-C3C6F5EFA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6E0D6-5032-BFB4-1206-F6BAF77DA7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252004" y="61717"/>
            <a:ext cx="1687992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800" dirty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420435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5.png"/><Relationship Id="rId3" Type="http://schemas.openxmlformats.org/officeDocument/2006/relationships/image" Target="../media/image19.png"/><Relationship Id="rId7" Type="http://schemas.openxmlformats.org/officeDocument/2006/relationships/image" Target="../media/image200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4.png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7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0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10" Type="http://schemas.openxmlformats.org/officeDocument/2006/relationships/image" Target="../media/image15.png"/><Relationship Id="rId4" Type="http://schemas.openxmlformats.org/officeDocument/2006/relationships/image" Target="../media/image90.png"/><Relationship Id="rId9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20.emf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50.png"/><Relationship Id="rId7" Type="http://schemas.openxmlformats.org/officeDocument/2006/relationships/customXml" Target="../ink/ink1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8.emf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1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0.png"/><Relationship Id="rId12" Type="http://schemas.openxmlformats.org/officeDocument/2006/relationships/customXml" Target="../ink/ink2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emf"/><Relationship Id="rId11" Type="http://schemas.openxmlformats.org/officeDocument/2006/relationships/image" Target="../media/image32.png"/><Relationship Id="rId5" Type="http://schemas.openxmlformats.org/officeDocument/2006/relationships/image" Target="../media/image290.png"/><Relationship Id="rId10" Type="http://schemas.openxmlformats.org/officeDocument/2006/relationships/customXml" Target="../ink/ink21.xml"/><Relationship Id="rId4" Type="http://schemas.openxmlformats.org/officeDocument/2006/relationships/image" Target="../media/image280.png"/><Relationship Id="rId9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A2C9-A06B-0D70-FCD5-B75317E19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9584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Lecture 12</a:t>
            </a:r>
            <a:r>
              <a:rPr lang="en-US" dirty="0"/>
              <a:t>: Reinforcement Learning II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89F0B-4D3D-5574-CA59-117E4F61D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01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CS420: Introduction to AI</a:t>
            </a:r>
          </a:p>
          <a:p>
            <a:r>
              <a:rPr lang="en-US" dirty="0"/>
              <a:t>Zhize LI</a:t>
            </a:r>
          </a:p>
        </p:txBody>
      </p:sp>
    </p:spTree>
    <p:extLst>
      <p:ext uri="{BB962C8B-B14F-4D97-AF65-F5344CB8AC3E}">
        <p14:creationId xmlns:p14="http://schemas.microsoft.com/office/powerpoint/2010/main" val="50056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BE78-B6E0-B019-0E66-34FBF3FE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88A9-6041-E8A1-9AC2-B2358D25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AD0A-884F-E8C8-39CC-04E08605C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19" y="1253330"/>
            <a:ext cx="11022930" cy="5350670"/>
          </a:xfrm>
        </p:spPr>
        <p:txBody>
          <a:bodyPr/>
          <a:lstStyle/>
          <a:p>
            <a:r>
              <a:rPr lang="en-US" dirty="0"/>
              <a:t>How should an agent act when the environment is unknown?</a:t>
            </a:r>
          </a:p>
          <a:p>
            <a:pPr lvl="1"/>
            <a:r>
              <a:rPr lang="en-US" b="1" dirty="0"/>
              <a:t>Option 1: Model-Based RL</a:t>
            </a:r>
          </a:p>
          <a:p>
            <a:pPr lvl="2"/>
            <a:r>
              <a:rPr lang="en-US" dirty="0"/>
              <a:t>Learn a </a:t>
            </a:r>
            <a:r>
              <a:rPr lang="en-US" b="1" dirty="0"/>
              <a:t>model of the environment</a:t>
            </a:r>
            <a:endParaRPr lang="en-US" dirty="0"/>
          </a:p>
          <a:p>
            <a:pPr lvl="2"/>
            <a:r>
              <a:rPr lang="en-US" dirty="0"/>
              <a:t>Estimate P (transition) and R (reward) from data</a:t>
            </a:r>
          </a:p>
          <a:p>
            <a:pPr lvl="2"/>
            <a:r>
              <a:rPr lang="en-US" dirty="0"/>
              <a:t>Solve the resulting MDP using </a:t>
            </a:r>
            <a:r>
              <a:rPr lang="en-US" b="1" dirty="0"/>
              <a:t>planning methods </a:t>
            </a:r>
            <a:r>
              <a:rPr lang="en-US" dirty="0"/>
              <a:t>(e.g., value iteration) to obtain an optimal policy</a:t>
            </a:r>
          </a:p>
          <a:p>
            <a:pPr lvl="2"/>
            <a:r>
              <a:rPr lang="en-US" b="1" dirty="0"/>
              <a:t>When to update/re-estimate the model?</a:t>
            </a:r>
          </a:p>
          <a:p>
            <a:pPr lvl="3"/>
            <a:r>
              <a:rPr lang="en-US" sz="2200" dirty="0"/>
              <a:t>Re-estimate as more data is collected, or at</a:t>
            </a:r>
            <a:r>
              <a:rPr lang="en-SG" sz="2400" dirty="0"/>
              <a:t> a computationally affordable frequency</a:t>
            </a:r>
            <a:endParaRPr lang="en-US" sz="2200" dirty="0"/>
          </a:p>
          <a:p>
            <a:pPr lvl="1"/>
            <a:r>
              <a:rPr lang="en-US" b="1" dirty="0"/>
              <a:t>Option 2: Model-Free RL</a:t>
            </a:r>
          </a:p>
          <a:p>
            <a:pPr lvl="2"/>
            <a:r>
              <a:rPr lang="en-US" dirty="0"/>
              <a:t>Learn the optimal policy or value function </a:t>
            </a:r>
            <a:r>
              <a:rPr lang="en-US" b="1" dirty="0"/>
              <a:t>without explicitly modeling P or R</a:t>
            </a:r>
          </a:p>
          <a:p>
            <a:pPr lvl="2"/>
            <a:r>
              <a:rPr lang="en-US" dirty="0"/>
              <a:t>Learn directly from </a:t>
            </a:r>
            <a:r>
              <a:rPr lang="en-US" b="1" dirty="0"/>
              <a:t>experience (data collected through interaction with the environment)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D75B6B-839F-F491-1A5A-34219A829280}"/>
                  </a:ext>
                </a:extLst>
              </p14:cNvPr>
              <p14:cNvContentPartPr/>
              <p14:nvPr/>
            </p14:nvContentPartPr>
            <p14:xfrm>
              <a:off x="2876400" y="180000"/>
              <a:ext cx="8553960" cy="5393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D75B6B-839F-F491-1A5A-34219A8292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0200" y="163800"/>
                <a:ext cx="8586360" cy="54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65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349B-0622-B1B4-C8A2-8F83CC26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D45F-E7BC-70BB-D8B3-E4C70245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Agent-Environment Interaction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F8F49B-A554-DA4F-C089-93CD5157B647}"/>
              </a:ext>
            </a:extLst>
          </p:cNvPr>
          <p:cNvSpPr/>
          <p:nvPr/>
        </p:nvSpPr>
        <p:spPr>
          <a:xfrm>
            <a:off x="3951889" y="4316381"/>
            <a:ext cx="4082953" cy="119817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Agent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E60846-36D6-CA4D-78CD-FDD6A0979645}"/>
              </a:ext>
            </a:extLst>
          </p:cNvPr>
          <p:cNvSpPr/>
          <p:nvPr/>
        </p:nvSpPr>
        <p:spPr>
          <a:xfrm>
            <a:off x="3951889" y="1624652"/>
            <a:ext cx="4288221" cy="1481959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Environment</a:t>
            </a:r>
          </a:p>
        </p:txBody>
      </p:sp>
      <p:sp>
        <p:nvSpPr>
          <p:cNvPr id="6" name="Curved Right Arrow 5">
            <a:extLst>
              <a:ext uri="{FF2B5EF4-FFF2-40B4-BE49-F238E27FC236}">
                <a16:creationId xmlns:a16="http://schemas.microsoft.com/office/drawing/2014/main" id="{8F63939E-83FD-BDB7-233F-5D65D8C8D419}"/>
              </a:ext>
            </a:extLst>
          </p:cNvPr>
          <p:cNvSpPr/>
          <p:nvPr/>
        </p:nvSpPr>
        <p:spPr>
          <a:xfrm>
            <a:off x="2612616" y="2271039"/>
            <a:ext cx="1339273" cy="2979683"/>
          </a:xfrm>
          <a:prstGeom prst="curvedRightArrow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003B6A24-31D0-E7E5-4020-0399D3FCCECD}"/>
              </a:ext>
            </a:extLst>
          </p:cNvPr>
          <p:cNvSpPr/>
          <p:nvPr/>
        </p:nvSpPr>
        <p:spPr>
          <a:xfrm rot="11032313" flipH="1">
            <a:off x="8135944" y="2060614"/>
            <a:ext cx="1341547" cy="3039839"/>
          </a:xfrm>
          <a:prstGeom prst="curvedLeftArrow">
            <a:avLst>
              <a:gd name="adj1" fmla="val 25000"/>
              <a:gd name="adj2" fmla="val 60219"/>
              <a:gd name="adj3" fmla="val 25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EF16D8-D6A3-7EB1-77DA-B81E02CDB188}"/>
              </a:ext>
            </a:extLst>
          </p:cNvPr>
          <p:cNvSpPr txBox="1"/>
          <p:nvPr/>
        </p:nvSpPr>
        <p:spPr>
          <a:xfrm>
            <a:off x="1700181" y="3157498"/>
            <a:ext cx="2383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Reward: r</a:t>
            </a:r>
          </a:p>
          <a:p>
            <a:r>
              <a:rPr lang="en-US" sz="3600" dirty="0"/>
              <a:t>State: 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E428C-45AF-C55A-5518-0FB8F43860A5}"/>
              </a:ext>
            </a:extLst>
          </p:cNvPr>
          <p:cNvSpPr txBox="1"/>
          <p:nvPr/>
        </p:nvSpPr>
        <p:spPr>
          <a:xfrm>
            <a:off x="8034841" y="3388330"/>
            <a:ext cx="238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Actions: 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688049-5529-1302-8D05-0F1FD084855E}"/>
                  </a:ext>
                </a:extLst>
              </p14:cNvPr>
              <p14:cNvContentPartPr/>
              <p14:nvPr/>
            </p14:nvContentPartPr>
            <p14:xfrm>
              <a:off x="3031200" y="5582520"/>
              <a:ext cx="4525560" cy="1088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688049-5529-1302-8D05-0F1FD08485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5000" y="5566320"/>
                <a:ext cx="4557960" cy="112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898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2729D-B5E0-FB1A-5A06-C50EB048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144C-343B-FD06-6A5D-BA1B89D7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0A3672-2C2E-B18D-ECF4-EA7D83AD77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057435" cy="535067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+mn-lt"/>
                  </a:rPr>
                  <a:t>The environment is described by a set of </a:t>
                </a:r>
                <a:r>
                  <a:rPr lang="en-US" b="1" dirty="0">
                    <a:latin typeface="+mn-lt"/>
                  </a:rPr>
                  <a:t>states</a:t>
                </a:r>
                <a:r>
                  <a:rPr lang="en-US" dirty="0">
                    <a:latin typeface="+mn-lt"/>
                  </a:rPr>
                  <a:t> and </a:t>
                </a:r>
                <a:r>
                  <a:rPr lang="en-US" b="1" dirty="0">
                    <a:latin typeface="+mn-lt"/>
                  </a:rPr>
                  <a:t>actions</a:t>
                </a:r>
              </a:p>
              <a:p>
                <a:r>
                  <a:rPr lang="en-US" dirty="0">
                    <a:latin typeface="+mn-lt"/>
                  </a:rPr>
                  <a:t>At each time step t, the agent is in state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baseline="-25000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Takes an action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Receives some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  <a:endParaRPr lang="en-US" baseline="-25000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Moves to a 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  <a:endParaRPr lang="en-US" baseline="-250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An</a:t>
                </a:r>
                <a:r>
                  <a:rPr lang="en-US" b="1" dirty="0">
                    <a:latin typeface="+mn-lt"/>
                  </a:rPr>
                  <a:t> experience</a:t>
                </a:r>
                <a:r>
                  <a:rPr lang="en-US" dirty="0">
                    <a:latin typeface="+mn-lt"/>
                  </a:rPr>
                  <a:t> is defined as: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). </a:t>
                </a:r>
              </a:p>
              <a:p>
                <a:r>
                  <a:rPr lang="en-US" dirty="0">
                    <a:latin typeface="+mn-lt"/>
                  </a:rPr>
                  <a:t>An </a:t>
                </a:r>
                <a:r>
                  <a:rPr lang="en-US" b="1" dirty="0">
                    <a:latin typeface="+mn-lt"/>
                  </a:rPr>
                  <a:t>episode</a:t>
                </a:r>
                <a:r>
                  <a:rPr lang="en-US" dirty="0">
                    <a:latin typeface="+mn-lt"/>
                  </a:rPr>
                  <a:t> is a sequence of experiences from a start state to some terminal state (e.g., end of a game)</a:t>
                </a:r>
              </a:p>
              <a:p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Model-free RL </a:t>
                </a:r>
                <a:r>
                  <a:rPr lang="en-US" dirty="0">
                    <a:latin typeface="+mn-lt"/>
                  </a:rPr>
                  <a:t>methods learn directly from these experiences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0A3672-2C2E-B18D-ECF4-EA7D83AD77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057435" cy="5350670"/>
              </a:xfrm>
              <a:blipFill>
                <a:blip r:embed="rId3"/>
                <a:stretch>
                  <a:fillRect l="-1147" t="-1896" r="-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867119-903C-9DA5-4F55-6514A6B78C7A}"/>
                  </a:ext>
                </a:extLst>
              </p14:cNvPr>
              <p14:cNvContentPartPr/>
              <p14:nvPr/>
            </p14:nvContentPartPr>
            <p14:xfrm>
              <a:off x="2185920" y="191880"/>
              <a:ext cx="9799200" cy="5693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867119-903C-9DA5-4F55-6514A6B78C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9720" y="175680"/>
                <a:ext cx="9831600" cy="572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531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DF30-8D13-F516-4BD2-5D00F7BD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E278-245C-B03D-CCC6-59B66A57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Experience &amp; Episode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8F76C1-E7C6-7845-2045-0697B0A6E40E}"/>
              </a:ext>
            </a:extLst>
          </p:cNvPr>
          <p:cNvGraphicFramePr>
            <a:graphicFrameLocks noGrp="1"/>
          </p:cNvGraphicFramePr>
          <p:nvPr/>
        </p:nvGraphicFramePr>
        <p:xfrm>
          <a:off x="5374803" y="4281293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AC2FBC-B4A8-FAD3-99B3-C5FA780CDF42}"/>
              </a:ext>
            </a:extLst>
          </p:cNvPr>
          <p:cNvGraphicFramePr>
            <a:graphicFrameLocks noGrp="1"/>
          </p:cNvGraphicFramePr>
          <p:nvPr/>
        </p:nvGraphicFramePr>
        <p:xfrm>
          <a:off x="8534400" y="4281293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FC177573-EE3E-7906-3FD1-FE7B69757952}"/>
              </a:ext>
            </a:extLst>
          </p:cNvPr>
          <p:cNvSpPr/>
          <p:nvPr/>
        </p:nvSpPr>
        <p:spPr>
          <a:xfrm>
            <a:off x="7399874" y="4863380"/>
            <a:ext cx="1005893" cy="2127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F52955-3D54-07B1-3095-06BACF7F71BF}"/>
                  </a:ext>
                </a:extLst>
              </p:cNvPr>
              <p:cNvSpPr txBox="1"/>
              <p:nvPr/>
            </p:nvSpPr>
            <p:spPr>
              <a:xfrm>
                <a:off x="5675398" y="5668666"/>
                <a:ext cx="14956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EC1F83-1849-7AE5-BA00-AEA8897F3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398" y="5668666"/>
                <a:ext cx="1495604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F1F01-D910-D6E1-5437-E6EB8D9C1773}"/>
                  </a:ext>
                </a:extLst>
              </p:cNvPr>
              <p:cNvSpPr txBox="1"/>
              <p:nvPr/>
            </p:nvSpPr>
            <p:spPr>
              <a:xfrm>
                <a:off x="8737556" y="5630597"/>
                <a:ext cx="16556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(</a:t>
                </a:r>
                <a:r>
                  <a:rPr lang="en-US" sz="2400" b="1" dirty="0"/>
                  <a:t>terminal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CB9068-2D43-5C31-C5F2-9E91638A5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556" y="5630597"/>
                <a:ext cx="1655623" cy="830997"/>
              </a:xfrm>
              <a:prstGeom prst="rect">
                <a:avLst/>
              </a:prstGeom>
              <a:blipFill>
                <a:blip r:embed="rId4"/>
                <a:stretch>
                  <a:fillRect l="-5303" r="-75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E02349-5FF7-CF49-81D5-69E0CFC7F2F0}"/>
                  </a:ext>
                </a:extLst>
              </p:cNvPr>
              <p:cNvSpPr txBox="1"/>
              <p:nvPr/>
            </p:nvSpPr>
            <p:spPr>
              <a:xfrm>
                <a:off x="7300226" y="5104981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(3,1)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012436-D2CD-D481-D417-9B70E1233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226" y="5104981"/>
                <a:ext cx="1336778" cy="351956"/>
              </a:xfrm>
              <a:prstGeom prst="rect">
                <a:avLst/>
              </a:prstGeom>
              <a:blipFill>
                <a:blip r:embed="rId5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651BA2-8865-C3E7-715E-9D734846595E}"/>
                  </a:ext>
                </a:extLst>
              </p:cNvPr>
              <p:cNvSpPr txBox="1"/>
              <p:nvPr/>
            </p:nvSpPr>
            <p:spPr>
              <a:xfrm>
                <a:off x="7412228" y="4508471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+1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356A0F-CC93-63E5-4689-31A288CB4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228" y="4508471"/>
                <a:ext cx="1336778" cy="351956"/>
              </a:xfrm>
              <a:prstGeom prst="rect">
                <a:avLst/>
              </a:prstGeom>
              <a:blipFill>
                <a:blip r:embed="rId6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BA0FF19-1ACD-02AF-29A7-6EC268FD958E}"/>
              </a:ext>
            </a:extLst>
          </p:cNvPr>
          <p:cNvGraphicFramePr>
            <a:graphicFrameLocks noGrp="1"/>
          </p:cNvGraphicFramePr>
          <p:nvPr/>
        </p:nvGraphicFramePr>
        <p:xfrm>
          <a:off x="1279934" y="4269719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12" name="Right Arrow 11">
            <a:extLst>
              <a:ext uri="{FF2B5EF4-FFF2-40B4-BE49-F238E27FC236}">
                <a16:creationId xmlns:a16="http://schemas.microsoft.com/office/drawing/2014/main" id="{9F5DDB8C-7B5C-4DB4-82FF-D23D3EBD2F9E}"/>
              </a:ext>
            </a:extLst>
          </p:cNvPr>
          <p:cNvSpPr/>
          <p:nvPr/>
        </p:nvSpPr>
        <p:spPr>
          <a:xfrm>
            <a:off x="3386659" y="4909547"/>
            <a:ext cx="1005893" cy="2127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3B6A5C-B3E5-6DB9-2403-36DE83E43872}"/>
                  </a:ext>
                </a:extLst>
              </p:cNvPr>
              <p:cNvSpPr txBox="1"/>
              <p:nvPr/>
            </p:nvSpPr>
            <p:spPr>
              <a:xfrm>
                <a:off x="3425117" y="5104981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(1,2)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583B39-3BD6-6887-4B9E-FDF9492D1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117" y="5104981"/>
                <a:ext cx="1336778" cy="351956"/>
              </a:xfrm>
              <a:prstGeom prst="rect">
                <a:avLst/>
              </a:prstGeom>
              <a:blipFill>
                <a:blip r:embed="rId7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8550B2C-AA8C-B743-3E8B-58D5D4EF3D2C}"/>
              </a:ext>
            </a:extLst>
          </p:cNvPr>
          <p:cNvSpPr txBox="1"/>
          <p:nvPr/>
        </p:nvSpPr>
        <p:spPr>
          <a:xfrm>
            <a:off x="4452789" y="4785092"/>
            <a:ext cx="75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D541CED1-700E-334B-3E15-E091EFA088D0}"/>
              </a:ext>
            </a:extLst>
          </p:cNvPr>
          <p:cNvSpPr/>
          <p:nvPr/>
        </p:nvSpPr>
        <p:spPr>
          <a:xfrm>
            <a:off x="4876800" y="4893325"/>
            <a:ext cx="447615" cy="21165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039CB-4DF8-B5A6-10F0-2A997D53A8F8}"/>
              </a:ext>
            </a:extLst>
          </p:cNvPr>
          <p:cNvSpPr txBox="1"/>
          <p:nvPr/>
        </p:nvSpPr>
        <p:spPr>
          <a:xfrm>
            <a:off x="-159751" y="3673142"/>
            <a:ext cx="2879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Episode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12AE9DB-3CCA-A1D0-D4B1-CC47C9221B1B}"/>
              </a:ext>
            </a:extLst>
          </p:cNvPr>
          <p:cNvGraphicFramePr>
            <a:graphicFrameLocks noGrp="1"/>
          </p:cNvGraphicFramePr>
          <p:nvPr/>
        </p:nvGraphicFramePr>
        <p:xfrm>
          <a:off x="3528624" y="1905555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18" name="Right Arrow 17">
            <a:extLst>
              <a:ext uri="{FF2B5EF4-FFF2-40B4-BE49-F238E27FC236}">
                <a16:creationId xmlns:a16="http://schemas.microsoft.com/office/drawing/2014/main" id="{31C18C6E-A140-AA24-E11A-761E2874E17F}"/>
              </a:ext>
            </a:extLst>
          </p:cNvPr>
          <p:cNvSpPr/>
          <p:nvPr/>
        </p:nvSpPr>
        <p:spPr>
          <a:xfrm>
            <a:off x="5633264" y="2507185"/>
            <a:ext cx="1005893" cy="2127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1AE2D1-EE7F-9A92-F144-5E12BB9CD847}"/>
                  </a:ext>
                </a:extLst>
              </p:cNvPr>
              <p:cNvSpPr txBox="1"/>
              <p:nvPr/>
            </p:nvSpPr>
            <p:spPr>
              <a:xfrm>
                <a:off x="5633265" y="2726586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(3,3)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B52251-5D22-71F0-C60E-C4E9810A9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265" y="2726586"/>
                <a:ext cx="1336778" cy="351956"/>
              </a:xfrm>
              <a:prstGeom prst="rect">
                <a:avLst/>
              </a:prstGeom>
              <a:blipFill>
                <a:blip r:embed="rId8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DF6849-577C-2175-998D-06F47D139946}"/>
                  </a:ext>
                </a:extLst>
              </p:cNvPr>
              <p:cNvSpPr txBox="1"/>
              <p:nvPr/>
            </p:nvSpPr>
            <p:spPr>
              <a:xfrm>
                <a:off x="3487864" y="4526706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0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8F8BC2-8842-3D83-6795-30BBEAAE0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64" y="4526706"/>
                <a:ext cx="1336778" cy="351956"/>
              </a:xfrm>
              <a:prstGeom prst="rect">
                <a:avLst/>
              </a:prstGeom>
              <a:blipFill>
                <a:blip r:embed="rId9"/>
                <a:stretch>
                  <a:fillRect t="-714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6F7787-7931-BD3B-5A11-0F72D64FF2A0}"/>
                  </a:ext>
                </a:extLst>
              </p:cNvPr>
              <p:cNvSpPr txBox="1"/>
              <p:nvPr/>
            </p:nvSpPr>
            <p:spPr>
              <a:xfrm>
                <a:off x="5680645" y="2143573"/>
                <a:ext cx="1336778" cy="351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87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87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87" dirty="0"/>
                  <a:t> = 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E443E6-54C3-32BF-E21E-405C93A70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645" y="2143573"/>
                <a:ext cx="1336778" cy="351956"/>
              </a:xfrm>
              <a:prstGeom prst="rect">
                <a:avLst/>
              </a:prstGeom>
              <a:blipFill>
                <a:blip r:embed="rId10"/>
                <a:stretch>
                  <a:fillRect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F16DCE8-66FA-2956-8829-0ACB0FCE15BE}"/>
              </a:ext>
            </a:extLst>
          </p:cNvPr>
          <p:cNvGraphicFramePr>
            <a:graphicFrameLocks noGrp="1"/>
          </p:cNvGraphicFramePr>
          <p:nvPr/>
        </p:nvGraphicFramePr>
        <p:xfrm>
          <a:off x="6795995" y="1896252"/>
          <a:ext cx="1972998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7666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657666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A7D3893-4DD9-27F2-1010-473F1DD345E2}"/>
              </a:ext>
            </a:extLst>
          </p:cNvPr>
          <p:cNvSpPr txBox="1"/>
          <p:nvPr/>
        </p:nvSpPr>
        <p:spPr>
          <a:xfrm>
            <a:off x="360981" y="1354387"/>
            <a:ext cx="352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Experience (s, a, r, s’)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212907-3886-C597-BC26-7CC7218FE9A3}"/>
                  </a:ext>
                </a:extLst>
              </p:cNvPr>
              <p:cNvSpPr txBox="1"/>
              <p:nvPr/>
            </p:nvSpPr>
            <p:spPr>
              <a:xfrm>
                <a:off x="1518631" y="5644390"/>
                <a:ext cx="14956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DFD0BE-F2C0-1EB4-39B0-D87BA8323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631" y="5644390"/>
                <a:ext cx="1495604" cy="461665"/>
              </a:xfrm>
              <a:prstGeom prst="rect">
                <a:avLst/>
              </a:prstGeom>
              <a:blipFill>
                <a:blip r:embed="rId1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C446324-7B67-A051-D0D4-774204FE5A91}"/>
                  </a:ext>
                </a:extLst>
              </p14:cNvPr>
              <p14:cNvContentPartPr/>
              <p14:nvPr/>
            </p14:nvContentPartPr>
            <p14:xfrm>
              <a:off x="1873080" y="856800"/>
              <a:ext cx="9328680" cy="6001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C446324-7B67-A051-D0D4-774204FE5A9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56880" y="840600"/>
                <a:ext cx="9361080" cy="603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090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CCB7-988F-11CE-FAB4-ED1D5CFC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0B12-E4B5-C275-5875-D5ED5EE0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D81B-AA82-32C8-8F28-78DC71E7C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19" y="1253330"/>
            <a:ext cx="11157017" cy="5350670"/>
          </a:xfrm>
        </p:spPr>
        <p:txBody>
          <a:bodyPr/>
          <a:lstStyle/>
          <a:p>
            <a:r>
              <a:rPr lang="en-US" dirty="0"/>
              <a:t>Q-Learning</a:t>
            </a:r>
          </a:p>
          <a:p>
            <a:pPr lvl="1"/>
            <a:r>
              <a:rPr lang="en-US" dirty="0"/>
              <a:t>A model-free RL algorithm that learns the optimal Q-function Q*(s,a)</a:t>
            </a:r>
          </a:p>
          <a:p>
            <a:r>
              <a:rPr lang="en-US" dirty="0"/>
              <a:t>Approximate Q-Learning</a:t>
            </a:r>
          </a:p>
          <a:p>
            <a:pPr lvl="1"/>
            <a:r>
              <a:rPr lang="en-US" dirty="0"/>
              <a:t>Extends Q-learning to </a:t>
            </a:r>
            <a:r>
              <a:rPr lang="en-US" b="1" dirty="0"/>
              <a:t>large or continuous state spaces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function approximation </a:t>
            </a:r>
            <a:r>
              <a:rPr lang="en-US" dirty="0"/>
              <a:t>(e.g., neural networks)</a:t>
            </a:r>
          </a:p>
          <a:p>
            <a:pPr lvl="1"/>
            <a:r>
              <a:rPr lang="en-US" dirty="0"/>
              <a:t>Forms the foundation of modern methods such as Deep Q-Networks (DQN), Q-learning with deep neural networks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03C8AB-EB92-DD68-2D07-B1F325CAC944}"/>
                  </a:ext>
                </a:extLst>
              </p14:cNvPr>
              <p14:cNvContentPartPr/>
              <p14:nvPr/>
            </p14:nvContentPartPr>
            <p14:xfrm>
              <a:off x="3742200" y="448560"/>
              <a:ext cx="7799760" cy="1708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03C8AB-EB92-DD68-2D07-B1F325CAC9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6000" y="432360"/>
                <a:ext cx="7832160" cy="174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7872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717C-79B1-4531-0155-9358DD5C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A8A1E-37DB-B1EA-A572-4D440FA16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636" y="1253330"/>
                <a:ext cx="11365564" cy="5350670"/>
              </a:xfrm>
            </p:spPr>
            <p:txBody>
              <a:bodyPr/>
              <a:lstStyle/>
              <a:p>
                <a:r>
                  <a:rPr lang="en-US" dirty="0"/>
                  <a:t>Goal is to maximize accumulated reward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We iteratively improve estimates of Q-function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using </a:t>
                </a:r>
                <a:r>
                  <a:rPr lang="en-US" b="1" dirty="0"/>
                  <a:t>experience</a:t>
                </a:r>
              </a:p>
              <a:p>
                <a:pPr lvl="1"/>
                <a:r>
                  <a:rPr lang="en-US" dirty="0"/>
                  <a:t>Note that transition P is </a:t>
                </a:r>
                <a:r>
                  <a:rPr lang="en-US" b="1" dirty="0"/>
                  <a:t>unknown</a:t>
                </a:r>
                <a:r>
                  <a:rPr lang="en-US" dirty="0"/>
                  <a:t>, so we cannot apply standard Bellman update equations (e.g., Value Iteration)</a:t>
                </a:r>
              </a:p>
              <a:p>
                <a:r>
                  <a:rPr lang="en-US" dirty="0"/>
                  <a:t>The new update rule:</a:t>
                </a:r>
              </a:p>
              <a:p>
                <a:pPr lvl="1"/>
                <a:r>
                  <a:rPr lang="en-US" dirty="0" err="1"/>
                  <a:t>NewEstimate</a:t>
                </a:r>
                <a:r>
                  <a:rPr lang="en-US" dirty="0"/>
                  <a:t> = </a:t>
                </a:r>
                <a:r>
                  <a:rPr lang="en-US" dirty="0" err="1">
                    <a:solidFill>
                      <a:srgbClr val="FF0000"/>
                    </a:solidFill>
                  </a:rPr>
                  <a:t>OldEstimate</a:t>
                </a:r>
                <a:r>
                  <a:rPr lang="en-US" dirty="0"/>
                  <a:t> + </a:t>
                </a:r>
                <a:r>
                  <a:rPr lang="en-US" dirty="0" err="1">
                    <a:solidFill>
                      <a:srgbClr val="00B050"/>
                    </a:solidFill>
                  </a:rPr>
                  <a:t>StepSize</a:t>
                </a:r>
                <a:r>
                  <a:rPr lang="en-US" dirty="0"/>
                  <a:t> [</a:t>
                </a:r>
                <a:r>
                  <a:rPr lang="en-US" dirty="0">
                    <a:solidFill>
                      <a:srgbClr val="0070C0"/>
                    </a:solidFill>
                  </a:rPr>
                  <a:t>Target</a:t>
                </a:r>
                <a:r>
                  <a:rPr lang="en-US" dirty="0"/>
                  <a:t> </a:t>
                </a:r>
                <a:r>
                  <a:rPr lang="mr-IN" dirty="0"/>
                  <a:t>–</a:t>
                </a:r>
                <a:r>
                  <a:rPr lang="en-US" dirty="0"/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OldEstimate</a:t>
                </a:r>
                <a:r>
                  <a:rPr lang="en-US" dirty="0"/>
                  <a:t>]</a:t>
                </a:r>
              </a:p>
              <a:p>
                <a:r>
                  <a:rPr lang="en-US" dirty="0"/>
                  <a:t>With an experience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∗[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limLow>
                      <m:limLow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A8A1E-37DB-B1EA-A572-4D440FA16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636" y="1253330"/>
                <a:ext cx="11365564" cy="5350670"/>
              </a:xfrm>
              <a:blipFill>
                <a:blip r:embed="rId3"/>
                <a:stretch>
                  <a:fillRect l="-1116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6CDF0C-71BC-69A8-B1A3-68CF76144436}"/>
                  </a:ext>
                </a:extLst>
              </p14:cNvPr>
              <p14:cNvContentPartPr/>
              <p14:nvPr/>
            </p14:nvContentPartPr>
            <p14:xfrm>
              <a:off x="325800" y="122400"/>
              <a:ext cx="11866320" cy="6682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6CDF0C-71BC-69A8-B1A3-68CF761444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9600" y="106200"/>
                <a:ext cx="11898720" cy="67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3B0016-A98C-80E3-F7B2-B8DEC5D6B415}"/>
                  </a:ext>
                </a:extLst>
              </p14:cNvPr>
              <p14:cNvContentPartPr/>
              <p14:nvPr/>
            </p14:nvContentPartPr>
            <p14:xfrm>
              <a:off x="810000" y="5801760"/>
              <a:ext cx="1343160" cy="688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3B0016-A98C-80E3-F7B2-B8DEC5D6B4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3800" y="5785560"/>
                <a:ext cx="1375560" cy="72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99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8EDD-4537-14C6-5865-0E2DA5CE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219CC-9705-1C09-069A-E9477E16AA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0499291" cy="5350670"/>
              </a:xfrm>
            </p:spPr>
            <p:txBody>
              <a:bodyPr/>
              <a:lstStyle/>
              <a:p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dirty="0" err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) = 0</m:t>
                    </m:r>
                  </m:oMath>
                </a14:m>
                <a:r>
                  <a:rPr lang="en-US" dirty="0"/>
                  <a:t>,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Start from some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Repea</a:t>
                </a:r>
                <a:r>
                  <a:rPr lang="en-US" altLang="zh-CN" dirty="0"/>
                  <a:t>t:</a:t>
                </a:r>
                <a:endParaRPr lang="en-US" dirty="0"/>
              </a:p>
              <a:p>
                <a:pPr lvl="1"/>
                <a:r>
                  <a:rPr lang="en-US" dirty="0"/>
                  <a:t>Select an action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(e.g., 𝛜-greedy) and execute it </a:t>
                </a:r>
              </a:p>
              <a:p>
                <a:pPr lvl="1"/>
                <a:r>
                  <a:rPr lang="en-US" dirty="0"/>
                  <a:t>Receive immediate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i="1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observe </a:t>
                </a:r>
                <a:r>
                  <a:rPr lang="en-US" dirty="0"/>
                  <a:t>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Update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using rule: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∗[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limLow>
                      <m:limLow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Set current state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it is a terminal state, sample initial state again, restart from Repeat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219CC-9705-1C09-069A-E9477E16AA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0499291" cy="5350670"/>
              </a:xfrm>
              <a:blipFill>
                <a:blip r:embed="rId3"/>
                <a:stretch>
                  <a:fillRect l="-1208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A7D6D2-7C68-344D-9F41-412269A6AC3F}"/>
                  </a:ext>
                </a:extLst>
              </p14:cNvPr>
              <p14:cNvContentPartPr/>
              <p14:nvPr/>
            </p14:nvContentPartPr>
            <p14:xfrm>
              <a:off x="428040" y="35640"/>
              <a:ext cx="11554920" cy="6724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A7D6D2-7C68-344D-9F41-412269A6AC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6440" y="19440"/>
                <a:ext cx="11592720" cy="675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440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F30E-0420-03B2-826D-8C0276E4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E0896-909A-C5D8-1EDE-5136D86A716B}"/>
              </a:ext>
            </a:extLst>
          </p:cNvPr>
          <p:cNvSpPr txBox="1"/>
          <p:nvPr/>
        </p:nvSpPr>
        <p:spPr>
          <a:xfrm>
            <a:off x="4150959" y="4386725"/>
            <a:ext cx="3786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From Sutton &amp; Barto’s RL book.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010EE-8A51-9EE0-21F5-F5159E52A140}"/>
              </a:ext>
            </a:extLst>
          </p:cNvPr>
          <p:cNvSpPr txBox="1"/>
          <p:nvPr/>
        </p:nvSpPr>
        <p:spPr>
          <a:xfrm>
            <a:off x="1729259" y="5140758"/>
            <a:ext cx="8861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Note: For terminal state, there are no future reward (or future value is zero).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D8B0E-EE87-3320-3BA6-0B0D8DFE6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259" y="1317132"/>
            <a:ext cx="8640307" cy="30142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7DA7BE-59BC-5926-7D45-FA29397FA09D}"/>
                  </a:ext>
                </a:extLst>
              </p14:cNvPr>
              <p14:cNvContentPartPr/>
              <p14:nvPr/>
            </p14:nvContentPartPr>
            <p14:xfrm>
              <a:off x="5295960" y="263160"/>
              <a:ext cx="6750360" cy="5591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7DA7BE-59BC-5926-7D45-FA29397FA0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9760" y="246960"/>
                <a:ext cx="6782760" cy="56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783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F2EE-2844-E1A0-93E0-8DDCDAC2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Q-Learning: Exploration/Exploitation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3B4F7-B0AC-08C3-6B54-8FC29A3E1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173060" cy="5350670"/>
              </a:xfrm>
            </p:spPr>
            <p:txBody>
              <a:bodyPr/>
              <a:lstStyle/>
              <a:p>
                <a:r>
                  <a:rPr lang="en-US" dirty="0">
                    <a:latin typeface="+mn-lt"/>
                  </a:rPr>
                  <a:t>How do we select an action in a state </a:t>
                </a:r>
                <a:r>
                  <a:rPr lang="en-US" b="1" i="1" dirty="0" err="1">
                    <a:solidFill>
                      <a:srgbClr val="FF0000"/>
                    </a:solidFill>
                    <a:latin typeface="+mn-lt"/>
                  </a:rPr>
                  <a:t>s</a:t>
                </a:r>
                <a:r>
                  <a:rPr lang="en-US" b="1" i="1" baseline="-25000" dirty="0" err="1">
                    <a:solidFill>
                      <a:srgbClr val="FF0000"/>
                    </a:solidFill>
                    <a:latin typeface="+mn-lt"/>
                  </a:rPr>
                  <a:t>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lvl="1"/>
                <a:r>
                  <a:rPr lang="en-US" dirty="0">
                    <a:latin typeface="+mn-lt"/>
                  </a:rPr>
                  <a:t>Can choose action that gives maximum Q value?</a:t>
                </a:r>
              </a:p>
              <a:p>
                <a:pPr lvl="3"/>
                <a:endParaRPr lang="en-US" dirty="0">
                  <a:latin typeface="+mn-lt"/>
                </a:endParaRPr>
              </a:p>
              <a:p>
                <a:pPr lvl="3"/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Can instead use 𝛜-greedy (or softmax)</a:t>
                </a:r>
              </a:p>
              <a:p>
                <a:pPr lvl="2"/>
                <a:r>
                  <a:rPr lang="en-US" dirty="0">
                    <a:latin typeface="+mn-lt"/>
                  </a:rPr>
                  <a:t>With probability 1- 𝛜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+mn-lt"/>
                  </a:rPr>
                  <a:t>*</a:t>
                </a:r>
                <a:r>
                  <a:rPr lang="en-US" dirty="0">
                    <a:latin typeface="+mn-lt"/>
                  </a:rPr>
                  <a:t>, otherwise choose a random action</a:t>
                </a:r>
              </a:p>
              <a:p>
                <a:pPr lvl="1"/>
                <a:r>
                  <a:rPr lang="en-US" dirty="0"/>
                  <a:t>Upper confidence bound (UCB) action selection (balancing via uncertainty)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r>
                  <a:rPr lang="en-US" dirty="0">
                    <a:latin typeface="+mn-lt"/>
                  </a:rPr>
                  <a:t>Parameters (e.g., </a:t>
                </a:r>
                <a:r>
                  <a:rPr lang="en-US" dirty="0"/>
                  <a:t>𝛜,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  <a:r>
                  <a:rPr lang="en-US" dirty="0"/>
                  <a:t>can vary </a:t>
                </a:r>
                <a:r>
                  <a:rPr lang="en-US" dirty="0">
                    <a:latin typeface="+mn-lt"/>
                  </a:rPr>
                  <a:t>during the learning process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3B4F7-B0AC-08C3-6B54-8FC29A3E1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173060" cy="5350670"/>
              </a:xfrm>
              <a:blipFill>
                <a:blip r:embed="rId3"/>
                <a:stretch>
                  <a:fillRect l="-1135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6DBA2BD-8A1B-E826-D58B-9B2C7B5D0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429" y="2213143"/>
            <a:ext cx="3019592" cy="4589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55DDDB-B6BD-B1F8-DDF4-DA82787E40DE}"/>
                  </a:ext>
                </a:extLst>
              </p14:cNvPr>
              <p14:cNvContentPartPr/>
              <p14:nvPr/>
            </p14:nvContentPartPr>
            <p14:xfrm>
              <a:off x="2154600" y="42120"/>
              <a:ext cx="9415440" cy="487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55DDDB-B6BD-B1F8-DDF4-DA82787E40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8400" y="25920"/>
                <a:ext cx="9447840" cy="491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171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22F4-D0CB-39E9-896E-84F32B27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Tic Tac Toe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F78E7-9ABF-5021-A745-68C3884907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333480" cy="572702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b="0" i="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? </a:t>
                </a:r>
                <a:r>
                  <a:rPr lang="zh-CN" altLang="en-US" sz="2800" dirty="0"/>
                  <a:t> </a:t>
                </a:r>
                <a:r>
                  <a:rPr lang="en-US" sz="2800" dirty="0"/>
                  <a:t>If all current </a:t>
                </a:r>
                <a14:m>
                  <m:oMath xmlns:m="http://schemas.openxmlformats.org/officeDocument/2006/math">
                    <m:r>
                      <a:rPr lang="en-US" sz="2800" b="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800" b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sty m:val="p"/>
                      </m:rPr>
                      <a:rPr lang="en-US" sz="2800" b="0" i="1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=0.1,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F78E7-9ABF-5021-A745-68C388490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333480" cy="572702"/>
              </a:xfrm>
              <a:blipFill>
                <a:blip r:embed="rId3"/>
                <a:stretch>
                  <a:fillRect l="-895" t="-173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5B5EF1-030B-A5EA-2FF4-44C1603B0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79041"/>
              </p:ext>
            </p:extLst>
          </p:nvPr>
        </p:nvGraphicFramePr>
        <p:xfrm>
          <a:off x="1883032" y="2022901"/>
          <a:ext cx="2483067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27689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8FF91A-5A7D-E0A2-E3E6-461916C89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475512"/>
              </p:ext>
            </p:extLst>
          </p:nvPr>
        </p:nvGraphicFramePr>
        <p:xfrm>
          <a:off x="6265691" y="2022901"/>
          <a:ext cx="2483067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27689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r>
                        <a:rPr lang="en-US" sz="1800" b="1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C7DF2223-395C-1A2B-72C3-21A6EFFAD319}"/>
              </a:ext>
            </a:extLst>
          </p:cNvPr>
          <p:cNvSpPr/>
          <p:nvPr/>
        </p:nvSpPr>
        <p:spPr>
          <a:xfrm>
            <a:off x="4536540" y="2604987"/>
            <a:ext cx="1544594" cy="22242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110CA7-43EF-F2BD-B12A-DDA7DD413870}"/>
                  </a:ext>
                </a:extLst>
              </p:cNvPr>
              <p:cNvSpPr txBox="1"/>
              <p:nvPr/>
            </p:nvSpPr>
            <p:spPr>
              <a:xfrm>
                <a:off x="2527374" y="3413414"/>
                <a:ext cx="1396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110CA7-43EF-F2BD-B12A-DDA7DD413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374" y="3413414"/>
                <a:ext cx="1396314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18DFE5-F3EA-F951-3F4B-D84E210CA9F0}"/>
                  </a:ext>
                </a:extLst>
              </p:cNvPr>
              <p:cNvSpPr txBox="1"/>
              <p:nvPr/>
            </p:nvSpPr>
            <p:spPr>
              <a:xfrm>
                <a:off x="6809068" y="3432163"/>
                <a:ext cx="15457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  (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terminal</a:t>
                </a:r>
                <a:r>
                  <a:rPr lang="en-US" sz="2000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18DFE5-F3EA-F951-3F4B-D84E210CA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068" y="3432163"/>
                <a:ext cx="1545710" cy="769441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3A205B-F6B7-7981-639C-BD8818CE2DCB}"/>
                  </a:ext>
                </a:extLst>
              </p:cNvPr>
              <p:cNvSpPr txBox="1"/>
              <p:nvPr/>
            </p:nvSpPr>
            <p:spPr>
              <a:xfrm>
                <a:off x="4619313" y="2799324"/>
                <a:ext cx="139631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/>
                  <a:t> = (3,1)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3A205B-F6B7-7981-639C-BD8818CE2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13" y="2799324"/>
                <a:ext cx="1396313" cy="430887"/>
              </a:xfrm>
              <a:prstGeom prst="rect">
                <a:avLst/>
              </a:prstGeom>
              <a:blipFill>
                <a:blip r:embed="rId6"/>
                <a:stretch>
                  <a:fillRect t="-8571" r="-1802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A873C-48D1-8777-34C7-2569AAFF0579}"/>
                  </a:ext>
                </a:extLst>
              </p:cNvPr>
              <p:cNvSpPr txBox="1"/>
              <p:nvPr/>
            </p:nvSpPr>
            <p:spPr>
              <a:xfrm>
                <a:off x="4705728" y="2228834"/>
                <a:ext cx="124803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/>
                  <a:t> = +1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A873C-48D1-8777-34C7-2569AAFF0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728" y="2228834"/>
                <a:ext cx="1248032" cy="430887"/>
              </a:xfrm>
              <a:prstGeom prst="rect">
                <a:avLst/>
              </a:prstGeom>
              <a:blipFill>
                <a:blip r:embed="rId7"/>
                <a:stretch>
                  <a:fillRect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48C6D04-8257-A213-AA89-7155B478BDF4}"/>
                  </a:ext>
                </a:extLst>
              </p14:cNvPr>
              <p14:cNvContentPartPr/>
              <p14:nvPr/>
            </p14:nvContentPartPr>
            <p14:xfrm>
              <a:off x="1190160" y="1708920"/>
              <a:ext cx="10228320" cy="4230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48C6D04-8257-A213-AA89-7155B478BDF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3960" y="1692720"/>
                <a:ext cx="10260720" cy="42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1834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C84C-5936-3BB9-B300-1662D543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83B3-D1DE-B6C4-1450-BD29C16E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Tic Tac Toe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28EC1-373B-BDFA-3A52-2306BC52B3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333480" cy="572702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b="0" i="0"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? </a:t>
                </a:r>
                <a:r>
                  <a:rPr lang="zh-CN" altLang="en-US" sz="2800" dirty="0"/>
                  <a:t> </a:t>
                </a:r>
                <a:r>
                  <a:rPr lang="en-US" sz="2800" dirty="0"/>
                  <a:t>If all current </a:t>
                </a:r>
                <a14:m>
                  <m:oMath xmlns:m="http://schemas.openxmlformats.org/officeDocument/2006/math">
                    <m:r>
                      <a:rPr lang="en-US" sz="2800" b="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800" b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sty m:val="p"/>
                      </m:rPr>
                      <a:rPr lang="en-US" sz="2800" b="0" i="1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=0.1,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28EC1-373B-BDFA-3A52-2306BC52B3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333480" cy="572702"/>
              </a:xfrm>
              <a:blipFill>
                <a:blip r:embed="rId3"/>
                <a:stretch>
                  <a:fillRect l="-895" t="-173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44D7F-53D9-39F5-9854-0CAC2698ADEA}"/>
              </a:ext>
            </a:extLst>
          </p:cNvPr>
          <p:cNvGraphicFramePr>
            <a:graphicFrameLocks noGrp="1"/>
          </p:cNvGraphicFramePr>
          <p:nvPr/>
        </p:nvGraphicFramePr>
        <p:xfrm>
          <a:off x="1883032" y="2022901"/>
          <a:ext cx="2483067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27689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38CB63-9C1A-901F-A7BC-CECF03C910AA}"/>
              </a:ext>
            </a:extLst>
          </p:cNvPr>
          <p:cNvGraphicFramePr>
            <a:graphicFrameLocks noGrp="1"/>
          </p:cNvGraphicFramePr>
          <p:nvPr/>
        </p:nvGraphicFramePr>
        <p:xfrm>
          <a:off x="6265691" y="2022901"/>
          <a:ext cx="2483067" cy="14092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27689">
                  <a:extLst>
                    <a:ext uri="{9D8B030D-6E8A-4147-A177-3AD203B41FA5}">
                      <a16:colId xmlns:a16="http://schemas.microsoft.com/office/drawing/2014/main" val="667790482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2674446360"/>
                    </a:ext>
                  </a:extLst>
                </a:gridCol>
                <a:gridCol w="827689">
                  <a:extLst>
                    <a:ext uri="{9D8B030D-6E8A-4147-A177-3AD203B41FA5}">
                      <a16:colId xmlns:a16="http://schemas.microsoft.com/office/drawing/2014/main" val="3623190081"/>
                    </a:ext>
                  </a:extLst>
                </a:gridCol>
              </a:tblGrid>
              <a:tr h="469754"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41403972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166063"/>
                  </a:ext>
                </a:extLst>
              </a:tr>
              <a:tr h="469754">
                <a:tc>
                  <a:txBody>
                    <a:bodyPr/>
                    <a:lstStyle/>
                    <a:p>
                      <a:r>
                        <a:rPr lang="en-US" sz="1800" b="1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X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X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41291872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C57894C4-5059-A2EB-F86B-58435146AC7A}"/>
              </a:ext>
            </a:extLst>
          </p:cNvPr>
          <p:cNvSpPr/>
          <p:nvPr/>
        </p:nvSpPr>
        <p:spPr>
          <a:xfrm>
            <a:off x="4536540" y="2604987"/>
            <a:ext cx="1544594" cy="22242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E77A46-39FB-1DD8-ACA8-E79B0AA6ADD7}"/>
                  </a:ext>
                </a:extLst>
              </p:cNvPr>
              <p:cNvSpPr txBox="1"/>
              <p:nvPr/>
            </p:nvSpPr>
            <p:spPr>
              <a:xfrm>
                <a:off x="2527374" y="3413414"/>
                <a:ext cx="1396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E77A46-39FB-1DD8-ACA8-E79B0AA6A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374" y="3413414"/>
                <a:ext cx="1396314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66ADDD-93B6-3D2B-1F3C-A0F05AFD4D2C}"/>
                  </a:ext>
                </a:extLst>
              </p:cNvPr>
              <p:cNvSpPr txBox="1"/>
              <p:nvPr/>
            </p:nvSpPr>
            <p:spPr>
              <a:xfrm>
                <a:off x="6809068" y="3432163"/>
                <a:ext cx="154571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  (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terminal</a:t>
                </a:r>
                <a:r>
                  <a:rPr lang="en-US" sz="2000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66ADDD-93B6-3D2B-1F3C-A0F05AFD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068" y="3432163"/>
                <a:ext cx="1545710" cy="769441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179F1C-0022-E119-0C43-FEB4DE6F477A}"/>
                  </a:ext>
                </a:extLst>
              </p:cNvPr>
              <p:cNvSpPr txBox="1"/>
              <p:nvPr/>
            </p:nvSpPr>
            <p:spPr>
              <a:xfrm>
                <a:off x="4619313" y="2799324"/>
                <a:ext cx="139631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/>
                  <a:t> = (3,1)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179F1C-0022-E119-0C43-FEB4DE6F4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13" y="2799324"/>
                <a:ext cx="1396313" cy="430887"/>
              </a:xfrm>
              <a:prstGeom prst="rect">
                <a:avLst/>
              </a:prstGeom>
              <a:blipFill>
                <a:blip r:embed="rId6"/>
                <a:stretch>
                  <a:fillRect t="-8571" r="-1802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3C8AC5-8448-A7F3-35FC-499930A83099}"/>
                  </a:ext>
                </a:extLst>
              </p:cNvPr>
              <p:cNvSpPr txBox="1"/>
              <p:nvPr/>
            </p:nvSpPr>
            <p:spPr>
              <a:xfrm>
                <a:off x="4705728" y="2228834"/>
                <a:ext cx="124803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/>
                  <a:t> = +1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3C8AC5-8448-A7F3-35FC-499930A83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728" y="2228834"/>
                <a:ext cx="1248032" cy="430887"/>
              </a:xfrm>
              <a:prstGeom prst="rect">
                <a:avLst/>
              </a:prstGeom>
              <a:blipFill>
                <a:blip r:embed="rId7"/>
                <a:stretch>
                  <a:fillRect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9912ED-9D1C-6B42-D009-4C409B3F59AB}"/>
                  </a:ext>
                </a:extLst>
              </p:cNvPr>
              <p:cNvSpPr txBox="1"/>
              <p:nvPr/>
            </p:nvSpPr>
            <p:spPr>
              <a:xfrm>
                <a:off x="553720" y="4313251"/>
                <a:ext cx="10020926" cy="575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new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∗[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limLow>
                        <m:limLow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9912ED-9D1C-6B42-D009-4C409B3F5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20" y="4313251"/>
                <a:ext cx="10020926" cy="5755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5FB641-C353-28A5-D74C-D9F0F99EF21E}"/>
              </a:ext>
            </a:extLst>
          </p:cNvPr>
          <p:cNvSpPr txBox="1">
            <a:spLocks/>
          </p:cNvSpPr>
          <p:nvPr/>
        </p:nvSpPr>
        <p:spPr>
          <a:xfrm>
            <a:off x="711246" y="5431078"/>
            <a:ext cx="11333480" cy="11729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Q-Learning is guaranteed to converge in stationary environments</a:t>
            </a:r>
          </a:p>
          <a:p>
            <a:pPr lvl="1"/>
            <a:r>
              <a:rPr lang="en-US" sz="2400" dirty="0"/>
              <a:t>Transitions P and rewards R are fixed (but unknown)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4355275-CF91-AB40-B845-651DACC1876F}"/>
                  </a:ext>
                </a:extLst>
              </p14:cNvPr>
              <p14:cNvContentPartPr/>
              <p14:nvPr/>
            </p14:nvContentPartPr>
            <p14:xfrm>
              <a:off x="2741760" y="180360"/>
              <a:ext cx="9361800" cy="6677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4355275-CF91-AB40-B845-651DACC1876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25560" y="164160"/>
                <a:ext cx="9394200" cy="671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292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74ED5-E1E6-3972-D730-43284670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9227D-770E-9C33-0EC8-78EC1A09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Not scalable </a:t>
            </a:r>
            <a:r>
              <a:rPr lang="en-US" dirty="0"/>
              <a:t>for large or continuous state spaces</a:t>
            </a:r>
          </a:p>
          <a:p>
            <a:pPr lvl="1"/>
            <a:r>
              <a:rPr lang="en-US" dirty="0"/>
              <a:t>Ex: Tic-tac-toe is okay, but Pacman becomes intractable </a:t>
            </a:r>
          </a:p>
          <a:p>
            <a:r>
              <a:rPr lang="en-US" b="1" dirty="0"/>
              <a:t>Inefficient use of experience</a:t>
            </a:r>
          </a:p>
          <a:p>
            <a:pPr lvl="1"/>
            <a:r>
              <a:rPr lang="en-US" dirty="0"/>
              <a:t>If rewards are sparse, Q-learning can run for many iterations without learning</a:t>
            </a:r>
          </a:p>
          <a:p>
            <a:r>
              <a:rPr lang="en-US" b="1" dirty="0"/>
              <a:t>Slow convergence</a:t>
            </a:r>
          </a:p>
          <a:p>
            <a:pPr lvl="1"/>
            <a:r>
              <a:rPr lang="en-US" dirty="0"/>
              <a:t>Requires many interactions with the environment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AD0D4E-E026-AB03-1CCB-091F33C29F5E}"/>
                  </a:ext>
                </a:extLst>
              </p14:cNvPr>
              <p14:cNvContentPartPr/>
              <p14:nvPr/>
            </p14:nvContentPartPr>
            <p14:xfrm>
              <a:off x="3622320" y="340920"/>
              <a:ext cx="8379720" cy="471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AD0D4E-E026-AB03-1CCB-091F33C29F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6120" y="324720"/>
                <a:ext cx="8412120" cy="475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031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7BB6-AFC4-5000-99B1-FCE2682F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Pacman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B755-A391-D16F-42BF-DCC69ACDE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6456680" cy="5350670"/>
          </a:xfrm>
        </p:spPr>
        <p:txBody>
          <a:bodyPr>
            <a:normAutofit/>
          </a:bodyPr>
          <a:lstStyle/>
          <a:p>
            <a:r>
              <a:rPr lang="en-US" sz="2400" dirty="0"/>
              <a:t>Reward: </a:t>
            </a:r>
          </a:p>
          <a:p>
            <a:pPr lvl="1"/>
            <a:r>
              <a:rPr lang="en-US" sz="2000" dirty="0"/>
              <a:t>Eating small dots, big dots and vulnerable ghosts gives </a:t>
            </a:r>
            <a:r>
              <a:rPr lang="en-US" sz="2000" b="1" dirty="0"/>
              <a:t>positive</a:t>
            </a:r>
            <a:r>
              <a:rPr lang="en-US" sz="2000" dirty="0"/>
              <a:t> </a:t>
            </a:r>
            <a:r>
              <a:rPr lang="en-US" sz="2000" b="1" dirty="0"/>
              <a:t>reward</a:t>
            </a:r>
          </a:p>
          <a:p>
            <a:pPr lvl="1"/>
            <a:r>
              <a:rPr lang="en-US" sz="2000" dirty="0"/>
              <a:t>Eaten by ghost gives </a:t>
            </a:r>
            <a:r>
              <a:rPr lang="en-US" sz="2000" b="1" dirty="0"/>
              <a:t>negative reward</a:t>
            </a:r>
          </a:p>
          <a:p>
            <a:r>
              <a:rPr lang="en-US" sz="2400" dirty="0"/>
              <a:t>State: full board configuration</a:t>
            </a:r>
          </a:p>
          <a:p>
            <a:r>
              <a:rPr lang="en-US" sz="2400" dirty="0"/>
              <a:t>Action: move up, down, left, right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18B31-BB73-AE3C-0AEF-FDAB688F5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0" y="1358900"/>
            <a:ext cx="3465096" cy="414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A2AB94-A788-E079-6A8E-AF4E5E568806}"/>
                  </a:ext>
                </a:extLst>
              </p14:cNvPr>
              <p14:cNvContentPartPr/>
              <p14:nvPr/>
            </p14:nvContentPartPr>
            <p14:xfrm>
              <a:off x="0" y="138240"/>
              <a:ext cx="12192120" cy="672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A2AB94-A788-E079-6A8E-AF4E5E5688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60" y="122040"/>
                <a:ext cx="12210840" cy="674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31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A9B9-FD36-ADAD-E471-38541B06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248D8-DCF7-07B9-96FC-BA066BD31A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0343666" cy="546831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Q-learning figures out the first scenario is bad:</a:t>
                </a:r>
              </a:p>
              <a:p>
                <a:pPr lvl="1"/>
                <a:r>
                  <a:rPr lang="en-US" dirty="0"/>
                  <a:t>In naïve Q-learning, it cannot help to figure out similar 2</a:t>
                </a:r>
                <a:r>
                  <a:rPr lang="en-US" baseline="30000" dirty="0"/>
                  <a:t>nd</a:t>
                </a:r>
                <a:r>
                  <a:rPr lang="en-US" dirty="0"/>
                  <a:t> and 3</a:t>
                </a:r>
                <a:r>
                  <a:rPr lang="en-US" baseline="30000" dirty="0"/>
                  <a:t>rd</a:t>
                </a:r>
                <a:r>
                  <a:rPr lang="en-US" dirty="0"/>
                  <a:t> scenarios</a:t>
                </a:r>
              </a:p>
              <a:p>
                <a:pPr lvl="1"/>
                <a:r>
                  <a:rPr lang="en-US" b="1" dirty="0"/>
                  <a:t>Do not generalize across states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b="1" dirty="0"/>
                  <a:t>Key: </a:t>
                </a:r>
                <a:r>
                  <a:rPr lang="en-US" dirty="0"/>
                  <a:t>Use a </a:t>
                </a:r>
                <a:r>
                  <a:rPr lang="en-US" b="1" dirty="0"/>
                  <a:t>function approximator </a:t>
                </a:r>
                <a:r>
                  <a:rPr lang="en-US" dirty="0"/>
                  <a:t>to estimate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248D8-DCF7-07B9-96FC-BA066BD31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0343666" cy="5468312"/>
              </a:xfrm>
              <a:blipFill>
                <a:blip r:embed="rId3"/>
                <a:stretch>
                  <a:fillRect l="-1225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9FE364F-78A1-588E-D656-6AB27E6E9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953" y="3094141"/>
            <a:ext cx="8077200" cy="2019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261D27-8F0E-2DFC-B35A-EF5ECAA63082}"/>
                  </a:ext>
                </a:extLst>
              </p14:cNvPr>
              <p14:cNvContentPartPr/>
              <p14:nvPr/>
            </p14:nvContentPartPr>
            <p14:xfrm>
              <a:off x="2120760" y="3043800"/>
              <a:ext cx="9360360" cy="3255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261D27-8F0E-2DFC-B35A-EF5ECAA630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04560" y="3027600"/>
                <a:ext cx="9392760" cy="32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816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9FCC-5A91-C265-02CC-A3F64A62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Feature-based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AA7D4-4C66-2E25-85DA-25714C35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1286346" cy="5604670"/>
          </a:xfrm>
        </p:spPr>
        <p:txBody>
          <a:bodyPr>
            <a:normAutofit/>
          </a:bodyPr>
          <a:lstStyle/>
          <a:p>
            <a:r>
              <a:rPr lang="en-US" dirty="0"/>
              <a:t>Idea 1: represent a state using features</a:t>
            </a:r>
          </a:p>
          <a:p>
            <a:pPr lvl="1"/>
            <a:r>
              <a:rPr lang="en-US" dirty="0"/>
              <a:t>Ex: (distance to closest ghost, distance to closest dot, number of ghosts, …)</a:t>
            </a:r>
          </a:p>
          <a:p>
            <a:r>
              <a:rPr lang="en-US" dirty="0"/>
              <a:t>Idea 2: approximate Q-value using features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Advantage: </a:t>
            </a:r>
          </a:p>
          <a:p>
            <a:pPr lvl="1"/>
            <a:r>
              <a:rPr lang="en-US" dirty="0"/>
              <a:t>Compact representation of states</a:t>
            </a:r>
          </a:p>
          <a:p>
            <a:pPr lvl="1"/>
            <a:r>
              <a:rPr lang="en-US" dirty="0"/>
              <a:t>Enables generalization across similar states</a:t>
            </a:r>
          </a:p>
          <a:p>
            <a:pPr lvl="1"/>
            <a:r>
              <a:rPr lang="en-US" dirty="0"/>
              <a:t>Leads to faster training</a:t>
            </a:r>
          </a:p>
          <a:p>
            <a:r>
              <a:rPr lang="en-US" dirty="0"/>
              <a:t>Disadvantage: </a:t>
            </a:r>
          </a:p>
          <a:p>
            <a:pPr lvl="1"/>
            <a:r>
              <a:rPr lang="en-US" dirty="0"/>
              <a:t>States may share similar features, but are actually very different (inaccurate)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4D389-4CB2-C749-B7FD-E06F089C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794" y="3162247"/>
            <a:ext cx="7036869" cy="3950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337815F-A179-C4EA-4C01-402F4DA12969}"/>
                  </a:ext>
                </a:extLst>
              </p14:cNvPr>
              <p14:cNvContentPartPr/>
              <p14:nvPr/>
            </p14:nvContentPartPr>
            <p14:xfrm>
              <a:off x="1225440" y="-360"/>
              <a:ext cx="10903320" cy="6700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337815F-A179-C4EA-4C01-402F4DA129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9240" y="-16560"/>
                <a:ext cx="10941120" cy="673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3708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8ACC0-A38C-BD2A-E4DF-BE5E13D8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with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7EDD-D29B-D12E-662B-3DA3FFDFC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Experience: (s, a, r, s’)</a:t>
            </a:r>
          </a:p>
          <a:p>
            <a:endParaRPr lang="en-US" dirty="0"/>
          </a:p>
          <a:p>
            <a:r>
              <a:rPr lang="en-US" dirty="0"/>
              <a:t>Exact Q-learning:</a:t>
            </a:r>
          </a:p>
          <a:p>
            <a:endParaRPr lang="en-US" dirty="0"/>
          </a:p>
          <a:p>
            <a:r>
              <a:rPr lang="en-US" b="1" dirty="0"/>
              <a:t>Approximate Q-learning with features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Adjust all weights, as Q is a function of weights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C1671-4098-230C-14A3-18EBE8C66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604" y="2894093"/>
            <a:ext cx="7733460" cy="470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C104F5-C08F-BBB0-F3FC-B5FED5B2B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145" y="4090739"/>
            <a:ext cx="5833929" cy="327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9ADD8-D5B1-C40E-70B4-79197C68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577" y="4680065"/>
            <a:ext cx="7733459" cy="4749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3A78C6-2DF6-E77A-149E-EC7386AB4115}"/>
                  </a:ext>
                </a:extLst>
              </p14:cNvPr>
              <p14:cNvContentPartPr/>
              <p14:nvPr/>
            </p14:nvContentPartPr>
            <p14:xfrm>
              <a:off x="91800" y="999000"/>
              <a:ext cx="12044520" cy="5636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3A78C6-2DF6-E77A-149E-EC7386AB41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600" y="982800"/>
                <a:ext cx="12076920" cy="56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52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14EE-DB7B-92C0-0B3F-1DE49ADD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C6D721-1110-ACBA-EC44-99AE541D0D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>
                    <a:latin typeface="+mn-lt"/>
                  </a:rPr>
                  <a:t>Q(</a:t>
                </a:r>
                <a:r>
                  <a:rPr lang="en-US" sz="2800" dirty="0" err="1">
                    <a:latin typeface="+mn-lt"/>
                  </a:rPr>
                  <a:t>s,a</a:t>
                </a:r>
                <a:r>
                  <a:rPr lang="en-US" sz="2800" dirty="0">
                    <a:latin typeface="+mn-lt"/>
                  </a:rPr>
                  <a:t>) = </a:t>
                </a:r>
                <a:r>
                  <a:rPr lang="en-US" sz="2800" dirty="0" err="1">
                    <a:latin typeface="+mn-lt"/>
                  </a:rPr>
                  <a:t>w</a:t>
                </a:r>
                <a:r>
                  <a:rPr lang="en-US" sz="2800" baseline="-25000" dirty="0" err="1">
                    <a:latin typeface="+mn-lt"/>
                  </a:rPr>
                  <a:t>DOT</a:t>
                </a:r>
                <a:r>
                  <a:rPr lang="en-US" sz="2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+mn-lt"/>
                  </a:rPr>
                  <a:t> </a:t>
                </a:r>
                <a:r>
                  <a:rPr lang="en-US" sz="2800" dirty="0" err="1">
                    <a:latin typeface="+mn-lt"/>
                  </a:rPr>
                  <a:t>f</a:t>
                </a:r>
                <a:r>
                  <a:rPr lang="en-US" sz="2800" baseline="-25000" dirty="0" err="1">
                    <a:latin typeface="+mn-lt"/>
                  </a:rPr>
                  <a:t>DOT</a:t>
                </a:r>
                <a:r>
                  <a:rPr lang="en-US" sz="2800" dirty="0">
                    <a:latin typeface="+mn-lt"/>
                  </a:rPr>
                  <a:t>(</a:t>
                </a:r>
                <a:r>
                  <a:rPr lang="en-US" sz="2800" dirty="0" err="1">
                    <a:latin typeface="+mn-lt"/>
                  </a:rPr>
                  <a:t>s,a</a:t>
                </a:r>
                <a:r>
                  <a:rPr lang="en-US" sz="2800" dirty="0">
                    <a:latin typeface="+mn-lt"/>
                  </a:rPr>
                  <a:t>) + </a:t>
                </a:r>
                <a:r>
                  <a:rPr lang="en-US" sz="2800" dirty="0" err="1">
                    <a:latin typeface="+mn-lt"/>
                  </a:rPr>
                  <a:t>w</a:t>
                </a:r>
                <a:r>
                  <a:rPr lang="en-US" sz="2800" baseline="-25000" dirty="0" err="1">
                    <a:latin typeface="+mn-lt"/>
                  </a:rPr>
                  <a:t>GHOST</a:t>
                </a:r>
                <a:r>
                  <a:rPr lang="en-US" sz="2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+mn-lt"/>
                  </a:rPr>
                  <a:t> </a:t>
                </a:r>
                <a:r>
                  <a:rPr lang="en-US" sz="2800" dirty="0" err="1">
                    <a:latin typeface="+mn-lt"/>
                  </a:rPr>
                  <a:t>f</a:t>
                </a:r>
                <a:r>
                  <a:rPr lang="en-US" sz="2800" baseline="-25000" dirty="0" err="1">
                    <a:latin typeface="+mn-lt"/>
                  </a:rPr>
                  <a:t>GHOST</a:t>
                </a:r>
                <a:r>
                  <a:rPr lang="en-US" sz="2800" dirty="0">
                    <a:latin typeface="+mn-lt"/>
                  </a:rPr>
                  <a:t>(s,a) </a:t>
                </a:r>
              </a:p>
              <a:p>
                <a:pPr lvl="1"/>
                <a:r>
                  <a:rPr lang="en-US" sz="2400" dirty="0">
                    <a:latin typeface="+mn-lt"/>
                  </a:rPr>
                  <a:t>Current weights: </a:t>
                </a:r>
                <a:r>
                  <a:rPr lang="en-US" sz="2400" dirty="0" err="1">
                    <a:latin typeface="Helvetica" pitchFamily="2" charset="0"/>
                  </a:rPr>
                  <a:t>w</a:t>
                </a:r>
                <a:r>
                  <a:rPr lang="en-US" sz="2400" baseline="-25000" dirty="0" err="1">
                    <a:latin typeface="Helvetica" pitchFamily="2" charset="0"/>
                  </a:rPr>
                  <a:t>DOT</a:t>
                </a:r>
                <a:r>
                  <a:rPr lang="en-US" sz="2400" baseline="-25000" dirty="0">
                    <a:latin typeface="Helvetica" pitchFamily="2" charset="0"/>
                  </a:rPr>
                  <a:t> </a:t>
                </a:r>
                <a:r>
                  <a:rPr lang="en-US" sz="2400" dirty="0">
                    <a:latin typeface="Helvetica" pitchFamily="2" charset="0"/>
                  </a:rPr>
                  <a:t>= 4, </a:t>
                </a:r>
                <a:r>
                  <a:rPr lang="en-US" sz="2400" dirty="0" err="1">
                    <a:latin typeface="Helvetica" pitchFamily="2" charset="0"/>
                  </a:rPr>
                  <a:t>w</a:t>
                </a:r>
                <a:r>
                  <a:rPr lang="en-US" sz="2400" baseline="-25000" dirty="0" err="1">
                    <a:latin typeface="Helvetica" pitchFamily="2" charset="0"/>
                  </a:rPr>
                  <a:t>GHOST</a:t>
                </a:r>
                <a:r>
                  <a:rPr lang="en-US" sz="2400" baseline="-25000" dirty="0">
                    <a:latin typeface="Helvetica" pitchFamily="2" charset="0"/>
                  </a:rPr>
                  <a:t> </a:t>
                </a:r>
                <a:r>
                  <a:rPr lang="en-US" sz="2400" dirty="0">
                    <a:latin typeface="Helvetica" pitchFamily="2" charset="0"/>
                  </a:rPr>
                  <a:t>= -1</a:t>
                </a:r>
              </a:p>
              <a:p>
                <a:pPr lvl="1"/>
                <a:r>
                  <a:rPr lang="en-US" sz="2400" dirty="0">
                    <a:latin typeface="Helvetica" pitchFamily="2" charset="0"/>
                  </a:rPr>
                  <a:t>Current features: </a:t>
                </a:r>
                <a:r>
                  <a:rPr lang="en-US" sz="2400" dirty="0" err="1"/>
                  <a:t>f</a:t>
                </a:r>
                <a:r>
                  <a:rPr lang="en-US" sz="2400" baseline="-25000" dirty="0" err="1"/>
                  <a:t>DOT</a:t>
                </a:r>
                <a:r>
                  <a:rPr lang="en-US" sz="2400" dirty="0"/>
                  <a:t>(s, Up) = 0.5, </a:t>
                </a:r>
                <a:r>
                  <a:rPr lang="en-US" sz="2400" dirty="0" err="1"/>
                  <a:t>f</a:t>
                </a:r>
                <a:r>
                  <a:rPr lang="en-US" sz="2400" baseline="-25000" dirty="0" err="1"/>
                  <a:t>GHOST</a:t>
                </a:r>
                <a:r>
                  <a:rPr lang="en-US" sz="2400" dirty="0"/>
                  <a:t>(s, Up) = 1</a:t>
                </a:r>
                <a:endParaRPr lang="en-US" sz="2400" dirty="0">
                  <a:latin typeface="+mn-lt"/>
                </a:endParaRPr>
              </a:p>
              <a:p>
                <a:r>
                  <a:rPr lang="en-US" sz="2400" dirty="0">
                    <a:latin typeface="+mn-lt"/>
                  </a:rPr>
                  <a:t>Current: Q(s, Up) = ?</a:t>
                </a:r>
              </a:p>
              <a:p>
                <a:r>
                  <a:rPr lang="en-US" sz="2400" dirty="0">
                    <a:latin typeface="+mn-lt"/>
                  </a:rPr>
                  <a:t>How to update weights for this experience?</a:t>
                </a:r>
              </a:p>
              <a:p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C6D721-1110-ACBA-EC44-99AE541D0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9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4755E4F-9572-EFA5-0FB6-686C5A39B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574" y="4328658"/>
            <a:ext cx="5670851" cy="19313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D0F0E1-7D72-8108-F43D-8C84789F79B4}"/>
              </a:ext>
            </a:extLst>
          </p:cNvPr>
          <p:cNvSpPr txBox="1"/>
          <p:nvPr/>
        </p:nvSpPr>
        <p:spPr>
          <a:xfrm>
            <a:off x="5390641" y="5417441"/>
            <a:ext cx="1371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a = 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B8E05-0927-8D68-A1AF-A4BB6BA217D6}"/>
              </a:ext>
            </a:extLst>
          </p:cNvPr>
          <p:cNvSpPr txBox="1"/>
          <p:nvPr/>
        </p:nvSpPr>
        <p:spPr>
          <a:xfrm>
            <a:off x="5390641" y="4718636"/>
            <a:ext cx="1294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r = -500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B2811B-6292-9412-D1F0-7D5A469A5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529" y="2641636"/>
            <a:ext cx="4875959" cy="273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C16865-CA88-6A6C-94D3-A27E39E8D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344" y="3477070"/>
            <a:ext cx="6661450" cy="4091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FF9B00-1BC9-EEDD-770D-F6AF7353CC0B}"/>
                  </a:ext>
                </a:extLst>
              </p14:cNvPr>
              <p14:cNvContentPartPr/>
              <p14:nvPr/>
            </p14:nvContentPartPr>
            <p14:xfrm>
              <a:off x="291960" y="57960"/>
              <a:ext cx="11618280" cy="6800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FF9B00-1BC9-EEDD-770D-F6AF7353CC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5760" y="41760"/>
                <a:ext cx="11656080" cy="68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895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E134-83AD-A91A-690B-AA93B2A4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665EA-D322-7524-8326-4F7AA2E94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1525985" cy="5350670"/>
          </a:xfrm>
        </p:spPr>
        <p:txBody>
          <a:bodyPr>
            <a:normAutofit/>
          </a:bodyPr>
          <a:lstStyle/>
          <a:p>
            <a:r>
              <a:rPr lang="en-US" dirty="0"/>
              <a:t>Agent starts at cell H (moving Up, Down, Left, Right), aim to collect both newspapers (in I and F) and reach the goal cell A. </a:t>
            </a:r>
          </a:p>
          <a:p>
            <a:r>
              <a:rPr lang="en-US" dirty="0"/>
              <a:t>Reward: </a:t>
            </a:r>
          </a:p>
          <a:p>
            <a:pPr lvl="1"/>
            <a:r>
              <a:rPr lang="en-US" dirty="0"/>
              <a:t>pick up a newspaper +1, </a:t>
            </a:r>
          </a:p>
          <a:p>
            <a:pPr lvl="1"/>
            <a:r>
              <a:rPr lang="en-US" dirty="0"/>
              <a:t>arrive the goal +1.5, </a:t>
            </a:r>
          </a:p>
          <a:p>
            <a:pPr lvl="1"/>
            <a:r>
              <a:rPr lang="en-US" dirty="0"/>
              <a:t>in other cases -1</a:t>
            </a:r>
          </a:p>
          <a:p>
            <a:r>
              <a:rPr lang="en-US" dirty="0"/>
              <a:t>Two features:</a:t>
            </a:r>
          </a:p>
          <a:p>
            <a:pPr lvl="1"/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(s,a): pick up a newspaper or not </a:t>
            </a:r>
          </a:p>
          <a:p>
            <a:pPr lvl="1"/>
            <a:r>
              <a:rPr lang="en-US" dirty="0"/>
              <a:t>f</a:t>
            </a:r>
            <a:r>
              <a:rPr lang="en-US" baseline="-25000" dirty="0"/>
              <a:t>2</a:t>
            </a:r>
            <a:r>
              <a:rPr lang="en-US" dirty="0"/>
              <a:t>(s,a): closer to the goal +1, </a:t>
            </a:r>
            <a:r>
              <a:rPr lang="en-US" dirty="0" err="1"/>
              <a:t>o.w</a:t>
            </a:r>
            <a:r>
              <a:rPr lang="en-US" dirty="0"/>
              <a:t>. -1</a:t>
            </a:r>
          </a:p>
          <a:p>
            <a:pPr lvl="1"/>
            <a:r>
              <a:rPr lang="en-US" dirty="0"/>
              <a:t>Feature weights w</a:t>
            </a:r>
            <a:r>
              <a:rPr lang="en-US" baseline="-25000" dirty="0"/>
              <a:t>1</a:t>
            </a:r>
            <a:r>
              <a:rPr lang="en-US" dirty="0"/>
              <a:t>, w</a:t>
            </a:r>
            <a:r>
              <a:rPr lang="en-US" baseline="-25000" dirty="0"/>
              <a:t>2</a:t>
            </a:r>
          </a:p>
          <a:p>
            <a:r>
              <a:rPr lang="en-US" dirty="0"/>
              <a:t>Consider the trajectory (episode): H-I-J-F-C-B-A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1C89D-2D12-9CF5-9FE2-FEC9F7177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74" y="2289666"/>
            <a:ext cx="4371206" cy="26781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17AC57-67B1-5F52-CA21-1F531FA88E04}"/>
                  </a:ext>
                </a:extLst>
              </p14:cNvPr>
              <p14:cNvContentPartPr/>
              <p14:nvPr/>
            </p14:nvContentPartPr>
            <p14:xfrm>
              <a:off x="3816360" y="2013840"/>
              <a:ext cx="8090280" cy="4567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17AC57-67B1-5F52-CA21-1F531FA88E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0160" y="1997640"/>
                <a:ext cx="8122680" cy="46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2402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8CBC96-89A0-2B5B-1C94-30772D2C0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451" y="895313"/>
            <a:ext cx="3646665" cy="2234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A72C78-875E-9ADF-D2BF-3DBF37A5481A}"/>
              </a:ext>
            </a:extLst>
          </p:cNvPr>
          <p:cNvSpPr txBox="1"/>
          <p:nvPr/>
        </p:nvSpPr>
        <p:spPr>
          <a:xfrm>
            <a:off x="336884" y="3004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Trajectory (episode): H-I-J-F-C-B-A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4315FB-F34C-F141-88CE-2F6FCCD91F11}"/>
                  </a:ext>
                </a:extLst>
              </p:cNvPr>
              <p:cNvSpPr txBox="1"/>
              <p:nvPr/>
            </p:nvSpPr>
            <p:spPr>
              <a:xfrm>
                <a:off x="336884" y="727342"/>
                <a:ext cx="57591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Given stepsize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=0.1,</m:t>
                    </m:r>
                  </m:oMath>
                </a14:m>
                <a:r>
                  <a:rPr lang="en-US" sz="2000" dirty="0"/>
                  <a:t> discount factor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4315FB-F34C-F141-88CE-2F6FCCD91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727342"/>
                <a:ext cx="5759116" cy="400110"/>
              </a:xfrm>
              <a:prstGeom prst="rect">
                <a:avLst/>
              </a:prstGeom>
              <a:blipFill>
                <a:blip r:embed="rId4"/>
                <a:stretch>
                  <a:fillRect l="-1099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D9EFAA-A423-AF11-F4F2-145F9C6E2358}"/>
                  </a:ext>
                </a:extLst>
              </p:cNvPr>
              <p:cNvSpPr txBox="1"/>
              <p:nvPr/>
            </p:nvSpPr>
            <p:spPr>
              <a:xfrm>
                <a:off x="336884" y="1094604"/>
                <a:ext cx="48768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Initialize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D9EFAA-A423-AF11-F4F2-145F9C6E2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1094604"/>
                <a:ext cx="4876800" cy="400110"/>
              </a:xfrm>
              <a:prstGeom prst="rect">
                <a:avLst/>
              </a:prstGeom>
              <a:blipFill>
                <a:blip r:embed="rId5"/>
                <a:stretch>
                  <a:fillRect l="-129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5856BFE-A71E-B52A-8B1C-B97F2AEEAC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3384"/>
            <a:ext cx="5861893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A8CD83-643F-B85C-40D4-C107C29FDB32}"/>
                  </a:ext>
                </a:extLst>
              </p:cNvPr>
              <p:cNvSpPr txBox="1"/>
              <p:nvPr/>
            </p:nvSpPr>
            <p:spPr>
              <a:xfrm>
                <a:off x="336883" y="1497512"/>
                <a:ext cx="75237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Show the update of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 for this training episode?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A8CD83-643F-B85C-40D4-C107C29FD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3" y="1497512"/>
                <a:ext cx="7523749" cy="400110"/>
              </a:xfrm>
              <a:prstGeom prst="rect">
                <a:avLst/>
              </a:prstGeom>
              <a:blipFill>
                <a:blip r:embed="rId7"/>
                <a:stretch>
                  <a:fillRect l="-843" t="-9375" r="-16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EFAEDE-3CE0-61F8-28DE-28D216F678C9}"/>
                  </a:ext>
                </a:extLst>
              </p14:cNvPr>
              <p14:cNvContentPartPr/>
              <p14:nvPr/>
            </p14:nvContentPartPr>
            <p14:xfrm>
              <a:off x="322920" y="0"/>
              <a:ext cx="11807280" cy="685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EFAEDE-3CE0-61F8-28DE-28D216F678C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6360" y="-16200"/>
                <a:ext cx="11840040" cy="68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BC7629C-0E8D-0689-1C81-01ACA3977A15}"/>
                  </a:ext>
                </a:extLst>
              </p14:cNvPr>
              <p14:cNvContentPartPr/>
              <p14:nvPr/>
            </p14:nvContentPartPr>
            <p14:xfrm>
              <a:off x="820800" y="1972080"/>
              <a:ext cx="11184120" cy="3882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BC7629C-0E8D-0689-1C81-01ACA3977A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4600" y="1955880"/>
                <a:ext cx="11216520" cy="39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4963BD5-CC19-92F9-96BA-58E3E5E8A29C}"/>
                  </a:ext>
                </a:extLst>
              </p14:cNvPr>
              <p14:cNvContentPartPr/>
              <p14:nvPr/>
            </p14:nvContentPartPr>
            <p14:xfrm>
              <a:off x="2561400" y="1940040"/>
              <a:ext cx="5681520" cy="4811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4963BD5-CC19-92F9-96BA-58E3E5E8A2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45200" y="1923840"/>
                <a:ext cx="5713920" cy="484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5947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0B794A-55B6-7BCB-6BBB-27B6E9006FA3}"/>
                  </a:ext>
                </a:extLst>
              </p14:cNvPr>
              <p14:cNvContentPartPr/>
              <p14:nvPr/>
            </p14:nvContentPartPr>
            <p14:xfrm>
              <a:off x="1670040" y="419400"/>
              <a:ext cx="9511560" cy="4676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0B794A-55B6-7BCB-6BBB-27B6E9006F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3840" y="403200"/>
                <a:ext cx="9543960" cy="471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9621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E237-C2D4-C3B0-DB0D-5CCB7E82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Feature-based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64794-797A-BD09-D5AB-A968D6A94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designs the features f(s,a)?</a:t>
            </a:r>
          </a:p>
          <a:p>
            <a:pPr lvl="1"/>
            <a:r>
              <a:rPr lang="en-US" dirty="0"/>
              <a:t>Typically domain experts, but it is not always feasible</a:t>
            </a:r>
          </a:p>
          <a:p>
            <a:pPr lvl="1"/>
            <a:r>
              <a:rPr lang="en-US" dirty="0"/>
              <a:t>Ex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Atari games</a:t>
            </a:r>
            <a:r>
              <a:rPr lang="en-SG" dirty="0"/>
              <a:t> – raw inputs (e.g., pixels) are too complex for manual feature design</a:t>
            </a:r>
            <a:endParaRPr lang="en-US" dirty="0"/>
          </a:p>
          <a:p>
            <a:r>
              <a:rPr lang="en-US" dirty="0"/>
              <a:t>Can we learn features </a:t>
            </a:r>
            <a:r>
              <a:rPr lang="en-US" b="1" dirty="0"/>
              <a:t>automatically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Yes, using </a:t>
            </a:r>
            <a:r>
              <a:rPr lang="en-US" b="1" dirty="0"/>
              <a:t>Deep Learning</a:t>
            </a:r>
          </a:p>
          <a:p>
            <a:pPr lvl="1"/>
            <a:r>
              <a:rPr lang="en-US" dirty="0"/>
              <a:t>Leads to </a:t>
            </a:r>
            <a:r>
              <a:rPr lang="en-US" b="1" dirty="0"/>
              <a:t>Deep Reinforcement Learning (Deep RL)</a:t>
            </a:r>
          </a:p>
          <a:p>
            <a:r>
              <a:rPr lang="en-US" b="1" dirty="0"/>
              <a:t>Key idea:</a:t>
            </a:r>
          </a:p>
          <a:p>
            <a:pPr lvl="1"/>
            <a:r>
              <a:rPr lang="en-US" dirty="0"/>
              <a:t>Input: state s (e.g., raw pixels)</a:t>
            </a:r>
          </a:p>
          <a:p>
            <a:pPr lvl="1"/>
            <a:r>
              <a:rPr lang="en-US" dirty="0"/>
              <a:t>Output: a vector of Q-values Q(s,a) for actions</a:t>
            </a:r>
          </a:p>
          <a:p>
            <a:pPr lvl="1"/>
            <a:r>
              <a:rPr lang="en-US" dirty="0"/>
              <a:t>Deep neural networks act as </a:t>
            </a:r>
            <a:r>
              <a:rPr lang="en-US" b="1" dirty="0"/>
              <a:t>automatic feature extractors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8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1D0BD-6202-F462-657C-642E99607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4A70-3A56-E414-8A1E-B53EEF4D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C1D9E-3188-723E-B0E4-6E57CE132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1270418" cy="4371093"/>
          </a:xfrm>
        </p:spPr>
        <p:txBody>
          <a:bodyPr>
            <a:normAutofit/>
          </a:bodyPr>
          <a:lstStyle/>
          <a:p>
            <a:r>
              <a:rPr lang="en-US" b="1" dirty="0"/>
              <a:t>No homework </a:t>
            </a:r>
            <a:r>
              <a:rPr lang="en-US" dirty="0"/>
              <a:t>this week</a:t>
            </a:r>
          </a:p>
          <a:p>
            <a:r>
              <a:rPr lang="en-US" b="1" dirty="0"/>
              <a:t>Assignment 2 </a:t>
            </a:r>
            <a:r>
              <a:rPr lang="en-US" dirty="0"/>
              <a:t>will release soon (apologies for the delay)</a:t>
            </a:r>
          </a:p>
          <a:p>
            <a:pPr lvl="1"/>
            <a:r>
              <a:rPr lang="en-US" dirty="0"/>
              <a:t>Deadline will be extended accordingly</a:t>
            </a:r>
          </a:p>
          <a:p>
            <a:r>
              <a:rPr lang="en-US" b="1" dirty="0"/>
              <a:t>Quiz 2 scores </a:t>
            </a:r>
            <a:r>
              <a:rPr lang="en-US" dirty="0"/>
              <a:t>will be released later this week</a:t>
            </a:r>
          </a:p>
          <a:p>
            <a:r>
              <a:rPr lang="en-US" b="1" dirty="0"/>
              <a:t>Assignment 1 scores </a:t>
            </a:r>
            <a:r>
              <a:rPr lang="en-US" dirty="0"/>
              <a:t>will be released next week</a:t>
            </a:r>
          </a:p>
          <a:p>
            <a:pPr lvl="1"/>
            <a:r>
              <a:rPr lang="en-US" dirty="0"/>
              <a:t>Solutions have already been released on eLearn</a:t>
            </a:r>
          </a:p>
          <a:p>
            <a:r>
              <a:rPr lang="en-US" dirty="0"/>
              <a:t>For the </a:t>
            </a:r>
            <a:r>
              <a:rPr lang="en-US" b="1" dirty="0"/>
              <a:t>final exam</a:t>
            </a:r>
            <a:r>
              <a:rPr lang="en-US" dirty="0"/>
              <a:t>, I will try to prepare a sample exam for you (expected release in next Week 13)</a:t>
            </a:r>
          </a:p>
        </p:txBody>
      </p:sp>
    </p:spTree>
    <p:extLst>
      <p:ext uri="{BB962C8B-B14F-4D97-AF65-F5344CB8AC3E}">
        <p14:creationId xmlns:p14="http://schemas.microsoft.com/office/powerpoint/2010/main" val="4089349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9DD5-34B4-29AF-69BF-15A862F3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(Final)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00492-0503-1D8A-195B-B8DDC53CB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through Quiz 2 solutions</a:t>
            </a:r>
          </a:p>
          <a:p>
            <a:r>
              <a:rPr lang="en-US" dirty="0"/>
              <a:t>Revision of the course</a:t>
            </a:r>
          </a:p>
          <a:p>
            <a:r>
              <a:rPr lang="en-US" dirty="0"/>
              <a:t>Open 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266562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31169</TotalTime>
  <Words>3120</Words>
  <Application>Microsoft Macintosh PowerPoint</Application>
  <PresentationFormat>Widescreen</PresentationFormat>
  <Paragraphs>446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Dutch801 Rm BT</vt:lpstr>
      <vt:lpstr>Studio-Feixen-Sans</vt:lpstr>
      <vt:lpstr>Arial</vt:lpstr>
      <vt:lpstr>Cambria Math</vt:lpstr>
      <vt:lpstr>Helvetica</vt:lpstr>
      <vt:lpstr>Wingdings</vt:lpstr>
      <vt:lpstr>Office Theme</vt:lpstr>
      <vt:lpstr>Lecture 12: Reinforcement Learning II</vt:lpstr>
      <vt:lpstr>Recap: Reinforcement Learning</vt:lpstr>
      <vt:lpstr>Recap: Agent-Environment Interaction</vt:lpstr>
      <vt:lpstr>Recap: RL Formulation</vt:lpstr>
      <vt:lpstr>Recap: Experience &amp; Episode</vt:lpstr>
      <vt:lpstr>RL Methods</vt:lpstr>
      <vt:lpstr>Q-Learning</vt:lpstr>
      <vt:lpstr>Q-Learning</vt:lpstr>
      <vt:lpstr>Q-Learning</vt:lpstr>
      <vt:lpstr>Q-Learning: Exploration/Exploitation</vt:lpstr>
      <vt:lpstr>Exercise: Tic Tac Toe</vt:lpstr>
      <vt:lpstr>Exercise: Tic Tac Toe</vt:lpstr>
      <vt:lpstr>Q-Learning: Limitations</vt:lpstr>
      <vt:lpstr>Example: Pacman</vt:lpstr>
      <vt:lpstr>Approximate Q-Learning</vt:lpstr>
      <vt:lpstr>Feature-based Representations</vt:lpstr>
      <vt:lpstr>Q-Learning with Features</vt:lpstr>
      <vt:lpstr>Example</vt:lpstr>
      <vt:lpstr>Exercise</vt:lpstr>
      <vt:lpstr>PowerPoint Presentation</vt:lpstr>
      <vt:lpstr>PowerPoint Presentation</vt:lpstr>
      <vt:lpstr>Issues with Feature-based Representations</vt:lpstr>
      <vt:lpstr>Admin</vt:lpstr>
      <vt:lpstr>Next (Final)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Zhize Li</dc:creator>
  <cp:lastModifiedBy>Zhize Li</cp:lastModifiedBy>
  <cp:revision>2</cp:revision>
  <dcterms:created xsi:type="dcterms:W3CDTF">2026-01-13T08:05:03Z</dcterms:created>
  <dcterms:modified xsi:type="dcterms:W3CDTF">2026-04-03T22:42:41Z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SMU Classification: Restricted</vt:lpwstr>
  </property>
</Properties>
</file>