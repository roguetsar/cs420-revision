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70" r:id="rId3"/>
    <p:sldId id="2671" r:id="rId4"/>
    <p:sldId id="2672" r:id="rId5"/>
    <p:sldId id="2673" r:id="rId6"/>
    <p:sldId id="2681" r:id="rId7"/>
    <p:sldId id="2682" r:id="rId8"/>
    <p:sldId id="2683" r:id="rId9"/>
    <p:sldId id="2685" r:id="rId10"/>
    <p:sldId id="2686" r:id="rId11"/>
    <p:sldId id="2687" r:id="rId12"/>
    <p:sldId id="2689" r:id="rId13"/>
    <p:sldId id="2688" r:id="rId14"/>
    <p:sldId id="2677" r:id="rId15"/>
    <p:sldId id="2676" r:id="rId16"/>
    <p:sldId id="2680" r:id="rId17"/>
    <p:sldId id="26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5CCCD"/>
    <a:srgbClr val="FFDBDE"/>
    <a:srgbClr val="D5A1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1D0BF-8B51-B84A-AD6A-D003E0817B6C}" v="263" dt="2026-04-08T02:14:48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59795"/>
  </p:normalViewPr>
  <p:slideViewPr>
    <p:cSldViewPr snapToGrid="0">
      <p:cViewPr varScale="1">
        <p:scale>
          <a:sx n="73" d="100"/>
          <a:sy n="73" d="100"/>
        </p:scale>
        <p:origin x="1256" y="184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33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ze LI" userId="dcf8469b-f633-4120-85bb-8d33589baf96" providerId="ADAL" clId="{194D58AA-B549-5E18-AF40-6DE772E7051C}"/>
    <pc:docChg chg="undo redo custSel addSld delSld modSld sldOrd">
      <pc:chgData name="Zhize LI" userId="dcf8469b-f633-4120-85bb-8d33589baf96" providerId="ADAL" clId="{194D58AA-B549-5E18-AF40-6DE772E7051C}" dt="2026-04-08T02:29:28.707" v="24590" actId="20577"/>
      <pc:docMkLst>
        <pc:docMk/>
      </pc:docMkLst>
      <pc:sldChg chg="modSp mod modNotesTx">
        <pc:chgData name="Zhize LI" userId="dcf8469b-f633-4120-85bb-8d33589baf96" providerId="ADAL" clId="{194D58AA-B549-5E18-AF40-6DE772E7051C}" dt="2026-04-08T02:28:46.594" v="24574" actId="20577"/>
        <pc:sldMkLst>
          <pc:docMk/>
          <pc:sldMk cId="500568030" sldId="256"/>
        </pc:sldMkLst>
        <pc:spChg chg="mod">
          <ac:chgData name="Zhize LI" userId="dcf8469b-f633-4120-85bb-8d33589baf96" providerId="ADAL" clId="{194D58AA-B549-5E18-AF40-6DE772E7051C}" dt="2026-04-07T21:15:26.897" v="23716" actId="20577"/>
          <ac:spMkLst>
            <pc:docMk/>
            <pc:sldMk cId="500568030" sldId="256"/>
            <ac:spMk id="2" creationId="{AC1BA2C9-A06B-0D70-FCD5-B75317E195CA}"/>
          </ac:spMkLst>
        </pc:spChg>
      </pc:sldChg>
      <pc:sldChg chg="modSp add del mod modAnim modNotes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2679990796" sldId="275"/>
        </pc:sldMkLst>
      </pc:sldChg>
      <pc:sldChg chg="addSp delSp 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3887831588" sldId="278"/>
        </pc:sldMkLst>
      </pc:sldChg>
      <pc:sldChg chg="addSp delSp 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3391718278" sldId="279"/>
        </pc:sldMkLst>
      </pc:sldChg>
      <pc:sldChg chg="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485314749" sldId="283"/>
        </pc:sldMkLst>
      </pc:sldChg>
      <pc:sldChg chg="modSp add del mod modAnim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438167930" sldId="284"/>
        </pc:sldMkLst>
      </pc:sldChg>
      <pc:sldChg chg="addSp modSp add del mod modAnim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3663708820" sldId="285"/>
        </pc:sldMkLst>
      </pc:sldChg>
      <pc:sldChg chg="addSp delSp 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146852529" sldId="286"/>
        </pc:sldMkLst>
      </pc:sldChg>
      <pc:sldChg chg="addSp delSp modSp add del mod modAnim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2958955064" sldId="287"/>
        </pc:sldMkLst>
      </pc:sldChg>
      <pc:sldChg chg="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348654233" sldId="2655"/>
        </pc:sldMkLst>
      </pc:sldChg>
      <pc:sldChg chg="addSp delSp 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2088985787" sldId="2656"/>
        </pc:sldMkLst>
      </pc:sldChg>
      <pc:sldChg chg="modSp add del mod modAnim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1645315551" sldId="2657"/>
        </pc:sldMkLst>
      </pc:sldChg>
      <pc:sldChg chg="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223090304" sldId="2658"/>
        </pc:sldMkLst>
      </pc:sldChg>
      <pc:sldChg chg="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4047872266" sldId="2659"/>
        </pc:sldMkLst>
      </pc:sldChg>
      <pc:sldChg chg="modSp add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4089349771" sldId="2660"/>
        </pc:sldMkLst>
      </pc:sldChg>
      <pc:sldChg chg="modSp new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3974408343" sldId="2661"/>
        </pc:sldMkLst>
      </pc:sldChg>
      <pc:sldChg chg="addSp delSp modSp new del mod modAnim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3721834877" sldId="2662"/>
        </pc:sldMkLst>
      </pc:sldChg>
      <pc:sldChg chg="addSp modSp add del mod modAnim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3542929426" sldId="2663"/>
        </pc:sldMkLst>
      </pc:sldChg>
      <pc:sldChg chg="modSp new del mod">
        <pc:chgData name="Zhize LI" userId="dcf8469b-f633-4120-85bb-8d33589baf96" providerId="ADAL" clId="{194D58AA-B549-5E18-AF40-6DE772E7051C}" dt="2026-04-07T19:25:03.833" v="22522" actId="2696"/>
        <pc:sldMkLst>
          <pc:docMk/>
          <pc:sldMk cId="341031852" sldId="2664"/>
        </pc:sldMkLst>
      </pc:sldChg>
      <pc:sldChg chg="addSp delSp modSp new del mod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3902402328" sldId="2665"/>
        </pc:sldMkLst>
      </pc:sldChg>
      <pc:sldChg chg="addSp modSp new del mod modAnim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4015947371" sldId="2666"/>
        </pc:sldMkLst>
      </pc:sldChg>
      <pc:sldChg chg="new del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1979621386" sldId="2667"/>
        </pc:sldMkLst>
      </pc:sldChg>
      <pc:sldChg chg="modSp new del mod modAnim modNotesTx">
        <pc:chgData name="Zhize LI" userId="dcf8469b-f633-4120-85bb-8d33589baf96" providerId="ADAL" clId="{194D58AA-B549-5E18-AF40-6DE772E7051C}" dt="2026-04-07T19:25:03.833" v="22522" actId="2696"/>
        <pc:sldMkLst>
          <pc:docMk/>
          <pc:sldMk cId="861859324" sldId="2668"/>
        </pc:sldMkLst>
      </pc:sldChg>
      <pc:sldChg chg="addSp delSp modSp new del mod">
        <pc:chgData name="Zhize LI" userId="dcf8469b-f633-4120-85bb-8d33589baf96" providerId="ADAL" clId="{194D58AA-B549-5E18-AF40-6DE772E7051C}" dt="2026-04-07T19:25:03.833" v="22522" actId="2696"/>
        <pc:sldMkLst>
          <pc:docMk/>
          <pc:sldMk cId="2665623708" sldId="2669"/>
        </pc:sldMkLst>
      </pc:sldChg>
      <pc:sldChg chg="modSp new mod modNotesTx">
        <pc:chgData name="Zhize LI" userId="dcf8469b-f633-4120-85bb-8d33589baf96" providerId="ADAL" clId="{194D58AA-B549-5E18-AF40-6DE772E7051C}" dt="2026-04-08T02:28:49.271" v="24575" actId="20577"/>
        <pc:sldMkLst>
          <pc:docMk/>
          <pc:sldMk cId="2535885226" sldId="2670"/>
        </pc:sldMkLst>
        <pc:spChg chg="mod">
          <ac:chgData name="Zhize LI" userId="dcf8469b-f633-4120-85bb-8d33589baf96" providerId="ADAL" clId="{194D58AA-B549-5E18-AF40-6DE772E7051C}" dt="2026-04-07T09:10:19.346" v="15484" actId="20577"/>
          <ac:spMkLst>
            <pc:docMk/>
            <pc:sldMk cId="2535885226" sldId="2670"/>
            <ac:spMk id="2" creationId="{428C6CA0-D0C0-FA00-770B-7CED014572E1}"/>
          </ac:spMkLst>
        </pc:spChg>
        <pc:spChg chg="mod">
          <ac:chgData name="Zhize LI" userId="dcf8469b-f633-4120-85bb-8d33589baf96" providerId="ADAL" clId="{194D58AA-B549-5E18-AF40-6DE772E7051C}" dt="2026-04-07T21:15:32.306" v="23722" actId="20577"/>
          <ac:spMkLst>
            <pc:docMk/>
            <pc:sldMk cId="2535885226" sldId="2670"/>
            <ac:spMk id="3" creationId="{29A3340A-91F6-7726-7044-BF61545E9D77}"/>
          </ac:spMkLst>
        </pc:spChg>
      </pc:sldChg>
      <pc:sldChg chg="addSp delSp modSp new mod modAnim modNotesTx">
        <pc:chgData name="Zhize LI" userId="dcf8469b-f633-4120-85bb-8d33589baf96" providerId="ADAL" clId="{194D58AA-B549-5E18-AF40-6DE772E7051C}" dt="2026-04-08T02:28:52.045" v="24576" actId="20577"/>
        <pc:sldMkLst>
          <pc:docMk/>
          <pc:sldMk cId="2880483933" sldId="2671"/>
        </pc:sldMkLst>
        <pc:spChg chg="mod">
          <ac:chgData name="Zhize LI" userId="dcf8469b-f633-4120-85bb-8d33589baf96" providerId="ADAL" clId="{194D58AA-B549-5E18-AF40-6DE772E7051C}" dt="2026-04-07T09:22:45.703" v="15602" actId="20577"/>
          <ac:spMkLst>
            <pc:docMk/>
            <pc:sldMk cId="2880483933" sldId="2671"/>
            <ac:spMk id="2" creationId="{1F15A849-2BB7-BC80-0F92-81237D4B2987}"/>
          </ac:spMkLst>
        </pc:spChg>
        <pc:spChg chg="mod">
          <ac:chgData name="Zhize LI" userId="dcf8469b-f633-4120-85bb-8d33589baf96" providerId="ADAL" clId="{194D58AA-B549-5E18-AF40-6DE772E7051C}" dt="2026-04-08T02:01:15.434" v="24041" actId="20577"/>
          <ac:spMkLst>
            <pc:docMk/>
            <pc:sldMk cId="2880483933" sldId="2671"/>
            <ac:spMk id="3" creationId="{E68BC4C7-3A09-371B-1FF4-3A7CEDACFBE8}"/>
          </ac:spMkLst>
        </pc:spChg>
        <pc:spChg chg="add del mod">
          <ac:chgData name="Zhize LI" userId="dcf8469b-f633-4120-85bb-8d33589baf96" providerId="ADAL" clId="{194D58AA-B549-5E18-AF40-6DE772E7051C}" dt="2026-04-07T09:55:13.851" v="16275"/>
          <ac:spMkLst>
            <pc:docMk/>
            <pc:sldMk cId="2880483933" sldId="2671"/>
            <ac:spMk id="4" creationId="{0DC3C918-DD68-658C-A9F5-5C689D4F3281}"/>
          </ac:spMkLst>
        </pc:spChg>
        <pc:spChg chg="add mod">
          <ac:chgData name="Zhize LI" userId="dcf8469b-f633-4120-85bb-8d33589baf96" providerId="ADAL" clId="{194D58AA-B549-5E18-AF40-6DE772E7051C}" dt="2026-04-07T10:21:31.781" v="16649" actId="207"/>
          <ac:spMkLst>
            <pc:docMk/>
            <pc:sldMk cId="2880483933" sldId="2671"/>
            <ac:spMk id="5" creationId="{7C767E18-7BC7-371F-1107-FF8025446402}"/>
          </ac:spMkLst>
        </pc:spChg>
      </pc:sldChg>
      <pc:sldChg chg="modSp new mod modNotesTx">
        <pc:chgData name="Zhize LI" userId="dcf8469b-f633-4120-85bb-8d33589baf96" providerId="ADAL" clId="{194D58AA-B549-5E18-AF40-6DE772E7051C}" dt="2026-04-08T02:28:54.481" v="24577" actId="20577"/>
        <pc:sldMkLst>
          <pc:docMk/>
          <pc:sldMk cId="2547894557" sldId="2672"/>
        </pc:sldMkLst>
        <pc:spChg chg="mod">
          <ac:chgData name="Zhize LI" userId="dcf8469b-f633-4120-85bb-8d33589baf96" providerId="ADAL" clId="{194D58AA-B549-5E18-AF40-6DE772E7051C}" dt="2026-04-07T10:30:23.511" v="16793" actId="20577"/>
          <ac:spMkLst>
            <pc:docMk/>
            <pc:sldMk cId="2547894557" sldId="2672"/>
            <ac:spMk id="2" creationId="{BAB0EE25-5355-430D-21C2-12A8991E12C4}"/>
          </ac:spMkLst>
        </pc:spChg>
        <pc:spChg chg="mod">
          <ac:chgData name="Zhize LI" userId="dcf8469b-f633-4120-85bb-8d33589baf96" providerId="ADAL" clId="{194D58AA-B549-5E18-AF40-6DE772E7051C}" dt="2026-04-08T02:06:27.028" v="24139" actId="20577"/>
          <ac:spMkLst>
            <pc:docMk/>
            <pc:sldMk cId="2547894557" sldId="2672"/>
            <ac:spMk id="3" creationId="{590AF5C0-08ED-D895-EB9E-A9D8B2868EDE}"/>
          </ac:spMkLst>
        </pc:spChg>
      </pc:sldChg>
      <pc:sldChg chg="modSp new mod modNotesTx">
        <pc:chgData name="Zhize LI" userId="dcf8469b-f633-4120-85bb-8d33589baf96" providerId="ADAL" clId="{194D58AA-B549-5E18-AF40-6DE772E7051C}" dt="2026-04-08T02:28:56.792" v="24578" actId="20577"/>
        <pc:sldMkLst>
          <pc:docMk/>
          <pc:sldMk cId="2675955264" sldId="2673"/>
        </pc:sldMkLst>
        <pc:spChg chg="mod">
          <ac:chgData name="Zhize LI" userId="dcf8469b-f633-4120-85bb-8d33589baf96" providerId="ADAL" clId="{194D58AA-B549-5E18-AF40-6DE772E7051C}" dt="2026-04-07T10:56:05.949" v="17598" actId="20577"/>
          <ac:spMkLst>
            <pc:docMk/>
            <pc:sldMk cId="2675955264" sldId="2673"/>
            <ac:spMk id="2" creationId="{3FE5821F-7CFE-25E3-A44B-DCA29B9B958A}"/>
          </ac:spMkLst>
        </pc:spChg>
        <pc:spChg chg="mod">
          <ac:chgData name="Zhize LI" userId="dcf8469b-f633-4120-85bb-8d33589baf96" providerId="ADAL" clId="{194D58AA-B549-5E18-AF40-6DE772E7051C}" dt="2026-04-07T16:19:14.326" v="19650" actId="20577"/>
          <ac:spMkLst>
            <pc:docMk/>
            <pc:sldMk cId="2675955264" sldId="2673"/>
            <ac:spMk id="3" creationId="{4D258B71-A9DC-4B41-B0B7-F5FC421E75B8}"/>
          </ac:spMkLst>
        </pc:spChg>
      </pc:sldChg>
      <pc:sldChg chg="addSp delSp modSp new del mod">
        <pc:chgData name="Zhize LI" userId="dcf8469b-f633-4120-85bb-8d33589baf96" providerId="ADAL" clId="{194D58AA-B549-5E18-AF40-6DE772E7051C}" dt="2026-04-07T13:34:02.822" v="18134" actId="2696"/>
        <pc:sldMkLst>
          <pc:docMk/>
          <pc:sldMk cId="969213549" sldId="2674"/>
        </pc:sldMkLst>
        <pc:spChg chg="mod">
          <ac:chgData name="Zhize LI" userId="dcf8469b-f633-4120-85bb-8d33589baf96" providerId="ADAL" clId="{194D58AA-B549-5E18-AF40-6DE772E7051C}" dt="2026-04-07T13:15:18.396" v="18036" actId="20577"/>
          <ac:spMkLst>
            <pc:docMk/>
            <pc:sldMk cId="969213549" sldId="2674"/>
            <ac:spMk id="2" creationId="{B5787E6B-5E41-577A-7D13-068ADFAD1F77}"/>
          </ac:spMkLst>
        </pc:spChg>
        <pc:spChg chg="add del mod">
          <ac:chgData name="Zhize LI" userId="dcf8469b-f633-4120-85bb-8d33589baf96" providerId="ADAL" clId="{194D58AA-B549-5E18-AF40-6DE772E7051C}" dt="2026-04-07T13:31:34.642" v="18109" actId="478"/>
          <ac:spMkLst>
            <pc:docMk/>
            <pc:sldMk cId="969213549" sldId="2674"/>
            <ac:spMk id="3" creationId="{51C4DFAA-E2E4-F177-3AA3-0D0BA666057A}"/>
          </ac:spMkLst>
        </pc:spChg>
        <pc:spChg chg="add del mod">
          <ac:chgData name="Zhize LI" userId="dcf8469b-f633-4120-85bb-8d33589baf96" providerId="ADAL" clId="{194D58AA-B549-5E18-AF40-6DE772E7051C}" dt="2026-04-07T13:31:34.642" v="18109" actId="478"/>
          <ac:spMkLst>
            <pc:docMk/>
            <pc:sldMk cId="969213549" sldId="2674"/>
            <ac:spMk id="7" creationId="{80D3D94C-DF10-63A3-B5B1-E5A4C695ED56}"/>
          </ac:spMkLst>
        </pc:spChg>
        <pc:spChg chg="add mod">
          <ac:chgData name="Zhize LI" userId="dcf8469b-f633-4120-85bb-8d33589baf96" providerId="ADAL" clId="{194D58AA-B549-5E18-AF40-6DE772E7051C}" dt="2026-04-07T13:27:47.464" v="18102"/>
          <ac:spMkLst>
            <pc:docMk/>
            <pc:sldMk cId="969213549" sldId="2674"/>
            <ac:spMk id="8" creationId="{410FFA2D-124E-6CB9-0A1B-2466D3EF11CA}"/>
          </ac:spMkLst>
        </pc:spChg>
        <pc:picChg chg="add mod">
          <ac:chgData name="Zhize LI" userId="dcf8469b-f633-4120-85bb-8d33589baf96" providerId="ADAL" clId="{194D58AA-B549-5E18-AF40-6DE772E7051C}" dt="2026-04-07T13:31:33.060" v="18107" actId="1076"/>
          <ac:picMkLst>
            <pc:docMk/>
            <pc:sldMk cId="969213549" sldId="2674"/>
            <ac:picMk id="5" creationId="{6757EB54-6B8C-8F2C-F688-784B62E85448}"/>
          </ac:picMkLst>
        </pc:picChg>
      </pc:sldChg>
      <pc:sldChg chg="addSp delSp modSp add del mod">
        <pc:chgData name="Zhize LI" userId="dcf8469b-f633-4120-85bb-8d33589baf96" providerId="ADAL" clId="{194D58AA-B549-5E18-AF40-6DE772E7051C}" dt="2026-04-07T13:38:28.787" v="18164" actId="2696"/>
        <pc:sldMkLst>
          <pc:docMk/>
          <pc:sldMk cId="2193986189" sldId="2675"/>
        </pc:sldMkLst>
        <pc:spChg chg="del mod">
          <ac:chgData name="Zhize LI" userId="dcf8469b-f633-4120-85bb-8d33589baf96" providerId="ADAL" clId="{194D58AA-B549-5E18-AF40-6DE772E7051C}" dt="2026-04-07T13:27:14.805" v="18096" actId="478"/>
          <ac:spMkLst>
            <pc:docMk/>
            <pc:sldMk cId="2193986189" sldId="2675"/>
            <ac:spMk id="3" creationId="{8168E1E7-358F-AFD2-4E8F-2C94210850A0}"/>
          </ac:spMkLst>
        </pc:spChg>
        <pc:spChg chg="add mod">
          <ac:chgData name="Zhize LI" userId="dcf8469b-f633-4120-85bb-8d33589baf96" providerId="ADAL" clId="{194D58AA-B549-5E18-AF40-6DE772E7051C}" dt="2026-04-07T13:32:09.962" v="18117" actId="122"/>
          <ac:spMkLst>
            <pc:docMk/>
            <pc:sldMk cId="2193986189" sldId="2675"/>
            <ac:spMk id="6" creationId="{8FA36647-E844-C494-395F-76A239E32B13}"/>
          </ac:spMkLst>
        </pc:spChg>
        <pc:picChg chg="del mod">
          <ac:chgData name="Zhize LI" userId="dcf8469b-f633-4120-85bb-8d33589baf96" providerId="ADAL" clId="{194D58AA-B549-5E18-AF40-6DE772E7051C}" dt="2026-04-07T13:37:45.650" v="18153" actId="478"/>
          <ac:picMkLst>
            <pc:docMk/>
            <pc:sldMk cId="2193986189" sldId="2675"/>
            <ac:picMk id="5" creationId="{4D6A95DB-3B85-EAEC-A5BA-66436F1C8788}"/>
          </ac:picMkLst>
        </pc:picChg>
      </pc:sldChg>
      <pc:sldChg chg="addSp delSp modSp add mod modNotesTx">
        <pc:chgData name="Zhize LI" userId="dcf8469b-f633-4120-85bb-8d33589baf96" providerId="ADAL" clId="{194D58AA-B549-5E18-AF40-6DE772E7051C}" dt="2026-04-08T02:29:22.616" v="24588" actId="20577"/>
        <pc:sldMkLst>
          <pc:docMk/>
          <pc:sldMk cId="3409756808" sldId="2676"/>
        </pc:sldMkLst>
        <pc:spChg chg="mod">
          <ac:chgData name="Zhize LI" userId="dcf8469b-f633-4120-85bb-8d33589baf96" providerId="ADAL" clId="{194D58AA-B549-5E18-AF40-6DE772E7051C}" dt="2026-04-07T13:41:58.200" v="18188" actId="20577"/>
          <ac:spMkLst>
            <pc:docMk/>
            <pc:sldMk cId="3409756808" sldId="2676"/>
            <ac:spMk id="2" creationId="{2DE52521-CAF4-EBE0-4FB7-12E7A2A48A7B}"/>
          </ac:spMkLst>
        </pc:spChg>
        <pc:spChg chg="mod">
          <ac:chgData name="Zhize LI" userId="dcf8469b-f633-4120-85bb-8d33589baf96" providerId="ADAL" clId="{194D58AA-B549-5E18-AF40-6DE772E7051C}" dt="2026-04-07T14:59:28.941" v="18539" actId="113"/>
          <ac:spMkLst>
            <pc:docMk/>
            <pc:sldMk cId="3409756808" sldId="2676"/>
            <ac:spMk id="6" creationId="{7722387A-C1BB-41B2-5D7E-E7B097F8FE43}"/>
          </ac:spMkLst>
        </pc:spChg>
        <pc:picChg chg="add del mod">
          <ac:chgData name="Zhize LI" userId="dcf8469b-f633-4120-85bb-8d33589baf96" providerId="ADAL" clId="{194D58AA-B549-5E18-AF40-6DE772E7051C}" dt="2026-04-07T13:45:50.307" v="18190" actId="478"/>
          <ac:picMkLst>
            <pc:docMk/>
            <pc:sldMk cId="3409756808" sldId="2676"/>
            <ac:picMk id="4" creationId="{AFA7B746-170F-6664-1882-39FD54D5205D}"/>
          </ac:picMkLst>
        </pc:picChg>
        <pc:picChg chg="del">
          <ac:chgData name="Zhize LI" userId="dcf8469b-f633-4120-85bb-8d33589baf96" providerId="ADAL" clId="{194D58AA-B549-5E18-AF40-6DE772E7051C}" dt="2026-04-07T13:32:52.448" v="18123" actId="478"/>
          <ac:picMkLst>
            <pc:docMk/>
            <pc:sldMk cId="3409756808" sldId="2676"/>
            <ac:picMk id="5" creationId="{ADBFA51F-F0A5-88D3-8C54-DD56BD86EFCD}"/>
          </ac:picMkLst>
        </pc:picChg>
        <pc:picChg chg="add mod">
          <ac:chgData name="Zhize LI" userId="dcf8469b-f633-4120-85bb-8d33589baf96" providerId="ADAL" clId="{194D58AA-B549-5E18-AF40-6DE772E7051C}" dt="2026-04-07T13:51:56.596" v="18244" actId="1035"/>
          <ac:picMkLst>
            <pc:docMk/>
            <pc:sldMk cId="3409756808" sldId="2676"/>
            <ac:picMk id="8" creationId="{4F9D59D9-5F05-037F-AB88-0982DEEB670B}"/>
          </ac:picMkLst>
        </pc:picChg>
      </pc:sldChg>
      <pc:sldChg chg="addSp delSp modSp add mod ord modNotesTx">
        <pc:chgData name="Zhize LI" userId="dcf8469b-f633-4120-85bb-8d33589baf96" providerId="ADAL" clId="{194D58AA-B549-5E18-AF40-6DE772E7051C}" dt="2026-04-08T02:29:20.054" v="24587" actId="20577"/>
        <pc:sldMkLst>
          <pc:docMk/>
          <pc:sldMk cId="722964361" sldId="2677"/>
        </pc:sldMkLst>
        <pc:spChg chg="mod">
          <ac:chgData name="Zhize LI" userId="dcf8469b-f633-4120-85bb-8d33589baf96" providerId="ADAL" clId="{194D58AA-B549-5E18-AF40-6DE772E7051C}" dt="2026-04-07T13:42:09.687" v="18189"/>
          <ac:spMkLst>
            <pc:docMk/>
            <pc:sldMk cId="722964361" sldId="2677"/>
            <ac:spMk id="2" creationId="{648007AE-FC25-DAAC-54EB-20FE25059781}"/>
          </ac:spMkLst>
        </pc:spChg>
        <pc:spChg chg="add del">
          <ac:chgData name="Zhize LI" userId="dcf8469b-f633-4120-85bb-8d33589baf96" providerId="ADAL" clId="{194D58AA-B549-5E18-AF40-6DE772E7051C}" dt="2026-04-07T13:37:57.869" v="18156" actId="478"/>
          <ac:spMkLst>
            <pc:docMk/>
            <pc:sldMk cId="722964361" sldId="2677"/>
            <ac:spMk id="5" creationId="{B101022B-FACB-B99F-5668-E7E091D56477}"/>
          </ac:spMkLst>
        </pc:spChg>
        <pc:spChg chg="mod">
          <ac:chgData name="Zhize LI" userId="dcf8469b-f633-4120-85bb-8d33589baf96" providerId="ADAL" clId="{194D58AA-B549-5E18-AF40-6DE772E7051C}" dt="2026-04-07T14:59:25.041" v="18538" actId="113"/>
          <ac:spMkLst>
            <pc:docMk/>
            <pc:sldMk cId="722964361" sldId="2677"/>
            <ac:spMk id="6" creationId="{4AF7C9A6-B418-5088-27C5-4F97F1C9115E}"/>
          </ac:spMkLst>
        </pc:spChg>
        <pc:picChg chg="del">
          <ac:chgData name="Zhize LI" userId="dcf8469b-f633-4120-85bb-8d33589baf96" providerId="ADAL" clId="{194D58AA-B549-5E18-AF40-6DE772E7051C}" dt="2026-04-07T13:37:54.562" v="18154" actId="478"/>
          <ac:picMkLst>
            <pc:docMk/>
            <pc:sldMk cId="722964361" sldId="2677"/>
            <ac:picMk id="4" creationId="{09ED0FE7-B829-B77D-5F79-69F9579C2E47}"/>
          </ac:picMkLst>
        </pc:picChg>
        <pc:picChg chg="add mod">
          <ac:chgData name="Zhize LI" userId="dcf8469b-f633-4120-85bb-8d33589baf96" providerId="ADAL" clId="{194D58AA-B549-5E18-AF40-6DE772E7051C}" dt="2026-04-07T13:51:41.526" v="18235" actId="1036"/>
          <ac:picMkLst>
            <pc:docMk/>
            <pc:sldMk cId="722964361" sldId="2677"/>
            <ac:picMk id="8" creationId="{6B8FCF53-36FB-2EB6-45E9-FE1B9DF3C66A}"/>
          </ac:picMkLst>
        </pc:picChg>
      </pc:sldChg>
      <pc:sldChg chg="modSp new del mod">
        <pc:chgData name="Zhize LI" userId="dcf8469b-f633-4120-85bb-8d33589baf96" providerId="ADAL" clId="{194D58AA-B549-5E18-AF40-6DE772E7051C}" dt="2026-04-07T14:57:57.633" v="18535" actId="2696"/>
        <pc:sldMkLst>
          <pc:docMk/>
          <pc:sldMk cId="1871606691" sldId="2678"/>
        </pc:sldMkLst>
        <pc:spChg chg="mod">
          <ac:chgData name="Zhize LI" userId="dcf8469b-f633-4120-85bb-8d33589baf96" providerId="ADAL" clId="{194D58AA-B549-5E18-AF40-6DE772E7051C}" dt="2026-04-07T14:45:41.230" v="18500" actId="20577"/>
          <ac:spMkLst>
            <pc:docMk/>
            <pc:sldMk cId="1871606691" sldId="2678"/>
            <ac:spMk id="2" creationId="{5CA3E4B6-FF86-A896-53B5-156B01C6CCE7}"/>
          </ac:spMkLst>
        </pc:spChg>
        <pc:spChg chg="mod">
          <ac:chgData name="Zhize LI" userId="dcf8469b-f633-4120-85bb-8d33589baf96" providerId="ADAL" clId="{194D58AA-B549-5E18-AF40-6DE772E7051C}" dt="2026-04-07T14:53:24" v="18526" actId="20577"/>
          <ac:spMkLst>
            <pc:docMk/>
            <pc:sldMk cId="1871606691" sldId="2678"/>
            <ac:spMk id="3" creationId="{375FFA42-8E85-FFE7-873A-AB499F13ABB5}"/>
          </ac:spMkLst>
        </pc:spChg>
      </pc:sldChg>
      <pc:sldChg chg="addSp modSp new del mod ord modNotesTx">
        <pc:chgData name="Zhize LI" userId="dcf8469b-f633-4120-85bb-8d33589baf96" providerId="ADAL" clId="{194D58AA-B549-5E18-AF40-6DE772E7051C}" dt="2026-04-07T19:26:35.546" v="22537" actId="2696"/>
        <pc:sldMkLst>
          <pc:docMk/>
          <pc:sldMk cId="1905040054" sldId="2679"/>
        </pc:sldMkLst>
        <pc:spChg chg="add mod">
          <ac:chgData name="Zhize LI" userId="dcf8469b-f633-4120-85bb-8d33589baf96" providerId="ADAL" clId="{194D58AA-B549-5E18-AF40-6DE772E7051C}" dt="2026-04-07T14:57:52.796" v="18534" actId="1076"/>
          <ac:spMkLst>
            <pc:docMk/>
            <pc:sldMk cId="1905040054" sldId="2679"/>
            <ac:spMk id="3" creationId="{37FE1AD1-CD79-7BEB-2D10-F032C83AA794}"/>
          </ac:spMkLst>
        </pc:spChg>
      </pc:sldChg>
      <pc:sldChg chg="addSp delSp modSp new mod modNotesTx">
        <pc:chgData name="Zhize LI" userId="dcf8469b-f633-4120-85bb-8d33589baf96" providerId="ADAL" clId="{194D58AA-B549-5E18-AF40-6DE772E7051C}" dt="2026-04-08T02:29:25.722" v="24589" actId="20577"/>
        <pc:sldMkLst>
          <pc:docMk/>
          <pc:sldMk cId="3616612324" sldId="2680"/>
        </pc:sldMkLst>
        <pc:spChg chg="mod">
          <ac:chgData name="Zhize LI" userId="dcf8469b-f633-4120-85bb-8d33589baf96" providerId="ADAL" clId="{194D58AA-B549-5E18-AF40-6DE772E7051C}" dt="2026-04-07T15:05:06.889" v="18684" actId="20577"/>
          <ac:spMkLst>
            <pc:docMk/>
            <pc:sldMk cId="3616612324" sldId="2680"/>
            <ac:spMk id="2" creationId="{4781EE1F-A8D3-D25B-C32F-FCF557D841F9}"/>
          </ac:spMkLst>
        </pc:spChg>
        <pc:spChg chg="mod">
          <ac:chgData name="Zhize LI" userId="dcf8469b-f633-4120-85bb-8d33589baf96" providerId="ADAL" clId="{194D58AA-B549-5E18-AF40-6DE772E7051C}" dt="2026-04-08T02:19:55.272" v="24455" actId="20577"/>
          <ac:spMkLst>
            <pc:docMk/>
            <pc:sldMk cId="3616612324" sldId="2680"/>
            <ac:spMk id="3" creationId="{22D42640-E6C3-C2D5-5B2A-79A96992869A}"/>
          </ac:spMkLst>
        </pc:spChg>
        <pc:spChg chg="add del mod">
          <ac:chgData name="Zhize LI" userId="dcf8469b-f633-4120-85bb-8d33589baf96" providerId="ADAL" clId="{194D58AA-B549-5E18-AF40-6DE772E7051C}" dt="2026-04-07T16:04:04.643" v="19301" actId="478"/>
          <ac:spMkLst>
            <pc:docMk/>
            <pc:sldMk cId="3616612324" sldId="2680"/>
            <ac:spMk id="7" creationId="{CB50C04B-199F-7901-2F39-F04C60CCB4A6}"/>
          </ac:spMkLst>
        </pc:spChg>
        <pc:spChg chg="add mod">
          <ac:chgData name="Zhize LI" userId="dcf8469b-f633-4120-85bb-8d33589baf96" providerId="ADAL" clId="{194D58AA-B549-5E18-AF40-6DE772E7051C}" dt="2026-04-07T16:14:45.418" v="19553" actId="1076"/>
          <ac:spMkLst>
            <pc:docMk/>
            <pc:sldMk cId="3616612324" sldId="2680"/>
            <ac:spMk id="9" creationId="{7BEEA7BC-220D-A912-8D5E-F4F008A9323A}"/>
          </ac:spMkLst>
        </pc:spChg>
        <pc:picChg chg="add mod">
          <ac:chgData name="Zhize LI" userId="dcf8469b-f633-4120-85bb-8d33589baf96" providerId="ADAL" clId="{194D58AA-B549-5E18-AF40-6DE772E7051C}" dt="2026-04-07T16:16:45.487" v="19621" actId="1036"/>
          <ac:picMkLst>
            <pc:docMk/>
            <pc:sldMk cId="3616612324" sldId="2680"/>
            <ac:picMk id="5" creationId="{71293C25-E362-5B91-F33A-B77EEF8BC9D3}"/>
          </ac:picMkLst>
        </pc:picChg>
      </pc:sldChg>
      <pc:sldChg chg="addSp modSp new mod modNotesTx">
        <pc:chgData name="Zhize LI" userId="dcf8469b-f633-4120-85bb-8d33589baf96" providerId="ADAL" clId="{194D58AA-B549-5E18-AF40-6DE772E7051C}" dt="2026-04-08T02:28:59.174" v="24579" actId="20577"/>
        <pc:sldMkLst>
          <pc:docMk/>
          <pc:sldMk cId="362349496" sldId="2681"/>
        </pc:sldMkLst>
        <pc:spChg chg="mod">
          <ac:chgData name="Zhize LI" userId="dcf8469b-f633-4120-85bb-8d33589baf96" providerId="ADAL" clId="{194D58AA-B549-5E18-AF40-6DE772E7051C}" dt="2026-04-07T16:21:11.640" v="19666" actId="20577"/>
          <ac:spMkLst>
            <pc:docMk/>
            <pc:sldMk cId="362349496" sldId="2681"/>
            <ac:spMk id="2" creationId="{1D993583-6094-4756-23D4-FD70D9520B58}"/>
          </ac:spMkLst>
        </pc:spChg>
        <pc:spChg chg="mod">
          <ac:chgData name="Zhize LI" userId="dcf8469b-f633-4120-85bb-8d33589baf96" providerId="ADAL" clId="{194D58AA-B549-5E18-AF40-6DE772E7051C}" dt="2026-04-07T16:45:14.800" v="20230"/>
          <ac:spMkLst>
            <pc:docMk/>
            <pc:sldMk cId="362349496" sldId="2681"/>
            <ac:spMk id="3" creationId="{C3608B44-53EB-C4AE-B2D5-BCCC92B72005}"/>
          </ac:spMkLst>
        </pc:spChg>
        <pc:spChg chg="add mod">
          <ac:chgData name="Zhize LI" userId="dcf8469b-f633-4120-85bb-8d33589baf96" providerId="ADAL" clId="{194D58AA-B549-5E18-AF40-6DE772E7051C}" dt="2026-04-07T16:29:33.752" v="19859" actId="767"/>
          <ac:spMkLst>
            <pc:docMk/>
            <pc:sldMk cId="362349496" sldId="2681"/>
            <ac:spMk id="4" creationId="{F7DA4546-F873-B485-B92E-6DED4BB5FFE6}"/>
          </ac:spMkLst>
        </pc:spChg>
      </pc:sldChg>
      <pc:sldChg chg="modSp new mod modNotesTx">
        <pc:chgData name="Zhize LI" userId="dcf8469b-f633-4120-85bb-8d33589baf96" providerId="ADAL" clId="{194D58AA-B549-5E18-AF40-6DE772E7051C}" dt="2026-04-08T02:29:02.873" v="24580" actId="20577"/>
        <pc:sldMkLst>
          <pc:docMk/>
          <pc:sldMk cId="2499244534" sldId="2682"/>
        </pc:sldMkLst>
        <pc:spChg chg="mod">
          <ac:chgData name="Zhize LI" userId="dcf8469b-f633-4120-85bb-8d33589baf96" providerId="ADAL" clId="{194D58AA-B549-5E18-AF40-6DE772E7051C}" dt="2026-04-07T16:35:47.049" v="20057" actId="20577"/>
          <ac:spMkLst>
            <pc:docMk/>
            <pc:sldMk cId="2499244534" sldId="2682"/>
            <ac:spMk id="2" creationId="{C99956D0-1AEA-939F-C1E7-B840F4AA0EB7}"/>
          </ac:spMkLst>
        </pc:spChg>
        <pc:spChg chg="mod">
          <ac:chgData name="Zhize LI" userId="dcf8469b-f633-4120-85bb-8d33589baf96" providerId="ADAL" clId="{194D58AA-B549-5E18-AF40-6DE772E7051C}" dt="2026-04-07T16:59:38.372" v="20410" actId="20577"/>
          <ac:spMkLst>
            <pc:docMk/>
            <pc:sldMk cId="2499244534" sldId="2682"/>
            <ac:spMk id="3" creationId="{97A3BFFC-F507-6EB3-F0D4-892A277726CF}"/>
          </ac:spMkLst>
        </pc:spChg>
      </pc:sldChg>
      <pc:sldChg chg="addSp modSp new mod modNotesTx">
        <pc:chgData name="Zhize LI" userId="dcf8469b-f633-4120-85bb-8d33589baf96" providerId="ADAL" clId="{194D58AA-B549-5E18-AF40-6DE772E7051C}" dt="2026-04-08T02:29:05.118" v="24581" actId="20577"/>
        <pc:sldMkLst>
          <pc:docMk/>
          <pc:sldMk cId="2884399486" sldId="2683"/>
        </pc:sldMkLst>
        <pc:spChg chg="mod">
          <ac:chgData name="Zhize LI" userId="dcf8469b-f633-4120-85bb-8d33589baf96" providerId="ADAL" clId="{194D58AA-B549-5E18-AF40-6DE772E7051C}" dt="2026-04-07T19:24:15.440" v="22514" actId="20577"/>
          <ac:spMkLst>
            <pc:docMk/>
            <pc:sldMk cId="2884399486" sldId="2683"/>
            <ac:spMk id="2" creationId="{F210F1F5-A82B-8608-5364-03177A197CF0}"/>
          </ac:spMkLst>
        </pc:spChg>
        <pc:spChg chg="mod">
          <ac:chgData name="Zhize LI" userId="dcf8469b-f633-4120-85bb-8d33589baf96" providerId="ADAL" clId="{194D58AA-B549-5E18-AF40-6DE772E7051C}" dt="2026-04-08T02:11:57.119" v="24267" actId="113"/>
          <ac:spMkLst>
            <pc:docMk/>
            <pc:sldMk cId="2884399486" sldId="2683"/>
            <ac:spMk id="3" creationId="{FCE3DB5A-A0BD-3609-0C36-DD55F982F657}"/>
          </ac:spMkLst>
        </pc:spChg>
        <pc:picChg chg="add mod">
          <ac:chgData name="Zhize LI" userId="dcf8469b-f633-4120-85bb-8d33589baf96" providerId="ADAL" clId="{194D58AA-B549-5E18-AF40-6DE772E7051C}" dt="2026-04-07T18:49:22.309" v="21722" actId="1036"/>
          <ac:picMkLst>
            <pc:docMk/>
            <pc:sldMk cId="2884399486" sldId="2683"/>
            <ac:picMk id="4" creationId="{B1D60902-3C03-2699-5F9F-C673C2743D2D}"/>
          </ac:picMkLst>
        </pc:picChg>
      </pc:sldChg>
      <pc:sldChg chg="modSp new mod modNotesTx">
        <pc:chgData name="Zhize LI" userId="dcf8469b-f633-4120-85bb-8d33589baf96" providerId="ADAL" clId="{194D58AA-B549-5E18-AF40-6DE772E7051C}" dt="2026-04-08T02:29:28.707" v="24590" actId="20577"/>
        <pc:sldMkLst>
          <pc:docMk/>
          <pc:sldMk cId="2827192909" sldId="2684"/>
        </pc:sldMkLst>
        <pc:spChg chg="mod">
          <ac:chgData name="Zhize LI" userId="dcf8469b-f633-4120-85bb-8d33589baf96" providerId="ADAL" clId="{194D58AA-B549-5E18-AF40-6DE772E7051C}" dt="2026-04-07T17:31:01.463" v="20708" actId="20577"/>
          <ac:spMkLst>
            <pc:docMk/>
            <pc:sldMk cId="2827192909" sldId="2684"/>
            <ac:spMk id="2" creationId="{ADB175F2-47C8-6D00-540A-A9E120CF863F}"/>
          </ac:spMkLst>
        </pc:spChg>
        <pc:spChg chg="mod">
          <ac:chgData name="Zhize LI" userId="dcf8469b-f633-4120-85bb-8d33589baf96" providerId="ADAL" clId="{194D58AA-B549-5E18-AF40-6DE772E7051C}" dt="2026-04-07T18:24:21.879" v="20934" actId="1076"/>
          <ac:spMkLst>
            <pc:docMk/>
            <pc:sldMk cId="2827192909" sldId="2684"/>
            <ac:spMk id="3" creationId="{3B8D13F8-92AA-117A-8FA1-E750C97EAE74}"/>
          </ac:spMkLst>
        </pc:spChg>
      </pc:sldChg>
      <pc:sldChg chg="modSp new mod modNotesTx">
        <pc:chgData name="Zhize LI" userId="dcf8469b-f633-4120-85bb-8d33589baf96" providerId="ADAL" clId="{194D58AA-B549-5E18-AF40-6DE772E7051C}" dt="2026-04-08T02:29:07.521" v="24582" actId="20577"/>
        <pc:sldMkLst>
          <pc:docMk/>
          <pc:sldMk cId="3762793322" sldId="2685"/>
        </pc:sldMkLst>
        <pc:spChg chg="mod">
          <ac:chgData name="Zhize LI" userId="dcf8469b-f633-4120-85bb-8d33589baf96" providerId="ADAL" clId="{194D58AA-B549-5E18-AF40-6DE772E7051C}" dt="2026-04-07T18:47:10.204" v="21673" actId="20577"/>
          <ac:spMkLst>
            <pc:docMk/>
            <pc:sldMk cId="3762793322" sldId="2685"/>
            <ac:spMk id="2" creationId="{82F322AC-05D7-998F-A3FB-BAF30E363F56}"/>
          </ac:spMkLst>
        </pc:spChg>
        <pc:spChg chg="mod">
          <ac:chgData name="Zhize LI" userId="dcf8469b-f633-4120-85bb-8d33589baf96" providerId="ADAL" clId="{194D58AA-B549-5E18-AF40-6DE772E7051C}" dt="2026-04-07T19:13:25.894" v="22273"/>
          <ac:spMkLst>
            <pc:docMk/>
            <pc:sldMk cId="3762793322" sldId="2685"/>
            <ac:spMk id="3" creationId="{9056014E-852E-10BF-3F75-81832D270224}"/>
          </ac:spMkLst>
        </pc:spChg>
      </pc:sldChg>
      <pc:sldChg chg="modSp new mod modNotesTx">
        <pc:chgData name="Zhize LI" userId="dcf8469b-f633-4120-85bb-8d33589baf96" providerId="ADAL" clId="{194D58AA-B549-5E18-AF40-6DE772E7051C}" dt="2026-04-08T02:29:09.933" v="24583" actId="20577"/>
        <pc:sldMkLst>
          <pc:docMk/>
          <pc:sldMk cId="28491464" sldId="2686"/>
        </pc:sldMkLst>
        <pc:spChg chg="mod">
          <ac:chgData name="Zhize LI" userId="dcf8469b-f633-4120-85bb-8d33589baf96" providerId="ADAL" clId="{194D58AA-B549-5E18-AF40-6DE772E7051C}" dt="2026-04-07T19:24:21.712" v="22520" actId="20577"/>
          <ac:spMkLst>
            <pc:docMk/>
            <pc:sldMk cId="28491464" sldId="2686"/>
            <ac:spMk id="2" creationId="{25CD3617-28A3-E1A7-DB93-18AAC1C322D4}"/>
          </ac:spMkLst>
        </pc:spChg>
        <pc:spChg chg="mod">
          <ac:chgData name="Zhize LI" userId="dcf8469b-f633-4120-85bb-8d33589baf96" providerId="ADAL" clId="{194D58AA-B549-5E18-AF40-6DE772E7051C}" dt="2026-04-07T19:21:12.903" v="22467" actId="20577"/>
          <ac:spMkLst>
            <pc:docMk/>
            <pc:sldMk cId="28491464" sldId="2686"/>
            <ac:spMk id="3" creationId="{47965D74-DEC3-3FCA-65E0-4C4ABEF3EA09}"/>
          </ac:spMkLst>
        </pc:spChg>
      </pc:sldChg>
      <pc:sldChg chg="addSp modSp new mod modNotesTx">
        <pc:chgData name="Zhize LI" userId="dcf8469b-f633-4120-85bb-8d33589baf96" providerId="ADAL" clId="{194D58AA-B549-5E18-AF40-6DE772E7051C}" dt="2026-04-08T02:29:12.273" v="24584" actId="20577"/>
        <pc:sldMkLst>
          <pc:docMk/>
          <pc:sldMk cId="4278978884" sldId="2687"/>
        </pc:sldMkLst>
        <pc:spChg chg="mod">
          <ac:chgData name="Zhize LI" userId="dcf8469b-f633-4120-85bb-8d33589baf96" providerId="ADAL" clId="{194D58AA-B549-5E18-AF40-6DE772E7051C}" dt="2026-04-07T19:25:23.392" v="22523"/>
          <ac:spMkLst>
            <pc:docMk/>
            <pc:sldMk cId="4278978884" sldId="2687"/>
            <ac:spMk id="2" creationId="{CDC90EDC-5D5A-901E-6D4E-E894A2FE59D2}"/>
          </ac:spMkLst>
        </pc:spChg>
        <pc:spChg chg="mod">
          <ac:chgData name="Zhize LI" userId="dcf8469b-f633-4120-85bb-8d33589baf96" providerId="ADAL" clId="{194D58AA-B549-5E18-AF40-6DE772E7051C}" dt="2026-04-08T02:14:16.391" v="24405" actId="20577"/>
          <ac:spMkLst>
            <pc:docMk/>
            <pc:sldMk cId="4278978884" sldId="2687"/>
            <ac:spMk id="3" creationId="{3DC55D8F-80E3-80F5-366F-9AD18ED88AB7}"/>
          </ac:spMkLst>
        </pc:spChg>
        <pc:spChg chg="add mod">
          <ac:chgData name="Zhize LI" userId="dcf8469b-f633-4120-85bb-8d33589baf96" providerId="ADAL" clId="{194D58AA-B549-5E18-AF40-6DE772E7051C}" dt="2026-04-07T21:06:10.480" v="23661" actId="1036"/>
          <ac:spMkLst>
            <pc:docMk/>
            <pc:sldMk cId="4278978884" sldId="2687"/>
            <ac:spMk id="4" creationId="{F8638F04-3552-3800-8EA6-FC9035F5A5D6}"/>
          </ac:spMkLst>
        </pc:spChg>
      </pc:sldChg>
      <pc:sldChg chg="addSp delSp modSp new mod modNotesTx">
        <pc:chgData name="Zhize LI" userId="dcf8469b-f633-4120-85bb-8d33589baf96" providerId="ADAL" clId="{194D58AA-B549-5E18-AF40-6DE772E7051C}" dt="2026-04-08T02:29:17.716" v="24586" actId="20577"/>
        <pc:sldMkLst>
          <pc:docMk/>
          <pc:sldMk cId="3140827675" sldId="2688"/>
        </pc:sldMkLst>
        <pc:spChg chg="mod">
          <ac:chgData name="Zhize LI" userId="dcf8469b-f633-4120-85bb-8d33589baf96" providerId="ADAL" clId="{194D58AA-B549-5E18-AF40-6DE772E7051C}" dt="2026-04-07T19:25:52.228" v="22527" actId="20577"/>
          <ac:spMkLst>
            <pc:docMk/>
            <pc:sldMk cId="3140827675" sldId="2688"/>
            <ac:spMk id="2" creationId="{F46C113D-B798-C0DB-E0F5-F1A779B907DB}"/>
          </ac:spMkLst>
        </pc:spChg>
        <pc:spChg chg="del">
          <ac:chgData name="Zhize LI" userId="dcf8469b-f633-4120-85bb-8d33589baf96" providerId="ADAL" clId="{194D58AA-B549-5E18-AF40-6DE772E7051C}" dt="2026-04-07T19:26:00.995" v="22528" actId="478"/>
          <ac:spMkLst>
            <pc:docMk/>
            <pc:sldMk cId="3140827675" sldId="2688"/>
            <ac:spMk id="3" creationId="{0699A041-DFBD-4E55-74A9-D6438AB29497}"/>
          </ac:spMkLst>
        </pc:spChg>
        <pc:spChg chg="add mod">
          <ac:chgData name="Zhize LI" userId="dcf8469b-f633-4120-85bb-8d33589baf96" providerId="ADAL" clId="{194D58AA-B549-5E18-AF40-6DE772E7051C}" dt="2026-04-07T19:26:24.112" v="22536" actId="1076"/>
          <ac:spMkLst>
            <pc:docMk/>
            <pc:sldMk cId="3140827675" sldId="2688"/>
            <ac:spMk id="4" creationId="{F0447ADA-DA22-C85A-D6E0-10016FCFA5F0}"/>
          </ac:spMkLst>
        </pc:spChg>
      </pc:sldChg>
      <pc:sldChg chg="addSp delSp modSp new mod modAnim modNotesTx">
        <pc:chgData name="Zhize LI" userId="dcf8469b-f633-4120-85bb-8d33589baf96" providerId="ADAL" clId="{194D58AA-B549-5E18-AF40-6DE772E7051C}" dt="2026-04-08T02:29:14.595" v="24585" actId="20577"/>
        <pc:sldMkLst>
          <pc:docMk/>
          <pc:sldMk cId="2772906002" sldId="2689"/>
        </pc:sldMkLst>
        <pc:spChg chg="mod">
          <ac:chgData name="Zhize LI" userId="dcf8469b-f633-4120-85bb-8d33589baf96" providerId="ADAL" clId="{194D58AA-B549-5E18-AF40-6DE772E7051C}" dt="2026-04-07T19:37:05.516" v="22576" actId="20577"/>
          <ac:spMkLst>
            <pc:docMk/>
            <pc:sldMk cId="2772906002" sldId="2689"/>
            <ac:spMk id="2" creationId="{A9F55BF9-402D-6055-FDA2-1A0AB7FA53A6}"/>
          </ac:spMkLst>
        </pc:spChg>
        <pc:spChg chg="mod">
          <ac:chgData name="Zhize LI" userId="dcf8469b-f633-4120-85bb-8d33589baf96" providerId="ADAL" clId="{194D58AA-B549-5E18-AF40-6DE772E7051C}" dt="2026-04-07T20:38:59.758" v="23214" actId="15"/>
          <ac:spMkLst>
            <pc:docMk/>
            <pc:sldMk cId="2772906002" sldId="2689"/>
            <ac:spMk id="3" creationId="{AEF02690-25BD-7A8E-3C7C-58E743D64BF1}"/>
          </ac:spMkLst>
        </pc:spChg>
        <pc:spChg chg="add del mod">
          <ac:chgData name="Zhize LI" userId="dcf8469b-f633-4120-85bb-8d33589baf96" providerId="ADAL" clId="{194D58AA-B549-5E18-AF40-6DE772E7051C}" dt="2026-04-08T02:14:51.641" v="24412"/>
          <ac:spMkLst>
            <pc:docMk/>
            <pc:sldMk cId="2772906002" sldId="2689"/>
            <ac:spMk id="4" creationId="{81EF87D3-E0FE-49AA-4154-9CA2E9BA84D1}"/>
          </ac:spMkLst>
        </pc:spChg>
      </pc:sldChg>
      <pc:sldChg chg="modSp add del mod">
        <pc:chgData name="Zhize LI" userId="dcf8469b-f633-4120-85bb-8d33589baf96" providerId="ADAL" clId="{194D58AA-B549-5E18-AF40-6DE772E7051C}" dt="2026-04-07T20:17:05.529" v="23127" actId="2696"/>
        <pc:sldMkLst>
          <pc:docMk/>
          <pc:sldMk cId="4013167272" sldId="2690"/>
        </pc:sldMkLst>
        <pc:spChg chg="mod">
          <ac:chgData name="Zhize LI" userId="dcf8469b-f633-4120-85bb-8d33589baf96" providerId="ADAL" clId="{194D58AA-B549-5E18-AF40-6DE772E7051C}" dt="2026-04-07T19:44:01.103" v="22838" actId="20577"/>
          <ac:spMkLst>
            <pc:docMk/>
            <pc:sldMk cId="4013167272" sldId="2690"/>
            <ac:spMk id="3" creationId="{24AFB642-EB4D-113F-EB5E-A368134FC5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31C414-36F2-7144-B934-1C4991315EFE}" type="datetimeFigureOut">
              <a:rPr lang="en-US" smtClean="0"/>
              <a:pPr/>
              <a:t>4/8/26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6868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FDB7AE-37C6-BE48-A464-0F9488B9E0D2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91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6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146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AI systems act rationally under uncertainty and constraints.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SG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Deep neural networks provide a general learning framework used across all components of modern AI.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Learning complex mappings. Parameterized function that maps inputs x to output y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These are not the only components — they are a simple way to organize the main capabilities of AI: understanding uncertainty, processing visual and language inputs, and making decisions. 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It’s a conceptual framework, not a strict classification.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directed acyclic graph (DAG)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In a Bayesian Network, we need</a:t>
                </a:r>
                <a:r>
                  <a:rPr lang="en-SG" baseline="0" dirty="0"/>
                  <a:t> CPDs P(</a:t>
                </a:r>
                <a:r>
                  <a:rPr lang="en-SG" baseline="0" dirty="0" err="1"/>
                  <a:t>X_i|Parents</a:t>
                </a:r>
                <a:r>
                  <a:rPr lang="en-SG" baseline="0" dirty="0"/>
                  <a:t>(</a:t>
                </a:r>
                <a:r>
                  <a:rPr lang="en-SG" baseline="0" dirty="0" err="1"/>
                  <a:t>X_i</a:t>
                </a:r>
                <a:r>
                  <a:rPr lang="en-SG" baseline="0" dirty="0"/>
                  <a:t>))</a:t>
                </a:r>
                <a:r>
                  <a:rPr lang="ar" dirty="0"/>
                  <a:t>.</a:t>
                </a:r>
                <a:br>
                  <a:rPr lang="ar" dirty="0"/>
                </a:br>
                <a:r>
                  <a:rPr lang="en-SG" dirty="0"/>
                  <a:t>Instead of storing it in a table, we can use a neural network to learn this probability from data.</a:t>
                </a:r>
                <a:endParaRPr lang="en-US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Bayesian methods model uncertainty,</a:t>
                </a:r>
                <a:br>
                  <a:rPr lang="en-US" dirty="0"/>
                </a:br>
                <a:r>
                  <a:rPr lang="en-US" dirty="0"/>
                  <a:t>Neural networks model complex functions —</a:t>
                </a:r>
                <a:br>
                  <a:rPr lang="en-US" dirty="0"/>
                </a:br>
                <a:r>
                  <a:rPr lang="en-US" dirty="0"/>
                  <a:t>modern AI combines both.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sz="2600" i="0">
                    <a:latin typeface="Cambria Math" panose="02040503050406030204" pitchFamily="18" charset="0"/>
                  </a:rPr>
                  <a:t>𝑥=</a:t>
                </a:r>
                <a:r>
                  <a:rPr lang="en-US" sz="2600" dirty="0"/>
                  <a:t> </a:t>
                </a:r>
                <a:r>
                  <a:rPr lang="en-US" sz="2600" b="1" dirty="0"/>
                  <a:t>input</a:t>
                </a:r>
                <a:r>
                  <a:rPr lang="en-US" sz="2600" dirty="0"/>
                  <a:t> vector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(data)</a:t>
                </a:r>
                <a:endParaRPr lang="en-US" sz="2600" dirty="0"/>
              </a:p>
              <a:p>
                <a:pPr lvl="1"/>
                <a:r>
                  <a:rPr lang="en-US" sz="2200" dirty="0"/>
                  <a:t>Image</a:t>
                </a:r>
                <a:r>
                  <a:rPr lang="en-US" altLang="zh-CN" sz="2200" dirty="0"/>
                  <a:t>s</a:t>
                </a:r>
                <a:r>
                  <a:rPr lang="en-US" sz="2200" dirty="0"/>
                  <a:t>, </a:t>
                </a:r>
                <a:r>
                  <a:rPr lang="en-US" altLang="zh-CN" sz="2200" dirty="0"/>
                  <a:t>text</a:t>
                </a:r>
                <a:r>
                  <a:rPr lang="en-US" sz="2200" dirty="0"/>
                  <a:t>, </a:t>
                </a:r>
                <a:r>
                  <a:rPr lang="en-US" altLang="zh-CN" sz="2200" dirty="0"/>
                  <a:t>features,</a:t>
                </a:r>
                <a:r>
                  <a:rPr lang="zh-CN" altLang="en-US" sz="2200" dirty="0"/>
                  <a:t> </a:t>
                </a:r>
                <a:r>
                  <a:rPr lang="en-US" altLang="zh-CN" sz="2200" dirty="0"/>
                  <a:t>…</a:t>
                </a:r>
                <a:endParaRPr lang="en-US" sz="2200" dirty="0"/>
              </a:p>
              <a:p>
                <a:r>
                  <a:rPr lang="en-US" sz="2600" i="0">
                    <a:latin typeface="Cambria Math" panose="02040503050406030204" pitchFamily="18" charset="0"/>
                  </a:rPr>
                  <a:t>𝑦= </a:t>
                </a:r>
                <a:r>
                  <a:rPr lang="en-US" sz="2600" dirty="0"/>
                  <a:t> </a:t>
                </a:r>
                <a:r>
                  <a:rPr lang="en-US" altLang="zh-CN" sz="2600" b="1" dirty="0"/>
                  <a:t>output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vector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(</a:t>
                </a:r>
                <a:r>
                  <a:rPr lang="en-US" sz="2600" dirty="0"/>
                  <a:t>predictions</a:t>
                </a:r>
                <a:r>
                  <a:rPr lang="en-US" altLang="zh-CN" sz="2600" dirty="0"/>
                  <a:t>)</a:t>
                </a:r>
                <a:endParaRPr lang="en-US" sz="2600" dirty="0"/>
              </a:p>
              <a:p>
                <a:pPr lvl="1"/>
                <a:r>
                  <a:rPr lang="en-US" altLang="zh-CN" sz="2200" dirty="0"/>
                  <a:t>e.g.,</a:t>
                </a:r>
                <a:r>
                  <a:rPr lang="zh-CN" altLang="en-US" sz="2200" dirty="0"/>
                  <a:t> </a:t>
                </a:r>
                <a:r>
                  <a:rPr lang="en-US" altLang="zh-CN" sz="2200" dirty="0"/>
                  <a:t>class</a:t>
                </a:r>
                <a:r>
                  <a:rPr lang="zh-CN" altLang="en-US" sz="2200" dirty="0"/>
                  <a:t> </a:t>
                </a:r>
                <a:r>
                  <a:rPr lang="en-US" altLang="zh-CN" sz="2200" dirty="0"/>
                  <a:t>scores</a:t>
                </a:r>
                <a:r>
                  <a:rPr lang="zh-CN" altLang="en-US" sz="2200" dirty="0"/>
                  <a:t> </a:t>
                </a:r>
                <a:r>
                  <a:rPr lang="en-US" altLang="zh-CN" sz="2200" dirty="0"/>
                  <a:t>or</a:t>
                </a:r>
                <a:r>
                  <a:rPr lang="zh-CN" altLang="en-US" sz="2200" dirty="0"/>
                  <a:t> </a:t>
                </a:r>
                <a:r>
                  <a:rPr lang="en-US" altLang="zh-CN" sz="2200" dirty="0"/>
                  <a:t>labels</a:t>
                </a:r>
                <a:endParaRPr lang="en-US" sz="2200" i="1" dirty="0"/>
              </a:p>
              <a:p>
                <a:r>
                  <a:rPr lang="en-US" sz="2600" i="0">
                    <a:latin typeface="Cambria Math" panose="02040503050406030204" pitchFamily="18" charset="0"/>
                  </a:rPr>
                  <a:t>𝑊</a:t>
                </a:r>
                <a:r>
                  <a:rPr lang="en-US" sz="2600" dirty="0"/>
                  <a:t> = </a:t>
                </a:r>
                <a:r>
                  <a:rPr lang="en-US" sz="2600" b="1" dirty="0"/>
                  <a:t>parameters</a:t>
                </a:r>
                <a:r>
                  <a:rPr lang="en-US" altLang="zh-CN" sz="2600" dirty="0"/>
                  <a:t>/</a:t>
                </a:r>
                <a:r>
                  <a:rPr lang="en-US" sz="2600" dirty="0"/>
                  <a:t>weights </a:t>
                </a:r>
                <a:r>
                  <a:rPr lang="en-US" altLang="zh-CN" sz="2600" dirty="0"/>
                  <a:t>of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the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neural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network</a:t>
                </a:r>
                <a:endParaRPr lang="en-US" sz="2600" dirty="0"/>
              </a:p>
              <a:p>
                <a:pPr lvl="1"/>
                <a:r>
                  <a:rPr lang="en-US" sz="2200" dirty="0"/>
                  <a:t>Sometimes </a:t>
                </a:r>
                <a:r>
                  <a:rPr lang="en-US" altLang="zh-CN" sz="2200" dirty="0"/>
                  <a:t>denoted</a:t>
                </a:r>
                <a:r>
                  <a:rPr lang="zh-CN" altLang="en-US" sz="2200" dirty="0"/>
                  <a:t> </a:t>
                </a:r>
                <a:r>
                  <a:rPr lang="en-US" altLang="zh-CN" sz="2200" dirty="0"/>
                  <a:t>by</a:t>
                </a:r>
                <a:r>
                  <a:rPr lang="en-US" sz="2200" dirty="0"/>
                  <a:t> </a:t>
                </a:r>
                <a:r>
                  <a:rPr lang="en-US" sz="2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endParaRPr lang="en-US" sz="220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zh-CN" sz="2200" dirty="0"/>
                  <a:t>May</a:t>
                </a:r>
                <a:r>
                  <a:rPr lang="en-US" sz="2200" dirty="0"/>
                  <a:t> </a:t>
                </a:r>
                <a:r>
                  <a:rPr lang="en-US" altLang="zh-CN" sz="2200" dirty="0"/>
                  <a:t>have</a:t>
                </a:r>
                <a:r>
                  <a:rPr lang="en-US" sz="2200" dirty="0"/>
                  <a:t> billions/trillions of parameters </a:t>
                </a:r>
                <a:r>
                  <a:rPr lang="en-US" altLang="zh-CN" sz="2200" dirty="0"/>
                  <a:t>in</a:t>
                </a:r>
                <a:r>
                  <a:rPr lang="en-US" sz="2200" dirty="0"/>
                  <a:t> large networks</a:t>
                </a:r>
              </a:p>
              <a:p>
                <a:pPr lvl="1"/>
                <a:r>
                  <a:rPr lang="en-US" altLang="zh-CN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Learned</a:t>
                </a:r>
                <a:r>
                  <a:rPr lang="zh-CN" altLang="en-US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en-US" altLang="zh-CN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from</a:t>
                </a:r>
                <a:r>
                  <a:rPr lang="zh-CN" altLang="en-US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en-US" altLang="zh-CN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</a:t>
                </a:r>
                <a:r>
                  <a:rPr lang="zh-CN" altLang="en-US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en-US" altLang="zh-CN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training</a:t>
                </a:r>
                <a:r>
                  <a:rPr lang="zh-CN" altLang="en-US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en-US" altLang="zh-CN" sz="2200" b="1" kern="120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dataset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28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48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016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242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234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462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17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731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31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779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022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069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018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671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83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03B5-D08E-4B10-3BE6-4FD755BE1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48315-DE9D-DE40-AA39-267DC4B2F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45EA6-C93F-9797-1066-5936E05175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9726"/>
            <a:ext cx="12192000" cy="903188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4A8F783-8B49-4D0F-6AB7-8D108986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3720" y="638302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4/8/26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066306B-0F77-F124-E5DF-E4045DAA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6360" y="638302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59B8FE2-700D-E16B-89E9-2C958256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9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BCB85-5409-BBC3-B74D-43E65850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254000"/>
            <a:ext cx="10800080" cy="807720"/>
          </a:xfr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42EED-D288-C681-88DC-97BF9EBF9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0800080" cy="5350670"/>
          </a:xfrm>
        </p:spPr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04BD-1088-0885-6786-ADBA2313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3720" y="638302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B24F0-A7E3-1CF9-4E41-1ED392F2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6360" y="638302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AFE24-FA26-96D1-D129-F268C119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54C070B-DB61-BFA6-1C1F-FF0D0DABE3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6000" y="1040555"/>
            <a:ext cx="11520000" cy="72000"/>
          </a:xfrm>
          <a:prstGeom prst="rect">
            <a:avLst/>
          </a:prstGeom>
          <a:solidFill>
            <a:srgbClr val="D5A10D">
              <a:alpha val="94863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59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39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81914-FFC8-295A-EABB-525956553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EC252-0FA5-55F5-703D-3F1398D0A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A8F33-74F4-8EE9-7826-7B5263B2D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7A2B3-752B-ADE7-680B-181CAFF25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72DF2-0939-223E-1C23-C3C6F5EFA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6E0D6-5032-BFB4-1206-F6BAF77DA7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252004" y="61717"/>
            <a:ext cx="1687992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800" dirty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420435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ursefeedback.intranet.smu.edu.sg/student/selection.asp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A2C9-A06B-0D70-FCD5-B75317E19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95840" cy="2387600"/>
          </a:xfrm>
        </p:spPr>
        <p:txBody>
          <a:bodyPr>
            <a:normAutofit/>
          </a:bodyPr>
          <a:lstStyle/>
          <a:p>
            <a:r>
              <a:rPr lang="en-US" dirty="0"/>
              <a:t>Lecture 13: Final Review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89F0B-4D3D-5574-CA59-117E4F61D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01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CS420: Introduction to AI</a:t>
            </a:r>
          </a:p>
          <a:p>
            <a:r>
              <a:rPr lang="en-US" dirty="0"/>
              <a:t>Zhize LI</a:t>
            </a:r>
          </a:p>
        </p:txBody>
      </p:sp>
    </p:spTree>
    <p:extLst>
      <p:ext uri="{BB962C8B-B14F-4D97-AF65-F5344CB8AC3E}">
        <p14:creationId xmlns:p14="http://schemas.microsoft.com/office/powerpoint/2010/main" val="50056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6CA0-D0C0-FA00-770B-7CED0145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3340A-91F6-7726-7044-BF61545E9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Quiz 2 solutions</a:t>
            </a:r>
          </a:p>
          <a:p>
            <a:r>
              <a:rPr lang="en-US" dirty="0"/>
              <a:t>Course review</a:t>
            </a:r>
          </a:p>
          <a:p>
            <a:r>
              <a:rPr lang="en-US" dirty="0"/>
              <a:t>Final exam preparation</a:t>
            </a:r>
          </a:p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53588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A849-2BB7-BC80-0F92-81237D4B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BC4C7-3A09-371B-1FF4-3A7CEDACF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795" y="1253330"/>
            <a:ext cx="11753205" cy="5350670"/>
          </a:xfrm>
        </p:spPr>
        <p:txBody>
          <a:bodyPr>
            <a:normAutofit/>
          </a:bodyPr>
          <a:lstStyle/>
          <a:p>
            <a:r>
              <a:rPr lang="en-SG" b="1" dirty="0"/>
              <a:t>Reasoning · Vision · Language · Decision</a:t>
            </a:r>
            <a:endParaRPr lang="en-SG" dirty="0"/>
          </a:p>
          <a:p>
            <a:endParaRPr lang="en-US" dirty="0"/>
          </a:p>
          <a:p>
            <a:r>
              <a:rPr lang="en-US" dirty="0"/>
              <a:t>Probabilistic reasoning (Bayesian Networks, Inference)</a:t>
            </a:r>
          </a:p>
          <a:p>
            <a:r>
              <a:rPr lang="en-US" dirty="0"/>
              <a:t>Computer vision (CNN)</a:t>
            </a:r>
          </a:p>
          <a:p>
            <a:r>
              <a:rPr lang="en-US" dirty="0"/>
              <a:t>NLP (Word2Vec, Attention)</a:t>
            </a:r>
          </a:p>
          <a:p>
            <a:r>
              <a:rPr lang="en-US" dirty="0"/>
              <a:t>Decision making (Search, MDP, RL)</a:t>
            </a:r>
          </a:p>
          <a:p>
            <a:endParaRPr lang="en-US" dirty="0"/>
          </a:p>
          <a:p>
            <a:r>
              <a:rPr lang="en-US" b="1" dirty="0"/>
              <a:t>Deep neural networks </a:t>
            </a:r>
            <a:r>
              <a:rPr lang="en-US" dirty="0"/>
              <a:t>(                   )  </a:t>
            </a:r>
          </a:p>
          <a:p>
            <a:pPr lvl="1"/>
            <a:r>
              <a:rPr lang="en-US" sz="2400" dirty="0"/>
              <a:t>A general learning framework for modern AI, applicable across </a:t>
            </a:r>
            <a:r>
              <a:rPr lang="en-SG" sz="2400" dirty="0"/>
              <a:t>all components</a:t>
            </a:r>
            <a:endParaRPr lang="en-US" sz="24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767E18-7BC7-371F-1107-FF8025446402}"/>
                  </a:ext>
                </a:extLst>
              </p:cNvPr>
              <p:cNvSpPr txBox="1"/>
              <p:nvPr/>
            </p:nvSpPr>
            <p:spPr>
              <a:xfrm>
                <a:off x="5089604" y="5027889"/>
                <a:ext cx="2008362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3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767E18-7BC7-371F-1107-FF8025446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604" y="5027889"/>
                <a:ext cx="2008362" cy="461665"/>
              </a:xfrm>
              <a:prstGeom prst="rect">
                <a:avLst/>
              </a:prstGeom>
              <a:blipFill>
                <a:blip r:embed="rId3"/>
                <a:stretch>
                  <a:fillRect l="-5031" r="-8176" b="-35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48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EE25-5355-430D-21C2-12A8991E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AF5C0-08ED-D895-EB9E-A9D8B2868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variables, events</a:t>
            </a:r>
          </a:p>
          <a:p>
            <a:r>
              <a:rPr lang="en-US" dirty="0"/>
              <a:t>Conditional probability</a:t>
            </a:r>
          </a:p>
          <a:p>
            <a:r>
              <a:rPr lang="en-US" dirty="0"/>
              <a:t>Chain rule</a:t>
            </a:r>
          </a:p>
          <a:p>
            <a:r>
              <a:rPr lang="en-US" dirty="0"/>
              <a:t>Bayes rule</a:t>
            </a:r>
          </a:p>
          <a:p>
            <a:r>
              <a:rPr lang="en-US" dirty="0"/>
              <a:t>Marginalization</a:t>
            </a:r>
          </a:p>
          <a:p>
            <a:r>
              <a:rPr lang="en-US" dirty="0"/>
              <a:t>Independence</a:t>
            </a:r>
          </a:p>
          <a:p>
            <a:r>
              <a:rPr lang="en-US" b="1" dirty="0"/>
              <a:t>Conditional independence</a:t>
            </a:r>
            <a:r>
              <a:rPr lang="zh-CN" altLang="en-US" b="1" dirty="0"/>
              <a:t> </a:t>
            </a:r>
            <a:r>
              <a:rPr lang="en-US" altLang="zh-CN" b="1" dirty="0"/>
              <a:t>(key</a:t>
            </a:r>
            <a:r>
              <a:rPr lang="zh-CN" altLang="en-US" b="1" dirty="0"/>
              <a:t> </a:t>
            </a:r>
            <a:r>
              <a:rPr lang="en-US" altLang="zh-CN" b="1" dirty="0"/>
              <a:t>for</a:t>
            </a:r>
            <a:r>
              <a:rPr lang="zh-CN" altLang="en-US" b="1" dirty="0"/>
              <a:t> </a:t>
            </a:r>
            <a:r>
              <a:rPr lang="en-US" altLang="zh-CN" b="1" dirty="0"/>
              <a:t>Bayes</a:t>
            </a:r>
            <a:r>
              <a:rPr lang="zh-CN" altLang="en-US" b="1" dirty="0"/>
              <a:t> </a:t>
            </a:r>
            <a:r>
              <a:rPr lang="en-US" altLang="zh-CN" b="1" dirty="0"/>
              <a:t>Nets)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789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821F-7CFE-25E3-A44B-DCA29B9B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Bayesian</a:t>
            </a:r>
            <a:r>
              <a:rPr lang="zh-CN" altLang="en-US" dirty="0"/>
              <a:t> </a:t>
            </a:r>
            <a:r>
              <a:rPr lang="en-US" altLang="zh-CN" dirty="0"/>
              <a:t>Networks &amp; Inference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58B71-A9DC-4B41-B0B7-F5FC421E7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  <a:p>
            <a:r>
              <a:rPr lang="en-US" dirty="0"/>
              <a:t>Directed Acyclic Graph (DAG) representation</a:t>
            </a:r>
          </a:p>
          <a:p>
            <a:r>
              <a:rPr lang="en-US" dirty="0"/>
              <a:t>Factorization of joint distribution</a:t>
            </a:r>
          </a:p>
          <a:p>
            <a:r>
              <a:rPr lang="en-US" dirty="0"/>
              <a:t>Local Markov property (conditional independence)</a:t>
            </a:r>
          </a:p>
          <a:p>
            <a:r>
              <a:rPr lang="en-US" dirty="0"/>
              <a:t>D-separation (cascade, common cause, v-structure)</a:t>
            </a:r>
          </a:p>
          <a:p>
            <a:endParaRPr lang="en-US" dirty="0"/>
          </a:p>
          <a:p>
            <a:r>
              <a:rPr lang="en-US" dirty="0"/>
              <a:t>Marginal inference, posterior inference</a:t>
            </a:r>
          </a:p>
          <a:p>
            <a:r>
              <a:rPr lang="en-US" b="1" dirty="0"/>
              <a:t>Variable Elimination (intermediate factors)</a:t>
            </a:r>
          </a:p>
        </p:txBody>
      </p:sp>
    </p:spTree>
    <p:extLst>
      <p:ext uri="{BB962C8B-B14F-4D97-AF65-F5344CB8AC3E}">
        <p14:creationId xmlns:p14="http://schemas.microsoft.com/office/powerpoint/2010/main" val="2675955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3583-6094-4756-23D4-FD70D952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8B44-53EB-C4AE-B2D5-BCCC92B72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19" y="1253330"/>
            <a:ext cx="11162999" cy="5350670"/>
          </a:xfrm>
        </p:spPr>
        <p:txBody>
          <a:bodyPr/>
          <a:lstStyle/>
          <a:p>
            <a:r>
              <a:rPr lang="en-US" dirty="0"/>
              <a:t>Linear transformation (dot product, matrix-vector multiplication)</a:t>
            </a:r>
          </a:p>
          <a:p>
            <a:r>
              <a:rPr lang="en-US" dirty="0"/>
              <a:t>Activation functions (ReLU, softmax)</a:t>
            </a:r>
          </a:p>
          <a:p>
            <a:r>
              <a:rPr lang="en-US" dirty="0"/>
              <a:t>Loss functions (cross-entropy, mean squared error)</a:t>
            </a:r>
          </a:p>
          <a:p>
            <a:r>
              <a:rPr lang="en-US" dirty="0"/>
              <a:t>Optimization (gradient descent)</a:t>
            </a:r>
          </a:p>
          <a:p>
            <a:r>
              <a:rPr lang="en-US" dirty="0"/>
              <a:t>Training (learning parameters by minimizing the loss)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56D0-1AEA-939F-C1E7-B840F4AA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3BFFC-F507-6EB3-F0D4-892A27772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88" y="1253330"/>
            <a:ext cx="11638281" cy="5350670"/>
          </a:xfrm>
        </p:spPr>
        <p:txBody>
          <a:bodyPr/>
          <a:lstStyle/>
          <a:p>
            <a:r>
              <a:rPr lang="en-US" dirty="0"/>
              <a:t>CNN (convolution, filters, stride, padding)</a:t>
            </a:r>
          </a:p>
          <a:p>
            <a:r>
              <a:rPr lang="en-US" dirty="0"/>
              <a:t>Max pooling (</a:t>
            </a:r>
            <a:r>
              <a:rPr lang="en-US" dirty="0" err="1"/>
              <a:t>downsampling</a:t>
            </a:r>
            <a:r>
              <a:rPr lang="en-US" dirty="0"/>
              <a:t>, )</a:t>
            </a:r>
          </a:p>
          <a:p>
            <a:r>
              <a:rPr lang="en-US" dirty="0"/>
              <a:t>Output shape</a:t>
            </a:r>
          </a:p>
          <a:p>
            <a:r>
              <a:rPr lang="en-US" dirty="0"/>
              <a:t>Number of trainable parameters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244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F1F5-A82B-8608-5364-03177A19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 (NLP)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3DB5A-A0BD-3609-0C36-DD55F982F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19" y="1253330"/>
            <a:ext cx="11978940" cy="5350670"/>
          </a:xfrm>
        </p:spPr>
        <p:txBody>
          <a:bodyPr/>
          <a:lstStyle/>
          <a:p>
            <a:r>
              <a:rPr lang="en-US" dirty="0"/>
              <a:t>NLP pipeline (tokenization, POS tag, lemmatization)</a:t>
            </a:r>
          </a:p>
          <a:p>
            <a:r>
              <a:rPr lang="en-US" b="1" dirty="0"/>
              <a:t>Word embeddings</a:t>
            </a:r>
            <a:r>
              <a:rPr lang="en-US" dirty="0"/>
              <a:t> (Co-occurrence matrix,Word2Vec)</a:t>
            </a:r>
          </a:p>
          <a:p>
            <a:r>
              <a:rPr lang="en-US" dirty="0"/>
              <a:t>Similar words, analogies (cosine similarity)</a:t>
            </a:r>
          </a:p>
          <a:p>
            <a:r>
              <a:rPr lang="en-US" dirty="0"/>
              <a:t>Compose representations for documents (e.g., average)</a:t>
            </a:r>
          </a:p>
          <a:p>
            <a:r>
              <a:rPr lang="en-US" dirty="0"/>
              <a:t>Feed into DNNs to accomplish complex NLP tasks</a:t>
            </a:r>
          </a:p>
          <a:p>
            <a:endParaRPr lang="en-US" dirty="0"/>
          </a:p>
          <a:p>
            <a:r>
              <a:rPr lang="en-US" sz="2800" dirty="0"/>
              <a:t>Modern NLP: </a:t>
            </a:r>
            <a:r>
              <a:rPr lang="en-US" sz="2800" b="1" dirty="0"/>
              <a:t>Attention </a:t>
            </a:r>
            <a:r>
              <a:rPr lang="en-US" sz="2800" dirty="0"/>
              <a:t>(core of </a:t>
            </a:r>
            <a:r>
              <a:rPr lang="en-US" sz="2800" b="1" dirty="0"/>
              <a:t>Transformers</a:t>
            </a:r>
            <a:r>
              <a:rPr lang="en-US" sz="2800" dirty="0"/>
              <a:t>)</a:t>
            </a:r>
            <a:endParaRPr lang="en-US" sz="2400" dirty="0"/>
          </a:p>
          <a:p>
            <a:pPr lvl="1"/>
            <a:r>
              <a:rPr lang="en-US" sz="2400" dirty="0"/>
              <a:t>Dynamic context embeddings</a:t>
            </a:r>
          </a:p>
          <a:p>
            <a:pPr lvl="1"/>
            <a:r>
              <a:rPr lang="en-US" sz="2400" dirty="0"/>
              <a:t>Query Q, Key K, Value V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60902-3C03-2699-5F9F-C673C2743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772" y="5739140"/>
            <a:ext cx="4939314" cy="67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99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22AC-05D7-998F-A3FB-BAF30E36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56014E-852E-10BF-3F75-81832D2702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Uninformed (blind) Search</a:t>
                </a:r>
              </a:p>
              <a:p>
                <a:pPr lvl="1"/>
                <a:r>
                  <a:rPr lang="en-US" dirty="0"/>
                  <a:t>Breadth-First Search (</a:t>
                </a:r>
                <a:r>
                  <a:rPr lang="en-US" b="1" dirty="0"/>
                  <a:t>BFS</a:t>
                </a:r>
                <a:r>
                  <a:rPr lang="en-US" dirty="0"/>
                  <a:t>), queue</a:t>
                </a:r>
              </a:p>
              <a:p>
                <a:pPr lvl="1"/>
                <a:r>
                  <a:rPr lang="en-US" dirty="0"/>
                  <a:t>Depth-First Search (</a:t>
                </a:r>
                <a:r>
                  <a:rPr lang="en-US" b="1" dirty="0"/>
                  <a:t>DFS</a:t>
                </a:r>
                <a:r>
                  <a:rPr lang="en-US" dirty="0"/>
                  <a:t>), stack</a:t>
                </a:r>
              </a:p>
              <a:p>
                <a:pPr lvl="1"/>
                <a:r>
                  <a:rPr lang="en-US" dirty="0"/>
                  <a:t>Uniform-Cost Search (</a:t>
                </a:r>
                <a:r>
                  <a:rPr lang="en-US" b="1" dirty="0"/>
                  <a:t>UCS</a:t>
                </a:r>
                <a:r>
                  <a:rPr lang="en-US" dirty="0"/>
                  <a:t>), priority queue via </a:t>
                </a:r>
                <a:r>
                  <a:rPr lang="en-US" b="1" dirty="0"/>
                  <a:t>g(n)</a:t>
                </a:r>
              </a:p>
              <a:p>
                <a:r>
                  <a:rPr lang="en-US" dirty="0"/>
                  <a:t>Informed (heuristic) Search</a:t>
                </a:r>
              </a:p>
              <a:p>
                <a:pPr lvl="1"/>
                <a:r>
                  <a:rPr lang="en-US" dirty="0"/>
                  <a:t>Greedy Best-First Search (</a:t>
                </a:r>
                <a:r>
                  <a:rPr lang="en-US" b="1" dirty="0"/>
                  <a:t>GBFS</a:t>
                </a:r>
                <a:r>
                  <a:rPr lang="en-US" dirty="0"/>
                  <a:t>), priority queue via </a:t>
                </a:r>
                <a:r>
                  <a:rPr lang="en-US" b="1" dirty="0"/>
                  <a:t>h(n)</a:t>
                </a:r>
              </a:p>
              <a:p>
                <a:pPr lvl="1"/>
                <a:r>
                  <a:rPr lang="en-US" b="1" dirty="0"/>
                  <a:t>A* </a:t>
                </a:r>
                <a:r>
                  <a:rPr lang="en-US" dirty="0"/>
                  <a:t>Search, priority queue via </a:t>
                </a:r>
                <a:r>
                  <a:rPr lang="en-US" b="1" dirty="0"/>
                  <a:t>f(n) = g(n) + h(n)</a:t>
                </a:r>
              </a:p>
              <a:p>
                <a:pPr lvl="1"/>
                <a:endParaRPr lang="en-US" b="1" dirty="0"/>
              </a:p>
              <a:p>
                <a:r>
                  <a:rPr lang="en-US" dirty="0"/>
                  <a:t>A* is </a:t>
                </a:r>
                <a:r>
                  <a:rPr lang="en-US" b="1" dirty="0"/>
                  <a:t>optimal</a:t>
                </a:r>
                <a:r>
                  <a:rPr lang="en-US" dirty="0"/>
                  <a:t> if heuristic h is </a:t>
                </a:r>
                <a:r>
                  <a:rPr lang="en-US" b="1" dirty="0"/>
                  <a:t>admissible</a:t>
                </a:r>
                <a:r>
                  <a:rPr lang="en-US" dirty="0"/>
                  <a:t> (h(n)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h*(n)) </a:t>
                </a:r>
              </a:p>
              <a:p>
                <a:r>
                  <a:rPr lang="en-US" b="1" dirty="0"/>
                  <a:t>Consistent</a:t>
                </a:r>
                <a:r>
                  <a:rPr lang="en-US" dirty="0"/>
                  <a:t> heuristic (efficient A*, no need reopen nodes)</a:t>
                </a:r>
              </a:p>
              <a:p>
                <a:pPr lvl="1"/>
                <a:r>
                  <a:rPr lang="en-US" dirty="0"/>
                  <a:t>Triangle inequality: h(n)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c(n, n’) + h(n’)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56014E-852E-10BF-3F75-81832D2702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79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3617-28A3-E1A7-DB93-18AAC1C3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65D74-DEC3-3FCA-65E0-4C4ABEF3EA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MDP &lt;</a:t>
                </a:r>
                <a:r>
                  <a:rPr lang="en-US" i="1" dirty="0"/>
                  <a:t>S, A, P, R</a:t>
                </a:r>
                <a:r>
                  <a:rPr lang="en-US" dirty="0"/>
                  <a:t>&gt;</a:t>
                </a:r>
              </a:p>
              <a:p>
                <a:r>
                  <a:rPr lang="en-US" dirty="0"/>
                  <a:t>States, actions, transition probabilities, rewards</a:t>
                </a:r>
              </a:p>
              <a:p>
                <a:endParaRPr lang="en-US" dirty="0"/>
              </a:p>
              <a:p>
                <a:r>
                  <a:rPr lang="en-US" dirty="0"/>
                  <a:t>Finding optimal policy: Value Iteration</a:t>
                </a:r>
              </a:p>
              <a:p>
                <a:pPr lvl="1"/>
                <a:r>
                  <a:rPr lang="en-US" dirty="0"/>
                  <a:t>Bellman equation update: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 ]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65D74-DEC3-3FCA-65E0-4C4ABEF3EA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91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0EDC-5D5A-901E-6D4E-E894A2FE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(RL)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55D8F-80E3-80F5-366F-9AD18ED88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0800080" cy="4838188"/>
              </a:xfrm>
            </p:spPr>
            <p:txBody>
              <a:bodyPr/>
              <a:lstStyle/>
              <a:p>
                <a:r>
                  <a:rPr lang="en-US" dirty="0"/>
                  <a:t>Multi-armed bandit (MAB)</a:t>
                </a:r>
              </a:p>
              <a:p>
                <a:r>
                  <a:rPr lang="en-SG" dirty="0"/>
                  <a:t>Exploration vs. exploitation</a:t>
                </a:r>
              </a:p>
              <a:p>
                <a:pPr lvl="1"/>
                <a:r>
                  <a:rPr lang="en-SG" dirty="0"/>
                  <a:t>Strategies: greedy, 𝛜-greedy, softmax, UCB</a:t>
                </a:r>
              </a:p>
              <a:p>
                <a:r>
                  <a:rPr lang="en-US" dirty="0"/>
                  <a:t>Model-based / Model-free RL</a:t>
                </a:r>
              </a:p>
              <a:p>
                <a:r>
                  <a:rPr lang="en-US" dirty="0"/>
                  <a:t>Q-learning (experience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eposide)</a:t>
                </a:r>
              </a:p>
              <a:p>
                <a:pPr lvl="1"/>
                <a:r>
                  <a:rPr lang="en-US" dirty="0"/>
                  <a:t> </a:t>
                </a:r>
              </a:p>
              <a:p>
                <a:r>
                  <a:rPr lang="en-US" dirty="0"/>
                  <a:t>Approximate Q-learning</a:t>
                </a:r>
              </a:p>
              <a:p>
                <a:pPr lvl="1"/>
                <a:r>
                  <a:rPr lang="en-US" dirty="0"/>
                  <a:t>Use function approximation (e.g., deep neural networks)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55D8F-80E3-80F5-366F-9AD18ED88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0800080" cy="4838188"/>
              </a:xfrm>
              <a:blipFill>
                <a:blip r:embed="rId3"/>
                <a:stretch>
                  <a:fillRect l="-1174" t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638F04-3552-3800-8EA6-FC9035F5A5D6}"/>
                  </a:ext>
                </a:extLst>
              </p:cNvPr>
              <p:cNvSpPr txBox="1"/>
              <p:nvPr/>
            </p:nvSpPr>
            <p:spPr>
              <a:xfrm>
                <a:off x="311673" y="3748474"/>
                <a:ext cx="10020926" cy="57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∗[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limLow>
                        <m:limLow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638F04-3552-3800-8EA6-FC9035F5A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73" y="3748474"/>
                <a:ext cx="10020926" cy="5755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978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5BF9-402D-6055-FDA2-1A0AB7FA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Exam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reparation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02690-25BD-7A8E-3C7C-58E743D64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19" y="1253330"/>
            <a:ext cx="11373822" cy="5350670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Duration: </a:t>
            </a:r>
            <a:r>
              <a:rPr lang="en-US" altLang="zh-CN" sz="2800" b="1" dirty="0"/>
              <a:t>2 hours</a:t>
            </a:r>
          </a:p>
          <a:p>
            <a:r>
              <a:rPr lang="en-US" altLang="zh-CN" sz="2800" dirty="0"/>
              <a:t>Format: </a:t>
            </a:r>
          </a:p>
          <a:p>
            <a:pPr lvl="1"/>
            <a:r>
              <a:rPr lang="en-US" altLang="zh-CN" sz="2400" b="1" dirty="0"/>
              <a:t>Closed book</a:t>
            </a:r>
          </a:p>
          <a:p>
            <a:pPr lvl="1"/>
            <a:r>
              <a:rPr lang="en-US" altLang="zh-CN" sz="2400" b="1" dirty="0"/>
              <a:t>One A4-size cheat sheet allowed</a:t>
            </a:r>
          </a:p>
          <a:p>
            <a:pPr lvl="1"/>
            <a:r>
              <a:rPr lang="en-US" altLang="zh-CN" sz="2400" b="1" dirty="0"/>
              <a:t>Calculator allowed </a:t>
            </a:r>
            <a:r>
              <a:rPr lang="en-US" altLang="zh-CN" sz="2400" dirty="0"/>
              <a:t>(no phones, tablets, laptops, etc.)</a:t>
            </a:r>
          </a:p>
          <a:p>
            <a:pPr lvl="1"/>
            <a:endParaRPr lang="en-US" altLang="zh-CN" sz="2400" dirty="0"/>
          </a:p>
          <a:p>
            <a:r>
              <a:rPr lang="en-US" altLang="zh-CN" sz="2800" dirty="0"/>
              <a:t>A sample exam will be provided for practice</a:t>
            </a:r>
          </a:p>
          <a:p>
            <a:r>
              <a:rPr lang="en-US" altLang="zh-CN" sz="2800" dirty="0"/>
              <a:t>Focus on </a:t>
            </a:r>
            <a:r>
              <a:rPr lang="en-US" altLang="zh-CN" sz="2800" b="1" dirty="0"/>
              <a:t>understanding and reasoning </a:t>
            </a:r>
            <a:r>
              <a:rPr lang="en-US" altLang="zh-CN" sz="2800" dirty="0"/>
              <a:t>rather than memorization</a:t>
            </a:r>
          </a:p>
          <a:p>
            <a:r>
              <a:rPr lang="en-US" altLang="zh-CN" sz="2800" b="1" dirty="0"/>
              <a:t>Show your steps clearly</a:t>
            </a:r>
          </a:p>
          <a:p>
            <a:r>
              <a:rPr lang="en-US" altLang="zh-CN" sz="2800" b="1" dirty="0"/>
              <a:t>Use your cheat sheet wisely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2906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113D-B798-C0DB-E0F5-F1A779B9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47ADA-DA22-C85A-D6E0-10016FCFA5F0}"/>
              </a:ext>
            </a:extLst>
          </p:cNvPr>
          <p:cNvSpPr txBox="1"/>
          <p:nvPr/>
        </p:nvSpPr>
        <p:spPr>
          <a:xfrm>
            <a:off x="3046709" y="2598003"/>
            <a:ext cx="60985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8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140827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B61F-F4DF-2F65-2F80-234B78B9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7AE-FC25-DAAC-54EB-20FE25059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– Teaching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7C9A6-B418-5088-27C5-4F97F1C9115E}"/>
              </a:ext>
            </a:extLst>
          </p:cNvPr>
          <p:cNvSpPr txBox="1"/>
          <p:nvPr/>
        </p:nvSpPr>
        <p:spPr>
          <a:xfrm>
            <a:off x="4371227" y="4374933"/>
            <a:ext cx="3165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Pengwen CHEN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FCF53-36FB-2EB6-45E9-FE1B9DF3C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863" y="1405235"/>
            <a:ext cx="2887793" cy="28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64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0EB75-CCCB-9D90-1CB9-96783D80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2521-CAF4-EBE0-4FB7-12E7A2A4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– Teaching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2387A-C1BB-41B2-5D7E-E7B097F8FE43}"/>
              </a:ext>
            </a:extLst>
          </p:cNvPr>
          <p:cNvSpPr txBox="1"/>
          <p:nvPr/>
        </p:nvSpPr>
        <p:spPr>
          <a:xfrm>
            <a:off x="4371228" y="4387273"/>
            <a:ext cx="3165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Cledwyn CHAN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9D59D9-5F05-037F-AB88-0982DEEB6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11" y="1186331"/>
            <a:ext cx="3169319" cy="31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56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EE1F-A8D3-D25B-C32F-FCF557D8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42640-E6C3-C2D5-5B2A-79A969928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69" y="1253330"/>
            <a:ext cx="11519461" cy="5350670"/>
          </a:xfrm>
        </p:spPr>
        <p:txBody>
          <a:bodyPr/>
          <a:lstStyle/>
          <a:p>
            <a:r>
              <a:rPr lang="en-US" sz="2800" b="1" dirty="0"/>
              <a:t>Please take a few minutes to complete the feedback now</a:t>
            </a:r>
          </a:p>
          <a:p>
            <a:r>
              <a:rPr lang="en-US" sz="2800" dirty="0"/>
              <a:t>It only takes about </a:t>
            </a:r>
            <a:r>
              <a:rPr lang="en-US" sz="2800" b="1" dirty="0"/>
              <a:t>5 minutes</a:t>
            </a:r>
          </a:p>
          <a:p>
            <a:r>
              <a:rPr lang="en-US" sz="2800" dirty="0"/>
              <a:t>Your feedback helps improve the course for future students</a:t>
            </a:r>
          </a:p>
          <a:p>
            <a:endParaRPr lang="en-US" dirty="0"/>
          </a:p>
          <a:p>
            <a:r>
              <a:rPr lang="en-US" sz="2800" b="1" dirty="0"/>
              <a:t>Access via:</a:t>
            </a:r>
          </a:p>
          <a:p>
            <a:pPr lvl="1"/>
            <a:r>
              <a:rPr lang="en-SG" sz="2400" b="1" i="1" dirty="0"/>
              <a:t>OASIS &gt; BOSS Bidding app &gt; Quick Links &gt; Course Feedback</a:t>
            </a:r>
          </a:p>
          <a:p>
            <a:pPr lvl="1"/>
            <a:r>
              <a:rPr lang="en-SG" sz="2400" dirty="0"/>
              <a:t>Or </a:t>
            </a:r>
            <a:r>
              <a:rPr lang="en-SG" sz="2400" i="1" dirty="0"/>
              <a:t>scan the QR code</a:t>
            </a:r>
            <a:r>
              <a:rPr lang="en-SG" sz="2400" dirty="0"/>
              <a:t> (for phone access)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93C25-E362-5B91-F33A-B77EEF8BC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516" y="4107053"/>
            <a:ext cx="2812939" cy="2812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EEA7BC-220D-A912-8D5E-F4F008A9323A}"/>
              </a:ext>
            </a:extLst>
          </p:cNvPr>
          <p:cNvSpPr txBox="1"/>
          <p:nvPr/>
        </p:nvSpPr>
        <p:spPr>
          <a:xfrm>
            <a:off x="708229" y="5219949"/>
            <a:ext cx="82962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linkClick r:id="rId4"/>
              </a:rPr>
              <a:t>https://coursefeedback.intranet.smu.edu.sg/student/selection.asp</a:t>
            </a: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16612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75F2-47C8-6D00-540A-A9E120CF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D13F8-92AA-117A-8FA1-E750C97E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69" y="1883334"/>
            <a:ext cx="7770981" cy="28096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Thank you all for being part of </a:t>
            </a:r>
            <a:r>
              <a:rPr lang="en-US" b="1" dirty="0"/>
              <a:t>CS420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Reasoning · Vision · Language · Decision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the best for your final exams</a:t>
            </a:r>
          </a:p>
        </p:txBody>
      </p:sp>
    </p:spTree>
    <p:extLst>
      <p:ext uri="{BB962C8B-B14F-4D97-AF65-F5344CB8AC3E}">
        <p14:creationId xmlns:p14="http://schemas.microsoft.com/office/powerpoint/2010/main" val="2827192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31862</TotalTime>
  <Words>707</Words>
  <Application>Microsoft Macintosh PowerPoint</Application>
  <PresentationFormat>Widescreen</PresentationFormat>
  <Paragraphs>136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Cambria Math</vt:lpstr>
      <vt:lpstr>Office Theme</vt:lpstr>
      <vt:lpstr>Lecture 13: Final Review</vt:lpstr>
      <vt:lpstr>Agenda</vt:lpstr>
      <vt:lpstr>AI System</vt:lpstr>
      <vt:lpstr>Probability Fundamentals</vt:lpstr>
      <vt:lpstr>Bayesian Networks &amp; Inference</vt:lpstr>
      <vt:lpstr>Neural Networks</vt:lpstr>
      <vt:lpstr>Computer Vision</vt:lpstr>
      <vt:lpstr>Natural Language Processing (NLP)</vt:lpstr>
      <vt:lpstr>Search Algorithms</vt:lpstr>
      <vt:lpstr>Markov Decision Process (MDP)</vt:lpstr>
      <vt:lpstr>Reinforcement Learning (RL)</vt:lpstr>
      <vt:lpstr>Final Exam Preparation </vt:lpstr>
      <vt:lpstr>Q&amp;A</vt:lpstr>
      <vt:lpstr>Thank You – Teaching Assistant</vt:lpstr>
      <vt:lpstr>Thank You – Teaching Assistant</vt:lpstr>
      <vt:lpstr>Course Feedback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Zhize Li</dc:creator>
  <cp:lastModifiedBy>Zhize Li</cp:lastModifiedBy>
  <cp:revision>2</cp:revision>
  <dcterms:created xsi:type="dcterms:W3CDTF">2026-01-13T08:05:03Z</dcterms:created>
  <dcterms:modified xsi:type="dcterms:W3CDTF">2026-04-08T02:29:31Z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SMU Classification: Restricted</vt:lpwstr>
  </property>
</Properties>
</file>