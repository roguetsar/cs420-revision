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ink/ink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ink/ink9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0.xml" ContentType="application/inkml+xml"/>
  <Override PartName="/ppt/notesSlides/notesSlide16.xml" ContentType="application/vnd.openxmlformats-officedocument.presentationml.notesSlide+xml"/>
  <Override PartName="/ppt/ink/ink11.xml" ContentType="application/inkml+xml"/>
  <Override PartName="/ppt/notesSlides/notesSlide17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18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6.xml" ContentType="application/inkml+xml"/>
  <Override PartName="/ppt/notesSlides/notesSlide21.xml" ContentType="application/vnd.openxmlformats-officedocument.presentationml.notesSlide+xml"/>
  <Override PartName="/ppt/ink/ink17.xml" ContentType="application/inkml+xml"/>
  <Override PartName="/ppt/notesSlides/notesSlide22.xml" ContentType="application/vnd.openxmlformats-officedocument.presentationml.notesSlide+xml"/>
  <Override PartName="/ppt/ink/ink18.xml" ContentType="application/inkml+xml"/>
  <Override PartName="/ppt/notesSlides/notesSlide23.xml" ContentType="application/vnd.openxmlformats-officedocument.presentationml.notesSlide+xml"/>
  <Override PartName="/ppt/ink/ink19.xml" ContentType="application/inkml+xml"/>
  <Override PartName="/ppt/notesSlides/notesSlide24.xml" ContentType="application/vnd.openxmlformats-officedocument.presentationml.notesSlide+xml"/>
  <Override PartName="/ppt/ink/ink20.xml" ContentType="application/inkml+xml"/>
  <Override PartName="/ppt/notesSlides/notesSlide25.xml" ContentType="application/vnd.openxmlformats-officedocument.presentationml.notesSlide+xml"/>
  <Override PartName="/ppt/ink/ink21.xml" ContentType="application/inkml+xml"/>
  <Override PartName="/ppt/notesSlides/notesSlide26.xml" ContentType="application/vnd.openxmlformats-officedocument.presentationml.notesSlide+xml"/>
  <Override PartName="/ppt/ink/ink22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23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4.xml" ContentType="application/inkml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14" r:id="rId3"/>
    <p:sldId id="2615" r:id="rId4"/>
    <p:sldId id="2616" r:id="rId5"/>
    <p:sldId id="2612" r:id="rId6"/>
    <p:sldId id="2617" r:id="rId7"/>
    <p:sldId id="2619" r:id="rId8"/>
    <p:sldId id="2620" r:id="rId9"/>
    <p:sldId id="259" r:id="rId10"/>
    <p:sldId id="2621" r:id="rId11"/>
    <p:sldId id="261" r:id="rId12"/>
    <p:sldId id="2622" r:id="rId13"/>
    <p:sldId id="2624" r:id="rId14"/>
    <p:sldId id="267" r:id="rId15"/>
    <p:sldId id="2625" r:id="rId16"/>
    <p:sldId id="2626" r:id="rId17"/>
    <p:sldId id="2628" r:id="rId18"/>
    <p:sldId id="2629" r:id="rId19"/>
    <p:sldId id="2627" r:id="rId20"/>
    <p:sldId id="277" r:id="rId21"/>
    <p:sldId id="285" r:id="rId22"/>
    <p:sldId id="286" r:id="rId23"/>
    <p:sldId id="287" r:id="rId24"/>
    <p:sldId id="288" r:id="rId25"/>
    <p:sldId id="2633" r:id="rId26"/>
    <p:sldId id="2634" r:id="rId27"/>
    <p:sldId id="2635" r:id="rId28"/>
    <p:sldId id="2636" r:id="rId29"/>
    <p:sldId id="2637" r:id="rId30"/>
    <p:sldId id="2638" r:id="rId31"/>
    <p:sldId id="263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5CCCD"/>
    <a:srgbClr val="FFDBDE"/>
    <a:srgbClr val="D5A1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73C60-27DB-D249-86F1-D6BF3635EED9}" v="76" dt="2026-03-21T18:04:49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89"/>
    <p:restoredTop sz="50512"/>
  </p:normalViewPr>
  <p:slideViewPr>
    <p:cSldViewPr snapToGrid="0">
      <p:cViewPr varScale="1">
        <p:scale>
          <a:sx n="86" d="100"/>
          <a:sy n="86" d="100"/>
        </p:scale>
        <p:origin x="248" y="336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33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ze LI" userId="dcf8469b-f633-4120-85bb-8d33589baf96" providerId="ADAL" clId="{194D58AA-B549-5E18-AF40-6DE772E7051C}"/>
    <pc:docChg chg="undo custSel addSld delSld modSld sldOrd">
      <pc:chgData name="Zhize LI" userId="dcf8469b-f633-4120-85bb-8d33589baf96" providerId="ADAL" clId="{194D58AA-B549-5E18-AF40-6DE772E7051C}" dt="2026-03-21T18:04:41.133" v="5379" actId="5793"/>
      <pc:docMkLst>
        <pc:docMk/>
      </pc:docMkLst>
      <pc:sldChg chg="modSp mod">
        <pc:chgData name="Zhize LI" userId="dcf8469b-f633-4120-85bb-8d33589baf96" providerId="ADAL" clId="{194D58AA-B549-5E18-AF40-6DE772E7051C}" dt="2026-03-17T13:31:21.066" v="60" actId="20577"/>
        <pc:sldMkLst>
          <pc:docMk/>
          <pc:sldMk cId="500568030" sldId="256"/>
        </pc:sldMkLst>
        <pc:spChg chg="mod">
          <ac:chgData name="Zhize LI" userId="dcf8469b-f633-4120-85bb-8d33589baf96" providerId="ADAL" clId="{194D58AA-B549-5E18-AF40-6DE772E7051C}" dt="2026-03-17T13:31:21.066" v="60" actId="20577"/>
          <ac:spMkLst>
            <pc:docMk/>
            <pc:sldMk cId="500568030" sldId="256"/>
            <ac:spMk id="2" creationId="{AC1BA2C9-A06B-0D70-FCD5-B75317E195CA}"/>
          </ac:spMkLst>
        </pc:spChg>
      </pc:sldChg>
      <pc:sldChg chg="addSp modSp add mod modAnim modNotesTx">
        <pc:chgData name="Zhize LI" userId="dcf8469b-f633-4120-85bb-8d33589baf96" providerId="ADAL" clId="{194D58AA-B549-5E18-AF40-6DE772E7051C}" dt="2026-03-21T17:02:49.623" v="5163" actId="20577"/>
        <pc:sldMkLst>
          <pc:docMk/>
          <pc:sldMk cId="3421941786" sldId="259"/>
        </pc:sldMkLst>
        <pc:spChg chg="mod">
          <ac:chgData name="Zhize LI" userId="dcf8469b-f633-4120-85bb-8d33589baf96" providerId="ADAL" clId="{194D58AA-B549-5E18-AF40-6DE772E7051C}" dt="2026-03-17T17:26:37.505" v="2485" actId="14100"/>
          <ac:spMkLst>
            <pc:docMk/>
            <pc:sldMk cId="3421941786" sldId="259"/>
            <ac:spMk id="3" creationId="{D779F00E-FCB9-063E-483E-4105ED325758}"/>
          </ac:spMkLst>
        </pc:spChg>
        <pc:spChg chg="mod">
          <ac:chgData name="Zhize LI" userId="dcf8469b-f633-4120-85bb-8d33589baf96" providerId="ADAL" clId="{194D58AA-B549-5E18-AF40-6DE772E7051C}" dt="2026-03-17T17:22:48.224" v="2425" actId="1076"/>
          <ac:spMkLst>
            <pc:docMk/>
            <pc:sldMk cId="3421941786" sldId="259"/>
            <ac:spMk id="18" creationId="{C6C595F3-3837-3F24-1C7E-0CF1A7F3EAC9}"/>
          </ac:spMkLst>
        </pc:spChg>
        <pc:spChg chg="mod">
          <ac:chgData name="Zhize LI" userId="dcf8469b-f633-4120-85bb-8d33589baf96" providerId="ADAL" clId="{194D58AA-B549-5E18-AF40-6DE772E7051C}" dt="2026-03-17T17:22:52.173" v="2426" actId="1076"/>
          <ac:spMkLst>
            <pc:docMk/>
            <pc:sldMk cId="3421941786" sldId="259"/>
            <ac:spMk id="19" creationId="{D54B235B-32C6-1E3C-82E2-522DF239204B}"/>
          </ac:spMkLst>
        </pc:spChg>
        <pc:spChg chg="mod">
          <ac:chgData name="Zhize LI" userId="dcf8469b-f633-4120-85bb-8d33589baf96" providerId="ADAL" clId="{194D58AA-B549-5E18-AF40-6DE772E7051C}" dt="2026-03-17T17:27:59.319" v="2498" actId="1037"/>
          <ac:spMkLst>
            <pc:docMk/>
            <pc:sldMk cId="3421941786" sldId="259"/>
            <ac:spMk id="20" creationId="{7A9C0F85-110C-FDD8-10AF-4A78D1B3A612}"/>
          </ac:spMkLst>
        </pc:spChg>
        <pc:spChg chg="mod">
          <ac:chgData name="Zhize LI" userId="dcf8469b-f633-4120-85bb-8d33589baf96" providerId="ADAL" clId="{194D58AA-B549-5E18-AF40-6DE772E7051C}" dt="2026-03-17T17:28:02.850" v="2504" actId="1035"/>
          <ac:spMkLst>
            <pc:docMk/>
            <pc:sldMk cId="3421941786" sldId="259"/>
            <ac:spMk id="22" creationId="{B4C9E6C6-8CD4-3E17-2A67-E378E464E52F}"/>
          </ac:spMkLst>
        </pc:spChg>
        <pc:spChg chg="add mod">
          <ac:chgData name="Zhize LI" userId="dcf8469b-f633-4120-85bb-8d33589baf96" providerId="ADAL" clId="{194D58AA-B549-5E18-AF40-6DE772E7051C}" dt="2026-03-17T17:27:52.650" v="2487" actId="20577"/>
          <ac:spMkLst>
            <pc:docMk/>
            <pc:sldMk cId="3421941786" sldId="259"/>
            <ac:spMk id="28" creationId="{4A53339C-3C0A-D5DB-A8C0-C79A61521187}"/>
          </ac:spMkLst>
        </pc:spChg>
        <pc:grpChg chg="mod">
          <ac:chgData name="Zhize LI" userId="dcf8469b-f633-4120-85bb-8d33589baf96" providerId="ADAL" clId="{194D58AA-B549-5E18-AF40-6DE772E7051C}" dt="2026-03-17T17:30:49.558" v="2549" actId="1035"/>
          <ac:grpSpMkLst>
            <pc:docMk/>
            <pc:sldMk cId="3421941786" sldId="259"/>
            <ac:grpSpMk id="4" creationId="{F3CC4424-9D88-AB79-DD0D-A46F133F5C7A}"/>
          </ac:grpSpMkLst>
        </pc:gr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3421941786" sldId="259"/>
            <ac:inkMk id="29" creationId="{C1ED7418-14DB-049E-65FE-D3489E385993}"/>
          </ac:inkMkLst>
        </pc:inkChg>
      </pc:sldChg>
      <pc:sldChg chg="modSp add modNotes modNotesTx">
        <pc:chgData name="Zhize LI" userId="dcf8469b-f633-4120-85bb-8d33589baf96" providerId="ADAL" clId="{194D58AA-B549-5E18-AF40-6DE772E7051C}" dt="2026-03-21T17:03:56.111" v="5165" actId="20577"/>
        <pc:sldMkLst>
          <pc:docMk/>
          <pc:sldMk cId="3371687815" sldId="261"/>
        </pc:sldMkLst>
        <pc:spChg chg="mod">
          <ac:chgData name="Zhize LI" userId="dcf8469b-f633-4120-85bb-8d33589baf96" providerId="ADAL" clId="{194D58AA-B549-5E18-AF40-6DE772E7051C}" dt="2026-03-17T17:35:38.623" v="2585" actId="20577"/>
          <ac:spMkLst>
            <pc:docMk/>
            <pc:sldMk cId="3371687815" sldId="261"/>
            <ac:spMk id="3" creationId="{A872A2DB-9097-60A3-A6C1-E8DC984602DD}"/>
          </ac:spMkLst>
        </pc:spChg>
      </pc:sldChg>
      <pc:sldChg chg="modSp add mod modNotesTx">
        <pc:chgData name="Zhize LI" userId="dcf8469b-f633-4120-85bb-8d33589baf96" providerId="ADAL" clId="{194D58AA-B549-5E18-AF40-6DE772E7051C}" dt="2026-03-21T17:13:19.522" v="5187" actId="20577"/>
        <pc:sldMkLst>
          <pc:docMk/>
          <pc:sldMk cId="3050762438" sldId="267"/>
        </pc:sldMkLst>
        <pc:spChg chg="mod">
          <ac:chgData name="Zhize LI" userId="dcf8469b-f633-4120-85bb-8d33589baf96" providerId="ADAL" clId="{194D58AA-B549-5E18-AF40-6DE772E7051C}" dt="2026-03-17T18:07:22.122" v="2871" actId="20577"/>
          <ac:spMkLst>
            <pc:docMk/>
            <pc:sldMk cId="3050762438" sldId="267"/>
            <ac:spMk id="3" creationId="{100714FE-FE45-9374-A22D-19FB37FC1582}"/>
          </ac:spMkLst>
        </pc:spChg>
      </pc:sldChg>
      <pc:sldChg chg="addSp modSp add mod modNotesTx">
        <pc:chgData name="Zhize LI" userId="dcf8469b-f633-4120-85bb-8d33589baf96" providerId="ADAL" clId="{194D58AA-B549-5E18-AF40-6DE772E7051C}" dt="2026-03-21T17:34:29.123" v="5240" actId="20577"/>
        <pc:sldMkLst>
          <pc:docMk/>
          <pc:sldMk cId="3292409740" sldId="277"/>
        </pc:sldMkLst>
        <pc:spChg chg="mod">
          <ac:chgData name="Zhize LI" userId="dcf8469b-f633-4120-85bb-8d33589baf96" providerId="ADAL" clId="{194D58AA-B549-5E18-AF40-6DE772E7051C}" dt="2026-03-17T19:08:00.631" v="3257" actId="113"/>
          <ac:spMkLst>
            <pc:docMk/>
            <pc:sldMk cId="3292409740" sldId="277"/>
            <ac:spMk id="3" creationId="{FD519486-9178-FF65-FB27-2C906F47C2B1}"/>
          </ac:spMkLst>
        </pc:spChg>
        <pc:spChg chg="mod">
          <ac:chgData name="Zhize LI" userId="dcf8469b-f633-4120-85bb-8d33589baf96" providerId="ADAL" clId="{194D58AA-B549-5E18-AF40-6DE772E7051C}" dt="2026-03-17T19:09:33.528" v="3297" actId="1036"/>
          <ac:spMkLst>
            <pc:docMk/>
            <pc:sldMk cId="3292409740" sldId="277"/>
            <ac:spMk id="13" creationId="{7BBD40FC-AA33-A9CA-453B-C6756351158D}"/>
          </ac:spMkLst>
        </pc:spChg>
        <pc:spChg chg="mod">
          <ac:chgData name="Zhize LI" userId="dcf8469b-f633-4120-85bb-8d33589baf96" providerId="ADAL" clId="{194D58AA-B549-5E18-AF40-6DE772E7051C}" dt="2026-03-17T19:09:23.664" v="3291" actId="1036"/>
          <ac:spMkLst>
            <pc:docMk/>
            <pc:sldMk cId="3292409740" sldId="277"/>
            <ac:spMk id="14" creationId="{8BC26F4B-8258-7268-C6AD-CD3DAF895CA5}"/>
          </ac:spMkLst>
        </pc:spChg>
        <pc:spChg chg="mod">
          <ac:chgData name="Zhize LI" userId="dcf8469b-f633-4120-85bb-8d33589baf96" providerId="ADAL" clId="{194D58AA-B549-5E18-AF40-6DE772E7051C}" dt="2026-03-17T19:09:06.116" v="3282" actId="1035"/>
          <ac:spMkLst>
            <pc:docMk/>
            <pc:sldMk cId="3292409740" sldId="277"/>
            <ac:spMk id="15" creationId="{81D7FA02-A2F0-02F5-5030-C5BA1931E0E0}"/>
          </ac:spMkLst>
        </pc:spChg>
        <pc:spChg chg="mod">
          <ac:chgData name="Zhize LI" userId="dcf8469b-f633-4120-85bb-8d33589baf96" providerId="ADAL" clId="{194D58AA-B549-5E18-AF40-6DE772E7051C}" dt="2026-03-17T19:09:18.048" v="3286" actId="1076"/>
          <ac:spMkLst>
            <pc:docMk/>
            <pc:sldMk cId="3292409740" sldId="277"/>
            <ac:spMk id="16" creationId="{FDA33797-8405-66A0-DD6D-D52159A76485}"/>
          </ac:spMkLst>
        </pc:spChg>
        <pc:spChg chg="mod">
          <ac:chgData name="Zhize LI" userId="dcf8469b-f633-4120-85bb-8d33589baf96" providerId="ADAL" clId="{194D58AA-B549-5E18-AF40-6DE772E7051C}" dt="2026-03-17T19:10:11.209" v="3313" actId="1036"/>
          <ac:spMkLst>
            <pc:docMk/>
            <pc:sldMk cId="3292409740" sldId="277"/>
            <ac:spMk id="32" creationId="{611F68CB-48D0-A4E9-37C4-9BCF5A3DD5F7}"/>
          </ac:spMkLst>
        </pc:spChg>
        <pc:spChg chg="mod">
          <ac:chgData name="Zhize LI" userId="dcf8469b-f633-4120-85bb-8d33589baf96" providerId="ADAL" clId="{194D58AA-B549-5E18-AF40-6DE772E7051C}" dt="2026-03-17T19:10:11.209" v="3313" actId="1036"/>
          <ac:spMkLst>
            <pc:docMk/>
            <pc:sldMk cId="3292409740" sldId="277"/>
            <ac:spMk id="33" creationId="{7E5ECFC5-F5FB-1E4B-066C-D43E2EFC94CD}"/>
          </ac:spMkLst>
        </pc:spChg>
        <pc:spChg chg="mod">
          <ac:chgData name="Zhize LI" userId="dcf8469b-f633-4120-85bb-8d33589baf96" providerId="ADAL" clId="{194D58AA-B549-5E18-AF40-6DE772E7051C}" dt="2026-03-17T19:10:18.363" v="3314" actId="1076"/>
          <ac:spMkLst>
            <pc:docMk/>
            <pc:sldMk cId="3292409740" sldId="277"/>
            <ac:spMk id="34" creationId="{B43EA2AD-CA7A-C3AD-CBFA-17AD5DCBD18F}"/>
          </ac:spMkLst>
        </pc:sp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3292409740" sldId="277"/>
            <ac:inkMk id="49" creationId="{D2AE7454-F058-5F58-247A-84A69FD9C695}"/>
          </ac:inkMkLst>
        </pc:inkChg>
      </pc:sldChg>
      <pc:sldChg chg="addSp modSp add mod ord modNotesTx">
        <pc:chgData name="Zhize LI" userId="dcf8469b-f633-4120-85bb-8d33589baf96" providerId="ADAL" clId="{194D58AA-B549-5E18-AF40-6DE772E7051C}" dt="2026-03-21T17:42:11.797" v="5252" actId="20577"/>
        <pc:sldMkLst>
          <pc:docMk/>
          <pc:sldMk cId="2299832496" sldId="285"/>
        </pc:sldMkLst>
        <pc:spChg chg="mod">
          <ac:chgData name="Zhize LI" userId="dcf8469b-f633-4120-85bb-8d33589baf96" providerId="ADAL" clId="{194D58AA-B549-5E18-AF40-6DE772E7051C}" dt="2026-03-17T19:42:06.785" v="3734" actId="20577"/>
          <ac:spMkLst>
            <pc:docMk/>
            <pc:sldMk cId="2299832496" sldId="285"/>
            <ac:spMk id="3" creationId="{9A7B34FD-0E4D-FB1B-22FF-D3F60867E7A5}"/>
          </ac:spMkLst>
        </pc:sp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2299832496" sldId="285"/>
            <ac:inkMk id="4" creationId="{B917CA21-5F72-A503-03F1-E19D8213020C}"/>
          </ac:inkMkLst>
        </pc:inkChg>
      </pc:sldChg>
      <pc:sldChg chg="addSp delSp modSp add mod modAnim modNotesTx">
        <pc:chgData name="Zhize LI" userId="dcf8469b-f633-4120-85bb-8d33589baf96" providerId="ADAL" clId="{194D58AA-B549-5E18-AF40-6DE772E7051C}" dt="2026-03-21T17:45:10.149" v="5262" actId="20577"/>
        <pc:sldMkLst>
          <pc:docMk/>
          <pc:sldMk cId="1850717723" sldId="286"/>
        </pc:sldMkLst>
        <pc:spChg chg="mod">
          <ac:chgData name="Zhize LI" userId="dcf8469b-f633-4120-85bb-8d33589baf96" providerId="ADAL" clId="{194D58AA-B549-5E18-AF40-6DE772E7051C}" dt="2026-03-18T05:52:00.483" v="4838" actId="20577"/>
          <ac:spMkLst>
            <pc:docMk/>
            <pc:sldMk cId="1850717723" sldId="286"/>
            <ac:spMk id="3" creationId="{4838C215-A159-22CA-706A-7E3329AD1345}"/>
          </ac:spMkLst>
        </pc:spChg>
        <pc:picChg chg="add mod">
          <ac:chgData name="Zhize LI" userId="dcf8469b-f633-4120-85bb-8d33589baf96" providerId="ADAL" clId="{194D58AA-B549-5E18-AF40-6DE772E7051C}" dt="2026-03-17T20:02:29.721" v="4111" actId="207"/>
          <ac:picMkLst>
            <pc:docMk/>
            <pc:sldMk cId="1850717723" sldId="286"/>
            <ac:picMk id="6" creationId="{0D1D2766-F270-5308-FDB9-97E9881971EF}"/>
          </ac:picMkLst>
        </pc:pic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1850717723" sldId="286"/>
            <ac:inkMk id="4" creationId="{5768BC7D-D38E-9F8B-1494-ABB9B7CA3AB7}"/>
          </ac:inkMkLst>
        </pc:inkChg>
      </pc:sldChg>
      <pc:sldChg chg="addSp delSp modSp add mod delAnim modAnim">
        <pc:chgData name="Zhize LI" userId="dcf8469b-f633-4120-85bb-8d33589baf96" providerId="ADAL" clId="{194D58AA-B549-5E18-AF40-6DE772E7051C}" dt="2026-03-18T07:16:12.148" v="4839"/>
        <pc:sldMkLst>
          <pc:docMk/>
          <pc:sldMk cId="1233984709" sldId="287"/>
        </pc:sldMkLst>
        <pc:spChg chg="mod">
          <ac:chgData name="Zhize LI" userId="dcf8469b-f633-4120-85bb-8d33589baf96" providerId="ADAL" clId="{194D58AA-B549-5E18-AF40-6DE772E7051C}" dt="2026-03-17T20:22:43.201" v="4430" actId="20577"/>
          <ac:spMkLst>
            <pc:docMk/>
            <pc:sldMk cId="1233984709" sldId="287"/>
            <ac:spMk id="3" creationId="{31744AE5-2E20-AD78-C088-231E38659DBC}"/>
          </ac:spMkLst>
        </pc:spChg>
        <pc:spChg chg="add mod">
          <ac:chgData name="Zhize LI" userId="dcf8469b-f633-4120-85bb-8d33589baf96" providerId="ADAL" clId="{194D58AA-B549-5E18-AF40-6DE772E7051C}" dt="2026-03-17T20:22:10.202" v="4426" actId="255"/>
          <ac:spMkLst>
            <pc:docMk/>
            <pc:sldMk cId="1233984709" sldId="287"/>
            <ac:spMk id="6" creationId="{ED0C9F00-8ABD-2BFA-3733-6D9B50FEDC01}"/>
          </ac:spMkLst>
        </pc:spChg>
        <pc:graphicFrameChg chg="modGraphic">
          <ac:chgData name="Zhize LI" userId="dcf8469b-f633-4120-85bb-8d33589baf96" providerId="ADAL" clId="{194D58AA-B549-5E18-AF40-6DE772E7051C}" dt="2026-03-17T20:04:33.159" v="4119" actId="207"/>
          <ac:graphicFrameMkLst>
            <pc:docMk/>
            <pc:sldMk cId="1233984709" sldId="287"/>
            <ac:graphicFrameMk id="4" creationId="{D8E9CD50-D2C1-11C2-1F11-82D8341514FA}"/>
          </ac:graphicFrameMkLst>
        </pc:graphicFrame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1233984709" sldId="287"/>
            <ac:inkMk id="5" creationId="{9B28E3C7-F4AC-9AAF-603B-FE1A6790C5D2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3-21T17:52:37.995" v="5332" actId="113"/>
        <pc:sldMkLst>
          <pc:docMk/>
          <pc:sldMk cId="693033570" sldId="288"/>
        </pc:sldMkLst>
        <pc:spChg chg="mod">
          <ac:chgData name="Zhize LI" userId="dcf8469b-f633-4120-85bb-8d33589baf96" providerId="ADAL" clId="{194D58AA-B549-5E18-AF40-6DE772E7051C}" dt="2026-03-17T20:44:17.417" v="4516" actId="20577"/>
          <ac:spMkLst>
            <pc:docMk/>
            <pc:sldMk cId="693033570" sldId="288"/>
            <ac:spMk id="3" creationId="{9A5D5CB3-19E7-6DDE-E8BA-DBE734701FDA}"/>
          </ac:spMkLst>
        </pc:spChg>
        <pc:picChg chg="mod">
          <ac:chgData name="Zhize LI" userId="dcf8469b-f633-4120-85bb-8d33589baf96" providerId="ADAL" clId="{194D58AA-B549-5E18-AF40-6DE772E7051C}" dt="2026-03-17T20:25:59.206" v="4443" actId="1076"/>
          <ac:picMkLst>
            <pc:docMk/>
            <pc:sldMk cId="693033570" sldId="288"/>
            <ac:picMk id="4" creationId="{5F775C3C-C18A-0174-22EC-05B47C77B2AD}"/>
          </ac:picMkLst>
        </pc:pic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693033570" sldId="288"/>
            <ac:inkMk id="5" creationId="{2529D7A7-A00E-36A0-04B5-416F47012796}"/>
          </ac:inkMkLst>
        </pc:inkChg>
      </pc:sldChg>
      <pc:sldChg chg="addSp modSp mod modNotesTx">
        <pc:chgData name="Zhize LI" userId="dcf8469b-f633-4120-85bb-8d33589baf96" providerId="ADAL" clId="{194D58AA-B549-5E18-AF40-6DE772E7051C}" dt="2026-03-21T16:57:53.523" v="5159" actId="20577"/>
        <pc:sldMkLst>
          <pc:docMk/>
          <pc:sldMk cId="603267302" sldId="2612"/>
        </pc:sldMkLst>
        <pc:spChg chg="mod">
          <ac:chgData name="Zhize LI" userId="dcf8469b-f633-4120-85bb-8d33589baf96" providerId="ADAL" clId="{194D58AA-B549-5E18-AF40-6DE772E7051C}" dt="2026-03-21T16:29:59.447" v="4853" actId="1036"/>
          <ac:spMkLst>
            <pc:docMk/>
            <pc:sldMk cId="603267302" sldId="2612"/>
            <ac:spMk id="43" creationId="{482F703F-43EB-3EA0-9050-02085952BF90}"/>
          </ac:spMkLst>
        </pc:spChg>
        <pc:spChg chg="mod">
          <ac:chgData name="Zhize LI" userId="dcf8469b-f633-4120-85bb-8d33589baf96" providerId="ADAL" clId="{194D58AA-B549-5E18-AF40-6DE772E7051C}" dt="2026-03-21T16:29:53.419" v="4845" actId="1038"/>
          <ac:spMkLst>
            <pc:docMk/>
            <pc:sldMk cId="603267302" sldId="2612"/>
            <ac:spMk id="44" creationId="{BBFE6620-2976-83DE-D18E-22007B6E00A2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603267302" sldId="2612"/>
            <ac:inkMk id="48" creationId="{A262D639-4742-71DD-6C98-EC71ED02CDE8}"/>
          </ac:inkMkLst>
        </pc:inkChg>
      </pc:sldChg>
      <pc:sldChg chg="addSp modSp mod modNotesTx">
        <pc:chgData name="Zhize LI" userId="dcf8469b-f633-4120-85bb-8d33589baf96" providerId="ADAL" clId="{194D58AA-B549-5E18-AF40-6DE772E7051C}" dt="2026-03-21T16:30:56.444" v="4854" actId="20577"/>
        <pc:sldMkLst>
          <pc:docMk/>
          <pc:sldMk cId="3276498320" sldId="2614"/>
        </pc:sldMkLst>
        <pc:spChg chg="mod">
          <ac:chgData name="Zhize LI" userId="dcf8469b-f633-4120-85bb-8d33589baf96" providerId="ADAL" clId="{194D58AA-B549-5E18-AF40-6DE772E7051C}" dt="2026-03-17T15:12:06.067" v="833" actId="20577"/>
          <ac:spMkLst>
            <pc:docMk/>
            <pc:sldMk cId="3276498320" sldId="2614"/>
            <ac:spMk id="3" creationId="{96333350-5B98-E6FE-EEA4-9E038C839D5E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3276498320" sldId="2614"/>
            <ac:inkMk id="4" creationId="{C61DBF14-3D7B-7014-C1DB-6CF3F8C192C9}"/>
          </ac:inkMkLst>
        </pc:inkChg>
      </pc:sldChg>
      <pc:sldChg chg="addSp modSp mod modNotesTx">
        <pc:chgData name="Zhize LI" userId="dcf8469b-f633-4120-85bb-8d33589baf96" providerId="ADAL" clId="{194D58AA-B549-5E18-AF40-6DE772E7051C}" dt="2026-03-18T05:37:19.454" v="4836"/>
        <pc:sldMkLst>
          <pc:docMk/>
          <pc:sldMk cId="1854904031" sldId="2615"/>
        </pc:sldMkLst>
        <pc:spChg chg="mod">
          <ac:chgData name="Zhize LI" userId="dcf8469b-f633-4120-85bb-8d33589baf96" providerId="ADAL" clId="{194D58AA-B549-5E18-AF40-6DE772E7051C}" dt="2026-03-17T14:14:03.492" v="122" actId="207"/>
          <ac:spMkLst>
            <pc:docMk/>
            <pc:sldMk cId="1854904031" sldId="2615"/>
            <ac:spMk id="2" creationId="{88F8198D-9155-2759-40EE-6FCB381DB085}"/>
          </ac:spMkLst>
        </pc:spChg>
        <pc:spChg chg="mod">
          <ac:chgData name="Zhize LI" userId="dcf8469b-f633-4120-85bb-8d33589baf96" providerId="ADAL" clId="{194D58AA-B549-5E18-AF40-6DE772E7051C}" dt="2026-03-17T15:17:22.357" v="877" actId="20577"/>
          <ac:spMkLst>
            <pc:docMk/>
            <pc:sldMk cId="1854904031" sldId="2615"/>
            <ac:spMk id="3" creationId="{EC8174EC-1692-BC4A-7E89-5A03E3A87899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1854904031" sldId="2615"/>
            <ac:inkMk id="4" creationId="{7763F034-547A-3299-5ECB-C739590D9F00}"/>
          </ac:inkMkLst>
        </pc:inkChg>
      </pc:sldChg>
      <pc:sldChg chg="addSp modSp mod modNotesTx">
        <pc:chgData name="Zhize LI" userId="dcf8469b-f633-4120-85bb-8d33589baf96" providerId="ADAL" clId="{194D58AA-B549-5E18-AF40-6DE772E7051C}" dt="2026-03-18T05:37:19.454" v="4836"/>
        <pc:sldMkLst>
          <pc:docMk/>
          <pc:sldMk cId="2952166385" sldId="2616"/>
        </pc:sldMkLst>
        <pc:spChg chg="mod">
          <ac:chgData name="Zhize LI" userId="dcf8469b-f633-4120-85bb-8d33589baf96" providerId="ADAL" clId="{194D58AA-B549-5E18-AF40-6DE772E7051C}" dt="2026-03-17T14:11:37.273" v="116" actId="20577"/>
          <ac:spMkLst>
            <pc:docMk/>
            <pc:sldMk cId="2952166385" sldId="2616"/>
            <ac:spMk id="2" creationId="{273C52FE-07DA-3AC6-1874-A98DCCCEB8FA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2952166385" sldId="2616"/>
            <ac:inkMk id="14" creationId="{6CE789B6-2140-7797-7268-E9091C3281C3}"/>
          </ac:inkMkLst>
        </pc:inkChg>
      </pc:sldChg>
      <pc:sldChg chg="addSp modSp new mod modNotesTx">
        <pc:chgData name="Zhize LI" userId="dcf8469b-f633-4120-85bb-8d33589baf96" providerId="ADAL" clId="{194D58AA-B549-5E18-AF40-6DE772E7051C}" dt="2026-03-21T16:32:52.349" v="4856" actId="20577"/>
        <pc:sldMkLst>
          <pc:docMk/>
          <pc:sldMk cId="1460403921" sldId="2617"/>
        </pc:sldMkLst>
        <pc:spChg chg="mod">
          <ac:chgData name="Zhize LI" userId="dcf8469b-f633-4120-85bb-8d33589baf96" providerId="ADAL" clId="{194D58AA-B549-5E18-AF40-6DE772E7051C}" dt="2026-03-17T14:53:32.440" v="775" actId="20577"/>
          <ac:spMkLst>
            <pc:docMk/>
            <pc:sldMk cId="1460403921" sldId="2617"/>
            <ac:spMk id="2" creationId="{7123C631-55B4-EBD8-382D-5667D09AB131}"/>
          </ac:spMkLst>
        </pc:spChg>
        <pc:spChg chg="mod">
          <ac:chgData name="Zhize LI" userId="dcf8469b-f633-4120-85bb-8d33589baf96" providerId="ADAL" clId="{194D58AA-B549-5E18-AF40-6DE772E7051C}" dt="2026-03-17T16:47:58.456" v="2380" actId="207"/>
          <ac:spMkLst>
            <pc:docMk/>
            <pc:sldMk cId="1460403921" sldId="2617"/>
            <ac:spMk id="3" creationId="{DA80772E-EF63-4F3E-8F7E-9052959A6CC7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1460403921" sldId="2617"/>
            <ac:inkMk id="4" creationId="{A9A3B2F8-B417-5886-B33B-5EC90D2C1149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3-21T16:36:06.572" v="4864" actId="58"/>
        <pc:sldMkLst>
          <pc:docMk/>
          <pc:sldMk cId="3209803731" sldId="2619"/>
        </pc:sldMkLst>
        <pc:spChg chg="mod">
          <ac:chgData name="Zhize LI" userId="dcf8469b-f633-4120-85bb-8d33589baf96" providerId="ADAL" clId="{194D58AA-B549-5E18-AF40-6DE772E7051C}" dt="2026-03-17T14:54:34.680" v="811" actId="20577"/>
          <ac:spMkLst>
            <pc:docMk/>
            <pc:sldMk cId="3209803731" sldId="2619"/>
            <ac:spMk id="2" creationId="{6E2688F1-E063-A365-507C-E8EBB175F013}"/>
          </ac:spMkLst>
        </pc:spChg>
        <pc:spChg chg="mod">
          <ac:chgData name="Zhize LI" userId="dcf8469b-f633-4120-85bb-8d33589baf96" providerId="ADAL" clId="{194D58AA-B549-5E18-AF40-6DE772E7051C}" dt="2026-03-17T14:55:32.228" v="827" actId="20577"/>
          <ac:spMkLst>
            <pc:docMk/>
            <pc:sldMk cId="3209803731" sldId="2619"/>
            <ac:spMk id="5" creationId="{C5577904-A8C2-FC3D-9A9B-D52CCCD27DDC}"/>
          </ac:spMkLst>
        </pc:spChg>
        <pc:graphicFrameChg chg="modGraphic">
          <ac:chgData name="Zhize LI" userId="dcf8469b-f633-4120-85bb-8d33589baf96" providerId="ADAL" clId="{194D58AA-B549-5E18-AF40-6DE772E7051C}" dt="2026-03-17T15:25:50.472" v="1009" actId="20577"/>
          <ac:graphicFrameMkLst>
            <pc:docMk/>
            <pc:sldMk cId="3209803731" sldId="2619"/>
            <ac:graphicFrameMk id="6" creationId="{32F91ECB-49A7-AA49-C458-014443CD413B}"/>
          </ac:graphicFrameMkLst>
        </pc:graphicFrame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3209803731" sldId="2619"/>
            <ac:inkMk id="3" creationId="{B8BEA651-105A-DE7F-EB27-1EC6D9AE465F}"/>
          </ac:inkMkLst>
        </pc:inkChg>
      </pc:sldChg>
      <pc:sldChg chg="delSp modSp new mod modNotesTx">
        <pc:chgData name="Zhize LI" userId="dcf8469b-f633-4120-85bb-8d33589baf96" providerId="ADAL" clId="{194D58AA-B549-5E18-AF40-6DE772E7051C}" dt="2026-03-21T16:59:54.543" v="5161" actId="20577"/>
        <pc:sldMkLst>
          <pc:docMk/>
          <pc:sldMk cId="2919876260" sldId="2620"/>
        </pc:sldMkLst>
        <pc:spChg chg="mod">
          <ac:chgData name="Zhize LI" userId="dcf8469b-f633-4120-85bb-8d33589baf96" providerId="ADAL" clId="{194D58AA-B549-5E18-AF40-6DE772E7051C}" dt="2026-03-17T16:59:10.618" v="2385"/>
          <ac:spMkLst>
            <pc:docMk/>
            <pc:sldMk cId="2919876260" sldId="2620"/>
            <ac:spMk id="2" creationId="{1160A851-BE59-6709-04F9-1079BB0A2FA0}"/>
          </ac:spMkLst>
        </pc:spChg>
      </pc:sldChg>
      <pc:sldChg chg="add modNotesTx">
        <pc:chgData name="Zhize LI" userId="dcf8469b-f633-4120-85bb-8d33589baf96" providerId="ADAL" clId="{194D58AA-B549-5E18-AF40-6DE772E7051C}" dt="2026-03-17T17:31:29.079" v="2571" actId="20577"/>
        <pc:sldMkLst>
          <pc:docMk/>
          <pc:sldMk cId="2896174971" sldId="2621"/>
        </pc:sldMkLst>
      </pc:sldChg>
      <pc:sldChg chg="addSp modSp new mod modNotesTx">
        <pc:chgData name="Zhize LI" userId="dcf8469b-f633-4120-85bb-8d33589baf96" providerId="ADAL" clId="{194D58AA-B549-5E18-AF40-6DE772E7051C}" dt="2026-03-21T17:06:18.343" v="5179" actId="20577"/>
        <pc:sldMkLst>
          <pc:docMk/>
          <pc:sldMk cId="4210696857" sldId="2622"/>
        </pc:sldMkLst>
        <pc:spChg chg="mod">
          <ac:chgData name="Zhize LI" userId="dcf8469b-f633-4120-85bb-8d33589baf96" providerId="ADAL" clId="{194D58AA-B549-5E18-AF40-6DE772E7051C}" dt="2026-03-17T17:38:32.174" v="2595" actId="113"/>
          <ac:spMkLst>
            <pc:docMk/>
            <pc:sldMk cId="4210696857" sldId="2622"/>
            <ac:spMk id="2" creationId="{031A9E89-6CBD-6F30-6E86-ADF0DD1B7111}"/>
          </ac:spMkLst>
        </pc:spChg>
        <pc:spChg chg="mod">
          <ac:chgData name="Zhize LI" userId="dcf8469b-f633-4120-85bb-8d33589baf96" providerId="ADAL" clId="{194D58AA-B549-5E18-AF40-6DE772E7051C}" dt="2026-03-21T17:05:38.571" v="5177"/>
          <ac:spMkLst>
            <pc:docMk/>
            <pc:sldMk cId="4210696857" sldId="2622"/>
            <ac:spMk id="3" creationId="{4AD91D11-742D-8613-CD70-B5B7D2FDBE34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4210696857" sldId="2622"/>
            <ac:inkMk id="4" creationId="{F9E48C7C-6005-3481-F273-BE15A6BD844F}"/>
          </ac:inkMkLst>
        </pc:inkChg>
      </pc:sldChg>
      <pc:sldChg chg="addSp modSp add mod modNotesTx">
        <pc:chgData name="Zhize LI" userId="dcf8469b-f633-4120-85bb-8d33589baf96" providerId="ADAL" clId="{194D58AA-B549-5E18-AF40-6DE772E7051C}" dt="2026-03-21T17:08:13.282" v="5185" actId="20577"/>
        <pc:sldMkLst>
          <pc:docMk/>
          <pc:sldMk cId="1269529151" sldId="2624"/>
        </pc:sldMkLst>
        <pc:spChg chg="mod">
          <ac:chgData name="Zhize LI" userId="dcf8469b-f633-4120-85bb-8d33589baf96" providerId="ADAL" clId="{194D58AA-B549-5E18-AF40-6DE772E7051C}" dt="2026-03-17T17:51:31.275" v="2673" actId="14100"/>
          <ac:spMkLst>
            <pc:docMk/>
            <pc:sldMk cId="1269529151" sldId="2624"/>
            <ac:spMk id="3" creationId="{69DE7D24-9142-EC19-6142-9C9DB8114661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5" creationId="{2F901C48-30A9-D4A8-A8D4-D6986F36FBFD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10" creationId="{B777EABB-7FF4-35C2-4717-E05142746946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11" creationId="{BE02E7EE-B4FB-05C8-DD90-0057CC4B2005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13" creationId="{D16FAB26-768E-5DEA-D4B0-E640EAF6A234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18" creationId="{14DCDA63-23D4-3755-72B2-EDAB5DEA8967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20" creationId="{5595DBC2-CCC5-4F6A-B9B2-15341A6B824D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21" creationId="{CED72C19-2A26-BADE-9087-609EE33B7C5F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22" creationId="{5DF257D8-D289-D32F-85E3-75EEFA5953F9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24" creationId="{5F865847-B8B9-6E43-713E-82495143CB23}"/>
          </ac:spMkLst>
        </pc:spChg>
        <pc:spChg chg="mod">
          <ac:chgData name="Zhize LI" userId="dcf8469b-f633-4120-85bb-8d33589baf96" providerId="ADAL" clId="{194D58AA-B549-5E18-AF40-6DE772E7051C}" dt="2026-03-17T17:51:04.708" v="2664"/>
          <ac:spMkLst>
            <pc:docMk/>
            <pc:sldMk cId="1269529151" sldId="2624"/>
            <ac:spMk id="25" creationId="{7E251B76-03EC-4D58-DF4E-D5D7E1C04236}"/>
          </ac:spMkLst>
        </pc:spChg>
        <pc:grpChg chg="mod">
          <ac:chgData name="Zhize LI" userId="dcf8469b-f633-4120-85bb-8d33589baf96" providerId="ADAL" clId="{194D58AA-B549-5E18-AF40-6DE772E7051C}" dt="2026-03-17T17:51:44.369" v="2678" actId="1076"/>
          <ac:grpSpMkLst>
            <pc:docMk/>
            <pc:sldMk cId="1269529151" sldId="2624"/>
            <ac:grpSpMk id="4" creationId="{239B873E-86F1-988C-2FB7-DF535FECEDFC}"/>
          </ac:grpSpMkLst>
        </pc:gr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1269529151" sldId="2624"/>
            <ac:inkMk id="28" creationId="{8168A28B-BE8A-1DE5-2283-8A6E8C295A2E}"/>
          </ac:inkMkLst>
        </pc:inkChg>
      </pc:sldChg>
      <pc:sldChg chg="addSp modSp add mod modAnim modNotesTx">
        <pc:chgData name="Zhize LI" userId="dcf8469b-f633-4120-85bb-8d33589baf96" providerId="ADAL" clId="{194D58AA-B549-5E18-AF40-6DE772E7051C}" dt="2026-03-21T17:15:04.470" v="5192" actId="20577"/>
        <pc:sldMkLst>
          <pc:docMk/>
          <pc:sldMk cId="2867872310" sldId="2625"/>
        </pc:sldMkLst>
        <pc:spChg chg="mod">
          <ac:chgData name="Zhize LI" userId="dcf8469b-f633-4120-85bb-8d33589baf96" providerId="ADAL" clId="{194D58AA-B549-5E18-AF40-6DE772E7051C}" dt="2026-03-17T18:16:35.992" v="2975" actId="1076"/>
          <ac:spMkLst>
            <pc:docMk/>
            <pc:sldMk cId="2867872310" sldId="2625"/>
            <ac:spMk id="3" creationId="{DC23E6AA-D00B-7F0D-DD82-DE464E8407E9}"/>
          </ac:spMkLst>
        </pc:spChg>
        <pc:spChg chg="add mod">
          <ac:chgData name="Zhize LI" userId="dcf8469b-f633-4120-85bb-8d33589baf96" providerId="ADAL" clId="{194D58AA-B549-5E18-AF40-6DE772E7051C}" dt="2026-03-17T18:16:29.968" v="2973" actId="1076"/>
          <ac:spMkLst>
            <pc:docMk/>
            <pc:sldMk cId="2867872310" sldId="2625"/>
            <ac:spMk id="13" creationId="{00F52EED-D8A0-D038-5562-91EF29186DB3}"/>
          </ac:spMkLst>
        </pc:s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2867872310" sldId="2625"/>
            <ac:inkMk id="14" creationId="{C574DF6A-4A7F-9808-A78B-07E5E4AC8426}"/>
          </ac:inkMkLst>
        </pc:inkChg>
      </pc:sldChg>
      <pc:sldChg chg="addSp delSp modSp new mod modAnim modNotesTx">
        <pc:chgData name="Zhize LI" userId="dcf8469b-f633-4120-85bb-8d33589baf96" providerId="ADAL" clId="{194D58AA-B549-5E18-AF40-6DE772E7051C}" dt="2026-03-21T17:17:56.050" v="5207" actId="20577"/>
        <pc:sldMkLst>
          <pc:docMk/>
          <pc:sldMk cId="3289453759" sldId="2626"/>
        </pc:sldMkLst>
        <pc:spChg chg="mod">
          <ac:chgData name="Zhize LI" userId="dcf8469b-f633-4120-85bb-8d33589baf96" providerId="ADAL" clId="{194D58AA-B549-5E18-AF40-6DE772E7051C}" dt="2026-03-17T18:25:05.524" v="3033" actId="20577"/>
          <ac:spMkLst>
            <pc:docMk/>
            <pc:sldMk cId="3289453759" sldId="2626"/>
            <ac:spMk id="2" creationId="{6FCA6828-836A-789E-D031-62591A2261E2}"/>
          </ac:spMkLst>
        </pc:spChg>
        <pc:spChg chg="mod">
          <ac:chgData name="Zhize LI" userId="dcf8469b-f633-4120-85bb-8d33589baf96" providerId="ADAL" clId="{194D58AA-B549-5E18-AF40-6DE772E7051C}" dt="2026-03-17T18:54:12.446" v="3125" actId="113"/>
          <ac:spMkLst>
            <pc:docMk/>
            <pc:sldMk cId="3289453759" sldId="2626"/>
            <ac:spMk id="3" creationId="{AFE172A4-6786-E485-CEF9-A4F255454FBB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6" creationId="{C99E0671-BAE4-33B3-64C7-C8C93277EAB9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7" creationId="{72D989AE-A003-F4BA-BED3-C706687CFFEC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8" creationId="{491854A4-89B9-51BE-E60D-3D9B8F054CE9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9" creationId="{7EAFA6B4-38C9-3B38-D5D6-847D31623FC7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10" creationId="{F0E57141-58D3-B766-C31C-8084F2ECCB73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11" creationId="{7B4E9B62-6E19-40AB-302A-20AB60FEAC5D}"/>
          </ac:spMkLst>
        </pc:spChg>
        <pc:spChg chg="mod">
          <ac:chgData name="Zhize LI" userId="dcf8469b-f633-4120-85bb-8d33589baf96" providerId="ADAL" clId="{194D58AA-B549-5E18-AF40-6DE772E7051C}" dt="2026-03-17T18:42:37.156" v="3039"/>
          <ac:spMkLst>
            <pc:docMk/>
            <pc:sldMk cId="3289453759" sldId="2626"/>
            <ac:spMk id="12" creationId="{6DE27EC5-90F9-00F8-83DD-1B7CE4C75121}"/>
          </ac:spMkLst>
        </pc:spChg>
        <pc:spChg chg="add mod">
          <ac:chgData name="Zhize LI" userId="dcf8469b-f633-4120-85bb-8d33589baf96" providerId="ADAL" clId="{194D58AA-B549-5E18-AF40-6DE772E7051C}" dt="2026-03-17T18:50:26.463" v="3122" actId="20577"/>
          <ac:spMkLst>
            <pc:docMk/>
            <pc:sldMk cId="3289453759" sldId="2626"/>
            <ac:spMk id="16" creationId="{FA8A445D-954E-CCAC-68A1-3D4703571FC4}"/>
          </ac:spMkLst>
        </pc:spChg>
        <pc:grpChg chg="add mod">
          <ac:chgData name="Zhize LI" userId="dcf8469b-f633-4120-85bb-8d33589baf96" providerId="ADAL" clId="{194D58AA-B549-5E18-AF40-6DE772E7051C}" dt="2026-03-17T18:49:12.930" v="3086" actId="1076"/>
          <ac:grpSpMkLst>
            <pc:docMk/>
            <pc:sldMk cId="3289453759" sldId="2626"/>
            <ac:grpSpMk id="4" creationId="{4D6BFBED-4DC1-37B3-B09D-65EA975E1B2D}"/>
          </ac:grpSpMkLst>
        </pc:grpChg>
        <pc:picChg chg="mod">
          <ac:chgData name="Zhize LI" userId="dcf8469b-f633-4120-85bb-8d33589baf96" providerId="ADAL" clId="{194D58AA-B549-5E18-AF40-6DE772E7051C}" dt="2026-03-17T18:42:37.156" v="3039"/>
          <ac:picMkLst>
            <pc:docMk/>
            <pc:sldMk cId="3289453759" sldId="2626"/>
            <ac:picMk id="5" creationId="{2D55F822-5541-5D5F-B273-309F4509E4A2}"/>
          </ac:picMkLst>
        </pc:pic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3289453759" sldId="2626"/>
            <ac:inkMk id="13" creationId="{5BE13588-D399-7426-5277-D6A92588D756}"/>
          </ac:inkMkLst>
        </pc:inkChg>
      </pc:sldChg>
      <pc:sldChg chg="modSp add modNotesTx">
        <pc:chgData name="Zhize LI" userId="dcf8469b-f633-4120-85bb-8d33589baf96" providerId="ADAL" clId="{194D58AA-B549-5E18-AF40-6DE772E7051C}" dt="2026-03-21T17:25:23.701" v="5231" actId="20577"/>
        <pc:sldMkLst>
          <pc:docMk/>
          <pc:sldMk cId="2524103985" sldId="2627"/>
        </pc:sldMkLst>
        <pc:spChg chg="mod">
          <ac:chgData name="Zhize LI" userId="dcf8469b-f633-4120-85bb-8d33589baf96" providerId="ADAL" clId="{194D58AA-B549-5E18-AF40-6DE772E7051C}" dt="2026-03-17T19:00:09.729" v="3248"/>
          <ac:spMkLst>
            <pc:docMk/>
            <pc:sldMk cId="2524103985" sldId="2627"/>
            <ac:spMk id="3" creationId="{C3B0FD84-F1B1-17C4-1018-8C4E691FC800}"/>
          </ac:spMkLst>
        </pc:spChg>
      </pc:sldChg>
      <pc:sldChg chg="addSp modSp new mod ord modAnim modNotesTx">
        <pc:chgData name="Zhize LI" userId="dcf8469b-f633-4120-85bb-8d33589baf96" providerId="ADAL" clId="{194D58AA-B549-5E18-AF40-6DE772E7051C}" dt="2026-03-21T17:19:23.012" v="5221" actId="20577"/>
        <pc:sldMkLst>
          <pc:docMk/>
          <pc:sldMk cId="458136005" sldId="2628"/>
        </pc:sldMkLst>
        <pc:spChg chg="mod">
          <ac:chgData name="Zhize LI" userId="dcf8469b-f633-4120-85bb-8d33589baf96" providerId="ADAL" clId="{194D58AA-B549-5E18-AF40-6DE772E7051C}" dt="2026-03-17T19:13:17.907" v="3327" actId="20577"/>
          <ac:spMkLst>
            <pc:docMk/>
            <pc:sldMk cId="458136005" sldId="2628"/>
            <ac:spMk id="2" creationId="{037F1FFE-FA96-4CCB-4388-8EC5FE6AFF48}"/>
          </ac:spMkLst>
        </pc:spChg>
        <pc:spChg chg="mod">
          <ac:chgData name="Zhize LI" userId="dcf8469b-f633-4120-85bb-8d33589baf96" providerId="ADAL" clId="{194D58AA-B549-5E18-AF40-6DE772E7051C}" dt="2026-03-17T19:15:23.970" v="3345"/>
          <ac:spMkLst>
            <pc:docMk/>
            <pc:sldMk cId="458136005" sldId="2628"/>
            <ac:spMk id="3" creationId="{41DB3672-BFBE-92C5-FF2E-5B0068F51374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6" creationId="{A50EC46E-2091-92C9-E2D4-E8D5CABD001E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7" creationId="{23CF3DC0-DA8D-6A5E-4139-D31D72111514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8" creationId="{B2468C5D-3E13-09B1-FD70-C25DE162B4F4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0" creationId="{F7ED5C17-4EB2-E513-DEB1-C793DD3EB841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1" creationId="{DD7C75CE-6E22-E178-7333-EFC33D85DBD3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4" creationId="{016C71CB-FE9B-3354-C065-2C38D8CCE71D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6" creationId="{96B66A01-C34F-6DAF-47F4-3743EA8DBDC8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8" creationId="{7D4FAF9E-1791-F83A-074D-EA7CEB156D5B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19" creationId="{2C2B9D3A-4C8D-C5AA-BDAB-EDA723D2A958}"/>
          </ac:spMkLst>
        </pc:spChg>
        <pc:spChg chg="mod">
          <ac:chgData name="Zhize LI" userId="dcf8469b-f633-4120-85bb-8d33589baf96" providerId="ADAL" clId="{194D58AA-B549-5E18-AF40-6DE772E7051C}" dt="2026-03-17T19:16:17.038" v="3346"/>
          <ac:spMkLst>
            <pc:docMk/>
            <pc:sldMk cId="458136005" sldId="2628"/>
            <ac:spMk id="21" creationId="{2656EF23-D672-222F-5BDB-DE7E23474D62}"/>
          </ac:spMkLst>
        </pc:spChg>
        <pc:grpChg chg="mod">
          <ac:chgData name="Zhize LI" userId="dcf8469b-f633-4120-85bb-8d33589baf96" providerId="ADAL" clId="{194D58AA-B549-5E18-AF40-6DE772E7051C}" dt="2026-03-17T19:16:24.371" v="3348" actId="1076"/>
          <ac:grpSpMkLst>
            <pc:docMk/>
            <pc:sldMk cId="458136005" sldId="2628"/>
            <ac:grpSpMk id="4" creationId="{80446E77-856B-40F1-DDC5-A5F4C2B1E597}"/>
          </ac:grpSpMkLst>
        </pc:gr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458136005" sldId="2628"/>
            <ac:inkMk id="23" creationId="{88DC177F-AA55-DD3C-1614-907AABB513F0}"/>
          </ac:inkMkLst>
        </pc:ink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458136005" sldId="2628"/>
            <ac:inkMk id="24" creationId="{F289A2CA-8632-3F05-F748-C9353D30DD45}"/>
          </ac:inkMkLst>
        </pc:inkChg>
      </pc:sldChg>
      <pc:sldChg chg="addSp modSp new mod ord modNotesTx">
        <pc:chgData name="Zhize LI" userId="dcf8469b-f633-4120-85bb-8d33589baf96" providerId="ADAL" clId="{194D58AA-B549-5E18-AF40-6DE772E7051C}" dt="2026-03-18T07:16:12.148" v="4839"/>
        <pc:sldMkLst>
          <pc:docMk/>
          <pc:sldMk cId="1145803151" sldId="2629"/>
        </pc:sldMkLst>
        <pc:spChg chg="mod">
          <ac:chgData name="Zhize LI" userId="dcf8469b-f633-4120-85bb-8d33589baf96" providerId="ADAL" clId="{194D58AA-B549-5E18-AF40-6DE772E7051C}" dt="2026-03-17T19:22:18.874" v="3516" actId="20577"/>
          <ac:spMkLst>
            <pc:docMk/>
            <pc:sldMk cId="1145803151" sldId="2629"/>
            <ac:spMk id="2" creationId="{A537074C-CAAC-F148-B141-F93DCBC94B34}"/>
          </ac:spMkLst>
        </pc:spChg>
        <pc:spChg chg="mod">
          <ac:chgData name="Zhize LI" userId="dcf8469b-f633-4120-85bb-8d33589baf96" providerId="ADAL" clId="{194D58AA-B549-5E18-AF40-6DE772E7051C}" dt="2026-03-17T19:24:08.268" v="3528" actId="11"/>
          <ac:spMkLst>
            <pc:docMk/>
            <pc:sldMk cId="1145803151" sldId="2629"/>
            <ac:spMk id="3" creationId="{87C8C83A-3470-04E5-DC40-FDC8117A1F9E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6" creationId="{67DCD9D8-5BBB-06D4-73AB-2E78818CA04F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8" creationId="{19599A8F-EEC8-C011-4C44-1D1E7D9D19E8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13" creationId="{04DC5369-AD01-3684-F9E3-58F55D812DBA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14" creationId="{F4321C52-C33B-548E-CCAB-187D4FC766DB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16" creationId="{46ABDA1D-A25D-5341-E6E5-1EA684D2AEB0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17" creationId="{75C1C7D5-3E72-3C51-DFD6-42ED9FC3B2B5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19" creationId="{1A22B08E-4ED8-36AA-9BC0-9143654262CC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20" creationId="{69BE254B-2D89-C9ED-1A86-AC0E081098FF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21" creationId="{A174DAE2-5B4A-8C63-8A0D-195671D2D27C}"/>
          </ac:spMkLst>
        </pc:spChg>
        <pc:spChg chg="mod">
          <ac:chgData name="Zhize LI" userId="dcf8469b-f633-4120-85bb-8d33589baf96" providerId="ADAL" clId="{194D58AA-B549-5E18-AF40-6DE772E7051C}" dt="2026-03-17T19:24:45.113" v="3529"/>
          <ac:spMkLst>
            <pc:docMk/>
            <pc:sldMk cId="1145803151" sldId="2629"/>
            <ac:spMk id="22" creationId="{1BB9A568-5D2C-5483-3F5C-CFA453D5ABD6}"/>
          </ac:spMkLst>
        </pc:spChg>
        <pc:grpChg chg="mod">
          <ac:chgData name="Zhize LI" userId="dcf8469b-f633-4120-85bb-8d33589baf96" providerId="ADAL" clId="{194D58AA-B549-5E18-AF40-6DE772E7051C}" dt="2026-03-17T19:24:50.085" v="3530" actId="1076"/>
          <ac:grpSpMkLst>
            <pc:docMk/>
            <pc:sldMk cId="1145803151" sldId="2629"/>
            <ac:grpSpMk id="4" creationId="{B5F6F086-4332-8794-0A27-2609ABEA0924}"/>
          </ac:grpSpMkLst>
        </pc:grpChg>
        <pc:inkChg chg="add">
          <ac:chgData name="Zhize LI" userId="dcf8469b-f633-4120-85bb-8d33589baf96" providerId="ADAL" clId="{194D58AA-B549-5E18-AF40-6DE772E7051C}" dt="2026-03-18T05:37:19.454" v="4836"/>
          <ac:inkMkLst>
            <pc:docMk/>
            <pc:sldMk cId="1145803151" sldId="2629"/>
            <ac:inkMk id="23" creationId="{D4410999-6E68-326D-7555-D253656EF02C}"/>
          </ac:inkMkLst>
        </pc:ink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1145803151" sldId="2629"/>
            <ac:inkMk id="24" creationId="{03D085CF-AD39-FD64-631B-3DE7AF081533}"/>
          </ac:inkMkLst>
        </pc:inkChg>
      </pc:sldChg>
      <pc:sldChg chg="addSp modSp add modNotesTx">
        <pc:chgData name="Zhize LI" userId="dcf8469b-f633-4120-85bb-8d33589baf96" providerId="ADAL" clId="{194D58AA-B549-5E18-AF40-6DE772E7051C}" dt="2026-03-21T17:54:55.377" v="5346" actId="20577"/>
        <pc:sldMkLst>
          <pc:docMk/>
          <pc:sldMk cId="678444023" sldId="2633"/>
        </pc:sldMkLst>
        <pc:spChg chg="mod">
          <ac:chgData name="Zhize LI" userId="dcf8469b-f633-4120-85bb-8d33589baf96" providerId="ADAL" clId="{194D58AA-B549-5E18-AF40-6DE772E7051C}" dt="2026-03-18T03:53:59.310" v="4835" actId="20577"/>
          <ac:spMkLst>
            <pc:docMk/>
            <pc:sldMk cId="678444023" sldId="2633"/>
            <ac:spMk id="3" creationId="{5028F962-B12B-872F-F3EA-7A38D181EB1B}"/>
          </ac:spMkLst>
        </pc:spChg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678444023" sldId="2633"/>
            <ac:inkMk id="4" creationId="{16B03318-09F0-F57B-A5DC-492EC10DB69D}"/>
          </ac:inkMkLst>
        </pc:inkChg>
      </pc:sldChg>
      <pc:sldChg chg="addSp add modNotesTx">
        <pc:chgData name="Zhize LI" userId="dcf8469b-f633-4120-85bb-8d33589baf96" providerId="ADAL" clId="{194D58AA-B549-5E18-AF40-6DE772E7051C}" dt="2026-03-21T18:01:22.214" v="5375" actId="20577"/>
        <pc:sldMkLst>
          <pc:docMk/>
          <pc:sldMk cId="4084391058" sldId="2634"/>
        </pc:sldMkLst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4084391058" sldId="2634"/>
            <ac:inkMk id="14" creationId="{25DC463A-8C59-EB9A-CDF8-2F358EBC8258}"/>
          </ac:inkMkLst>
        </pc:inkChg>
      </pc:sldChg>
      <pc:sldChg chg="add">
        <pc:chgData name="Zhize LI" userId="dcf8469b-f633-4120-85bb-8d33589baf96" providerId="ADAL" clId="{194D58AA-B549-5E18-AF40-6DE772E7051C}" dt="2026-03-18T02:59:54.940" v="4800"/>
        <pc:sldMkLst>
          <pc:docMk/>
          <pc:sldMk cId="4035657046" sldId="2635"/>
        </pc:sldMkLst>
      </pc:sldChg>
      <pc:sldChg chg="addSp add">
        <pc:chgData name="Zhize LI" userId="dcf8469b-f633-4120-85bb-8d33589baf96" providerId="ADAL" clId="{194D58AA-B549-5E18-AF40-6DE772E7051C}" dt="2026-03-18T07:16:12.148" v="4839"/>
        <pc:sldMkLst>
          <pc:docMk/>
          <pc:sldMk cId="3685970198" sldId="2636"/>
        </pc:sldMkLst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3685970198" sldId="2636"/>
            <ac:inkMk id="6" creationId="{6B32B038-8354-8BC3-B155-B47BC0B89DB5}"/>
          </ac:inkMkLst>
        </pc:inkChg>
      </pc:sldChg>
      <pc:sldChg chg="add modNotesTx">
        <pc:chgData name="Zhize LI" userId="dcf8469b-f633-4120-85bb-8d33589baf96" providerId="ADAL" clId="{194D58AA-B549-5E18-AF40-6DE772E7051C}" dt="2026-03-18T03:01:36.514" v="4807" actId="20577"/>
        <pc:sldMkLst>
          <pc:docMk/>
          <pc:sldMk cId="2979236478" sldId="2637"/>
        </pc:sldMkLst>
      </pc:sldChg>
      <pc:sldChg chg="addSp add modNotes modNotesTx">
        <pc:chgData name="Zhize LI" userId="dcf8469b-f633-4120-85bb-8d33589baf96" providerId="ADAL" clId="{194D58AA-B549-5E18-AF40-6DE772E7051C}" dt="2026-03-21T18:04:41.133" v="5379" actId="5793"/>
        <pc:sldMkLst>
          <pc:docMk/>
          <pc:sldMk cId="4123767862" sldId="2638"/>
        </pc:sldMkLst>
        <pc:inkChg chg="add">
          <ac:chgData name="Zhize LI" userId="dcf8469b-f633-4120-85bb-8d33589baf96" providerId="ADAL" clId="{194D58AA-B549-5E18-AF40-6DE772E7051C}" dt="2026-03-18T07:16:12.148" v="4839"/>
          <ac:inkMkLst>
            <pc:docMk/>
            <pc:sldMk cId="4123767862" sldId="2638"/>
            <ac:inkMk id="5" creationId="{72365A18-0545-4117-71F8-7F485A3D2BB4}"/>
          </ac:inkMkLst>
        </pc:inkChg>
      </pc:sldChg>
      <pc:sldChg chg="add">
        <pc:chgData name="Zhize LI" userId="dcf8469b-f633-4120-85bb-8d33589baf96" providerId="ADAL" clId="{194D58AA-B549-5E18-AF40-6DE772E7051C}" dt="2026-03-18T02:59:54.940" v="4800"/>
        <pc:sldMkLst>
          <pc:docMk/>
          <pc:sldMk cId="1161710526" sldId="263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02:00.77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14640 4821 7533,'-13'7'3276,"24"-7"-3115,23-4 0,14-4-94,-10 1 0,5 0 1,2-2-1,2 2-614,-7 1 1,0 0 0,2 1 0,1-1 0,1 1 0,1 0 406,-2 0 0,1 0 0,2 0 0,-1 0 0,1 1 0,0 0 0,0 0 106,2 1 1,-1-1 0,1 1-1,0 0 1,0 1 0,0 0 0,0 1 277,1 1 0,1 1 0,-1 1 0,1 0 0,-1 1 1,1-1-1,1-1-122,-6 0 0,1 0 0,0-1 1,1 1-1,-1-1 0,1 1 0,-1-1 1,1 0 23,1 1 0,0-1 0,0 1 0,0-1 0,1 0 1,-1 0-1,0-1 0,1 0-79,-1-1 1,1 0-1,-1-1 1,1-1-1,0 1 1,-1-1-1,0 0 1,0 0-123,-2 0 1,-1 0 0,1 0 0,0 0 0,-1-1 0,-1 1 0,1 0 0,-2 0 195,3 0 0,0 0 1,-1-1-1,0 2 0,-1-1 1,-1 1-1,-2 1 3,7 1 0,-1 0 0,-2 1 0,-1 0 0,-2 2-200,5 1 0,0 2 1,-4 0-1,-5 1 101,4 4 0,-5 1-391,4 0 1,-14 2 345,-34-1 0,2-10 0,-32-4 0</inkml:trace>
  <inkml:trace contextRef="#ctx0" brushRef="#br0" timeOffset="3850">4078 8912 7533,'-32'-10'819,"0"1"0,0-1 0,-4 3 0,10 10 819,20 26 0,17 8-1073,18-13 1,14-3 0,7-1 0,-3 0-1329,-10 1 1,0-1-1,1 0 1,5-2 851,-5-6 1,4 0 0,3-2 0,1 0 0,1-1 0,-2-1 0,0 0-450,1-1 0,1-1 0,0-1 1,-1-1-1,-2 0 0,-1 1 342,-2 1 0,-2 0 0,-2-1 0,3 0 0,3 0 152,-1-3 1,4 1 0,3-2 0,1 1 0,-1-2 0,-1 0 0,-4 0 0,-6-2 328,13-2 1,-8-2 0,6-3-183,-11 1 0,6-1 0,3-3 0,2 0 0,0-1 0,-3 0 0,-3-1 1,-7 1-103,11-7 1,-8-1 0,3-6-245,-10 4 1,4-3 0,2-3 0,-1-2 0,-1 1 0,-3 1-1,-5 2-55,4-7 0,-7 2 1,2-6-16,-2 2 0,3-6 0,1-3 0,-1 0 0,-3 1 0,-4 6 375,-2-2 0,-4 3 0,-3-5 239,-2 3 1,-1-4 0,0-4 0,-3 0-1,-1 3 1,-4 6-270,-3-3 0,-4 5 0,-6-5 85,-1 5 1,-3-6-1,-3-2 1,-1-2-1,-2 2 1,0 3 0,1 6-252,-3-1 1,1 6 0,-3 1 0,-5-3-237,1 2 1,-4-3 0,-4-3 0,-2 0 0,-1 0 0,1 3 0,2 4 0,4 4 56,-6 1 0,4 6 0,-2 3 1,-7 0 44,9 4 0,-6 0 0,-3 0 0,-2 0 0,-2 2 0,1 0 0,2 3 0,3 1 0,4 3-143,-12 3 0,7 5 0,-1 3 0,-5 3 213,11-3 0,-4 1 0,-3 1 0,-1 2 0,-1 0 0,0 2 0,1 0 0,2 1 0,3 0-58,-1 3 1,2 1 0,2 1 0,1 1 0,0 1 0,-2 1 0,-2 1 86,3-2 0,-1 2 0,-2 0 0,0 1 0,-2 1 0,2 0 0,-1 0 0,2-1 0,2 0 0,2-1 29,-2 1 1,1-2 0,3 0-1,0 0 1,0 1 0,1 2-1,-2 2 121,2 0 1,-2 2 0,0 3 0,-1 1 0,1 0 0,2-1 0,2 0 0,4-3 0,3-2-48,-1 4 1,5-4-1,2 1 1,1 6-582,2 1 1,-1 6 0,1 4 0,0 1 0,4-1 0,2-3 0,5-6-329,4 9 1,8-6-1,5 3 797,1-5 0,4 4 0,3 2 0,3-1 0,0-5 0,-1-6 0,9-1 0,1-9 0,3 2 0,3-1 0,1 1 0,-1-1 0,0 1 0</inkml:trace>
  <inkml:trace contextRef="#ctx0" brushRef="#br0" timeOffset="5716">18173 3607 7533,'-15'0'655,"26"-15"0,21-14 1,12-8-1,3-1 0,-3 3-497,-9 6 1,1 0-1,2 1 1,0-1 0,0-1-1,1-2-568,-6 4 0,2-1 1,0-1-1,0-1 1,0 0-1,0 0 0,-1 2 1,-2 0 111,5-4 0,1 1 0,-1 0 0,-3 1 0,-3 2 0,-6 3 0,7-16 0,-9 4 1,-5 8-1,0-1 0</inkml:trace>
  <inkml:trace contextRef="#ctx0" brushRef="#br0" timeOffset="5966">19077 2380 9691,'33'-17'655,"-1"0"0,3 6 1,5 1-1,3 2 0,0 2-552,5 0 0,3 1 0,-3 5 0,-9 11 736,-6 17 1,-8 11 0,-8 1-840,-6-3 0,-7 1 0,-10 0 0,-13 0 0,-13 0 0,-3-1 0,6-5 0,0 0 0,0-1 0</inkml:trace>
  <inkml:trace contextRef="#ctx0" brushRef="#br0" timeOffset="6985">20169 1524 8612,'-10'25'819,"1"0"0,0 13 0,2 7 0,-1 6-539,2-8 0,0 5 1,0 2-1,0 2 0,0 0-666,0-11 0,1 2 1,-1 0-1,0 1 1,1 0-1,-1-1 1,1-1 355,0 3 0,0 0 0,1 0 0,0-2 0,-1-1 0,1-2-38,-5 11 1,-2 0-1,4-8 1,12-18 545,33-27-598,-15-22 0,0-15 0,1-2 322,0 6 1,1-1-1,0-1 1,-1 3 396,4-6 1,0 2 0,-1 10-61,-1 11 1,-5 15-270,-16 39 0,-10 15-225,1-13 0,0 1-435,0-6 1,0 1 0,5-3 389,8 1 0,5-5 0,15 5 0,-5-18 0,0-1 0</inkml:trace>
  <inkml:trace contextRef="#ctx0" brushRef="#br0" timeOffset="7216">20999 1512 7533,'-36'33'409,"0"0"1,1 0-1,-1 0 1,5 4-1,0 3 1,2 2 0,2 1-1,5 1 246,6-4 0,3 1 1,3 0-1,2 1 0,0 2-282,1-4 1,0 3-1,1 0 1,2 0-1,2-1 1,3-1-1194,4 11 1,5-1 0,3-3 0,3-5-274,7 0 1,4-5 0,2-9 730,3-9 0,2-11 0,-3-12 1,-6-9-1,-5-25 0</inkml:trace>
  <inkml:trace contextRef="#ctx0" brushRef="#br0" timeOffset="7516">21098 1946 11041,'-19'32'819,"1"-1"0,6 0 0,1 3 0,2 2 273,0 8 0,3 2 0,2-1-1063,3-6 1,3-2 0,2-3-750,4 3 1,5-15-920,17-44 1,5-19 1207,-10 13 1,-1-2 1176,-3-2 1,-1-1 0,0 14 2529,10 30-2953,-12 26-1942,-11 1 0,-1 3 1619,3-11 0,0-3 0,-1 18 0,3-16 0</inkml:trace>
  <inkml:trace contextRef="#ctx0" brushRef="#br0" timeOffset="7733">21644 1649 13919,'10'41'409,"1"0"1,0 0-1,-1-1 1,-2 0-1,-1 1 1,0 1 0,-1 1-1,0 1 246,-1 4 0,1 1 1,-1 0-1,-2 1 0,-3 0-1008,-2-8 1,-1 1 0,-1-1 0,-3 1-1,-1-2 1,-3 0-195,-2 0 1,-3 0 0,-3-1 0,-1-1 0,-1-1 0,0-4 300,-7 6 0,-2-4 0,-2-2 0,-1-2 0,1-4 0,-3-1 0,0-2 0,2-5 1,-11 1-1,-1 0 0</inkml:trace>
  <inkml:trace contextRef="#ctx0" brushRef="#br0" timeOffset="22616">22810 582 8252,'-13'-13'2969,"1"-4"-2250,5 11-89,1 10-316,5 20 1,2 9-225,0-7 0,-2 2-340,0 16 1,-1 8 0,0 2 429,1-11 0,1 2 0,0-1 0,-1-1-544,1 5 1,-1-2 0,2 2 430,3-1 1,0 4-1,4-4 1,5-9 246,17-3 1,8-14 41,-5-10 1,4-7-1,0-9-131,-5-9 0,1-8 0,-1-5 0,-3-3-46,-3-2 1,-2-2 0,-1-4 0,-2-2 0,-2-1-274,-4 2 1,-1-2-1,-2-1 1,-2-1 0,0 0-1,-2 2 4,1-5 0,-2 0 0,-1 1 0,-1 1 1,-3 2-731,-2-2 1,-3 1 0,-1 3 0,-1 4 462,-4-11 0,-3 11 0,-7 20 0,8 23 0</inkml:trace>
  <inkml:trace contextRef="#ctx0" brushRef="#br0" timeOffset="23316">23726 459 0,'-20'16'819,"-1"1"0,0 11 0,1 7 0,-1 4 0,0 1 0,0 3 0,0 4 0,1 0-454,5-4 0,0 1 0,1 2 0,2-1 0,2 0-419,2-2 0,1 1 0,2 0 0,3-2 0,5-3-255,5 1 0,4-1 0,4-4 1,4-5 308,9-3 0,6-7 0,-1-5 0,12-6 0,-1-10 0,-7-15 0,0 0 0</inkml:trace>
  <inkml:trace contextRef="#ctx0" brushRef="#br0" timeOffset="23966">24173 496 8522,'-19'0'3276,"-5"5"-1875,-1 13-861,7 1 0,-1 5-450,-9 13 0,1 6-46,8-9 1,2 2 0,1 1 75,0 1 0,2 0 0,5 0-165,6 14 0,12-4 41,14-14 0,10-6-41,7-6 0,4-3 360,2 1 0,-4 1 314,-9 2 1,-9 5 224,-15 10 1,-11 4-975,-9-12 0,-6 0 0,-5-2-618,-9 5 0,-6-1 1,-1-3 737,-2-3 0,-2-3 0,1-2 0,6-4 0,1-3 0,1-2 0,-5-4 0,1 0 0</inkml:trace>
  <inkml:trace contextRef="#ctx0" brushRef="#br0" timeOffset="24816">24669 769 7533,'-19'4'546,"16"21"0,4 8 0,-3 3 0,7 2 0,1-1 0</inkml:trace>
  <inkml:trace contextRef="#ctx0" brushRef="#br0" timeOffset="24966">24644 1214 7533,'-14'22'494,"1"1"1,-4-1 0,20 7 0,6 0-1,11-5 1</inkml:trace>
  <inkml:trace contextRef="#ctx0" brushRef="#br0" timeOffset="25900">25536 632 7533,'-39'11'819,"0"0"0,12 7 0,1 5 0,1 2 273,-2 5 0,1 3 0,4 2-1028,2 4 1,4 3 0,7-3-650,11 7 1,13-9-541,9-22 1,6-11 494,-1-15 0,1-10 1,-1-4 449,-3-1 0,-3-5 0,-2 1 720,3-15 0,-5 13 2428,-8 31-2369,-11 23 1,-9 17 0,0 5-443,4 0 0,0 4 1,0 4-1,-1 0-515,1-5 0,0 2 1,0 1-1,0 0 0,1 0 142,0-2 0,1 2 0,-1-2 1,1 0-1,-1-4-77,-1-1 1,0-1 0,-1-4 0,-2-3 112,-9 18 0,-3-23 180,2-45 0,2-16-270,4-14 0,10-8-120,9 8 0,6-1 1,4 1-704,5 2 1,5 1 0,1 5 834,6 3 0,0 5 0,-1 4 0,-3 4 1,-5 2-1</inkml:trace>
  <inkml:trace contextRef="#ctx0" brushRef="#br0" timeOffset="26116">25995 756 7533,'-25'-33'3276,"-11"31"-1638,13 36 0,2 15-944,4-5 0,2 4 1,2 2-1287,3-5 0,3 1 1,1 2-1,3-2-228,2-4 1,3 1 0,3-3 0,1-3 600,9 14 1,4-8 0,0-16-1,1-9 1,9-12 0</inkml:trace>
  <inkml:trace contextRef="#ctx0" brushRef="#br0" timeOffset="26433">26144 880 10861,'-13'34'1092,"1"0"0,4 4 0,2 5-325,1-3 0,1 4 0,2-3-1577,3 5 1,4-8-1350,13-8 1349,-3-48 1,1-13 944,6-6 0,0-1 674,0-1 1,1 8 1168,8 19-1573,-17 32 0,-4 11-1709,-6 7 0,-1 2 1304,2-1 0,1-2 0,0 6 0,7-27 0</inkml:trace>
  <inkml:trace contextRef="#ctx0" brushRef="#br0" timeOffset="26616">26603 632 7533,'41'4'1638,"-22"17"0,-3 11-546,-1 4 0,0 6 0,-3 4-273,-5-3 0,-2 2 0,-3 3 0,-2 0-1278,-1-3 0,-1 1 1,-1 1-1,-4 0 0,-3-2 459,-6 2 0,-5-1 0,-2 0 0,-2-2 0,2-2 0,1-2 0,-1-1 0,0-3 0,-4-1 0,-8-5 0,-1 0 0,1 1 0,-1-1 0</inkml:trace>
  <inkml:trace contextRef="#ctx0" brushRef="#br0" timeOffset="41216">5876 11774 7533,'0'-33'1638,"7"7"0,8 7-1298,11 20 1,8 9 19,2-4 0,4 1 0,3 2 295,-5 0 0,2 1 1,3 2-1,0 1 0,1 2-1190,-2 2 0,2 4 0,1 0 0,-1 1 0,-1-3 0,-2-2 467,6-2 1,-2-4-1,-1 0 1,5 3-23,-11 0 0,3 2 0,1 1 0,1 1 0,0-1 0,0-3 0,-3-4 322,5-3 0,-1-4 0,-1-2 1,1-1-1,3 3-207,-3 2 1,2 1 0,1 1 0,2 0-1,0-1 1,1-1 0,0-3-195,-2-2 0,0-2 1,2-1-1,0-1 1,1-1-1,-1-1 0,-1 0 1,0 1 76,-2-1 1,-1 0 0,0-1 0,0 0 0,-1 0 0,1 0 0,-1 1 0,1-1 169,-2 1 1,1 0 0,0 1-1,-1-1 1,1 0 0,-1 1 0,1-1-1,-1 1-11,0-1 1,1 0-1,-1 0 1,1-1-1,-1 2 1,0-1-1,-1 2 1,-1 0 22,3 1 0,-2 0 0,0 2 0,0-1 0,-1 2 0,1-1 0,0 1-143,7 1 0,0 1 1,0 1-1,-1-1 1,1-1-1,0-2-67,0-3 0,1-2 0,0-1 0,-1-1 0,-2 1 0,-5 2 165,0 3 0,-5 2 0,0-1 0,2-3 117,3-4 0,2-3 0,1-2 0,-2 0 0,-4 2 786,-1 0 1,-5 1 0,3-3-1107,2-5 1,4-2 0,-2-2 0,-2-1 157,5-6 0,-4-1 0,-5 0 44,0-3 1,-8-4 105,-12 2 1,-4-5 0,-4-1-331,-2-2 0,-5-1 0,-4-1 247,-3 7 1,-5-2-1,-2 0 1,-2-1 22,-1 1 0,-3 0 0,-1-1 0,-3 1 0,-2 1-9,0 5 1,-1 0-1,-3 0 1,-2 2-1,-1 1 1,-2 2-121,1 4 0,-2 1 1,-2 2-1,-1 1 1,-1 0-1,-1 1 1,0 0-211,2 1 1,-1 0 0,-1 1 0,-1 0 0,0 1 0,-1 0 0,-1 0-1,0 2 339,3 0 0,-2 1 0,0 1 0,0 0 0,-1 0 0,0 1 0,-1 1 0,-1 1 0,0 1-158,0 1 1,-1 1-1,-1 2 1,0 0-1,-1 1 1,0 0-1,-1 0 1,1 0-1,-1-1 1,1 0 1,4-1 1,-1 0-1,0 0 1,0-1 0,0 0-1,0 1 1,0-1-1,0 0 1,-1 1 0,1-1-1,-1 1 90,0 0 1,-1 1-1,1-1 1,-1 0 0,0 0-1,0 1 1,0 0-1,0 0 1,1 0 0,-1 0-1,1 0-114,1 1 0,-1 0 0,1 0 0,0 0 0,0 1 0,0-1 0,0 1 0,1 0 0,0 0 1,0 0-1,1 1-6,-5-1 1,1-1-1,0 0 1,0 0-1,1 1 1,0 1-1,1 2 1,0 2-1,1 2 141,-3 3 0,-1 2 0,1 1 0,1 3 0,1 1 0,0 3 0,3 3 0,1 2 44,1 3 1,2 3 0,0 2 0,2 3 0,2 2 0,1 2 0,2 1 0,3 1-455,3 0 1,2 2 0,2 2 0,1 1 0,2 1 0,1 1 0,0 0 0,2-1 0,1 0 236,-1 3 0,1 0 1,1 1-1,1 0 1,2-1-1,1 0 1,2-2-1,1 0 1,1 4-1,2 0 1,3-1-1,0-2 0,2-2 1,2-4-1,3-3 1,0-1-1,0 1 1,0-1-1</inkml:trace>
  <inkml:trace contextRef="#ctx0" brushRef="#br0" timeOffset="108933">10190 17166 7533,'0'-26'3276,"0"19"-2685,0 48-441,0-5 0,-1 8 0,2-3-1250,1 6 1,1 3 1188,-2-8 1,0 6 0,0 1 0,3-5-30,5-2 0,2-3 0,-2-2-60,-4-2 0,-1-1 0,4-2 45,13 17 0,3-14 720,-7-33-136,5-16 1,1-11-360,-8-9 0,-3-8 0,0 1-588,-1 7 0,1 2 0,-1-4 363,0-7 0,-1-4 0,0 0 0,-1 6-1684,4-3 1,-1 4 1284,-2-5 1,1 3 0,0 17 0,1 5-1,1 8 1</inkml:trace>
  <inkml:trace contextRef="#ctx0" brushRef="#br0" timeOffset="109103">10326 17501 7533,'-27'-4'1638,"0"1"0,-7-3-507,52 6-1131,18-2 0,5-1 0,-11 0 0,1-1 0,16-2 0,-1-1 0</inkml:trace>
  <inkml:trace contextRef="#ctx0" brushRef="#br0" timeOffset="110033">11045 17277 7713,'-7'-19'1529,"-4"7"-90,15 6-1439,-3 17 540,12 30-361,-10-9 1,-1 5 0,-1-2-90,3 5 0,-2 1-72,-4 7 1,-3 5 0,1-5 161,0-9 0,0-2-135,-3 2 0,1-3 225,1 4-181,19-65 1,5-16 0,0 1-770,-3 7 1,4-9 0,1-1-1,-3 7 680,-3 6 0,1 2-300,4-10 0,3-4 1,-2 8-477,12-2 776,-7 0 39,-10 58-399,-16 10 1,-5 5 224,4-5 0,1 1-765,-3 17 0,6-2 900,14-7 0,4 1 0,9-18 0</inkml:trace>
  <inkml:trace contextRef="#ctx0" brushRef="#br0" timeOffset="110449">11863 17401 7533,'-21'0'2248,"5"11"-4137,21 20 1889,2-8 0,6 12 0,-1-23 0</inkml:trace>
  <inkml:trace contextRef="#ctx0" brushRef="#br0" timeOffset="110566">11876 17736 7533,'-21'33'0,"4"12"0,28-6 0,-2 6 0,0-21 0,0 0 0</inkml:trace>
  <inkml:trace contextRef="#ctx0" brushRef="#br0" timeOffset="112017">13164 17104 7533,'-6'-37'2158,"-6"5"-808,6 35-1036,-2 25 1,3 15-225,2-9 0,0 3 0,0 3 0,0 1-369,-1-2 1,-1 2 0,0 0 0,0 1 0,0-1 278,1 6 0,1 1 0,-1-2 0,0-3 0,-5 6 0,0-4 0,9-22 419,17-32-719,-4-14 0,2-11 0,1-2 330,7-5 0,3-2 0,1 2 120,-4 4 0,1 2 0,0 13 660,26 22-136,-40 30 1,-9 12-735,-2-7 0,-3 2 0,1 0-1514,-4 12 0,7-3 1574,12-13 0,5-6 0,13-3 0,-3-21 0,0-1 0</inkml:trace>
  <inkml:trace contextRef="#ctx0" brushRef="#br0" timeOffset="112233">13847 17116 7533,'-36'-11'1638,"5"32"0,1 18-819,11-5 0,3 8 0,0 4 0,1 0-1010,1-5 0,-1 3 0,1 1 1,2 0-1,4 0-7,2 0 0,3 2 0,2 0 0,3-2 1,3-3-623,2-2 1,4-2 0,2-4 0,3-3 529,5-2 0,4-5 0,2-7 0,7-10 0,-1-8 0,9-13 0</inkml:trace>
  <inkml:trace contextRef="#ctx0" brushRef="#br0" timeOffset="112700">14020 17401 7533,'-14'-31'3276,"3"11"-1695,22 26-907,-8 19 1,-3 9-180,6 10 0,-1 3-286,-5-8 1,-3 2 0,1-1 60,1 8 0,0-7-720,1-4-360,15-55 1,5-17 299,-5 3 0,0-5 1,2 1 509,1-2 0,2 0 0,-1 3 90,3-14 0,-1 19 1799,3 41-945,-19 15 1,-3 7-2205,2 13 1,3 3 179,-2-15 1,1 0 0,0-2 924,4 4 0,1-2 0,4-6 0,0-2 1,10 4-1</inkml:trace>
  <inkml:trace contextRef="#ctx0" brushRef="#br0" timeOffset="112967">14554 17216 7533,'19'-21'3276,"4"15"-1676,-7 22 0,-1 10-971,-1 13 1,-1 8-300,-1-6 0,0 4 0,-6 1-742,-7-4 1,-4 1-1,-4 2 1,-2-1-245,0-5 1,-1 0-1,-3 0 1,0 0 0,-2-2 384,-5 7 0,-3-2 1,-1-1-1,0-1 0,0-4 1,-1-2-1,1-1 0,0-2 1,0-1-1,0 0 0,-1 0 1</inkml:trace>
  <inkml:trace contextRef="#ctx0" brushRef="#br0" timeOffset="114850">15694 17377 7533,'-14'-6'2518,"3"5"-1348,0 1-541,-14 28-584,-3-3 0,-5 2 105,7-5 0,-2 2 0,0 0 239,-1-1 1,1 1 0,1-2 419,-10 3 1,11-1-90,25 1-540,47-9-1125,-4-8 1,4 2-149,-14 3 1,0 2 0,-1 0-328,9 8 0,-4 1 889,-12-2 0,-6 0 0,-1 7 0,-17-17 0</inkml:trace>
  <inkml:trace contextRef="#ctx0" brushRef="#br0" timeOffset="115000">15346 17848 7533,'3'-9'3276,"34"22"-1638,5 2 0,4 3-1434,-11-4 0,0 2 0,-1-2 0,11 2 0,-2-1 1,-11-3-1,1 0 0</inkml:trace>
  <inkml:trace contextRef="#ctx0" brushRef="#br0" timeOffset="119269">16202 17526 7533,'-26'-40'1079,"8"5"-629,7 17 1439,10 4 719,-5-4-1798,6 22 89,6 43-989,-5-1 210,1-11 0,1 6 0,-3-2-1759,-5 9 1,-1-3 1310,5-2 1,0-1-33,-11 3 1,7-15-900,15-32 899,-8-2-450,15-30 1,6-13 479,-7 16 0,-1 0 0,0 0 465,5-13 0,1 2-135,4-2 0,-4 19 1259,-13 34-179,3 2 558,-14 18 0,-5 6-366,7-8 0,-1-1-1002,-9 21-450,28-14-1459,8-45 1,4-9 624,11 7 879,-3-7 0,0 3 405,2 22-180,-12 4 135,-13 15 0,-6 6-1180,-9 3 1,-3 1 504,3-5 0,0-1 1179,-4 2 1,-1-7-730,5-15 0,-5-2 0</inkml:trace>
  <inkml:trace contextRef="#ctx0" brushRef="#br0" timeOffset="119433">16760 17091 7533,'-27'-13'3276,"-1"13"-5197,27 36 482,-5-6-200,10 4 1,3 1 1358,1-5 0,1-4 1,0 0-1,4 6 1</inkml:trace>
  <inkml:trace contextRef="#ctx0" brushRef="#br0" timeOffset="119616">16760 17649 7533,'-19'6'3276,"6"1"-2595,2 11 1838,10 23-2609,-4-11-495,6 1 1,3 2-2693,3 6 2457,0-6 1,4-11 0,-4-22 0</inkml:trace>
  <inkml:trace contextRef="#ctx0" brushRef="#br0" timeOffset="119850">16872 17674 10051,'7'18'3276,"-7"7"-2504,-2-5-1312,8 4-989,24-34 630,-7 0 44,-1-7 1,1-1 854,3 2 90,-5 5 1169,-5 51-1741,-17-6 0,-3 3 302,3-6 1,0 1 182,1 9 0,6-8-3,19-17 0,2 0 0,9-16 0</inkml:trace>
  <inkml:trace contextRef="#ctx0" brushRef="#br0" timeOffset="120302">17528 17401 7533,'-20'29'819,"0"0"0,4 0 0,0 2 0,3 1-299,-2 17 1,3-1-701,1-7 0,2 0 135,-2 6 0,11-8 45,29-18 0,-6-9 0,18-13 0</inkml:trace>
  <inkml:trace contextRef="#ctx0" brushRef="#br0" timeOffset="120550">17652 17587 7533,'-10'30'1092,"1"-1"0,-2 11 0,4 0-2322,5-12 0,3-2 690,0 21 1154,16-26 1,6-9-1380,5-30 1,2-8 474,-2 16 0,-1-2-565,5-26 1,-12-4-1234,-24 6 2088,-6-1 1628,-18 36 1,-7 13-775,4 11 1,1 5-720,-1-4 0,3 2-945,4 5 1,14-5 809,33-12 0,12-8 0,-8-10 0,1 1 0</inkml:trace>
  <inkml:trace contextRef="#ctx0" brushRef="#br0" timeOffset="120816">18049 17550 7533,'-39'26'1638,"17"-5"0,3 4-983,8 0 1,1 0-656,-8 18-720,17-12 1,8-5-91,23-11 271,-6 3-361,16-1 2159,-21-4-1169,-5 1 2069,2 13-1619,-14-17 179,-24 30-1079,-9-9 1,-6-1 128,6-8 0,-3 1 231,-3 3 0,-5 1 0,6-5 0,9-10 0,3-2 0,-12 4 0,1 1 0</inkml:trace>
  <inkml:trace contextRef="#ctx0" brushRef="#br0" timeOffset="121266">18148 17575 7533,'-30'-6'2788,"15"5"-2068,-2-5 179,61-5-899,-22 9 90,8-6 0,4-1-1729,-1 3 1,-1 0-1639,2-8 1638,-3 9 1,-6-2 1614,-18-4 1,-1 4 0,-6-6-1</inkml:trace>
  <inkml:trace contextRef="#ctx0" brushRef="#br0" timeOffset="121466">18297 17290 7533,'-7'-21'3276,"-9"16"-1515,2 52-1221,0-4-1360,7-11 1,-1 8 0,1 1 0,1-5 32,1 4 0,1 0 719,-1-3 1,0 3-1,0 2 1,2-4-289,3 0 0,2-3 0,1-2 41,2 7 1,4-4-103,9 1 1,6-11-124,10-20 540,-1-20 0,-1-7 0,-13 4 0,-2-2 0,6-11 0,1 0 0</inkml:trace>
  <inkml:trace contextRef="#ctx0" brushRef="#br0" timeOffset="121900">18929 17091 7533,'-30'20'1092,"0"-1"0,6-6 0,1 6-273,1 13 0,-1 12 0,1 4 0,2-2-937,5-6 1,1 0-1,2 0 1,2 4-198,4-2 0,0 4 0,3 2 0,0-1 0,1-1 1,0-5-26,0 0 0,-1-2 1,4-3-1,6-2 340,10 2 0,6 0 0,4-5 0,-2-10 0,3-11 0,2-7 0,15-1 0,0 1 0</inkml:trace>
  <inkml:trace contextRef="#ctx0" brushRef="#br0" timeOffset="122933">19226 17401 7533,'-7'-26'2069,"-4"3"-540,10 16-1170,-5 12 181,6 42-225,-2 1 0,-1 3-682,-1-11 0,1 0 517,1-1 0,0 2 0,-1-7-102,-2 8-48,5-5-360,16-54-135,5-22 0,1-7 405,-4 12 0,1-1-502,3-5 1,1-4-1,-5 9 503,-1 3 547,1 6 0,-3 12 981,-18 47-540,7-1-608,-11 11 1,-3 2-113,1-1-539,2-3 1,3-2-181,10-15-225,6 4 1,5-5 224,6-13 540,0 1 0,1 0 0,2-4 0,5 5 0</inkml:trace>
  <inkml:trace contextRef="#ctx0" brushRef="#br0" timeOffset="123166">19846 17885 9062,'-5'30'1638,"-1"0"0,-2 12-578,-6-11 1,-6 1-1061,-12 5 0,-3-1 0,10-7 0,-2 0 0,2-4 0,0 0 0,-1 0 0</inkml:trace>
  <inkml:trace contextRef="#ctx0" brushRef="#br0" timeOffset="124434">20454 17327 7533,'-30'-7'1349,"-2"13"-1169,6 7 134,7 9 1,3 3-135,1 5 135,0 3 0,1 3 45,6-7 0,3 0-91,-1 9 1,5 0-405,6-7 0,8-4-1574,25-2 630,-6-39 0,-2-14 689,-12 2 0,-3-5 0,-1-1 270,0-6 0,-2-2 1,-2 2 568,-1-10 1,-7 6 2338,-13 1-2338,8 44-90,-3 22 0,1 8-270,5 0-363,3-2 0,2 7 0,-2-5 273,0 8 0,2 1 0,2 11 0,-3-1-497,-3-4 0,-2-1 0,-3 2 384,0-4 1,-1 2 0,-1 1 0,-2-2-62,0-5 0,-1 0 1,-2-2-1,-1-5 129,-12 11 0,-3-10 45,-10-7-360,18-44 1,3-8 359,7-3 48,1-6 1,5-2 221,20-11-90,4 1-225,4 17 0,3 3-45,2-2-720,4 3 1,1 1 1379,-5 1-570,-1 2 0,0 0 0,4 0 0,-12 5 0,1-1 0</inkml:trace>
  <inkml:trace contextRef="#ctx0" brushRef="#br0" timeOffset="124703">20839 17104 7533,'19'40'327,"1"-1"1,0 1 0,-1 0-1,1-1 1,-6 7 0,-3 3-1,-1 2 1,-3 1 0,0-3-1,-3-2-796,1 3 0,-4-4 1,-1 0-1,-4 4 469,-2-3 0,-3 5 0,-1 1 0,-2-1 0,-1-6 0,0-8 0,-10 5 0,-4-5 0,1 4 0,0-1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05:14.30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9607 6904 7892,'-32'0'2789,"7"0"-2429,13 0 809,23 0-180,15-6-89,7 5-91,3-4-89,0 10-180,3-4-136,-7 3 1,2-2-360,-5-5 0,1 0-90,6 3 0,1-1 90,-6-1 0,0-1 135,2-1 0,1 2 0,7 1 0,-2 0-45,-6-1 0,1-1 44,13 0 1,-1 0-90,-18 2 0,-1 1 135,12-1 0,0 2-45,-11 2 0,0 1-180,6 2 0,0 0-45,-3-2 0,1-1 0,2 1 0,0-2 45,-9-2 0,1 0 45,10 0 0,-2 0-45,-3 0 90,0 0 0,1 0 270,0 0-270,18 0-90,-1 0 0,-16 0 90,7 0 89,-9 0-89,3 0 360,12 0-270,-24 0 180,18 5 269,-8-3-179,7 3-450,-2-5-3277,-12-11 0,-13 3 2457,-6-10 1,-12 11 0,-1 2 0</inkml:trace>
  <inkml:trace contextRef="#ctx0" brushRef="#br0" timeOffset="817">10995 7078 7533,'-37'-7'3276,"11"12"-2396,4 27 1,5 10-746,10-12 0,3 2-435,-5 3 0,0 2 0,5-1-825,6 3 1,7-5 1124,4-12 0,4-3 0,11 10 0,13-31 0</inkml:trace>
  <inkml:trace contextRef="#ctx0" brushRef="#br0" timeOffset="1034">11094 7251 10231,'-19'42'2519,"29"-8"-4588,28-37 1529,-13-3 1,-2-6-46,5-19 0,-7-4 585,-9-1 90,-30 2 810,-21 50-2430,-1 12 1530,21 5 0,16-10 0,21-17 0</inkml:trace>
  <inkml:trace contextRef="#ctx0" brushRef="#br0" timeOffset="1284">11441 7028 7533,'-23'21'1092,"0"1"0,1 7 0,2 2-392,-4 3 1,4 2-1691,12 3 1,9-2 134,15-4 1,5-4 719,0-6 0,1-3 180,4-5 0,-4 0 1574,-4 21-1259,-18-9-225,-12 3 0,-5-2-225,-1-3-315,-6 2 0,-3-3 405,0-14 0,-5 6 0,9-16 0</inkml:trace>
  <inkml:trace contextRef="#ctx0" brushRef="#br0" timeOffset="1434">11491 7288 7533,'-7'-19'2698,"7"1"-3283,17 0 1,6 1 584,3 0 0,1-3 0,-1 0 0,-2 0 0</inkml:trace>
  <inkml:trace contextRef="#ctx0" brushRef="#br0" timeOffset="1584">11677 6817 7533,'-16'47'1638,"3"-7"0,-1 5-546,2-2 0,-2 4 0,2 1-1912,4-11 1,0 0 0,2 0 0,2 1 781,2 13 0,4-1 0,3-4 1,4-4-1,4-7 0,9-9 1,-1-1-1</inkml:trace>
  <inkml:trace contextRef="#ctx0" brushRef="#br0" timeOffset="2267">12024 7078 9152,'-24'16'1979,"-7"21"-2114,19-9 0,4 2-270,2-3 0,5-2 225,14 16 180,14-22 180,-8-13 270,-3 11-90,-9-3-360,-5 5-270,-15 15 90,-7-12-180,-11 14 360,12-22 0,7-3 0,6-11 0</inkml:trace>
  <inkml:trace contextRef="#ctx0" brushRef="#br0" timeOffset="2517">12173 7189 7533,'-16'22'1092,"-1"0"0,3 8 0,5-1 849,9-4-3111,18 8 541,13-55 179,-3-11 450,-16-12-90,-20 13 90,-22 15 0,4 28 0,6-8 0,9 8 0</inkml:trace>
  <inkml:trace contextRef="#ctx0" brushRef="#br0" timeOffset="3034">12533 6842 7982,'-12'-7'3276,"-1"13"-1694,1 24-1088,7 1 1,3 5-450,-1 10 0,0 3-45,2-9 0,-1 2 0,0 0-246,-3 0 1,-1 0-1,-1-1-234,-2-2 1,-2 0-1,-1-4-734,-3 9 0,-3-6 1214,-12-1 0,17-44 0,8-26 0</inkml:trace>
  <inkml:trace contextRef="#ctx0" brushRef="#br0" timeOffset="3167">12384 7201 12570,'35'-8'36,"0"0"0,11-2 0,-11-2 0,0 0 0</inkml:trace>
  <inkml:trace contextRef="#ctx0" brushRef="#br0" timeOffset="3617">12694 7102 7533,'-32'28'1092,"1"1"0,4-5 0,4 1 2184,-2 18-3352,20-17-3201,28-8 1067,-6-18 411,23-29 1979,-25 11 899,3-11-539,-13 24 1439,-5 5-360,0 11-1439,6-3-1709,1 16 719,5-11 1,6 0-2429,1-19 3238,6-8 1169,-11-5 720,-3 18 899,-11 25-1708,0 22-856,2-20 1,1-1 45,4 6-1349,11-64 1079,-3 4 0,1-4 0,-3-6 0,1 0 0,4 4 0,0-1 0</inkml:trace>
  <inkml:trace contextRef="#ctx0" brushRef="#br0" timeOffset="4250">12793 6904 8432,'48'-2'0,"-1"0"0,0 0 0,1 1 0,-1-1 0,0 0 0,1 0 0,-1 0 0,0 1 0,1-1 0,-1 0 0,0 0 0,1 0 0,-1 1 0,0-1 0,1 0 0,-2 0 0,1 1 0,0-1 0,-1 1 0,1-1 0,-1 0 0,1 1 0,0-1 0,-1 1 0,1-1 0,-1 1 0,1-1 0,0 0 0</inkml:trace>
  <inkml:trace contextRef="#ctx0" brushRef="#br0" timeOffset="5867">13772 7065 8162,'-23'34'819,"1"1"0,5-6 0,0 1 0,4 0-928,2 10 1,7-1-1287,5-5 1,3-3 1394,7 8 0,24-33 0,-16-6 0</inkml:trace>
  <inkml:trace contextRef="#ctx0" brushRef="#br0" timeOffset="6067">13847 7226 8432,'1'18'3276,"3"1"-2324,2 6-1402,18-22-1169,4-17 1169,-9-19-179,-31 7-1350,-16 26 1979,2 4 0,10 18 0,16-15 0</inkml:trace>
  <inkml:trace contextRef="#ctx0" brushRef="#br0" timeOffset="6350">14206 7078 7533,'-34'24'1092,"1"0"0,5 5 0,3 4-1246,4-2 0,5 2-1195,10-1 0,7-2 629,12 2 720,7-15 180,9-17 809,-14 11 540,3 2-989,-24 23-450,-24 3-675,11-19 1,-2-2 584,-18 7 0,10-14 0,17-11 0</inkml:trace>
  <inkml:trace contextRef="#ctx0" brushRef="#br0" timeOffset="6517">14243 7115 8882,'40'-13'-990,"-4"-5"990,8 4 0,-9-3 0,-16 4 0</inkml:trace>
  <inkml:trace contextRef="#ctx0" brushRef="#br0" timeOffset="6700">14392 6829 7533,'-11'24'1092,"-1"-1"0,1 15 0,1 4-445,0-2 0,-1 2 0,2 2-1434,1 2 0,1 0 1,3 2 216,3 2 0,3 1 1,1-5 22,-3-3 1,4-6 0,6-2 0,3-8 0,0-14 0</inkml:trace>
  <inkml:trace contextRef="#ctx0" brushRef="#br0" timeOffset="7317">14603 7263 7533,'-18'7'3276,"4"4"-1965,19-9-1041,37-8-630,-12 0 0,1-2 297,7-1 0,-2-1 0,8-8 0,-15 6 0</inkml:trace>
  <inkml:trace contextRef="#ctx0" brushRef="#br0" timeOffset="8084">14987 7065 8072,'-21'6'3276,"21"0"-3313,37 1-1223,-11-6 1,0-2 1259,0-1 0,-1-3 0,17-7 0,-17 0 0</inkml:trace>
  <inkml:trace contextRef="#ctx0" brushRef="#br0" timeOffset="8267">15123 6829 7533,'-30'39'1638,"16"-7"0,1 6-546,2 4 0,1 5 0,1 1-1861,1-3 1,2 0 0,1 1-325,1 4 1,2 1 0,1-6 545,1-9 1,1-4 0,4-3 0,3-9 0,4-20 0</inkml:trace>
  <inkml:trace contextRef="#ctx0" brushRef="#br0" timeOffset="8484">15185 7288 8612,'-7'36'3276,"7"-8"-2234,13-9-2302,11-48 631,-9 2 359,-14 0 0,-7 2 540,-11 12-720,-18 13-719,21 13 1169,8 6 0,19-6 0,6-8 0</inkml:trace>
  <inkml:trace contextRef="#ctx0" brushRef="#br0" timeOffset="8634">15346 7214 13199,'26'2'-656,"1"1"1,-1-2-1,19 5 1,-32-6 0</inkml:trace>
  <inkml:trace contextRef="#ctx0" brushRef="#br0" timeOffset="9134">15681 7151 8342,'-25'-12'3276,"-11"11"-2935,11 20 0,1 7-386,5-1 0,2 1-450,-3 13 1,11-3-1935,38-4 450,12-50 1484,-9-1 1,-2-4 629,-8-2 0,-5-1 2383,6-10-2518,-17 24 1709,-12 34-1079,0 7 269,2 4 1,1 6-810,-5 8 0,-1 3-1183,5-15 1,-1 1 0,0-2 899,-3 12 1,-3-2 372,1-6 0,-3-7-1080,-12-11-179,4-24-181,14-40-89,24 6 0,8-1 1349,-5 5 0,4 2 0,6 0 0,0 6 0,6 1 0</inkml:trace>
  <inkml:trace contextRef="#ctx0" brushRef="#br0" timeOffset="9400">15855 7276 7713,'-14'18'3276,"8"12"-1875,19-8-1761,6-4-1169,6-42 1349,-11-21 720,-14-2-1,-14 17-539,-11 48 0,17 0 0,4 16 0</inkml:trace>
  <inkml:trace contextRef="#ctx0" brushRef="#br0" timeOffset="9967">16090 7214 7982,'-20'12'3239,"-8"12"-2340,14 18-989,4-18 0,1-1-90,3 3 0,5-2-899,14-5-1709,13-48 2248,5-8 720,-20 9 0,-2 1 179,7 2 1261,-14 19-271,3 13 270,-10 22-450,3 4-1439,-3 6-1079,5-9-990,16-18 2339,-6-12 0,13-6 0,-10-7 0</inkml:trace>
  <inkml:trace contextRef="#ctx0" brushRef="#br0" timeOffset="10167">16376 6867 12300,'-16'37'819,"1"0"0,4 7 0,0 4 0,2 2-604,2-13 1,1 0-1,1 1 1,2 0-869,0 5 1,1 3 0,3-3 0,3-6 652,9 6 0,6-10 0,15-4 0,7-37 0</inkml:trace>
  <inkml:trace contextRef="#ctx0" brushRef="#br0" timeOffset="11084">13685 7908 7533,'-20'24'1092,"0"0"0,4-1 0,9 0-950,36 10-412,0-27 0,5-7-135,3-6 1,-1-7-46,3-4 0,-5-6-450,-5-8 1,-9-2 1349,-22-16 134,-11 22 1,-7 8 449,-11 16 1,-4 13 57,5 9 0,0 8 0,5 2-437,-2 6 1,7 3-1167,8-1 1,4 2-1,4-4 241,5-6 1,6-4-766,15 2 1,3-5 900,6-7 134,0-6 0,1-5 0,3-14 0,-11 4 0,0 0 0</inkml:trace>
  <inkml:trace contextRef="#ctx0" brushRef="#br0" timeOffset="11350">14169 7846 7533,'-36'-9'3276,"14"5"-1695,-12 39-1851,24-8 0,6 2-989,8 21 764,6-22 1,6-4 44,24-6 900,-14 11 629,-38 10-1439,-11 1-585,-1-21 1,1-2 135,8-5 809,-2-12 0,17-12 0,0-8 0</inkml:trace>
  <inkml:trace contextRef="#ctx0" brushRef="#br0" timeOffset="11484">14243 7920 9242,'20'-19'2608,"20"1"-5306,0 6 2698,0-1 0,0 1 0,-21-1 0</inkml:trace>
  <inkml:trace contextRef="#ctx0" brushRef="#br0" timeOffset="11650">14430 7524 8792,'-20'45'819,"1"1"0,6-9 0,0 3 0,3 0-1162,4 1 1,2 0 0,0-1-18,-2 9 0,1-1 360,4 1 0,2-8 0,5-16 0,1 15 0</inkml:trace>
  <inkml:trace contextRef="#ctx0" brushRef="#br0" timeOffset="11884">14566 7635 7533,'-11'36'3276,"8"-3"-3295,-3 0 0,1-1-881,5-1 900,-1-1 0,2-3 0,5-12 0,1 9 0</inkml:trace>
  <inkml:trace contextRef="#ctx0" brushRef="#br0" timeOffset="12084">14578 7933 7533,'-7'25'1092,"1"-1"0,-1 6 0,3 1-437,3-5 1,2 0-3354,4 18 2068,-4-20-1169,10-19 1799,-4-10 0,6-8 0,-1-6 0</inkml:trace>
  <inkml:trace contextRef="#ctx0" brushRef="#br0" timeOffset="12517">14665 8044 12480,'6'30'-2159,"6"-3"540,2-8 360,9-24 1259,-14-11-360,13-20 1709,-14 10-1259,10 7 1709,-11 3-1619,-2 14 1349,-5 8-1259,0 2-810,0 10-2518,17-17 1799,-8-8-90,20-12 1259,-20 5 359,7 3 901,-15 11-541,-1 6 2647,-6 12-1155,-1-3-2121,1 2-1799,12-11-1478,17-22 2814,-12 6 1,17-13 0,-21 10-1</inkml:trace>
  <inkml:trace contextRef="#ctx0" brushRef="#br0" timeOffset="12650">14949 7883 8792,'49'-6'720,"-4"-6"-1890,-22-2 1,-2-2 1169,9-6 0,-12-7 0,-5 16 0</inkml:trace>
  <inkml:trace contextRef="#ctx0" brushRef="#br0" timeOffset="12800">15111 7623 7533,'-20'30'1638,"11"-4"0,0 2 0,2-2 0,2 1-1316,1 11 0,1 3-1312,-3 7 1,1 0-237,4-12 1,1-1 1225,-3 6 0,0-5 0,3-12 0,0-13 0</inkml:trace>
  <inkml:trace contextRef="#ctx0" brushRef="#br0" timeOffset="13017">15173 7957 11760,'29'-4'-3277,"-18"2"1517,16-16 1850,-37 16 1889,-9 20-360,0-2 0,0 1-1349,-9 16-270,17-10 0,25-17 0,11-6 0</inkml:trace>
  <inkml:trace contextRef="#ctx0" brushRef="#br0" timeOffset="13333">15334 7970 0,'-31'30'3276,"11"7"0,2-9-1210,34 1-5064,12-50 2503,-3-2 0,0-5 180,-2-12 1,-2-4 968,-4-1 1,-3 2 154,-3 10 1,-4 4 0,-1-7 2466,-6 40 0,-11 34-2184,7-2 0,3 8 0,3 1-1455,3-2 1,4 0-1,-1 0 1,-1 1 0,0-1-1,4-3 1,16 0-1,0 0 1</inkml:trace>
  <inkml:trace contextRef="#ctx0" brushRef="#br0" timeOffset="24485">9520 6842 7533,'-7'-7'629,"-4"-9"361,-1-4-1,-2-6-359,2 7-90,6 8 179,17 49-314,8-1 0,3 2-226,0 0 1,5-1-60,4-8 0,6-2 0,1-9-300,10-14 0,2-8 210,-14 1 0,0-1 0,-1-3 150,10-12 0,-4 0 900,3 4 449,-21 20-1349,-12 3-270,13 9-180,20-13 90,-19-4 0,2-2-90,8 1 0,2 0 315,-2 1 0,-1-2 90,-7 0 0,-1-3 90,7-3 0,-2-4 315,7-15-361,6 5-268,-12 16 358,-3 30 541,-10-3-450,17 1-720,-3-28 180,-7-2 0,2 0-90,-3-3 0,1 1 135,0 3 1,-1 5 403,12 8 1350,-8 6-809,-15 5-270,9-5-1350,2-1 270,17-10 495,-14-14 1,0-5 268,-1 0 1,-1-2 854,-1-9 1,-2 1-91,7-5-899,-11 9 0,21 10-449,-5-5-1,9-1-989,-3-6-630,-26 6-1298,19-16 3241,-14 8 1,6-5 0,-2 9 0</inkml:trace>
  <inkml:trace contextRef="#ctx0" brushRef="#br0" timeOffset="30934">15607 6867 7533,'-46'0'-405,"16"0"0,2 0 585,-1 0-540,-6 0 360,22 0-449,8-17-2828,-1 13 3225,5-18 1,-10 10 0,4-8 0</inkml:trace>
  <inkml:trace contextRef="#ctx0" brushRef="#br0" timeOffset="31567">15309 6768 7533,'-41'-6'2338,"1"-12"-1304,17 3 1,2-2-225,-4-16 89,19 14 91,30 31-586,-4 4 1,4 2-45,9 1 0,3 0-46,4 0 1,1-2-225,-3-7 0,0-1-90,-4 0 0,-1 0-45,2 0 0,-3 0 45,3 5 0,-6-7 0,-1-2 0,5-5-180,6-7-45,-8-8 1,1-4 89,-5-1 0,0 0 90,2-1 0,0 2 135,-5 2 0,-2 5 809,3 12-809,-11 7 720,8 11-540,3 12-720,19-8 225,-11-9 0,1-2 135,-1-7 0,-1-3 225,3 0 0,-2-2 675,16 1 179,0 0-315,-23-2 1,3-1-270,7-3 0,2-1-1,6 0 1,0 1-45,3-1 0,0 1-360,2 6 0,0 0-135,-2-4 0,-1-2-495,1 1 1,0-3-1010,-6-5 1,-1-1 982,-2 1 1,-3 1-1,5 6 1,-6 7 0</inkml:trace>
  <inkml:trace contextRef="#ctx0" brushRef="#br0" timeOffset="42618">17975 6904 0,'-47'0'1770,"5"16"-132,14-9 0,1 2 46,1 15 1592,32-6-1366,38-11-1056,1-4 1,8-1-166,-9-1 1,4-1 0,3-1-424,-13 1 0,2-1 0,2 0 0,0 0 0,0-1 3,3-1 1,1-1 0,1 0 0,0 0 0,1 1-54,1 1 0,1 0 0,0 0 0,0 1 0,0-1 89,-3-2 1,1 0 0,-1 0 0,0 1 0,-1 1 71,-1 2 1,0 0 0,-1 2 0,0 0 0,0-1-163,-3 2 1,0-1 0,0 1 0,0 0 0,0-1-144,1 0 0,0 0 0,0-1 0,0 1 0,-1-1 443,9 1 0,-2 1 0,0-2 1,1-1-584,-1-3 1,1-1-1,-1-1 1,-2-1-271,-5-1 1,-1 0 0,-1-1 0,-2-2-663,9-3 0,-3-2 0,-2-1-93,-8 1 1,-1 0 0,-5 1 560,-2 0 0,-4 2 0,12-10 0,-26 15 0</inkml:trace>
  <inkml:trace contextRef="#ctx0" brushRef="#br0" timeOffset="51968">21718 6829 7533,'-33'0'899,"8"7"1,-1 3 989,-19 11-1395,21-11 1,1 0 854,-13 7 1170,52-17-1530,7 0 1,5 0-541,7 1 1,5 1 0,1 0-451,-4 1 1,2 0 0,1 0 0,1 1 341,-1-1 1,2 1 0,0 0 0,1 0 0,1 0-282,4-1 0,2 0 0,0 0 0,0-1 0,0 1 284,-7-1 1,-1 0 0,1-1 0,0 1 0,1 0 0,-1 0-91,2 0 1,0 1 0,1-1 0,0 1 0,-1 0 0,-1 1-58,5 0 1,-1 0 0,-1 1 0,0 1 0,0 1-382,0 0 0,1 2 0,-2 0 0,1 1 1,-2-1 70,5 1 1,-1 0-1,-1-1 1,-1 0-142,-3-1 0,-1-2 1,-2 0-1,-1-1-736,2-2 1,-2-1 0,-3-1 1125,2-4 1,-5-1-1,-4-3 1,-19 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27:31.893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8157 818 7533,'-33'-21'3276,"9"5"0,46 10-654,24 0-4261,2 0 1,2-1 1421,-18 1 0,0 0 247,1 3 0,3 1 0,-3 0-1161,6-1 1,-2 0 455,-2 3 1,-1 0-965,10-2 1,-7-1 1422,-15 2 1,1-5 0,-23 6 0</inkml:trace>
  <inkml:trace contextRef="#ctx0" brushRef="#br0" timeOffset="152156.54">25052 7337 10591,'-37'32'819,"-1"0"0,7-4 0,-1 2 0,-1 2 0,3-5 0,-2 2 0,1 1 0,3-1-455,-5 7 1,2 0 0,11-2-276,12 5 1,14-5 135,29-6 0,14-8-405,-9-6 0,2-3 1,0 2 208,-1 2 1,-2 2 0,-6 4 600,-4 12 0,-14 3-181,-24 6 1,-14-1-840,-1-15 0,-5-2 1,-2-4-21,-2-2 0,-2-4 1,1-3-1,-5-3 1,3-5-1,10-7 0,0 1 1</inkml:trace>
  <inkml:trace contextRef="#ctx0" brushRef="#br0" timeOffset="154786.54">25114 6582 8162,'-24'18'2339,"-1"1"-1529,0 11-451,6 2-134,9-10 0,2 4-135,1 4 0,1 2 45,2 5 0,1 2 0,0 8 0,1-2-135,2-17 0,0-1-180,1 10 0,-2-1-3097,-10 9 1003,8 2 1644,-6-21 1,-4-5-1440,-11-7 2069,2-9 0,-7-22 0,17-10 0</inkml:trace>
  <inkml:trace contextRef="#ctx0" brushRef="#br0" timeOffset="154886.54">24805 7015 7533,'5'-30'1638,"0"0"0,21-11-353,6 15 0,3 5-2135,-8 9 1,1 4 849,16 2 0,-1 0 0,5-5 0,-15 8 0,0-1 0</inkml:trace>
  <inkml:trace contextRef="#ctx0" brushRef="#br0" timeOffset="156766.54">27383 7251 7533,'-18'-31'719,"10"16"361,-9-1-451,8 40 1,0 12-360,-6 2-449,8-9 1,-1 9 0,1 3 0,0-1 200,1 2 1,-1 1-1,1 0 1,1-1-263,-3 5 0,2-1 0,-1 3 150,2-10 0,1 2 0,-1 2 1,0-3-1,0-4-1003,-1 0 1,0-4 0,1 0 762,1 12 1,-1-3 0,-4-8-1,-4-10 1,-1-17 0</inkml:trace>
  <inkml:trace contextRef="#ctx0" brushRef="#br0" timeOffset="157006.54">27445 7300 7533,'41'-22'1709,"-17"13"-1080,1 24 1,1 11-405,-6 10 0,-2 2-311,0-7 0,-1 2 116,-2 2 0,-2 5 0,-7-1-240,-11-4 0,-6-1 0,1-1 22,6 12 0,-6-1 98,-6-13 0,-7 1 0,-2-1 1,-2-5-61,-4-3 0,-2-4 0,1 0-151,4 1 0,0 0 0,0-2-149,-21 5 1,7-12 378,21-22 1,14-10 0,16-16 0</inkml:trace>
  <inkml:trace contextRef="#ctx0" brushRef="#br0" timeOffset="157266.54">28078 7176 7533,'-24'23'1019,"1"-1"0,5-5 1,0 4-616,-2 8 1,-3 7 0,0 4 0,2 0-1225,1 0 1,2 2 0,0 1 0,1-2 583,1-3 0,0-1 0,1 0 0,1 2 371,-1 5 0,-1 2 0,5-1 0,9-8-564,19-4 0,5-4 429,-11 2 0,4-7 715,21-19 1,4-16-671,-9-24 0,-4-8-191,-2 11 0,-3-4-274,-7-6 0,-3-5 0,-5 4-704,-5 7 0,-4 3 1991,1-3 0,-5 3-3745,-23 4 2878,7 36 0,-8 12 0,12 6 0</inkml:trace>
  <inkml:trace contextRef="#ctx0" brushRef="#br0" timeOffset="157416.54">27941 7647 7533,'-33'32'1638,"14"-10"0,4 3 0,9 8 0,3 1-1451,-1-6 0,3 1-1087,5 3 1,5 2-1,1-2 431,6-4 1,1-1 0,2 4 0,1 0 0,-2-11 0,0 1 0</inkml:trace>
  <inkml:trace contextRef="#ctx0" brushRef="#br0" timeOffset="158006.54">28338 7610 7533,'-21'-7'1799,"5"13"-2519,16 30 720,0-11 0,5 20 0,2-25 0</inkml:trace>
  <inkml:trace contextRef="#ctx0" brushRef="#br0" timeOffset="158136.54">28313 7883 7533,'-26'41'3276,"8"-17"-4015,15 3 1,6 2 738,15 6 0,3 9 0,9-9 0</inkml:trace>
  <inkml:trace contextRef="#ctx0" brushRef="#br0" timeOffset="158656.54">29280 7511 7533,'-36'-26'3276,"-3"19"-1875,1 15-1221,8 20 0,2 8 0,6-5 0,2 0-438,0 1 1,2 1 437,2-7 0,10-2-231,21-5 0,8-2 51,3 5 0,2 2-60,0-4 0,3 2 1,-2-2 101,3-1 1,-4 2-178,-3 6 0,-10 2-315,-32 11 360,8-17 0,-4 0-930,-13-1 0,-8 0 1,2-3 929,2-3 0,-1-2-390,-11 6 0,-7 1 1,7-4 299,12-8 0,1-1 180,-16 7 0,3-3 0,4-16 0,-5 3 0</inkml:trace>
  <inkml:trace contextRef="#ctx0" brushRef="#br0" timeOffset="159286.54">29503 6768 7533,'-18'-37'3238,"-7"-1"-2519,-1 18-179,-4 20-420,11 21 0,2 14 0,0 1-150,2-5 0,2 2 0,-1 2-790,-2 5 1,0 5 0,0 0 0,3-6 443,-2 6 0,4-2 256,3-5 0,2 0 0,3-6 110,9 0-1340,-1-5 1,2-2 90,1-11 1259,3-4 0,-11-20 0,0-4 0</inkml:trace>
  <inkml:trace contextRef="#ctx0" brushRef="#br0" timeOffset="159386.54">29094 7214 7533,'-16'-36'1638,"30"13"0,7 2-867,13-14-1136,3 21 1,10 3 0,-5 2 0,-11 2 0,0 2 0,4 1 0,1 0 0,-1-1 0</inkml:trace>
  <inkml:trace contextRef="#ctx0" brushRef="#br0" timeOffset="159916.54">30259 7710 7533,'6'-14'-1709,"-5"8"1709,5 13 0,-6 6 0,0-1 0</inkml:trace>
  <inkml:trace contextRef="#ctx0" brushRef="#br0" timeOffset="160036.54">30235 7821 7533,'-14'12'1439,"3"17"-899,11 21-1530,0-7 416,0-8 0,0-1 0,0-11 0,0 11 0</inkml:trace>
  <inkml:trace contextRef="#ctx0" brushRef="#br0" timeOffset="160786.54">30842 7363 7533,'0'-20'1169,"0"19"-180,-16 48-749,3-13 0,-4 6 0,-1 3-720,2-10 0,-2 2 0,-1 1 0,-1 0 0,-1 1 465,1-2 0,-2 1 0,0 0 0,-1 0 0,0 0 0,1-1-183,-4 5 0,-1 1 0,1-2 1,1-1-1,0-2 198,-6 8 0,0-3 0,5-5 0,1 2 0,10-12 0,17-22 0</inkml:trace>
  <inkml:trace contextRef="#ctx0" brushRef="#br0" timeOffset="160936.54">30706 7623 9152,'3'49'584,"1"0"1,-5-10 0,-1 2-1,-1 3-832,2 2 1,0 5 0,1 0 0,0-1-81,0-5 0,2-1 0,0-1 1,-1-2-1,0 2 0,-1-2 1,3-5-1,6-2 0,-1 0 1</inkml:trace>
  <inkml:trace contextRef="#ctx0" brushRef="#br0" timeOffset="161056.54">30582 8094 9422,'35'-6'-342,"0"-1"0,11-5 0,-11 6 0,0 0 1</inkml:trace>
  <inkml:trace contextRef="#ctx0" brushRef="#br0" timeOffset="161236.54">31139 7635 7533,'-48'6'2608,"19"6"-1934,8 8 1,2 7-225,5 8 0,3 6-570,3-7 0,1 2 0,1 1-540,1 1 1,1 1-1,1-3-979,3 5 1,1-5 1625,6 11 0,-1-42 1,-6-12-1</inkml:trace>
  <inkml:trace contextRef="#ctx0" brushRef="#br0" timeOffset="161436.54">31027 7672 7533,'22'-30'2518,"0"20"-1978,3 17 0,-1 10-136,-5 14 1,-5 8-375,-3-5 0,-2 2 0,-4 1-91,-6 1 0,-5 1 0,-4-3-659,-3 0 1,-5-3-1,-2-2-494,-12 3 0,-2-5 1214,5-9 0,1-4 0,-6-5 0,22-11 0</inkml:trace>
  <inkml:trace contextRef="#ctx0" brushRef="#br0" timeOffset="162056.54">31462 7660 7533,'-13'-14'2518,"-5"53"-2248,8 0 0,1 6-270,1-6 0,-1 3 0,1-1-720,1 2 1,1-1-1,0-3-90,-3 1 1,0-10-180,2-17 989,10-36 0,5-16 0,3-6 0,4-2 179,0 14 1,2 0 0,1 4 809,6-8 1,3 13 449,17 33-89,-30 39-1171,-22-6 1,-9 4-390,-1-14 0,-4-1 1,-2-1-601,1-1 0,-1-2 1,0-2 809,-6 3 0,3-5 0,-2 6 0,24-23 0</inkml:trace>
  <inkml:trace contextRef="#ctx0" brushRef="#br0" timeOffset="162186.54">31722 7759 7533,'-28'28'427,"1"6"0,20 12 0,-5-5 1</inkml:trace>
  <inkml:trace contextRef="#ctx0" brushRef="#br0" timeOffset="162306.54">31660 8094 7533,'-14'26'179,"0"0"1,-8 11-180,20-7 0,4 0 0,4 7 0,1 0 0</inkml:trace>
  <inkml:trace contextRef="#ctx0" brushRef="#br1" timeOffset="164486.54">28698 8304 8596,'-14'0'990,"-3"0"719,16 17-388,34-2-685,-1-2 1,6-1-351,-1-7 0,4-3 1,1-2-240,2-1 0,1-2 0,-2 0 51,-4-1 1,-1 0-1,-2-2-207,3-3 0,-4 0 159,6 3-286,-45-6-125,-5 11 42,-17 2 0,-6 3-136,-10 9 1,-3 5 327,5-4 0,-3 2 0,0-1 231,-2-1 1,0 0 0,1-2 440,5 0 1,1-1 0,4-5 382,2-7 0,7-3-821,9-5 443,32-5 1,15-1-380,12 4 1,7 2-113,-9-2 0,2 0 1,1 2-78,2 4 1,1 1-1,-3 0-24,-6-2 1,-3 0-1,-2 1 21,4 4 0,-6 1 6,-1-6 271,-19 6-950,-55 0 706,17 6-511,-6 0 0,-8 1 0,0 3 251,3 3 1,0 3 0,-1-1 570,-5-1 0,0 0 0,1-1 366,1 3 0,1 0 1,20-12 1607,24-15-1815,30-3 0,17 1-553,-15 4 0,2 0 1,3 1-1,1 1-749,6-1 1,1 1 0,1 2 0,-2 1 563,-4 4 1,-1 1-1,-1 2 1,-2-1 0,5 0-1,-2 0 1,-2 2 0,4 5-1,0 0 1</inkml:trace>
  <inkml:trace contextRef="#ctx0" brushRef="#br0" timeOffset="165406.54">28970 8986 7533,'-13'-7'1619,"1"-4"90,-1 10-450,-5 23-944,8 8 0,2 7-195,1-4 0,0 2 0,1 1-150,0 4 0,-1 1 0,3-3-510,2 4 0,3-6 270,0 3-135,16-53 1,5-17 134,-1-1 0,1-6 0,-1 2 29,-3 6 1,0 2 0,2-2 360,6-13 0,2-3 0,-2 9 1139,8 2 270,-2 43-899,-21 29 0,-6 14-1200,2-7 0,1 3 1,-1 0 330,1-1 0,1-1 1,2-3-1,2-9 0,2-2 1,1-5-1,6-5 1,-1-1-1</inkml:trace>
  <inkml:trace contextRef="#ctx0" brushRef="#br0" timeOffset="191916.54">32330 7672 7533,'-35'0'2968,"2"0"-1619,26 22-1169,0 5 0,-4 7-90,-2 3 0,-3 5 0,-2 3-447,1-4 0,-1 1 1,-2 2-1,0 0-93,1-8 0,0 0 1,-1 0-1,0-1 0,1-1-292,-1 2 0,0-2 0,1-1 0,1-3 742,-9 11 0,7-11 0,15-19 0,12-25 0</inkml:trace>
  <inkml:trace contextRef="#ctx0" brushRef="#br0" timeOffset="192066.54">32305 7908 7533,'-8'35'1092,"-1"0"0,4 10 0,1 5-775,-2-3 0,-1 4 0,2 0-682,3-3 1,2 0 0,2-2 0,-1-10 0,1-2 0,2-3 0,2 1 0,0-1 0</inkml:trace>
  <inkml:trace contextRef="#ctx0" brushRef="#br0" timeOffset="192186.54">32193 8354 7533,'-30'-19'3276,"15"7"-3248,53-5 0,-7 9 1,7-1-1,-1 0 1</inkml:trace>
  <inkml:trace contextRef="#ctx0" brushRef="#br0" timeOffset="192436.54">32479 8540 8252,'-20'-2'3276,"2"26"-2845,7-3 0,-1 3-1960,-1 3 0,0-1 1529,-8 17 0,-1-26 0,15-11 0</inkml:trace>
  <inkml:trace contextRef="#ctx0" brushRef="#br0" timeOffset="192616.54">32851 7957 7533,'-19'20'1092,"0"0"0,2 7 0,3 4-475,5 2 0,3 4 0,1-2-1048,-1 3 1,1 0-875,5 10 1,0-4 1304,0-10 0,6 2 0,1-18 0</inkml:trace>
  <inkml:trace contextRef="#ctx0" brushRef="#br0" timeOffset="192956.54">32863 7957 8342,'-12'-13'3276,"26"2"-1695,14 22-3469,11 8 943,-28 5 1,-8 5 584,-14 8 0,-9 2 660,3-9 0,-1 1 0,-1-2 284,-7 7 1,7-2-675,25 7-630,29-30 540,-7-10 1,-5 4 358,-15 24-44,-18-5 0,-7 3-1035,-11 8 1,-2 0 899,6-8 0,3-2 0,-8 15 0,23-27 0</inkml:trace>
  <inkml:trace contextRef="#ctx0" brushRef="#br0" timeOffset="193106.54">33023 8515 7533,'-24'24'1092,"0"-1"0,4 0 0,0 1-1291,-2 7 0,2 0 199,7-8 0,1-2 0,-5 9 0,4-12 0</inkml:trace>
  <inkml:trace contextRef="#ctx0" brushRef="#br0" timeOffset="193456.54">33284 8007 7533,'-39'17'3276,"14"20"-1638,18-3 0,3 6-1424,3-8 1,2 2 0,-1 0-965,0 1 0,1 0 1,-2-3-890,-2 9 1,1-6 1512,6-4 1,3-34 0,12-22 0</inkml:trace>
  <inkml:trace contextRef="#ctx0" brushRef="#br0" timeOffset="193736.54">33346 8019 7353,'0'-19'3276,"0"7"-1155,-28 39-1537,6 2 1,-1 6-345,1-2 0,-1 4 0,3 0-300,2-1 0,2 1 0,4-1-75,4 10 0,11-5-1170,15-13 1,8-8 1304,3-14 0,1-5 0,-1-1 0,-1-3 0,13-15 0</inkml:trace>
  <inkml:trace contextRef="#ctx0" brushRef="#br0" timeOffset="193956.54">33395 8590 7533,'-5'24'3276,"3"-4"-1605,-3-3-3200,5 7-1260,-6 2 2789,-1 0 0,-5-2 0,0-12 0</inkml:trace>
  <inkml:trace contextRef="#ctx0" brushRef="#br0" timeOffset="194306.54">33618 8218 9422,'-12'23'1019,"0"1"0,4 1 1,2 2-1695,-3 10 1,1 0-496,7-7 1,1-2-1440,-5 15 2609,5-53 0,5-2 0,2-30 0</inkml:trace>
  <inkml:trace contextRef="#ctx0" brushRef="#br0" timeOffset="194436.54">33581 8379 7533,'32'-33'2608,"-2"15"-899,-5 41-1349,-18 1 0,-6 3-540,-6 10 0,-8 2-540,-6 3 1,-7-3 400,-2-8 1,-2-4-1,0-4 1,0-5-1,5-9 1,0 0-1</inkml:trace>
  <inkml:trace contextRef="#ctx0" brushRef="#br0" timeOffset="195006.54">32479 7722 7533,'1'-26'3276,"-19"24"-2415,-21 28-861,19-4 0,0 2-180,1 1 1,8-1-1,22 3 360,11-5-1,4-10 271,-42 24-630,-3-11 0,-3 1 180,-5-2 0,1-1 0,-4 13 0,26-25 0</inkml:trace>
  <inkml:trace contextRef="#ctx0" brushRef="#br0" timeOffset="195356.54">32961 7759 7533,'-14'-12'3276,"3"5"-1695,0 2-1401,-2 27 180,-7 5-990,8 17-270,23-12 361,4-15 89,4-6-539,-35 7-990,-13 9 1979,-9-1 0,9-3 0,17-11 0</inkml:trace>
  <inkml:trace contextRef="#ctx0" brushRef="#br0" timeOffset="195766.54">33494 7796 7533,'-31'-7'3276,"0"13"-1605,18 19-1581,7 2-630,13 9 180,0-11 450,-1 0-809,-29 5-361,1-4 1080,-9-1 0,13-7 0,12-6 0</inkml:trace>
  <inkml:trace contextRef="#ctx0" brushRef="#br0" timeOffset="196306.54">33829 8032 8792,'-13'19'1259,"-4"10"-989,16-3 0,1 0-180,12-2 90,2-17-270,-2 4-720,-17-4 810,-31 16 0,-5-8 0,10-3 0,1 0 0</inkml:trace>
  <inkml:trace contextRef="#ctx0" brushRef="#br0" timeOffset="197356.54">32441 6867 7533,'27'-25'1529,"-10"6"360,-28 1-1350,2 17 541,-31 24-676,22 16 1,3 6-680,-2-13 1,1 3 244,2 8 0,0 5 0,2-1-270,1-10 0,0 0 1,1-2 209,-3 12 0,-2 1-420,2-11 0,-1 1 1,1-5-944,3-5 0,0-3 1453,-15 15 0,7-13 0,6-27 0</inkml:trace>
  <inkml:trace contextRef="#ctx0" brushRef="#br0" timeOffset="197486.54">32144 7300 7533,'0'-19'2338,"5"1"-2068,41 0-1170,-1 10 1,3 3 489,-5-2 0,0 1 1,-6 1-1,2-1 1,-5 1-1,-6-2 0,1 0 1</inkml:trace>
  <inkml:trace contextRef="#ctx0" brushRef="#br0" timeOffset="197766.54">32961 7003 7533,'-7'-14'3276,"2"-2"-1335,5 14-1761,0-3 269,0 32-134,-8 3 0,-1 2-360,5-4 0,-1 2 55,-5 6 0,-2 4 0,0-2-370,-2 3 1,2-2 89,-2 1 0,2-1-450,2 0 1,2-4-630,2-2 989,6-7-1889,0-9 2249,-5-28 0,-2 3 0,-5-10 0</inkml:trace>
  <inkml:trace contextRef="#ctx0" brushRef="#br0" timeOffset="197886.54">32702 7337 7533,'26'-27'494,"-5"9"1,3 3-495,1 7 0,1 2 0,-2-3 0,0-1 0,2 1 0,0 0 0</inkml:trace>
  <inkml:trace contextRef="#ctx0" brushRef="#br0" timeOffset="198286.54">33433 7065 10141,'-17'36'854,"4"-5"1,0 4-765,-4 7 0,1 0-90,2-6 0,3 1-225,4 4 0,3-2-854,4 6 899,0-5-719,0 0-271,-11-21-359,-14 1 1529,-3-3 0,-7-9 0,10-3 0</inkml:trace>
  <inkml:trace contextRef="#ctx0" brushRef="#br0" timeOffset="198406.54">33246 7449 7533,'13'-13'90,"16"-9"-90,-7 19 0,14-19 0,-12 8 0</inkml:trace>
  <inkml:trace contextRef="#ctx0" brushRef="#br0" timeOffset="198906.54">33705 7239 8612,'14'11'1619,"-3"2"-1079,-27 29-270,6-13 0,-1 4-136,-5 4 1,0 3-270,5 1 1,3-1-91,4-7 0,2-4-855,4 3-269,3-10 989,-5-21-809,-16 15 90,-10-7 1079,-13 3 0,7-23 449,14-10 2340,29-21-720,21 9-1890,0 16 1,4 3-180,-6 7 0,0 2 0,2 1 0,-3 3 0,7 1 0</inkml:trace>
  <inkml:trace contextRef="#ctx0" brushRef="#br0" timeOffset="199736.54">26899 10262 7533,'-29'11'989,"8"8"-584,10 15 0,5 8-76,4-7 1,2 4 0,2 1-512,-1 0 0,1 2 0,0 2 0,-1 0 272,1 3 0,-1 2 0,-1-1 0,-1 0 0,-2-1 0,0-1 0,-2-1 0,-2-1-293,-3-3 1,-1-1 0,-3-2-1,-1-1-890,-6 5 1,-3-2 0,-1-5 582,-4-3 0,-1-6 1,0-6-1,2-7 1,-4-13-1</inkml:trace>
  <inkml:trace contextRef="#ctx0" brushRef="#br0" timeOffset="199856.54">26578 10956 7533,'34'-26'-72,"0"0"0,0-1 0,4 3 0,3 2 0,-1 4 72,-1 7 0,1 4 0,-2 0 0,-2-1 0,-1 1 0,-3-1 0,1-2 0,0 1 0</inkml:trace>
  <inkml:trace contextRef="#ctx0" brushRef="#br0" timeOffset="200056.54">27507 10398 7533,'-33'25'819,"0"0"0,6 7 0,2 5 0,1 5-467,8-8 0,0 4 0,2 1 1,0 1-1,2 0-877,1 1 0,1 2 0,1 0 0,3-1 0,4-1-60,4 5 1,5-1-1,4-3 1,5-5 584,9-4 0,7-6 0,2-8 0,9-6 0,2-12 0,-2-17 0,1 0 0</inkml:trace>
  <inkml:trace contextRef="#ctx0" brushRef="#br0" timeOffset="200236.54">27929 10423 8072,'-6'-14'3276,"-12"58"-2989,6-17 1,-3 4-1,0 3-837,-1 3 0,1 3 1,-1 3-1,-1-1 392,0 2 1,-1 1 0,0-1 0,1-1-653,2-5 0,0 0 1,1-2-1,1-2 810,-3 16 0,2-8 0,-2-2 0,9-34 0</inkml:trace>
  <inkml:trace contextRef="#ctx0" brushRef="#br0" timeOffset="200386.54">27768 10758 7533,'41'-20'3276,"4"41"-3115,-21-5 0,-2 4-116,-3 7 0,-2 4-135,1 11 0,-2 3-1080,-5-8 1,0-1 942,5-3 1,-2 0 0,-6-5 0,-3-5 0,0-11 0</inkml:trace>
  <inkml:trace contextRef="#ctx0" brushRef="#br0" timeOffset="200506.54">27817 11043 7533,'17'-19'-360,"8"8"0,3 4 360,18 0 0,-8 1 0,0 1 0,6-2 0</inkml:trace>
  <inkml:trace contextRef="#ctx0" brushRef="#br0" timeOffset="201136.54">28251 10349 7533,'-23'-7'1079,"-14"34"-1169,13 0 0,2 4 0,0 7 0,6 3 90,5-3 0,9-2-45,11-9 0,7-6-225,24 4 1,-7-1-181,-33 0 360,-11-3-225,-16-3 0,-3-2 315,11 0 0,-26 2 0,25-13 0</inkml:trace>
  <inkml:trace contextRef="#ctx0" brushRef="#br0" timeOffset="201336.54">28351 10250 7533,'26'31'819,"0"1"0,-11 1 0,-4 5 0,0 3-402,0 2 1,1 3 0,-3 3 0,-4 0-983,-5-5 0,-3 1 0,-2 1 0,-2 0 0,-1 0 133,-1 1 0,-2 1 0,-1-1 1,-1-1-1,-1-3 168,-4 3 0,-1-2 1,-2-2-1,1-3 0,-2 3 1,-1-4-1,1-3 0,-2-6 1,0 1-1</inkml:trace>
  <inkml:trace contextRef="#ctx0" brushRef="#br0" timeOffset="202596.54">26949 11650 7533,'-12'-14'719,"-1"-2"-359,1 14 540,-22 25-541,16 9 1,1 9-180,3-6 0,-1 2 0,1 1-381,2-6 0,2 0 0,1 3 171,3 14 0,3 4 0,0-8-15,0-18 0,1-1-15,1 11 0,1 6 0,1-4-210,-1 1 0,0-4 180,-2-5 0,-2 0-135,-2 13 0,-6-3-405,-4-16 1,-5-3 629,-14 11 0,-3-4 0,13-13 0,-1-4 0,-6-5 0,1 1 0</inkml:trace>
  <inkml:trace contextRef="#ctx0" brushRef="#br0" timeOffset="202716.54">26466 12394 7533,'34'-28'67,"0"-1"1,4 3-1,5 0 1,0 1-68,-5 6 0,0 1 0,1 0 0,5-3 0,0 1 0,-1 1 0,-11 7 0,-1 0 0,1 0 0</inkml:trace>
  <inkml:trace contextRef="#ctx0" brushRef="#br0" timeOffset="202906.54">27470 11762 7533,'-33'18'2608,"-2"12"-2218,21 4 0,3 9 0,1 1-540,0-5 0,3-1 0,0 5-506,2-4 1,1 5-1,0 2 1,3-3 0,3-4-139,5 1 1,4-4-1,2-2 794,2 1 0,2-1 0,4-11 0,6-15 0,2-10 0,-5-5 0,1 0 0</inkml:trace>
  <inkml:trace contextRef="#ctx0" brushRef="#br0" timeOffset="203066.54">27817 11848 7533,'0'-19'1979,"0"13"-630,0 40-1259,-5 3 0,-1 7-360,3-6 0,1 3 0,-1 1-550,-1-2 1,-1 1 0,0 0 0,1-3-182,0 12 1,1-4 1000,-1 4 0,3-9 0,6-21 0,2-2 0</inkml:trace>
  <inkml:trace contextRef="#ctx0" brushRef="#br0" timeOffset="203416.54">27805 11923 7533,'16'-40'2428,"5"11"-2248,5 23 0,20 23-989,-17 9 224,-12 6 0,-3 2 405,-3 10 90,-17 1 0,-6-4 180,-3-15 0,0 5 0,1 0 450,6-9-360,-3 3 629,33-14-719,-11-11 90,23-6-270,-3 5 180,-15 1-360,6 12 91,-27 7 89,-19 17-270,2-8 180,-5-2 0,-3 0-810,6-10 1,1-3 989,0 3 0,0-1 0,-11-4 0,21-11 0</inkml:trace>
  <inkml:trace contextRef="#ctx0" brushRef="#br0" timeOffset="203686.54">28276 11762 7533,'-37'-10'1169,"11"7"-1079,10 21 0,3 6 0,-1 15-90,2-5 90,12-1 90,23-25-180,-6 4-90,17-1-450,-20 13 450,-7-2-135,-13 0 0,-6 3-405,-4-2 1,-1-2 629,-16 8 0,4 4 0,16-26 0</inkml:trace>
  <inkml:trace contextRef="#ctx0" brushRef="#br0" timeOffset="203866.54">28462 11662 7533,'26'39'1638,"-14"1"0,-6 6-1343,-4 0 1,-4 5-1116,-2-9 1,-2 4 0,-1 1 0,1-4-245,0-1 0,-1-2 0,-2 2 771,-4 1 1,-1 3 0,-4 0-1,-1-3 210,0-9 0,-4-2 0,1-2 0,0 2 0,1-1 1,1 1-1,-1-1 0,0 0 0,-4 0 0,0 0 0,-1 0 1,1 0-1</inkml:trace>
  <inkml:trace contextRef="#ctx0" brushRef="#br0" timeOffset="204256.54">26986 12890 7533,'-41'-2'1349,"18"9"-1304,-9 16 0,2 6-45,17-5 0,2 2-1093,-10 12 1,-2 6 0,3-3 1033,8-8 1,1 1 192,0-1 1,-2 5 0,0 2 0,4-2-502,4 5 0,3 0 1,0-1 366,-4-3 0,0-2 0,1 3-60,4 7 0,3 3 0,-3-4-464,-4 1 1,-1-5 478,3-4 0,-2-1-585,-7 6 0,-5-6-629,-20-10 989,2-2 541,-1-14 0,13-22 1,4-3-1</inkml:trace>
  <inkml:trace contextRef="#ctx0" brushRef="#br0" timeOffset="204406.54">26404 13547 7533,'24'-21'899,"-1"0"1,7-2-601,-4 8 1,6-1 0,1 1-1393,4 2 1,2 1 0,-2 0 394,-4 2 0,-1 1 1,2-1 449,5-1 1,3-1-1,-1 0 1,-3 2 176,7-1 1,-2 1 0,-10 2 0,1 0 0,-1 0 0,6-1 0,-1 0 0</inkml:trace>
  <inkml:trace contextRef="#ctx0" brushRef="#br0" timeOffset="204606.54">27544 13039 7533,'-23'-32'1709,"8"12"-810,-31 37-270,22 21 1,3 8-540,-3-11 0,1 4-314,8-3 0,0 5 1,3 2-1,2-2 224,2 5 0,4-1 0,0 0-270,1-5 0,0 0 1,4 1 59,4 6 0,4 2 0,7-8 210,19-4 0,3-8 0,-9-1 0,0-3 0,9-9 0,0 1 0</inkml:trace>
  <inkml:trace contextRef="#ctx0" brushRef="#br0" timeOffset="204856.54">27916 13212 7533,'-30'-39'2248,"9"14"-1438,-7 20-720,14 12 180,-3 12 0,-1 7-1,1 11 1,1 2-270,-1-5 0,1 2 30,5-1 0,1 4 0,2-4-165,1 2 0,2-2 90,2-5 0,4 0-315,4 7 1,8-6-946,10-20 1,4-6 1124,-3 6 1,0-3 38,4-6 0,-2-6 0,10-19 1,-5-4-1</inkml:trace>
  <inkml:trace contextRef="#ctx0" brushRef="#br0" timeOffset="205136.54">28078 12952 7533,'-20'-26'629,"8"8"-359,1 18-180,10 6 540,-5 13-630,6 0-360,0 11 0,11 7 360,-3-9 90,10 1 0,-5-11 90,-7-5 0,6 11 90,-17 1-270,10-5 0,-22 9-810,-2-4 630,-2-10 180,-2 7 0,10-15 0,1 5 0</inkml:trace>
  <inkml:trace contextRef="#ctx0" brushRef="#br0" timeOffset="205336.54">28363 12976 8882,'0'27'1169,"0"9"1,0 6-991,-2-6 1,-2 4-1000,2-5 1,-1 5 0,0 0 0,-1-4-820,-2 13 1,-2-1 1422,-1-3 0,-3 3 1,-1-4 103,1-10 0,-1-2 1,-1-1-1,0 0 1,-2 0-1,1-1 1,-1 0-1,0-1 1,-1 0-1</inkml:trace>
  <inkml:trace contextRef="#ctx0" brushRef="#br0" timeOffset="205556.54">27445 14302 7533,'-40'6'1619,"11"6"-3778,29 8 2159,2-1 0,14-1 0,-2-5 0</inkml:trace>
  <inkml:trace contextRef="#ctx0" brushRef="#br0" timeOffset="205686.54">27445 14563 7533,'-25'8'899,"-1"0"1,-6 2-1260,10 19 360,26-4 0,3-5 0,13 4 0</inkml:trace>
  <inkml:trace contextRef="#ctx0" brushRef="#br0" timeOffset="205816.54">27445 14922 7533,'-16'36'449,"11"-14"451,-17 18-2429,21-13 1529,-4-1 0,10-3 0,2-11 0</inkml:trace>
  <inkml:trace contextRef="#ctx0" brushRef="#br0" timeOffset="205936.54">27482 15257 7533,'-11'29'809,"0"0"1,6 4-361,-12 6 1,1 2-225,13-14 0,3-2-900,-4 2 1,2-2 674,9 22 0,6-28 0,-1-1 0</inkml:trace>
  <inkml:trace contextRef="#ctx0" brushRef="#br0" timeOffset="206936.54">28932 10398 7533,'-19'6'3276,"12"28"-1638,18-13 0,7 0-1137,8 8 1,6-2-367,11-9 0,2-4-45,-9-4 0,-6 2-180,-5 17-210,-39-4 0,-16 4 1,-3 1-174,5-4 1,-1 0 0,-2 1 0,0 0-348,-5 4 1,0 1 0,0 0 0,3-2 500,1-1 1,2-2 0,6-2 0,2 0-1,11-3 1,18-4 0</inkml:trace>
  <inkml:trace contextRef="#ctx0" brushRef="#br0" timeOffset="207106.54">29404 10907 7533,'-33'26'819,"0"1"0,3-3 0,-1 1 0,-1 1 0,3-2 0,-1 1 0,0 1 0,-1-1-1639,1 1 1,-2 0 0,2 0 0,2-2 646,-2 3 1,3-2-1,1-1 1,-5 1-1,6-3 1,6-5 0</inkml:trace>
  <inkml:trace contextRef="#ctx0" brushRef="#br1" timeOffset="-210730.19">30359 10089 8401,'-32'-14'3276,"-15"25"-2591,19 11 0,0 11-1009,7-5 0,0 5 0,1 3 0,0 0 534,0 6 1,0 2-1,1 1 1,1-2-154,4-6 1,0-1 0,2 0 0,1 1 137,0 4 1,1 2-1,2-1 1,4-3 36,5-3 1,4-3 0,-1 2-419,-2 5 0,1 1 0,0-1 139,3 6 0,2-4-329,3-5 0,-6-5-1562,-20 1 1309,11-2-2430,-36-13 3059,18-12 0,-14-12 0,11-1 0</inkml:trace>
  <inkml:trace contextRef="#ctx0" brushRef="#br1" timeOffset="-210590.19">29776 10844 8110,'18'-33'1638,"-1"13"0,7 1-553,7 5 0,5 2 0,-1 0-1924,2-2 0,2 0 826,-2 2 1,7-1 0,-2 2 0,-5 1 0,-6 2 0,0 1 0,2-1-1,0 0 1,0 1 0</inkml:trace>
  <inkml:trace contextRef="#ctx0" brushRef="#br1" timeOffset="-210160.19">30743 10225 7678,'-28'39'546,"0"0"0,0-1 0,1 1 0,-1-3 0,2-3 0,1 5 109,5-4 0,1 4 1,-1 1-1,2 1 0,3-1-845,0 1 1,2 0 0,2-1-1,1 1-148,0 3 1,1 0 0,2 0 0,6-2-756,8 6 1,6-2 0,4-8 1057,4-5 1,5-12-1,14-17 1,1-12 0,-19-5-1,0 1 1</inkml:trace>
  <inkml:trace contextRef="#ctx0" brushRef="#br0" timeOffset="-209880.19">31052 10436 7533,'-33'15'655,"0"1"0,0-1 1,2 6-1,2 2 0,1 2 291,5 0 1,2 1 0,2 2-1262,-4 12 1,11-1 179,16-12 0,8-4 135,22 7 180,-8-18 0,-1 0-91,6 18-179,-34-6 1,-10 2-586,-10 9 0,-6-2 405,2-7 1,-1-3-676,-5 5 1,3-5 836,9-15 0,-2 3 1,10-11-1</inkml:trace>
  <inkml:trace contextRef="#ctx0" brushRef="#br0" timeOffset="-209680.19">31176 10361 7533,'17'-3'1638,"-6"21"0,-2 11-546,3 5 0,0 7 0,-4 3-1232,-4 0 0,-4 4 1,-2 3-1,-3 0-325,1-11 0,-2 1 1,-1 1-1,-2 0 1,-2 0-1,-1 0 315,-5 4 1,-2 0 0,-3 0 0,0-1-1,-1-1 1,2-2 0,-1 0 0,1-2 0,0-2-1,-2 0 1,0-1 0,-3-3 0,0 0-1,1 0 1,-1 0 0,0 0 0</inkml:trace>
  <inkml:trace contextRef="#ctx0" brushRef="#br0" timeOffset="-209160.19">29007 11923 7533,'-8'-2'3276,"31"32"-2801,-1-8 1,3 2-296,10 10 0,-1 1 0,-9-7 0,-5 1-225,-9 0 0,-9 1-360,-19 4 0,-9 0-255,4-10 1,-3-1 0,0 1-301,-1 3 1,0 1-1,1-3 718,-2-2 0,4-1 0,1 18 0,22-21 0</inkml:trace>
  <inkml:trace contextRef="#ctx0" brushRef="#br0" timeOffset="-208990.19">29230 12481 7533,'-8'31'1092,"0"0"0,-6 3 0,-4-1 418,-14 2 0,-4-1-1930,12-9 0,0 1 1,1-3 40,-5 2 0,3-3 0,3 0 1,6-4-1,9-6 0</inkml:trace>
  <inkml:trace contextRef="#ctx0" brushRef="#br0" timeOffset="-208660.19">30148 11787 7533,'-24'-13'629,"9"6"990,-25 2-1259,24 10 269,-15 13 1,0 4-180,5 4-1516,2 3 0,-4 7 0,5-4 1246,10-9 0,1 1 29,-4 13 1,-1 7 0,5-4-120,7-11 0,2 1-90,-2 9 0,1 5 0,2 0 90,4-4 0,3 1 0,-1-3-540,-3 11 0,0 0-60,3-2 1,1 2-1,-3-8-29,-7 4 318,-4-4 0,-6-1-858,-4-15 0,-6-4 1079,-3-3 0,-2-3 0,5-5 0,-1-4 0,-15-13 0</inkml:trace>
  <inkml:trace contextRef="#ctx0" brushRef="#br0" timeOffset="-208530.19">29590 12493 7533,'29'-36'1349,"-7"14"0,5 0-1079,2 3 0,5 1 0,1-1-568,-2 2 0,2-1 0,1 1 0,-2 1 0,3 0 0,-1 1 0,0-1 0,1 1 1,-1-1-1,1 1 0</inkml:trace>
  <inkml:trace contextRef="#ctx0" brushRef="#br0" timeOffset="-208360.19">30396 11985 7533,'-27'24'655,"1"0"0,-1 0 1,0 9-1,2 4 0,1 3 164,5-5 0,0 2 0,2 2 0,3 1-1258,3 3 0,2 2 0,3 0 0,5-1 439,5 5 0,5-2 0,3-3 0,1 6 0,7-9 0,9-21 0,-1 0 0</inkml:trace>
  <inkml:trace contextRef="#ctx0" brushRef="#br0" timeOffset="-208060.19">30768 12072 7533,'-47'16'1092,"0"1"0,5 1 0,3 5-176,16 1 1,2 4 0,3 0-1817,-2 5 1,8-1 314,11-6 1,8-3 224,31 1 585,-9-21 0,0-1 135,17 9-90,-28 14-450,-33-1 0,-12 1-225,-6 8 0,-5-2 405,-4-3 0,0-4 0,9-6 0,4-6 0,-6-7 0</inkml:trace>
  <inkml:trace contextRef="#ctx0" brushRef="#br0" timeOffset="-207880.19">30953 11886 7533,'19'44'819,"-1"0"0,-6-2 0,-1 3 0,-2-2 273,-2-7 0,0-2 0,-2 3-930,-2 2 0,0 5 0,-3-2 0,0-8-162,-3-6 0,-1-2-690,-3 12 1,-3 5-1,-2-4 690,-8-1 0,-4-2 0,6-8 0,-1 0 0,-2-1 0,-12 5 0,-1 1 0</inkml:trace>
  <inkml:trace contextRef="#ctx0" brushRef="#br1" timeOffset="-206730.19">29540 13993 10597,'-33'5'1430,"10"2"-1487,23 6 83,18 10 1,-3 3 0,8 11 0</inkml:trace>
  <inkml:trace contextRef="#ctx0" brushRef="#br1" timeOffset="-206590.19">29602 14674 10124,'-18'27'1092,"-1"0"0,7-1 0,3 1-910,2-2 1,3 1 0,17 15 0,6-16 0</inkml:trace>
  <inkml:trace contextRef="#ctx0" brushRef="#br1" timeOffset="-206460.19">29813 15468 10563,'-13'30'655,"0"1"0,0 15 1,14-19-1,0 0 0</inkml:trace>
  <inkml:trace contextRef="#ctx0" brushRef="#br1" timeOffset="-206340.19">30036 15988 7974,'-27'31'187,"0"0"1,7-8 0,6 0-1,15 18 1</inkml:trace>
  <inkml:trace contextRef="#ctx0" brushRef="#br0" timeOffset="-202590.19">31536 8714 7533,'-40'-7'1619,"0"1"629,26 12-1888,2 0 1799,39 18-1380,7-14 1,9-2 0,-1 0-1526,-10 1 0,-1 0 0,5-1 910,-1-2 1,5 0 0,4-1 0,1 1 0,0-1 0,-2 2-483,1-1 1,-1 1-1,1 1 1,0-1-1,-2 0 1,0 0 281,2 0 0,-1 0 0,-1 0 0,1 0 0,3 1 48,-3 0 1,3 0 0,1 0 0,1 0 0,-1 1 0,-2 0 0,-3-1-100,0 1 1,-2 0 0,-2 0 0,0 0 0,0-1 86,7 1 0,0 0 0,0-1 0,0 0 78,3 3 0,1 0 1,-1-1-1,-5-1-48,-6-4 0,-4-1 0,-1 0 15,12 3 0,-1-1-525,-8-3 0,1-1 1,-3-2-1160,0-5 1,-2-1 758,-4 5 0,0-1 880,4-3 0,-5-1 0,-17 1 0,8-2 0</inkml:trace>
  <inkml:trace contextRef="#ctx0" brushRef="#br1" timeOffset="-195190.19">31350 8614 7991,'-48'0'1709,"13"-5"-929,-1 3-238,24-3 676,12 16-851,7-3 841,27 21-97,1-12 0,3-2-946,-6-1 1,1-1 35,5-1 1,4 0-1,-1-1 96,-1-1 1,0 0-1,-1 0-591,-7-3 1,0 0 0,2 1 408,4 1 1,3 2-1,0-1 1,-1 0-1,0 0 1,-2-2-1,1 0-147,-2 0 1,1-2-1,0 1 86,4 0 1,2 1 0,-3-1 335,2 3 1,-4-2-364,-5-4 1,0 2 267,7 6 0,-2 3-136,-13-5 1,-1-1-200,16 6-26,-10-3 1,0-2-115,-5-8 0,-1-2 0,23 5 135,-13-6 0,-1-3-135,11-3 180,1 0 197,-20 4 1,-1 1-558,20 2 180,-11 5 598,-9-4 0,1-1-688,13 6 180,1-6 90,-14-2 0,0-2 180,18-8-180,-10 4-180,-8-1 0,-1 1 180,8 1-90,1 1 360,6-6 180,-9 6-450,-3-7 90,12-5-270,-14-1 0,0 0-90,3 1 0,-4 0 360,-10 10 720,7-14-1,-15 8-629,0-5 90,9-5-1169,4-6 809,0 8-1170,9-18 1,-9 3 1349,-7 8-270,-1 1 0,-2-1 180,-1-5 0,-3 10 0,0-2 0,-1-16 0</inkml:trace>
  <inkml:trace contextRef="#ctx0" brushRef="#br0" timeOffset="-193730.19">31586 6731 7533,'0'-34'0,"-6"0"1529,-6 25-630,-5 27 1,-2 14 59,0 1 1,1 5-1,-2 5-1303,6-7 0,0 4 0,0 2 1,0 3-1,-1 1 0,-1 2 414,3-7 0,-1 1 0,0 2 0,-1 1 0,0 1 0,1 1 0,-1 0 0,1 0 0,0 0-223,2-1 0,-1 0 1,1 1-1,0 1 1,0 0-1,1 0 1,-1 0-1,1 0 0,-1 0 1,1-1 116,0-1 0,-1 1 0,1-1 0,-1 1 0,1 0 0,0-1 0,0-1 0,1 0 0,1-1 0,1-2-144,-2 9 0,2-1 0,0-1 0,1-1 0,0-3 1,2-2-1,1-4-720,-3 22 1,3-7-1,11-23-1258,35-36 2158,-24-13 0,-1-7 0,2-7 0,-1-6 0,-1 2 0,2-2 0,-1 0 0</inkml:trace>
  <inkml:trace contextRef="#ctx0" brushRef="#br0" timeOffset="-193230.19">31486 6867 7533,'-9'-27'854,"-1"1"1,14-11 783,29 10 0,15 6-1333,-12 12 0,4 5 1,3 1-1,2 1-852,-3 0 1,2 0 0,2 2 0,1-1 0,1 1 0,0 0 535,-4-1 1,2 1 0,0 0 0,0-1 0,1 2 0,-1-1 0,0 1-16,-2-1 0,1 1 1,0 1-1,-1-1 0,0 1 1,0 0-1,-2 1-4,2 0 0,1 0 0,-2 0 0,-1 1 0,-1 1 0,-3 1 413,7 3 0,-4 2 1,-1 0-1,-5 3-83,-1 1 0,-3 2 0,-5 1 476,2 12 0,-3 1-821,-4-5 0,0-1-270,4 3 0,1-1 360,7 1 0,2-1 0,-1 4 0,1 0 15,-10-9 0,0 0 0,-1 3 682,-1 3 1,-2 3 0,-1 1-234,-2 2 1,-1 3 0,-3 3-439,-6 0 1,-3 2 0,-1 2-1,-2 1-179,0-5 0,0 1 0,-2 1 0,0 1 1,1-1-379,-1 3 0,-1 0 0,1 1 1,-1 0-1,1-1-170,0 0 1,0 0-1,0 0 1,1-1 0,0-1 488,0 4 0,2 0 0,-1-2 0,-2-4 0,0 1 0,-2-4 0,-1-2 0,-4 8 0,0-1 0</inkml:trace>
  <inkml:trace contextRef="#ctx0" brushRef="#br0" timeOffset="-192330.19">31251 8639 7533,'-20'-7'3276,"-20"13"-2576,9 9 1,-5 6-431,-2 0 0,-4 2 0,-2 1-823,6-2 0,-3 0 0,0 1 0,-3 0 607,4-3 0,-3 0 0,0 0 0,-1 0 0,0-1-196,-1 0 0,-1 0 0,0 0 1,-1-1-1,-1-1 232,5-2 0,-2-1 0,-1 0 0,1-1 0,-1 0 0,0 0-128,0 0 0,1 0 0,-1-1 0,1 1 0,-2-1 0,0-1-14,4-2 1,0 0 0,-1 0-1,-1-1 1,1 0 0,0-1-1,0-1 7,-5 1 0,0-1 0,0 0 0,0-1 0,-1-1 1,1 0-21,6-2 1,0 0 0,-1 0 0,1-1-1,0-1 1,-1 0 0,1-2 49,-6 0 0,-1-1 0,1-1 0,0-1 0,-1 0 0,1 0 75,0 0 0,1 0 0,-1-1 0,1 1 0,-1-1 0,1 0 17,5 0 0,1 0 0,-1-1 0,1 1 0,-1 0 0,0 0 0,1 0-32,-8 1 0,0 0 0,1 1 0,-1 0 0,0 0 0,1 0 30,1 0 0,0-1 0,0 1 0,0 0 0,1 1 0,0 0-53,1 1 1,1 0-1,1 1 1,-1 0 0,1 0-1,0 1 233,2-1 0,-1-1 0,1 1 0,0 0 0,0 1 0,1-1 91,-2 1 1,0-1 0,0 1 0,1 0 0,0 1-168,0 1 1,0 0 0,0 0 0,0 1 0,2-1 108,-3 1 0,1 0 0,0 1 0,0 0-19,-2 1 1,-1 0 0,1 0 0,0-1-68,3 0 0,1-1 1,-1 0-1,1 0-67,0-1 0,0 1 0,1 0 0,1 0-15,-9 0 0,1 1 0,2 1-115,6 2 1,2 1-1,0 2-965,3 2 1,1 3 0,-1 1-134,-2 1 1,0 2 0,0 1 355,1-1 1,0 1-1,0-1-902,-11 5 1,2-4 1686,17-9 0,3-4 0,-5-14 1,21-12-1</inkml:trace>
  <inkml:trace contextRef="#ctx0" brushRef="#br0" timeOffset="-192090.19">25387 8924 7533,'-31'19'254,"1"1"1,-1-1 0,1 4 0,-1 2 0,0 2 0,2 4 140,2 2 1,2 3 0,1 3 0,0 0 0,1-1-225,-5 5 1,1-1-1,2 0 1,8 1 187,5-4 1,4 1 0,6-2 0,10-5-1140,20 1 1,16-8-1,1-2 780,-1-3 0,3-2 0,1-4 0,-9-7 0,2-2 0,0-1 0,-4-2 0,11-3 0,-1 0 0</inkml:trace>
  <inkml:trace contextRef="#ctx0" brushRef="#br0" timeOffset="-191330.19">24272 9457 7533,'-27'40'655,"0"0"0,8-9 1,-2 2-1,-1 3 0,-1 1-302,3-4 1,-2 2-1,0 1 1,0 1-1,-1 0 1,1 0-686,-1 0 1,0 1-1,0 0 1,0 0 0,1-2-1,0 0-64,-2 1 0,-1 0 1,1-1-1,2-4 1,4-5 489,-7 7 0,12-17 0,19-26 0,15-28 0,1 1 0</inkml:trace>
  <inkml:trace contextRef="#ctx0" brushRef="#br0" timeOffset="-191190.19">24049 9716 7533,'14'40'819,"-1"-1"0,-1-1 0,0 2 0,-3 5-629,-4-7 0,-2 3 1,-2 2-1,1 0 0,1-2-1010,3 9 1,0-1 0,1-1 0,-1-2 581,1 5 0,0-2 1,-2-6-1,0-1 0,-3-8 1,-3-11-1</inkml:trace>
  <inkml:trace contextRef="#ctx0" brushRef="#br0" timeOffset="-191080.19">24049 10411 7533,'-21'-35'779,"0"1"1,10 8-1,5 0-464,3-15 0,11 3-315,25 11 0,8 6 0,-8 4 0,1 2 0,9 0 0,0 0 0</inkml:trace>
  <inkml:trace contextRef="#ctx0" brushRef="#br0" timeOffset="-190760.19">24756 9716 7533,'-39'17'1638,"15"-1"0,1 5 0,0 17 0,2 4-1137,0 0 1,2 2-547,3 3 0,7-2-135,15-13 1,6-2-136,7-5 0,2-2 270,3-2 0,-2 1-45,-8 2 0,-9 1-270,-15 6 1,-10 0-496,-7 0 1,-5-4-451,-12-5 1,1-5 757,15-6 1,2-6 0,-1-8 0,3-6 0,5-11 0</inkml:trace>
  <inkml:trace contextRef="#ctx0" brushRef="#br0" timeOffset="-190440.19">24359 9555 7533,'0'-28'1638,"0"-1"0,-11-13 1292,-19 46-2750,7 15 0,0 6-270,2 1 0,2 3-360,2 2 1,11-2-811,29-4 1,17-9 270,6-3 449,-33 28-315,-17-13 1,-7 2 854,-4 3 0,-3-1 0,2-4 0,2-1 0,-4 9 0</inkml:trace>
  <inkml:trace contextRef="#ctx0" brushRef="#br0" timeOffset="-189660.19">24396 10510 7533,'-19'0'3276,"1"-6"-436,11 11-3559,-10 23-721,-2 14 46,7-11 0,-2 0 1394,-11 2 0,24-22 0,9-25 0</inkml:trace>
  <inkml:trace contextRef="#ctx0" brushRef="#br0" timeOffset="-189440.19">24706 9828 7533,'-12'3'1638,"2"18"0,2 12-546,1-1 0,1 5 0,0 2-1513,-1 0 1,1 2 0,0 1 0,0-1-673,-1 9 1,0 0 0,1-3-1,2-7 1,0-2 0,0-4 1053,-1-2 1,5-10-1,11-22 1,2-21 0</inkml:trace>
  <inkml:trace contextRef="#ctx0" brushRef="#br0" timeOffset="-189080.19">24706 9890 7533,'0'-31'3276,"11"11"0,8 9-3532,19 17-823,-11 23 494,-15-6 0,-6 4 270,-17 10 1,-7 2 359,4 0 0,-2-2 674,-10-7 1,4-3-990,19 8-360,24-17-179,19 0 719,-3 12 225,-35-1 0,-8 3 449,-8 7 1,-5-1-180,-9-1 0,-2-2-990,4-5 0,1-7-1124,-6-10 1709,20-31 0,22-15 0,-4 8 0,0 0 0</inkml:trace>
  <inkml:trace contextRef="#ctx0" brushRef="#br0" timeOffset="-188780.19">25028 9605 7533,'-25'0'3276,"0"16"-1991,6 4 0,2 3-1195,8 1 0,2 0-270,-5 3 0,7-4-269,23 1-1,14-8 270,-10 9-90,-11-2 0,-6 3-944,-11 8 0,-6 1 1214,5-2 0,-1-1 0,-4-3 0,1-3 0,-2 10 0</inkml:trace>
  <inkml:trace contextRef="#ctx0" brushRef="#br0" timeOffset="-188610.19">25114 10287 7533,'-24'41'1638,"8"-8"0,1 2-533,2 0 1,0 3-1575,-5 8 1,0-2 0,8-16 0,0-3 0,-2-2 0,0 1 0</inkml:trace>
  <inkml:trace contextRef="#ctx0" brushRef="#br0" timeOffset="-188110.19">25511 9655 8252,'-25'11'1638,"10"9"0,0 7-546,0 0 0,-2 5 0,1 2-1009,1 1 0,1 2 0,-1 2 1,1 0 185,-1 2 1,-1 0 0,2 1 0,1-1-180,2-1 0,2 0 0,1-1 0,4-2-246,4 3 0,3-1 0,7-6-1483,14 1 1,8-12-1,9-16 1,1-12 1482,-5-5 0,-2-7 0,-3-5 0,-5-3 0,-12 4 0,0 1 0</inkml:trace>
  <inkml:trace contextRef="#ctx0" brushRef="#br0" timeOffset="-187790.19">25759 9618 7533,'-6'-26'1638,"0"1"0,-12-18 1638,10 25-2363,-31 39-1048,26 5 1,3 6-361,-10 3 0,3 2-450,10-1 1,7-4 135,13-2 809,19-13 180,0-10 269,-18 21-629,-32 16 180,-6-9 0,-3-1 0,3-6 0,-1-2 0,-1 0 0,0 0 0</inkml:trace>
  <inkml:trace contextRef="#ctx0" brushRef="#br0" timeOffset="-187040.19">24185 8664 7533,'-26'11'1092,"0"0"0,2 13 0,6 7-707,10 8 1,4 6-431,-1-9 1,0 4 0,-1 1-1,0-2 315,0 2 0,-1-1 0,-1 1-46,-1 1 1,-2 2 0,0-1 0,0-5-180,-3 1 0,0-2-165,1-3 0,-2 2 0,3-5-3157,-3 12 3004,-8 1 0,10-23 0,1-21 0</inkml:trace>
  <inkml:trace contextRef="#ctx0" brushRef="#br0" timeOffset="-186910.19">23776 9184 7533,'19'-26'1529,"1"11"0,6 1-3168,15 3 1,3 3 1091,-10 1 1,0 0 0,16-2 0,-2 2 0,-4 0 0</inkml:trace>
  <inkml:trace contextRef="#ctx0" brushRef="#br0" timeOffset="-185840.19">24334 8875 7443,'-14'5'1034,"-9"27"1,2 9-2368,7 5 1513,1-12 0,-4 6 0,2 1-180,5 0 0,2 1 0,1-5 265,-1-4 0,1 0-505,2 5 0,1 2 1,7-12 239,17-18 0,6-5 0,4-18 0</inkml:trace>
  <inkml:trace contextRef="#ctx0" brushRef="#br0" timeOffset="-185660.19">24483 8837 8702,'-14'32'1889,"-13"10"-1395,16-10 1,1 2-405,-3-9 0,0 1-777,-6 15 1,3-1 506,7-6-678,-3-9 1,2-3 497,8-7 360,-3 7 0,-1-20 0,-1 3 0</inkml:trace>
  <inkml:trace contextRef="#ctx0" brushRef="#br0" timeOffset="-185510.19">24433 8924 7533,'4'33'1092,"-1"0"0,0 8 0,0-2-2731,-3-12 1,0-2 206,0 22 742,2-20 0,1-3 690,-1-8 0,3 7 0,-5-11 0</inkml:trace>
  <inkml:trace contextRef="#ctx0" brushRef="#br0" timeOffset="-185390.19">24384 9172 7533,'-7'-18'1979,"1"10"-1979,12-9-630,23-1 630,-6 3 0,18-8 0,-16 11 0</inkml:trace>
  <inkml:trace contextRef="#ctx0" brushRef="#br0" timeOffset="-185190.19">24669 8775 7533,'-7'13'3276,"2"21"-4192,4-9 1,2 1 1185,-1 22-135,0-14 0,0 1-30,-5 2 1,-1-1-241,2-7 0,-1 0-675,-5 4 1,-2 2-1,0-5 270,-5 7-1066,-5-1 0,-1-3 1606,6-10 0,-17 12 0,15-23 0</inkml:trace>
  <inkml:trace contextRef="#ctx0" brushRef="#br0" timeOffset="-184990.19">24953 9197 7533,'-19'-18'3276,"6"10"-3224,8-3-52,22 11 0,-8 0 0,15 0 0</inkml:trace>
  <inkml:trace contextRef="#ctx0" brushRef="#br0" timeOffset="-184840.19">25164 9147 8342,'25'-5'0,"0"-2"0</inkml:trace>
  <inkml:trace contextRef="#ctx0" brushRef="#br0" timeOffset="-184690.19">25449 9147 9961,'6'20'-540,"1"-8"1,5-1-1,0-4 1</inkml:trace>
  <inkml:trace contextRef="#ctx0" brushRef="#br0" timeOffset="-184540.19">25834 9184 7533,'0'0'0</inkml:trace>
  <inkml:trace contextRef="#ctx0" brushRef="#br0" timeOffset="-184410.19">25945 9184 7533,'6'14'2788,"-5"-2"-4767,21-7 1260,-12 2 719,13 0 0,-10-2 0,-1-5 0</inkml:trace>
  <inkml:trace contextRef="#ctx0" brushRef="#br0" timeOffset="-183910.19">26057 9977 7263,'0'-7'-90,"6"2"0,0 5 0</inkml:trace>
  <inkml:trace contextRef="#ctx0" brushRef="#br0" timeOffset="-183210.19">27110 9283 7533,'-25'-5'1619,"1"4"-180,4 17-405,7 15 1,3 4-855,5-9 0,2 2-351,-3 10 0,1 6 0,-1-1-129,2-5 1,0 0-1,0 0-450,-1 9 1,1 1-1,-1-1 769,1-9 0,0-2 0,-1-1-19,1 7 0,-3-10 0,1-24 0,-7-4 0</inkml:trace>
  <inkml:trace contextRef="#ctx0" brushRef="#br0" timeOffset="-182990.19">26999 9494 7533,'23'-31'1092,"0"0"0,5 11 0,2 6-707,7 4 1,2 9-206,3 16 0,-4 7-90,-13-2 0,-3 2-344,-2 1 0,-6 1 344,-8 1 0,-6 3-90,-9 2 0,-6 4 0,0-2-90,4 2 0,-4 0-164,-3-3 0,-5 2 0,-3 0 0,1-4-106,-3-4 0,-1-4 1,2-1 179,-8 8 0,1-2-810,-5 0 1,10-14 1048,27-23 0,3-8 1,18-13-1</inkml:trace>
  <inkml:trace contextRef="#ctx0" brushRef="#br0" timeOffset="-182740.19">27743 9222 7533,'-25'16'1638,"5"7"0,-1 8-819,2 0 0,-1 7 0,0 2 0,0 1-1266,0 2 1,1 1-1,0 2 1,1 0 482,3-8 0,-2 1 0,2 0 0,2-1 0,4-3 84,4 10 0,6-3 0,3-8 1096,16 8-1396,12-48 0,5-17-390,-14-2 0,-3-6 1,0 0 619,5-6 0,0-4-500,-7 6 0,1-4 0,-2 0 1,-4 3-226,-5-4 0,-5 2 675,2-10 0,-4 4 0,-17-3 0,-14 29 0</inkml:trace>
  <inkml:trace contextRef="#ctx0" brushRef="#br0" timeOffset="-182560.19">27656 9630 7533,'-19'28'3276,"6"6"-1638,12-6 0,2 1-2074,6 9-733,4-14 0,2-3 1169,7 1 0,5 9 0,-7-13 0</inkml:trace>
  <inkml:trace contextRef="#ctx0" brushRef="#br0" timeOffset="-182410.19">27929 9519 7533,'-7'-7'3276,"1"7"-1245,6 23-2031,11 10 0,-2 0 0,9-4 0</inkml:trace>
  <inkml:trace contextRef="#ctx0" brushRef="#br0" timeOffset="-182290.19">27978 9816 7533,'-20'38'1638,"17"5"0,6 0-1466,6-1 0,7-3 1,3-2-1,7-6 0</inkml:trace>
  <inkml:trace contextRef="#ctx0" brushRef="#br0" timeOffset="-176790.19">28586 9532 7533,'-18'-3'3276,"-7"38"-2081,10 1 0,-1 5-1165,0-2 0,0 3 0,-1 1-530,2-1 0,0 1 1,0-2-431,0-1 1,0-2-1,1-3 930,0 2 0,3-5 0,0 3 0,11-29 0</inkml:trace>
  <inkml:trace contextRef="#ctx0" brushRef="#br0" timeOffset="-176630.19">28574 9667 7533,'-6'33'1092,"-1"-1"0,3 5 0,1 3-955,2-3 0,1 3 1,1 0-1231,3-3 1,0 0 0,1-2 1035,1 5 1,2-3 0,0-9 0,2-5 0,2-11 0</inkml:trace>
  <inkml:trace contextRef="#ctx0" brushRef="#br0" timeOffset="-176510.19">28524 10002 7533,'-14'-19'2518,"20"-5"-2518,26 16 0,2-9 0,7 11 0</inkml:trace>
  <inkml:trace contextRef="#ctx0" brushRef="#br0" timeOffset="-176190.19">28932 9605 7533,'-24'-12'3276,"-6"10"-2595,-1 26-1266,9-3 1,1 3 494,3 5 0,3 0 225,0-3 0,5-2 495,16 1-181,20-14-539,7-11-629,-8 5-810,-42 13 1529,-12 8 0,7-13 0,0 0 0,-14 11 0</inkml:trace>
  <inkml:trace contextRef="#ctx0" brushRef="#br0" timeOffset="-175290.19">28561 8949 7533,'-31'0'3238,"-5"11"-2609,15 14-449,8 0 0,3 5-180,5 4 0,3 2 135,1 5 0,2-1-45,4-2 0,2-1-225,-3-8 0,0-2-270,6-2 1,-3-1-946,-22 13 1,-11-6 1349,4-16 0,-2-5 0,-14-3 0,9-9 0</inkml:trace>
  <inkml:trace contextRef="#ctx0" brushRef="#br0" timeOffset="-175160.19">28363 9259 7713,'43'-11'323,"-18"7"1,-1 0 0,16-14 0,1 6 0</inkml:trace>
  <inkml:trace contextRef="#ctx0" brushRef="#br0" timeOffset="-174910.19">28661 9036 7083,'-26'40'809,"1"1"1,8-6-1,2 2 1,4-2-1575,1 7 1,6-2 764,5 2 0,5-4 0,15-3 0,9-24 0</inkml:trace>
  <inkml:trace contextRef="#ctx0" brushRef="#br0" timeOffset="-174710.19">28735 9011 7533,'-9'27'959,"0"1"1,0 2-1,-1 2-1094,-2 5 0,-1 0-765,0-1 1,1-1 899,5-9 0,0-2 0,-9 11 0,9-22 0</inkml:trace>
  <inkml:trace contextRef="#ctx0" brushRef="#br0" timeOffset="-174560.19">28685 9135 7533,'0'40'1214,"0"-9"0,0 0-1843,11 16 629,-10-21 0,1 0 0,15 15 0,-10-23 0</inkml:trace>
  <inkml:trace contextRef="#ctx0" brushRef="#br0" timeOffset="-174430.19">28648 9271 8432,'26'-14'0,"3"3"0,-9 11 0</inkml:trace>
  <inkml:trace contextRef="#ctx0" brushRef="#br0" timeOffset="-174260.19">28847 9098 7892,'-13'41'1124,"9"-17"1,1 3-1170,-2 18 0,-1 1 0,3-14 0,-1-1-441,-3 14 1,-4-3 0,-8 4 0,7-19-1,-1 1 1</inkml:trace>
  <inkml:trace contextRef="#ctx0" brushRef="#br0" timeOffset="-173030.19">26367 3297 7533,'-19'-33'2428,"-10"10"-1124,5 33 1,0 7-765,-8 2-211,9 5 1,-1 8 0,3 3-90,5 6 0,4 4 0,0-1-831,0-9 1,1 0-1,0 3 645,3-1 0,0 4 0,1 2 0,1 0 0,2-2-781,2 6 0,2 0 0,1-2 0,-1 0 727,-2-6 0,1-2 0,-1 1 0,1 2-108,1 0 0,0 3 0,0 0 1,0-1-1,0-5-493,0 3 1,0-4 0,0-2 555,1 14 0,-2-2-630,-1 6 1,-7-7 674,-21-11 0,1 3 0,-13-13 0</inkml:trace>
  <inkml:trace contextRef="#ctx0" brushRef="#br0" timeOffset="-172870.19">25722 4289 7533,'-25'-40'3276,"63"11"-2539,-6 18 0,8 4 0,3-3-972,-2 0 1,3-1 0,3-2 0,-2 0 0,-3 0 0,-2-2 0,-4 0 0,0-1 0,1-2 0,7-4 0,-1 0 0,1-1 0,-1 1 0</inkml:trace>
  <inkml:trace contextRef="#ctx0" brushRef="#br0" timeOffset="-172690.19">26801 3483 2443,'-27'-6'1092,"0"0"0,-4 26 0,-1 8 546,2-10 0,1 5-819,7 9 0,1 10 0,1 5 0,1 0-1079,4-4 1,0 2 0,1 1 0,1 0 0,0-2-281,-1 3 0,0-3 1,2 1-1,3 4 540,3-4 0,1 5 0,2 1 0,1-1 0,3-4 0,3-8 0,8 7 0,6-4 0,2 4 0,0-1 0,1 0 0</inkml:trace>
  <inkml:trace contextRef="#ctx0" brushRef="#br1" timeOffset="-171680.19">27234 8367 9114,'-34'-10'349,"0"1"0,0 0 0,-4-2 0,2 6 471,4 11 0,6 5 1371,9 10-1345,6 4-394,31-15 0,13-3-27,-1-2 0,7-2 0,2 0 0,-3-1-1185,0 0 0,-2 1 1,4-1 921,-3 0 1,3 0-1,3 0 1,2 0 0,-1 0-1,-2-1-484,6 0 1,-1-1-1,-1 0 1,1 0 0,-2 0 354,-4 1 1,-2 0 0,0 1 0,2-1 0,2 0 76,-2-1 1,3 1-1,1-1 1,1-1-1,0 1 1,-2 0 0,-2 0-103,6 0 0,-3 0 0,0 0 0,-1 0 0,-1 0 60,7 0 0,-2 0 0,0 0 1,3 0 139,-4 0 0,3 0 0,0 0 0,-2 0 0,-4 0 393,6 0 0,-3 0 1,-2 0-512,-3 0 0,0 0 1,1 0 324,5 0 0,2 1 0,-5 3-84,-1 7 0,-4 2-372,-1-6 0,0 2 100,5 13 1,-1 2-17,-7-10 0,-3-1-40,-6 3 1,1 0 191,14-2 0,2-5 44,-11-4 1,-2-3-214,-3 2 0,0-2 457,5-4 1,-4-2-558,-14 3 2356,3-5-3806,-13 1-1474,-16 3-279,3-3 2978,-16 16 0,5 8 0,-6 13 1</inkml:trace>
  <inkml:trace contextRef="#ctx0" brushRef="#br0" timeOffset="-170880.19">27036 3545 7533,'-21'-11'3276,"-1"4"-1946,17 36 0,3 16-1090,-5-8 0,-1 1 0,0 0-773,3-5 1,1-2 0,-2 4 644,-4 8 0,-2 3 1,-2 2-1,-1-3-932,-1-6 1,-1-2 0,-1 0 0,0-1 522,3-2 1,0 0-1,-1 0 1,-1 1 48,-5 5 1,-3 2 0,1-3-1,3-6-1391,2-6 1,2-5 1147,-3 2 1,4-11 0,11-21 0,12-31 0</inkml:trace>
  <inkml:trace contextRef="#ctx0" brushRef="#br0" timeOffset="-170730.19">26912 3892 7533,'7'-40'3276,"-2"17"0,-5 57-2552,2-3 0,0 6 1,0-2-1396,-2 6 1,1 1 197,3-4 1,3 6 0,1 0 0,1-5-621,1-3 1,1-4 0,1 1 132,-1 0 1,0 1 0,1-3 959,6 7 0,-1-8 0,-5-12 0,0-6 0</inkml:trace>
  <inkml:trace contextRef="#ctx0" brushRef="#br0" timeOffset="-170610.19">26876 4189 7533,'-32'-19'2878,"13"7"-1529,30 6-1349,16-2 0,6 0 0,-5 1 0,2-1 0,11-7 0,0-1 0</inkml:trace>
  <inkml:trace contextRef="#ctx0" brushRef="#br0" timeOffset="-170330.19">27457 3396 7533,'-31'-7'1092,"-1"-1"0,6 0 0,2 6 546,2 16 0,3 7-2613,-2 24 615,4-3-180,22 3-629,20-26 989,-3 1-180,12-3 540,-14 1-180,-7-9 540,4 18-540,-16-1 0,5 2-1530,-12 6 1530,-1-20 0,-5-2 0,0-6 0</inkml:trace>
  <inkml:trace contextRef="#ctx0" brushRef="#br0" timeOffset="-170110.19">27619 3248 7533,'12'24'1638,"-3"5"0,0 6-546,-2 1 0,0 5 0,-2-2-967,0-4 0,0-1 0,-1 4-193,1 3 1,-1 5-1,-1 1 1,-4-2-91,-4-6 1,-5-1 0,0-1-1,2 0-137,3 8 1,0-1-1,-4 2-361,-5-7 1,-5 2-1,-1 1 1,0-3 0,2-4 412,-5 10 0,-1-2 1,4-11-1,-3 2 0,-1-1 1,3-3-1,-7 7 0,-1 0 1</inkml:trace>
  <inkml:trace contextRef="#ctx0" brushRef="#br0" timeOffset="-169690.19">28189 3508 7533,'15'-40'3276,"-9"16"-256,34 37-2166,-21 9 1,-1 4-495,11 6 0,-6 0 0,0 3-181,-7-12 1,-1-1 0,7 20-630,-4-16 1,-8-1-2070,-42 12 1170,18-2 749,-9-14 0,-8 0 1,0 0-1040,-6 3 1,1-1 1091,-1 0 1,1-1 0,2-3 0,4-3 0,6-4 0</inkml:trace>
  <inkml:trace contextRef="#ctx0" brushRef="#br0" timeOffset="-169530.19">28623 3917 7533,'-23'22'1638,"-1"1"0,-11 3-722,8 1 1,-5 6 0,-2-2-2010,-4-2 1,-3-1 0,2-1 447,6-2 1,1 0 0,-2 1 644,-2-1 0,-3 1 0,2-1 0,5-5 0,6-4 0,1-1 0,-10 8 0,0 1 0</inkml:trace>
  <inkml:trace contextRef="#ctx0" brushRef="#br0" timeOffset="-168260.19">29416 3173 7533,'-18'-30'1092,"0"0"0,0 10 0,-2 4-32,-13-2 1,0 7-881,-10 12 494,9 16 1,4 12-526,16 1 1,5 7 0,-1-1-986,-6 6 0,1 4 890,5-8 0,1 5 0,0 4 0,0-1 0,0-4-9,1-4 0,0-4 0,-1 1 0,0 4-120,-2 3 0,0 4 0,-1 2 0,-1 1 0,1-2 0,0-3-579,-3 4 0,1-3 0,-1-1 1,-1 0 23,0 1 0,0 1 1,-2-3-1,1-7 630,-5 0 0,0-12 0,-8-14 0,12-29 0</inkml:trace>
  <inkml:trace contextRef="#ctx0" brushRef="#br1" timeOffset="-168090.19">28785 3731 7541,'-27'0'1638,"55"-3"0,14 0 1638,-3 2-4096,-7 0 1,9-1 0,3-1 0,-2-2 782,0-4 1,0-3 0,0-1-1,-3 1 1,4 3 0,-2 1-1,1-2 1,-2-5 0,0 1 0,1-1-1,-1 1 1</inkml:trace>
  <inkml:trace contextRef="#ctx0" brushRef="#br1" timeOffset="-167900.19">29776 3198 7723,'-35'1'1092,"1"1"0,-1 14 0,2 10-273,12 3 0,0 7 0,2 2 0,2-2-1053,1 0 1,2 0-1,0 3 268,-1-2 0,-1 5 0,1 1 1,2 1-1,4-4-486,7 11 0,5-2 0,2 0 451,-4-2 1,1 0-1,4-2 1,6-6-1,3-1 1,4-9 0,8-11-1,1-1 1</inkml:trace>
  <inkml:trace contextRef="#ctx0" brushRef="#br0" timeOffset="-167590.19">30123 3272 7533,'-30'15'1638,"-1"-1"0,-4 8-668,5 5 1,3 4-1061,12 1 0,3-1 90,-4-3 0,0 0 135,0 9 0,3 0 224,5 3-538,-3-2-271,27-3 360,16-16 90,-3-5 180,11 13 0,-38 10-180,3-1-225,-16-4 0,-7 0-540,-9-5 1,-1-3 224,6-6 0,-1-1 540,-9 6 0,1-7 0,5-15 0,-4 5 0</inkml:trace>
  <inkml:trace contextRef="#ctx0" brushRef="#br0" timeOffset="-167390.19">30272 3099 9961,'6'38'546,"1"0"0,-1 0 0,0 5 0,1 4 0,-1 0 0,-1-2 501,-2-1 1,-1-3 0,1 4-1138,0-4 0,0 3 0,0 2 0,-1-1 0,-2-3-495,-4-2 1,-1-1-1,-2-2 1,1 0-137,0 8 1,0 0 0,-4 0 720,-3-3 0,-3 1 0,-2-2 0,0-6 0,-8 2 0,-2-5 0,4-2 0,0 0 0,-1-1 0</inkml:trace>
  <inkml:trace contextRef="#ctx0" brushRef="#br1" timeOffset="-165610.19">30396 9197 11778,'-37'22'1638,"14"6"0,3 5 0,6-8 0,0 2-1717,0 5 0,-2 4 0,1-1-958,-5 7 0,1-2 312,2-2 0,0-1 691,-4 5 1,2-4 0,5-4-1,-4 1 1</inkml:trace>
  <inkml:trace contextRef="#ctx0" brushRef="#br0" timeOffset="-165460.19">30297 9346 11131,'7'40'209,"1"1"1,-7-11 0,3-2-615,17 0 1,4-4 404,2-4 0,5-2 0,-8-13 0</inkml:trace>
  <inkml:trace contextRef="#ctx0" brushRef="#br1" timeOffset="-164980.19">30235 9532 9841,'-31'-13'-1570,"16"6"3973,-7 2-1064,26 26-961,-2-4-328,7 5 1,5 2-376,4 2 1,1-2-78,10 12-95,-8-8 1,-2 0-1320,-5 5 1607,-2 0-935,-6 13 1153,-6-35 0,0 22 0,0-19 1</inkml:trace>
  <inkml:trace contextRef="#ctx0" brushRef="#br1" timeOffset="-164760.19">30197 9729 10346,'-27'0'1637,"5"6"-513,33-5-1698,3 4 401,33-10 171,-22-1 0,2 0 0,2-1 0,0 0 0,-2-2 0,-1 0 1</inkml:trace>
  <inkml:trace contextRef="#ctx0" brushRef="#br0" timeOffset="-164510.19">30644 9432 7533,'-19'25'2518,"1"11"-1978,11-6 0,1 0-271,-1 14-449,1-2 1,1 1-856,5-15 1,-1-2 989,-2 1 0,1-2 45,2 15 0,0-33 0,0-2 0</inkml:trace>
  <inkml:trace contextRef="#ctx0" brushRef="#br0" timeOffset="-164280.19">30632 9420 9422,'35'17'2158,"4"9"-2068,-19-3 0,-1 3-360,5 8 270,-19-6 0,-10 0-720,-13-1 1,-5-3 584,8-2 0,-2-1-450,-20 12 1,0-4 584,7-7 0,8-7 0,2 0 0,2 3 0</inkml:trace>
  <inkml:trace contextRef="#ctx0" brushRef="#br0" timeOffset="-164090.19">31015 9457 7533,'-18'21'1529,"0"-1"0,2 4-945,1 2 1,2 4-945,6 15 360,0-4-989,4-11 0,1-3 989,2-5 0,0 8 0,0-12 0</inkml:trace>
  <inkml:trace contextRef="#ctx0" brushRef="#br0" timeOffset="-163860.19">31027 9469 7533,'21'-1'2878,"1"14"-1529,-15 18-1214,-5-5 0,-3 3 0,-6 3 0,-4-1-45,5-4 0,-4-2-585,-13 6 0,-5-4-674,3-6 0,-1-3 629,2-1 0,0-1 540,0 0 0,2-3 0,4-7 0,6 0 0</inkml:trace>
  <inkml:trace contextRef="#ctx0" brushRef="#br0" timeOffset="-163730.19">31337 9507 10051,'6'37'210,"1"-12"0,5-1 0</inkml:trace>
  <inkml:trace contextRef="#ctx0" brushRef="#br0" timeOffset="-163610.19">31375 9704 7533,'-28'33'3276,"6"2"-3084,33-16 1,3 6 0,11-1 0</inkml:trace>
  <inkml:trace contextRef="#ctx0" brushRef="#br0" timeOffset="-151210.19">31933 9704 7533,'-19'0'449,"-10"0"811,13 0 89,-7 0 180,16 0-1079,7 0 719,12 0 450,35 11-1259,-9-2 45,2-3 0,6 0-1222,-11-2 1,1 0-1,-2-1 907,8-2 0,2-1 239,1 3 1,5 2 0,-2-2-692,-10 0 1,-2-1 0,-1 0 496,9 4 0,1 1-7,-5-3 0,2-1 0,-5 2 97,-6 4 0,-2 0-225,4-2 0,-1 0-45,-2-1 0,-2 0-225,9-1 180,-16-5 1954,7 0-1235,-27-5 1979,-1-2-2608,-18-5-360,-12 5 1,-4 1 359,-7-6-563,5 8 1,-8 3 0,0-1 112,4 0 1,-1 0-1,1 1 102,2 0 0,-1 2 0,-1-1 325,0 0 1,-3 0 0,0 0 0,2 0 141,-1 0 1,2 0 0,1 0-60,5 0 0,0 0 0,0 0 90,-8 0 0,-2 0 0,4 0 165,6 0 0,2 0-270,5 0 0,1 0 674,-19 0-899,55-17 90,-2 13 0,12-9 0,7-2 45,15 10 0,2 2 90,-12-3 0,2 0-70,6 4 1,6 2-1,-1 2 235,-5 1 0,0 1 0,0 1-111,-6 0 0,0-1 1,2 1-100,2-1 0,2 1 0,0-1 0,-3 1-30,-1 1 0,-2 0 0,-1 0 30,14-2 0,0 0 329,-11 1 1,1 1 0,-2 0 614,2-3 1,-4 0-765,-3 1 0,0-1 539,13 2 1,0-4-405,-10-6 0,-1-1-225,-2 2 0,0 0 90,7-4 0,-5-2-461,-4-8 192,-3 10-1081,-14-9-2107,-28 16 989,7-5 649,-13 10 1,-5 3 1609,-2 2 1,3 4 0,0 2 0,-10 12 0</inkml:trace>
  <inkml:trace contextRef="#ctx0" brushRef="#br0" timeOffset="-149780.19">32181 9023 7533,'-14'-12'0,"-2"5"1169,3-4 270,-12 10-629,-6 12-586,11 8 1,2 4-45,-8 15 90,9 0 0,0 3 0,1-3 0,0 0-312,3-5 1,0 2 0,1-1-109,-1 0 0,0 0 0,1-1-210,0 9 0,-1-5-1349,-10 2-539,-2-18 2248,-1-42 0,1 4 0,7-18 0</inkml:trace>
  <inkml:trace contextRef="#ctx0" brushRef="#br0" timeOffset="-149630.19">31759 9271 8882,'42'-9'539,"0"-1"1,-4 3 0,3 1 0,-3 1-950,8 1 0,-1 1 1,-9 0-1,1-1 1,-5 0-1,-7 1 0,0 0 1</inkml:trace>
  <inkml:trace contextRef="#ctx0" brushRef="#br0" timeOffset="-147640.19">32355 9469 7533,'-7'-20'809,"1"3"810,1 17 180,-2 33-1124,-2 6 0,0 7-338,5-10 0,3 4 0,-1 3 1,1 1-666,-2 0 0,1 2 1,0 2-1,-1 1 1,1 0 327,1-5 0,1 1 0,-1 1 0,1-1 0,-1 1 0,-1-2 0,0 0 0,0 0 0,-1-1 0,0 0 0,-1-1 0,0 0-72,-1 3 1,-1 0 0,-1-1 0,1-2 0,-2-2 71,-2 12 0,-2-5 0,1-3-1619,-4 4 0,5-10-1169,16-13 2788,9-34 0,10-28 0,-7-7 0</inkml:trace>
  <inkml:trace contextRef="#ctx0" brushRef="#br0" timeOffset="-147360.19">32305 9555 7533,'-36'-29'719,"10"18"1,-3 7-136,-9 9 1,0 6-450,2 0 0,6 3-405,9 6 405,48-33 0,19-11 75,-7 6 0,4-1 0,1 0-19,-6 2 0,2-1 0,0 3 0,-1 3-671,5 5 0,0 5 0,-3 4 480,-4 5 0,-2 5 0,-3 2 0,-1 8 0,-3 3 0,-2 2 0,0-1 0</inkml:trace>
  <inkml:trace contextRef="#ctx0" brushRef="#br1" timeOffset="-146840.19">31958 11737 8241,'-28'31'819,"0"0"0,11 1 0,2 4 0,2 3 0,2 1 0,1 2 0,1 2 0,2 1-1111,2-6 1,2 1-1,1 0 1,1 1 0,-1-1 319,2 1 1,0 1 0,0 0 0,1-1 0,0-3-7,1 8 0,1-4 0,-1 2-184,-3-5 1,0 1-1,-2-1 1,-3-3-306,-5-1 1,-4-3 0,-2-1-523,-7 5 0,-4 0 0,-1-5 989,-8 2 0,-1-9 0,1-14 0,3-12 0,-2-30 0</inkml:trace>
  <inkml:trace contextRef="#ctx0" brushRef="#br0" timeOffset="-146690.19">31672 12369 7533,'-13'6'3276,"51"1"-3127,-3-6 0,6 0 0,0-2 0,-5-1 0,0 0 0,1-1 1,12-4-1,0 1 0,-1 0 0</inkml:trace>
  <inkml:trace contextRef="#ctx0" brushRef="#br0" timeOffset="-146240.19">32305 12171 7533,'-21'0'3276,"10"11"-975,46 14-1582,-16-9 1,3 0-496,9 3 1,0 0 45,8 11-360,-39-5 0,-10 3-899,-17 3 0,-9 2-104,6-3 1,-2 2 0,1 0 706,4-4 1,1 0-1,2-2 1,-2 4 0,7-3-1,13 7 1</inkml:trace>
  <inkml:trace contextRef="#ctx0" brushRef="#br0" timeOffset="-146090.19">32652 12555 7533,'-33'24'1092,"0"0"0,-4 4 0,-2 1 0,7-5 0,-2 1 0,1 0-1693,2-2 0,1 1 1,1-1 600,3 2 0,1 0 0,2-2 0,-2-2 0,2-2 0,-8 16 0</inkml:trace>
  <inkml:trace contextRef="#ctx0" brushRef="#br0" timeOffset="-141010.19">32986 11886 8432,'-14'-7'1439,"3"1"-899,6 34-225,-1 4 0,-1 3-396,1-6 0,-2 1 260,-1 11 1,-1 4 0,1-5-180,1-11 0,1 1 360,-5 12 0,-2 6 0,0 1-295,3-2 1,0 1 0,0 2-21,1-7 0,-2 2 0,1 1 0,0-1-248,3-1 1,0 1 0,0-1-1,1-2-440,-3 4 0,1-2 0,-1-5-996,-1 3 1,-3-10 1580,-18-7 0,6-33 1,3-23-1</inkml:trace>
  <inkml:trace contextRef="#ctx0" brushRef="#br0" timeOffset="-140860.19">32590 12654 7533,'14'-19'2158,"19"-5"-1528,-11 12 0,0 0-630,21-9-405,-7 4 0,2-1 405,-3 6 0,-1-2 0,-6-1 0,0-1 0,4 1 0,-1 0 0</inkml:trace>
  <inkml:trace contextRef="#ctx0" brushRef="#br0" timeOffset="-140630.19">33184 12220 7533,'-27'17'1092,"-1"0"0,4 16 0,3 8 0,3-1 0,2 5 0,2 2-1426,3-6 1,1 1-1,1 1 1,1 0 40,2 0 1,0 0 0,2 0 0,0-2-801,-2 5 1,1-1 0,5-4 1088,10 0 0,3-8 1,4-5-1,12-35 1</inkml:trace>
  <inkml:trace contextRef="#ctx0" brushRef="#br0" timeOffset="-140390.19">33346 12258 7533,'-17'33'1092,"1"0"0,0 8 0,3 4-86,6-5 1,2 1 0,-1 2-2100,-3 5 1,-2 1 0,0-1 75,1 0 1,-1-1 0,-1-3 296,0-9 1,-1-3-1,1-4 816,-7 14 0,8-51 0,11-22 0</inkml:trace>
  <inkml:trace contextRef="#ctx0" brushRef="#br0" timeOffset="-140240.19">33284 12543 7533,'12'-3'3276,"-5"28"-2981,-2 1 1,1 5-1061,0 9 1,0 2 764,1 0 0,0-3 0,0-12 0,-1-1 0,-1 13 0</inkml:trace>
  <inkml:trace contextRef="#ctx0" brushRef="#br0" timeOffset="-140130.19">33246 12803 7533,'-38'-23'3276,"24"-9"-3475,27 5 0,10-1 199,3 1 0,3 1 0,3 1 0,-1 1 0,-7 6 0,-1 0 0</inkml:trace>
  <inkml:trace contextRef="#ctx0" brushRef="#br0" timeOffset="-139810.19">33507 12220 7533,'-47'0'3276,"13"11"-3314,28 3-1042,6 11 991,0-6-271,0 5 1169,0-5-629,0 0 450,6 4-630,1 8-630,5 7-809,-11 12 90,-13-6 1349,-3-7 0,-9-17 0,12-9 0</inkml:trace>
  <inkml:trace contextRef="#ctx0" brushRef="#br0" timeOffset="-139590.19">33643 12134 7533,'0'41'819,"0"0"0,0-5 0,0 1 0,0 3 0,2 3 0,0 3 0,0 2 0,-2 0-775,-1-8 0,-1 0 1,-1 1-1,-1 0 1,-1 1-387,-2 5 0,0 1 0,-2 1 1,-2-1-1,-4-1-205,-1-7 1,-3 0 0,-2-1 0,-1 0 0,-1-2 0,2-2 293,-5 8 1,1-3 0,-2-2 0,-1 0 0,1-7 0,-2-1 0,0 0 0,0-2 0,2-3 0,0-2 0,0 0 0,0 0 0</inkml:trace>
  <inkml:trace contextRef="#ctx0" brushRef="#br0" timeOffset="-139090.19">31288 13237 7533,'30'35'655,"-1"0"0,3-9 1,5 1-1,4 0 0,3-1-109,-5-4 0,3 0 0,1 0 0,3 0 0,2-1 0,2 0-769,-11-7 0,2 1 0,3 0 0,1-1 1,0 1-1,1-2 0,-1 1 0,0-2 0,-3 0 1,-1 0 266,9 2 1,-3-1 0,-2 0 0,1-2 0,2 0 0,4-2-9,-9-2 0,4-1 0,2 0 0,2-1 0,1 0 0,-1-1 0,0-1 0,-2-1 0,-2-1 0,-4-1-100,6-2 1,-3-3 0,-2 0-1,-1-2 1,0 2 0,2 0-1,3 1 1,2 2 0,1 0-1,-2 0 1,-1-2 0,-3 0-1,4-4 1,0-1 0,0 0-1,0 1 1</inkml:trace>
  <inkml:trace contextRef="#ctx0" brushRef="#br0" timeOffset="-137160.19">24272 3198 7533,'-37'-11'1529,"2"8"0,0 3-990,9 0 1,1 6-31,-10 11 1,-3 9 0,6 6-781,12-2 1,5 4 0,1 3 0,1 1 396,-1 2 0,1 2 0,0 1 0,1 0 0,2-2-423,0-2 0,2-1 0,1-1 0,3 3 409,2 7 1,3 3-1,2-1 1,0-2-173,3 0 0,1-3 0,0 0 60,0-4 0,0 0 0,-1 2-90,0-3 0,-1 2 0,-1 0 0,-1-2-276,-1-1 1,-3-2 0,0-1 320,0 9 0,-5 1-253,-2-6 1,-3 1-1,-4-6-1341,-7-8 1,-2-4 1464,1 2 1,0-2 0,-1-6-1,1-5 1,-2-11 0</inkml:trace>
  <inkml:trace contextRef="#ctx0" brushRef="#br0" timeOffset="-137010.19">23664 4177 7533,'0'-27'1638,"-1"-1"0,8-6-173,7 8 0,8 0-970,16 3 0,8 2-825,-6 2 0,3 0 0,1 0-35,-3 1 1,1 1 0,0 1 0,-2 1 0,-1 1 0,-4 2 0,-2-1 0,0 1 0</inkml:trace>
  <inkml:trace contextRef="#ctx0" brushRef="#br0" timeOffset="-136690.19">24334 3520 7533,'-28'8'1092,"0"1"0,-5 18 0,5 10 0,11 0 0,5 6 0,1 3-1835,2-1 1,0 3-1,2 1 1,2-3 562,-1 3 0,2-3 0,3 1 157,2-3 1,1 1-1,3-1 1,3-6-1617,10 2 1,1-4 2,-2 3 0,2-2 1636,2-15 0,0-5 0,2-6 0,-4-3 0</inkml:trace>
  <inkml:trace contextRef="#ctx0" brushRef="#br0" timeOffset="-136480.19">24706 3520 11131,'19'19'1638,"-4"4"0,-1 5 0,0 17 0,-1 3-2327,0-10 0,0 4 719,-5 3 0,-2 5 0,-2-2-480,-3-10 0,-3 0 0,-3 0-370,-4-2 1,-3 1 0,-2 1 0,2-3 382,2 3 0,1-1 1,-5-2 48,-10 2 1,-5-1 0,2-5-1,7-7 1,-1-1 0,-9 7 0,-1 0-1</inkml:trace>
  <inkml:trace contextRef="#ctx0" brushRef="#br0" timeOffset="-133110.19">24322 3768 7533,'-28'0'3276,"1"0"0,25 0-1463,19 0-1903,21-6-855,-4 0 1,1 0 944,-1 2 0,-3 0 0,13-13 0,-22 10 0</inkml:trace>
  <inkml:trace contextRef="#ctx0" brushRef="#br0" timeOffset="-132930.19">24396 3781 8432,'-25'16'3276,"6"27"-1638,6 0 0,3 6-1963,4-7 0,2 3 0,0 0-335,-1 1 1,0 0-1,2-3-433,3-7 1,0-1 0,0-5 658,2 11 1,9-44-1,-4-22 1</inkml:trace>
  <inkml:trace contextRef="#ctx0" brushRef="#br0" timeOffset="-132810.19">24346 4103 7533,'0'-31'3276,"6"5"-1155,17-10-2121,1 20 0,2 1 0,11-17 0,-14 17 0,0 0 0</inkml:trace>
  <inkml:trace contextRef="#ctx0" brushRef="#br0" timeOffset="-132530.19">24607 3446 7623,'0'-21'3276,"0"27"-1638,-2 17 0,-2 9-1137,-3 13 1,-3 5-682,2-13 0,-1 2 1,-1-1-811,-2-2 1,-1-2-1,1-3 990,2-3 0,-1-5 0,-5-8 0,16-35 0</inkml:trace>
  <inkml:trace contextRef="#ctx0" brushRef="#br0" timeOffset="-132390.19">24619 3557 9512,'20'42'1638,"-8"-18"0,-1 2-3276,-1 8 0,-1 1 1638,-1-2 0,-2-2 0,5 13 0,-11-15 0</inkml:trace>
  <inkml:trace contextRef="#ctx0" brushRef="#br0" timeOffset="-132260.19">24595 3768 8882,'-9'-18'3276,"33"-1"-3140,12-1 0,-12 11 1,1 1-1,11-5 1</inkml:trace>
  <inkml:trace contextRef="#ctx0" brushRef="#br0" timeOffset="-131630.19">25176 3545 7533,'-20'-7'3276,"9"7"0,40 34-1638,-3-16 0,4 0-931,10 8 1,3-2-1023,-1-8 1,-1-2-136,-8-4 0,-10 3-539,-27 29 929,-15-17 0,-11 2 0,-1 1-552,3-3 0,-2 1 0,0 0 0,-1 0-208,2 0 1,-1 0 0,1 0 0,2-2 163,-14 12 1,10-5-1,20-1 1,25-25 0</inkml:trace>
  <inkml:trace contextRef="#ctx0" brushRef="#br0" timeOffset="-131460.19">25524 4053 7533,'-22'33'1092,"1"-1"0,0-7 0,-2-1 0,2 1 0,-1 1 0,-1 0-1092,-2 1 1,0 0 0,-1-2 0,-10 6-1,0 0 1,12-5 0,0-1 0,1 1 0</inkml:trace>
  <inkml:trace contextRef="#ctx0" brushRef="#br0" timeOffset="-129960.19">23615 4983 7533,'-33'0'479,"0"0"1,-17 7 0,20 2 1769,38-4-2025,22-8 1,13-5-158,-7 2 1,4-1 0,4-1-1,4 0-477,-10 1 0,3-1 1,3 1-1,1-2 1,2 1-1,0 0 0,-1 1 1,0 0 307,0 1 0,0 0 0,0 1 0,0 0 0,1 0 0,0 0 1,2 1-1,0 0-111,-3 0 1,1 1 0,1-1 0,1 1-1,0 0 1,0 0 0,1 0 0,0 1-1,-1-1 1,0 0 302,1 1 0,-1-1 0,1 1 0,0 0 0,-1-1 0,1 1 0,0 0 0,0 0 0,0 0 0,1 0-165,-4 1 0,0 0 0,0 0 1,0 0-1,1 0 0,-1 0 1,1 0-1,0 0 0,0-1 1,0 1-1,0-1 194,-1-1 1,0 1 0,0-1 0,0 0 0,1 0 0,-1 0 0,1 0 0,-1 0 0,1 0 0,0-1 0,0 1 0,0 0-149,-2 0 0,0 0 1,0 0-1,0 0 1,0 0-1,1 0 1,-1 0-1,1 0 1,-1 0-1,0 0 1,1 0-1,-1 0 1,0 0 41,0 0 1,0 0 0,1 0 0,-1 0 0,0 0 0,0 0 0,0 0 0,0 0-1,0 0 1,0 0 0,0 0 0,0 1 0,0-1-12,4 0 0,0 0 0,-1 0 0,1 0 0,0 1 1,0-1-1,-1 0 0,1 1 0,-1-1 0,1 1 0,-1 0 1,0 1 19,-1-1 0,0 1 1,0 0-1,0 0 1,0 0-1,0 1 1,0-1-1,-1 1 1,0 0-1,0 0 1,-1 0-1,0 0-5,4 0 1,0 0-1,-1 1 1,-1-1-1,0 1 1,0 0-1,1-1 1,-1 1-1,2 1 1,0-1-33,-3 0 0,0 0 0,1 1 0,0-1 0,1 1 0,0 0 0,0 0 0,0-1 0,-1 1 0,0 0 0,-1-1 0,-1 1 15,3-1 0,0 1 0,-1-1 0,-1 1 0,0-1 0,0 1 0,0-1 0,1 0 0,0 1 0,1-1 8,0-1 0,0 1 0,2 0 0,-1 0 0,1 0 1,0-1-1,0 1 0,-1-1 0,0 0 0,-2 0 1,-1 0 5,2 0 1,-2-1 0,-1 0-1,0 0 1,-1 0 0,0 0-1,0 1 1,0-1 0,1 0-365,2 1 0,2-1 0,-1 0 0,1 0 1,0 0-1,-2 1 0,0 0 0,-3 1 0,-1 1 350,4 1 0,-1 2 0,-3 0 0,0 0 0,-1 1 0,-1-1 0,7-1 0,0-1 0,-1 1 0,-3 1 0,-5 3 0,-6 8 0,0 0 0,1-1 0</inkml:trace>
  <inkml:trace contextRef="#ctx0" brushRef="#br0" timeOffset="-107460.19">30756 13856 7533,'-38'-11'1349,"7"3"360,11-4-1349,9 12 719,11 45-839,-4-11 0,-2 5 0,0-2-841,-1 7 1,-1 2 577,-2-4 1,-3 6-1,-1 0 1,-2-4-188,-4-2 0,-2-3 0,1 0-270,2-1 0,1 0 1,0-1-1,-2 0 0,0 0 1,2-9 560,-1-12 1,6 0 0,8-23-1</inkml:trace>
  <inkml:trace contextRef="#ctx0" brushRef="#br0" timeOffset="-107310.19">30632 14092 8792,'6'11'1439,"-2"11"0,-2 8-1199,-1 5 0,-2 4 0,1-1-1015,-1 8 0,2 2 505,1-11 0,2 5 0,1 0 1,1-4-721,1-1 1,2-2-1,1-2 270,3 15 1,1-2 719,-1-5 0,-2-8 0,-6-15 0,-5-6 0</inkml:trace>
  <inkml:trace contextRef="#ctx0" brushRef="#br0" timeOffset="-107210.19">30644 14662 7533,'-40'-27'1799,"11"-7"-1529,62 15-91,-7-1-550,3 7 0,2 2 1,11-7-1,2-1 1</inkml:trace>
  <inkml:trace contextRef="#ctx0" brushRef="#br0" timeOffset="-107040.19">31213 14141 7533,'-27'22'819,"0"-1"0,0 0 0,-1-5 0,4 2 331,0 25 1,8 5-1107,7-7 1,5-1-313,3-8 0,1 1-512,0 1 1,2 3 0,3-6 779,20 12 0,-15-18 0,0-1 0,14 5 0</inkml:trace>
  <inkml:trace contextRef="#ctx0" brushRef="#br0" timeOffset="-106840.19">31127 14266 7533,'23'-37'1799,"-8"16"-720,20 10-179,2 40-721,-14-11-179,-2 9 0,-9 8-315,-22 2 1,-6 0-46,11-8 0,-2 1-40,-11 6 1,-7 2-1,-1-5-500,-6-6 1,-1-4-405,5 4 1,1-3 1303,-1-6 0,5-9 0,16-14 0,2-2 0</inkml:trace>
  <inkml:trace contextRef="#ctx0" brushRef="#br0" timeOffset="-106530.19">31486 14104 7533,'7'18'3276,"-12"29"-2441,-1 1 1,-2 2-881,-2-14 0,1 2-312,3 6 0,3 5 0,-1-5-408,-2-9 1,1-2 566,5 4 1,-1-3-1422,-10 6 989,10-62 1,0-11 449,-4-10-93,8 0 0,4-9 0,5 2 423,3 13 0,2 2 0,1 0-150,-5-1 0,1 0 0,3 5 899,16-10 1,3 18 989,2 51-1530,-10-2-149,-18 3 0,-4 8 0,-6 0-330,-9-1 0,-7 1 0,1-1 30,7-2 0,1-1 0,-4 2-394,-6-1 0,-6 2 0,0 0 0,1-4 484,1-4 0,2-2 0,-2-1 0,-3 4 0,-2-1 0,0-2 0,-7 6 0,0 1 0</inkml:trace>
  <inkml:trace contextRef="#ctx0" brushRef="#br0" timeOffset="-105790.19">32206 14997 7533,'-29'11'3276,"8"-3"-1335,67 4-1761,1-10 0,3-4-136,-10 0 1,2-2-327,-6 0 0,5 0 0,-1-1 1,-3 0-394,9-5 0,-4 0 421,2 3 1,-4 0-197,-7 1 1,-15 1 89,-62 5 989,15 6-493,-6 0 1,-10 1 0,0 3 432,2 5 1,0 3 0,1-1-420,3-3 0,0 0 0,0 1 299,2-1 1,-2 1 0,2 0 0,6-1 494,5-1 1,3 0-765,-7-3 0,11-1-270,36 2 314,24-16 1,9-6-90,-13 6 0,2 0-235,-4-2 0,5-2 0,1 0 0,-3 0-350,2-2 1,-2 0-1,0 1 270,-4 2 0,0 2 0,0-2-30,3-2 0,1-2 1,-10 1-1056,-6-9 1265,-11 5-45,-30 5 0,-14 4 135,-6 9 0,-6 7 0,1-1-338,9-5 0,2 1 1,-3 2 480,1 4 1,-4 2 0,-2 2 0,2 1 0,4-2 845,-1 3 1,3-1-1,0 1-959,0 1 0,0 2 0,3-2 644,-7 2 1,18-5-1007,41-15 1,11-5 421,-2 3-149,8-8 1,11-5-1,-2 0-541,-9 2 0,-1 0 1,2-1-311,-1 0 1,3 0 0,0-1 0,-1 2 409,7-3 0,0 2 1,-5-1-1,4-3 1,-7 1-1,-17 4 0,-1 1 1</inkml:trace>
  <inkml:trace contextRef="#ctx0" brushRef="#br0" timeOffset="-105540.19">32416 14204 7533,'-12'-27'2428,"5"20"-1574,-2 32 1,2 19-518,3-10 1,3 4-1,-1 2 1,0-2-1296,-2 6 1,0 0 0,0 3 921,2-5 0,1 4 0,1 1 0,-1-1 0,0-4-234,-3 7 0,0-4 0,0 1-125,3-8 1,0 2 0,-1-1 0,-2-3 394,-6 13 0,-3-12 0,-1-16 0,-4-47 0</inkml:trace>
  <inkml:trace contextRef="#ctx0" brushRef="#br0" timeOffset="-105240.19">32317 14327 7533,'22'-13'1092,"0"0"0,16-1 0,6-1-116,-7 3 1,2 0 0,3 1-1224,-4 4 1,2 1-1,1 1 1,0-1 43,-1 0 1,1-1 0,-1 1-1,-3 2 143,-1 1 0,-2 3 1,-4 4 14,6 9 0,-10 9 179,-18 12 1,-8 5-45,4-8 0,-2 2 210,-3 8 0,-1 4 0,-2 1-188,-1-9 1,-1 1-1,-1 0 1,2-2-385,1 3 0,1-2 1,0 3-22,-2 3 1,-2 4 0,1-1-1,2-6-966,3 6 0,1-5 1124,-3-1 0,0-2-635,2-4 1,-3-11 769,-9-21 0,-6-10 0,-6-11 0</inkml:trace>
  <inkml:trace contextRef="#ctx0" brushRef="#br0" timeOffset="-105090.19">32441 15009 7533,'-33'24'1092,"0"0"0,7-9 0,11 0 546,31 8 0,19-1-1095,-2-14 0,8-5 0,2-1 1,-2 0-1588,3 5 0,-1 0 1,4-3 1043,-8-3 0,6-2 0,2-1 0,-1-1 0,-3 0 0,-6 0 0,-1-1 0,-5-1 0,1-1 0,6-2 0,0 0 0,0 1 0,-1-1 0</inkml:trace>
  <inkml:trace contextRef="#ctx0" brushRef="#br1" timeOffset="-103860.19">28908 9853 8931,'5'-48'1207,"-4"19"-249,5 38-621,-7 20 1,-4 14-1,0 5-183,3-4 1,0 3 0,1 4 0,0 2 0,-1 2-565,1-11 0,-1 1 1,0 3-1,1 0 1,-1 2-1,0 0 0,1 1 1,0 0 432,0-5 0,0 0 0,1 2 0,-1 0 1,0 0-1,1 1 0,0 0 0,-1 0 1,1 0-1,0-1 13,0 2 0,-1-1 0,1 1 0,0 0 0,0 0 0,1-1 1,-1 1-1,0 0 0,0-1 0,0 0 27,0-1 1,0 0-1,0-1 1,0 1-1,0-1 1,0 0-1,0 0 1,0 0-1,0-1 1,0 0-116,0 2 0,0 1 0,0-2 0,0 1 0,1-1 1,-1 0-1,0 0 0,-1-1 0,1-1 108,-1 2 0,0-1 1,-1 0-1,1-1 1,-1 0-1,1 0 0,-1-1 1,1 0-157,0 4 1,0-1 0,0 1 0,0-2 0,0 0 0,0-1 0,-1-2-45,-2 7 0,-1-2 1,-1-1-1,1-2 1,1-3-217,1 10 1,1-4 0,-1-6-945,-3 3 0,1-21-1664,5-34 2968,0-23 0,-3 6 0,0-3 0,0-4 0,-1 0 0</inkml:trace>
  <inkml:trace contextRef="#ctx0" brushRef="#br0" timeOffset="-103640.19">28599 13150 7533,'-17'33'655,"0"-1"0,0 1 1,2 6-1,3 2 0,7 3-260,7-4 0,4 4 1,5-2-1,3-3-623,7 6 0,4-5 1,7-15 316,1-22 1,6-10 0,1-10 0,-3-5-637,-8-3 1,-1-8 0,-1-4 0,-1-5 0,-2-2 0,0-1 339,-5 7 0,0-2 0,-1-2 0,-1-2 1,0-1-1,-1-2 0,-1 0 0,0 0 1,-1 0 150,-2 3 0,0-1 0,-1-1 0,-1-2 0,0 1 1,-1-1-1,0 1 0,0 0 0,-1 1 0,0 1 1,0 2-1,1-5 0,-1 2 0,-1 1 0,1 0 1,-2 1-1,0 1 0,0 0 0,-1-1 0,-2-1 1,1-1-1,-1 1 0,0-1 0,0 1 0,0-1 1,0 1-1</inkml:trace>
  <inkml:trace contextRef="#ctx0" brushRef="#br0" timeOffset="-102880.19">28994 8032 7533,'-20'-14'-900,"3"3"720,12 6 360,3-13 90,-3-14 0,5-1-180,0 8-360,-11 69 270,6-5 0,0 9 0,1 6-547,1-12 1,-1 6 0,1 2 0,0 2 0,0-2 0,0-2 451,0 1 0,1-4 0,-1 1 0,1 1 0,0 4 55,1-10 0,0 2 0,0 2 0,0 1 0,1 1 0,0 0 0,-1-1 0,1-2 0,0-2-86,0 9 0,0-2 0,0-2 0,0 0 0,0 0 0,0 0 0,0-1 0,0 1 0,0 0 0,0-1 0,0-1 0,0 1 0,0 2 0,0 1 0,0 0 0,0-1 0,0 1 0</inkml:trace>
  <inkml:trace contextRef="#ctx0" brushRef="#br0" timeOffset="-101660.19">32961 13683 7533,'-12'-22'1638,"1"0"0,-10-4 752,-9 26-2210,13 25 0,4 9 90,-2 13-281,6-14 1,-1 5-1,2-1 281,0 8 0,2 0 29,1-8 1,0 2 0,1-1-300,2 1 0,0-2 0,1-1 3,2 4 1,-1-4-1443,-5 6-1838,-26-25 797,-9-39 1266,12 4 0,1-3 1124,0-14 135,8 3 0,10 2 1843,30 1-250,0 4 0,7 2-546,3 8 0,5 3 0,3 1-1471,-3 3 0,2 2 1,1 0-1,-2 0 379,8 0 0,-2 0 0,0 0 0,-5 2 0,-1 1 0,-4-1 0,-3 1 0,0-1 0</inkml:trace>
  <inkml:trace contextRef="#ctx0" brushRef="#br0" timeOffset="-100940.19">32590 13770 7533,'-42'26'546,"0"1"0,-1 0 0,18 1 0,3 5 0,1 2 0,-2 1 109,-1-2 0,-3 1 1,1 2-1,5 0 0,9 0-556,11 7 1,8 1 0,7-2 0,5-4-10,2-7 0,6-2 0,4-5 0,4-8-108,7-8 0,7-9 0,3-5 0,0-4 0,-3 0 18,-5-2 0,-2-1 0,1-3 0,-2-2 0,-1-4-320,-3-2 0,1-3 0,-1-2 0,-2-3 0,-3 0 0,-3-1 338,-2-3 0,-3-2 0,-4-2 0,-1 1 0,-3-2 377,-1 2 1,-2 0 0,-3-2 0,-3 1-1,-5-1 216,-6-6 1,-4-1 0,-6 0 0,-2 3 0,-4 5-280,-5 2 0,-3 5 1,-5 4-1,-3 5-170,-3 5 0,-6 5 0,-2 4 0,0 4 0,2 7-450,-1 7 0,1 6 0,1 6 0,1 2 1,2 3-369,3 1 1,1 5-1,2 1 1,3 2 0,3-1 327,1 4 0,3 2 0,5 0 1,5-2-1,7-2 0,5-1 1,4-2-1,9 3 0,0 0 1</inkml:trace>
  <inkml:trace contextRef="#ctx0" brushRef="#br1" timeOffset="-94540.19">24222 4660 7873,'-40'-16'1092,"1"-1"0,1 9 0,12 10 546,29 20 0,15 9-819,4-1 0,9 4 0,2 0 0,-1-2-1906,1 2 1,0-2 0,7-2 1156,-7-10 0,4 1 0,4-1 0,3-1 0,2-2 0,2-4 0,1-3-212,-7-6 0,2-2 1,1-4-1,3-2 0,0-1 1,2-2-1,0 0 1,0-1-1,1 1 0,-1 1 1,-1 1 138,-1 1 1,-1 0 0,0 1 0,1-1 0,-1 1-1,1-1 1,0 0 0,1 0 0,1 0 0,2-1 0,0 0-1,2-1-19,-11 1 0,1 0 0,1-1 0,2 0 0,1-1 0,1 1 0,0-1 0,1-1 0,0 1 0,0 0 0,1-1 0,-2 1 0,1 0 0,-1-1 0,-1 1 0,-2 0 0,0 0 0,-2 1 0,-1-1 0,-2 1-13,11-1 1,-3 0-1,-2 0 1,-2 0-1,-1 0 1,-1 1-1,1-1 1,0 1-1,1-1 1,2 1-1,1-1-86,-4 1 0,1 0 1,2-1-1,1 1 1,0-1-1,1 0 0,0 1 1,0-1-1,0 1 1,-1 0-1,0 0 1,-1 0-1,-2 1 0,-2 0 1,-1 0 124,10 0 0,-3 0 0,0 1 0,-3 0 0,0 1 0,-1-1 0,0 1 0,-1-1 0,1 0-86,3-1 1,-2 0 0,0-1 0,0 1-1,-1-1 1,1 2 0,0 0 0,1 2 8,-2 1 0,3 1 0,1 1 0,0 0 0,0 1 0,-3 1 0,-2 0 1,-5 1-1,-5 0 108,8 2 0,-7 1 0,2 4 29,3 4 0,5 4 0,1 3 0,-4 0 0,-8-2-430,2 8 0,-4 3-244,-6-2 0,3 5 0,-1 0 0,-3-3 654,6 8 1,-4-2 0,-1 2 0,1-3 0,-4-16-1,1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10:00.97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70C0"/>
    </inkml:brush>
    <inkml:brush xml:id="br3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12359 3607 7533,'-31'-26'3276,"-5"8"-1785,-1 51-1221,16 0 0,3 10-136,8-9 1,1 6 0,2 1 0,1-2-843,2 7 1,2-1 0,1-1 677,-1-1 0,0-1 0,9-6 75,17 1 0,9-16-122,2-31 1,1-16 136,-7 2 0,-1-6 0,-5-5 322,-7-2 0,-5-6 1,-3-1-1,-4 2-172,-4-4 0,-5 1 0,-7 3-31,-7 0 1,-7 2 0,-3 11-630,-9 15 1,-1 9 460,6 2 1,2 7-1317,-2 19 1,8 7 1304,20 19 0,1-17 0,5-1 0,15-11 0,0 1 0</inkml:trace>
  <inkml:trace contextRef="#ctx0" brushRef="#br0" timeOffset="261">12682 3570 9781,'7'47'1638,"-4"-20"0,-1 3-1297,-1 10 0,-2 2-1225,-2 6 0,1 1 404,1-12 1,1 1-1,-1-1 120,-2 9 0,1 0-210,1-11 1,1 0-1,1-4-1322,-1 16 1892,0-6 0,-6-29 0,-1-6 0</inkml:trace>
  <inkml:trace contextRef="#ctx0" brushRef="#br0" timeOffset="495">12707 3595 8432,'11'-31'2879,"2"11"-6156,29-4 1883,-19 17 2008,5 5 1,1 4-615,-6 11 359,13 17-718,-24-3 538,-12 20 1,-11-20 0,-7 1-71,-6 7 0,-3 1-649,-2-1 1,-1 0 134,-1-4 0,1-2-854,-1 8 1259,13-17 0,12-9 0,6-11 0</inkml:trace>
  <inkml:trace contextRef="#ctx0" brushRef="#br0" timeOffset="861">13003 3731 11221,'35'13'-1170,"-6"-7"855,-5-12 1,0-6-316,2-19-2647,-14-14 2482,-13 18 1925,-28-1 444,3 40 0,-3 8-675,1-6 1,1 2-541,0 13 1,5 4-90,7-2 0,8-1-1664,10-4 0,5-1-585,5 13 1412,6-9 0,5-22 0,-5-1 0</inkml:trace>
  <inkml:trace contextRef="#ctx0" brushRef="#br0" timeOffset="1149">13226 3669 10861,'-12'4'3276,"5"15"-2684,2 31-592,5-3-1305,-2-19 1,4-3 495,9-10-631,8-27 991,7-22 494,-10 4 0,-2-1-45,6-9 719,3 10 720,-15 19-359,3 38-1305,-12-2 0,-3 1 45,3 2 0,1-1 180,-4 4 0,2-2 0,8-4 0,0-8 0</inkml:trace>
  <inkml:trace contextRef="#ctx0" brushRef="#br0" timeOffset="1778">13847 3260 7533,'-27'40'1092,"13"-9"0,0 7 0,2 0-355,4-5 0,2-1 0,-2 4-1009,-1 3 0,-2 5 0,0-1 0,1-4 631,-1 6 1,1-3-45,0 4 0,2-3 390,3 1-75,16-19-35,3-14-1405,22-22-2467,2-8 1787,1-2 1490,-3-8 0,-12 10 0,1-6 0</inkml:trace>
  <inkml:trace contextRef="#ctx0" brushRef="#br0" timeOffset="1928">14008 3434 0,'-13'-32'3276,"6"7"0,-4 13 0,10 12-1402,1 12-5151,7 18 2971,5-2 1,1 8 0,-1-12 0</inkml:trace>
  <inkml:trace contextRef="#ctx0" brushRef="#br0" timeOffset="2078">14045 3681 7533,'-26'25'3276,"-3"5"0,15-9-1823,2 24-4730,6-21 1247,17 12 2030,14-19 0,3-15 0,7-4 0</inkml:trace>
  <inkml:trace contextRef="#ctx0" brushRef="#br0" timeOffset="2344">14268 3644 10051,'-37'11'3276,"11"8"-2594,-3 19-1807,23-14 1,4 1-585,2 10 270,13-1 1529,7-27 450,3 9 179,-20-2 631,1 11-541,-22 5-4086,-12 2 1543,8-6 385,-13-8 1349,27-13 0,-3-16 0,11-2 0</inkml:trace>
  <inkml:trace contextRef="#ctx0" brushRef="#br0" timeOffset="2477">14281 3718 12480,'48'0'-360,"-3"-5"0,-1-7 0,-8-8 1</inkml:trace>
  <inkml:trace contextRef="#ctx0" brushRef="#br0" timeOffset="2644">14566 3346 7533,'-19'33'655,"1"0"0,0-1 1,2 7-1,3 3 0,2 1 164,1-3 0,0 1 0,3 2 0,4-1-1639,5-1 1,6 1 0,1-2 0,-1-4 720,0 10 0,5-6 1,12-7-1,2-10 0,-2-17 1</inkml:trace>
  <inkml:trace contextRef="#ctx0" brushRef="#br0" timeOffset="3028">14876 3582 8342,'0'19'0,"0"-1"0</inkml:trace>
  <inkml:trace contextRef="#ctx0" brushRef="#br0" timeOffset="3161">14851 3781 7533,'-7'19'1979,"2"-7"-1710,5-1-269,5-4 0,2 0 0,6-2 0</inkml:trace>
  <inkml:trace contextRef="#ctx0" brushRef="#br0" timeOffset="3928">14392 3793 9961,'33'-6'105,"-1"1"0,12-4 0,-13 1 0,-3-1 0,3-4 0</inkml:trace>
  <inkml:trace contextRef="#ctx0" brushRef="#br0" timeOffset="5578">13425 5057 8792,'-26'-3'1638,"1"-1"0,-23 10 843,5 18-2391,12 5 0,1 3-1,6-5 1,0 1 180,-7 8 0,3 0-360,7 8-90,21-7 450,26-18-450,3-12 0,3-3 0,-3-1 1,1 0 224,8 5 0,-3 2 584,0 5-1920,-17 6 0,-9 3 1830,-20 0-269,-2 7 0,-4 1-245,-2-13 0,-2-2-475,-13 13 0,-4-1-1189,0-8 1,0-3 1091,8-4 1,0-2 0,-1-2 0,4-3 0,2-7 0</inkml:trace>
  <inkml:trace contextRef="#ctx0" brushRef="#br0" timeOffset="6028">13251 4413 10771,'0'25'359,"0"0"1,0 6 0,0-2-360,0 5-495,-2 5 1,-1 2-406,0-13 1,-1 0 899,-2 10 0,-1-1 0,1 5 0,0-18 0</inkml:trace>
  <inkml:trace contextRef="#ctx0" brushRef="#br0" timeOffset="6262">13400 4499 7533,'6'-26'3276,"28"-3"-526,7 21-2885,-15 8 0,-1 5 225,11 16-180,-29 3 0,-7 6-630,-7 11 1,-4 3 89,3 0 1,0-1 82,-4 2 1,0-3 0,6-14 0,1-3 0,-2 5 0</inkml:trace>
  <inkml:trace contextRef="#ctx0" brushRef="#br0" timeOffset="11778">15681 1574 7533,'6'-38'-1529,"1"2"2608,10-5 720,-3 6-90,-7-8-90,-19 24-809,-9 13-765,0 23 0,1 12-165,3 5 0,3 6 0,1 2-44,2-8 0,0 2 1,2 1-1,0 2 20,0 1 0,1 3 0,1 1 0,0 0 0,2-3-372,0 0 0,2-2 0,1-1 1,-1-1 365,1 10 0,0-2 0,1-2-300,1-4 0,1-1 1,-2-3-1,-3 0 0,-3-3-495,-9 10 1,-4-5 944,-10-4 0,-17-22 0,22-25 0</inkml:trace>
  <inkml:trace contextRef="#ctx0" brushRef="#br0" timeOffset="11928">15334 2045 9961,'11'-19'1350,"19"1"-1890,16 6 540,-9 3 0,8-1 0,-5 0 0,-4-1 0,0-1 0,3 0 0,-1 1 0,1-1 0</inkml:trace>
  <inkml:trace contextRef="#ctx0" brushRef="#br0" timeOffset="12128">15979 1562 7533,'-24'-28'1638,"9"41"0,-1 13 0,-4 14 0,1 7-2495,5-7 1,2 3 0,1 2 608,4-8 1,2 1 0,0 0 0,3-1-533,-1 3 0,3-2 1,3-1 197,2-1 1,4-2 0,1-3 581,6 0 0,1-7 0,15-2 0,-8-22 0</inkml:trace>
  <inkml:trace contextRef="#ctx0" brushRef="#br0" timeOffset="12645">16289 1624 8342,'-25'12'3238,"0"0"-2518,6 1-180,-10 16-360,8 9-360,11-12 0,1-1 270,-2 14-360,17 1-720,11-20 451,10 11 179,10-6 450,-16-6 90,-5 15 989,-32-1-989,4-8 0,-3 0-900,-6-2 1,-2-2 269,-15 11 450,13-14 0,8-13 0,10-5 0</inkml:trace>
  <inkml:trace contextRef="#ctx0" brushRef="#br0" timeOffset="13044">16413 1500 11850,'20'28'521,"-1"0"1,1 0 0,2 13 0,-1 5 0,-6-1-462,-10-8 0,-4 0 0,-3 2-703,0-2 1,-2 1-1,-2 0 1,-1-1 462,-4 4 0,-2-1 0,-5-2 180,-7 2 0,-5-2 0,3-3 0,2-3 0,0-2 0,-7 5 0,-1 0 0</inkml:trace>
  <inkml:trace contextRef="#ctx0" brushRef="#br0" timeOffset="13529">16835 1847 8432,'-16'-13'3276,"29"6"-3880,9 4 1,6 1-297,4 1 1,1 2 494,-4 1 0,-2 1 405,9 4 0,-18 11 0,-6 1 0</inkml:trace>
  <inkml:trace contextRef="#ctx0" brushRef="#br0" timeOffset="13645">16884 2020 7533,'-27'7'3276,"21"-1"-2756,31-4 1,14-4-521,-7 2 0,1 0 0,10 0 0,-1 0 0,-15 0 0,0 0 0</inkml:trace>
  <inkml:trace contextRef="#ctx0" brushRef="#br0" timeOffset="14612">17627 1512 7533,'-5'-38'-90,"-2"7"1709,-5 14-810,-6 10-179,-2 7-360,-10 23-31,13 4 1,1 7 0,1-1-150,-1-2 0,1 2-739,2 10 0,1 5 0,3-6 379,3 7 180,6-17 0,6-5-1979,34-13 1349,3-37 90,-19 0 1,3-5-1,-5-1 1035,-3-7 0,-4 0 89,0-4 1,-8 8 1484,-14 22-1439,0 34 270,2 21-810,4-15 0,1 5 0,1 0 224,2 9 1,-1 2 19,-1 1 1,0 4-1,-1-1-634,1-8 1,1-2-1,-5-1 240,-7 5 0,-4-1 0,-2-4 375,-6 4 0,-4-9 90,-6-16 0,0-13-270,8-14 0,5-9 135,18-28-360,8 20 0,7-1-570,13 1 1,9 0-1,0 0 391,-6 2 0,0-1 1,1 0-1,4-1 0,2 0 1,-3 2-1,1-2 1,0 0-1</inkml:trace>
  <inkml:trace contextRef="#ctx0" brushRef="#br0" timeOffset="14795">18012 1549 7533,'-6'-20'3276,"-6"9"-2396,0 36 1,-1 12-701,-8 0-495,12-1 0,1 9 0,2-1-135,1-7 0,1-1 1,1 0-31,1 0 0,2 0 1,0-1 59,1 1 0,0-1 1,4-5 419,14 7 0,6-19 0,0-12 0</inkml:trace>
  <inkml:trace contextRef="#ctx0" brushRef="#br0" timeOffset="15082">18347 1524 8792,'-31'2'1092,"1"1"0,3 14 0,2 7-1336,-5 4 0,5 5-296,7 7 1,9 1 134,9-11 0,6-4-44,16 10 359,10-23 180,2 3 90,-24-13 269,12 24-89,-21-12 90,-6 21-315,-9-14 0,-3-1-45,-12 8-585,6-7 0,0-4 495,-4-10 0,3-13 0,6-16 0</inkml:trace>
  <inkml:trace contextRef="#ctx0" brushRef="#br0" timeOffset="15295">18458 1314 10861,'12'35'611,"0"1"1,0-1 0,0 6-1,-1 1 1,-1 3-725,-2-2 1,-2 3 0,-1 0-1,-3 0-598,-2-3 0,-1-1 1,-3 1-1,-4-1 171,-3-3 0,-3 0 1,-3 0-1,-1-2 0,0-4 196,-5 5 1,-1-5-1,-1 0 1,-3 2-1,-1 0 1,2-8 0,7-11-1,-1-1 1</inkml:trace>
  <inkml:trace contextRef="#ctx0" brushRef="#br0" timeOffset="15496">18966 1673 7533,'-34'0'3276,"17"0"-1695,59 0-2211,-17-2 1,3-1-27,12-3 1,0-1-1,7-6 1,-7-5 0</inkml:trace>
  <inkml:trace contextRef="#ctx0" brushRef="#br0" timeOffset="15678">19077 1351 9512,'-12'24'1092,"0"0"0,-2 12 0,3 8-812,5-9 0,2 5 0,1 4 1,0 0-1,-1-2-533,1-1 1,1 1 0,-1-1 0,1-1 0,0 0 0,0 5 0,1 0 0,-1-2 0,2-2 0,0-2 0,0 1 0,0 0 0</inkml:trace>
  <inkml:trace contextRef="#ctx0" brushRef="#br0" timeOffset="16045">19462 1190 7533,'-26'-18'3276,"8"44"-2184,12 14 0,6 13 0,0-1-962,0-9 1,0 0-1,0 4-184,0-3 0,-2 6 0,1 0 0,0-2 0,0-5 54,0-4 0,1-5 0,-1 1-330,-1 9 0,-1 1 1,3-11 23,5-9 36,2-32-944,8-19 0,5-7 584,4-7 1,3 1 1210,-4 2 0,2 12 2387,16 30-2563,-36 29 0,-10 12-945,4-7 0,0 3 1,1-2 539,-1 10 0,2-4 0,1-14 0,4-5 0,12-4 0</inkml:trace>
  <inkml:trace contextRef="#ctx0" brushRef="#br0" timeOffset="16232">19896 1326 7533,'-30'17'3276,"3"14"-1638,11-3 0,2 6-704,4 9 0,2 6 0,1-4-2446,0-6 1,1 2 1173,1-2 1,1 5 0,1 2 0,4-6-563,4-5 1,4-2 0,-1-2 629,-4 14 0,3-2 270,13 3 0,5-13 0,-3-30 0,14 1 0</inkml:trace>
  <inkml:trace contextRef="#ctx0" brushRef="#br0" timeOffset="16511">20169 1488 7533,'-43'4'1638,"18"5"0,0 6 0,1 8 0,3 5-1496,2 8 0,6 3-1267,10-6 1,6-2 629,8-1 1,4-5 314,24 6-180,-2-8 540,-12-4 0,-12 1-270,-30 20-540,-1-23 1,-3 0 629,-4 4 0,-2-3 0,-17-1 0,15-18 0</inkml:trace>
  <inkml:trace contextRef="#ctx0" brushRef="#br0" timeOffset="16729">20293 1264 7533,'47'-2'3276,"-17"10"-1638,-5 9 0,-3 8-674,-10 5 0,-5 6 0,-1-1-2268,-1 10 0,-2 1 1424,-1-6 0,-1 3 0,-5 1-503,-6-8 1,-3 0 0,-2 0 0,0-3-711,-2 4 1,-2-4 0,0 2 1029,-3 6 0,-1 2 1,-1-6-1,-8 2 1,-1-6-1,8-8 1,-1 0-1</inkml:trace>
  <inkml:trace contextRef="#ctx0" brushRef="#br0" timeOffset="17461">19499 2256 7533,'-44'0'3276,"12"0"0,53 0-2010,22 0 1,12 0-975,-20-2 0,3-1 1,3 0-1,1 0-948,2-1 1,4 1-1,1-1 1,-2 0 0,-3 0 546,-4-1 0,-4 0 1,0-1-1,3 1-125,0-1 0,3 1 0,0-1 0,-2 0 1,-4 0-860,1-1 1,-4 1 0,-1 0 1077,5-1 0,0 1 0,-3 0 0,-1-1 0,-7 1 0,-9 1 1</inkml:trace>
  <inkml:trace contextRef="#ctx0" brushRef="#br0" timeOffset="18612">19822 2429 10411,'-5'40'575,"0"-1"1,1 0 0,0-1 0,0-1-1,1 1-755,2-4 0,1-1 1,1 0-1460,-1 12 1,0-5 1535,0 0 0,0-7 0,0-26 1</inkml:trace>
  <inkml:trace contextRef="#ctx0" brushRef="#br0" timeOffset="18828">20045 2541 7533,'23'-26'3276,"20"8"-1638,-12 18 0,1 5-1991,5 4 0,-3 7-97,-5 11 1,-7 7-406,-12 5 1,-8 4 854,-4 5 0,-6-1 0,-6-5 0,-2-2 0,4-7 0,-1 0 0</inkml:trace>
  <inkml:trace contextRef="#ctx0" brushRef="#br0" timeOffset="19478">17503 2355 7533,'-25'-18'3148,"12"10"-2249,2-3 990,33 16-900,19 6 1,11 2-765,-11-7 0,3-1 0,3 0 0,-2 1-501,-3 0 1,0 1 0,0-1-1,3 0 222,0-3 0,4 0 0,0-1 0,-4 0 1,-6-1 98,3-1 0,-3 0-615,1 0 0,3 0 1,-7 0-2708,11 0 774,-7 0 2503,-13 5 0,-27 2 0,0 5 0</inkml:trace>
  <inkml:trace contextRef="#ctx0" brushRef="#br0" timeOffset="25344">17950 706 0,'-18'24'0,"4"2"1268,5-3 0,0 2-909,-3 14 1,1 1-180,5-6 0,2 1 45,-3 2 0,3-1-45,16 5 1146,8-27-877,10 2 598,-9-14-777,2 9 359,-16 7-449,-7 2 270,-12 16 696,-10-11 0,-3-2-1146,6-4 0,1-2 0,-7 2 0,1-2 0,1-6 0</inkml:trace>
  <inkml:trace contextRef="#ctx0" brushRef="#br0" timeOffset="25495">18086 1029 9152,'17'-19'1889,"3"0"-2709,29 7 1,-15 0 0,7 0 0</inkml:trace>
  <inkml:trace contextRef="#ctx0" brushRef="#br0" timeOffset="25727">18235 868 7533,'-14'0'3276,"9"0"-1335,17 0-1761,18 0-720,9 5-1439,-6 19 1619,-9 9 0,-35 11 225,5-18 1,-4 1-451,-9-1 1,-3-1 584,8 1 0,0-1 0,-10 13 0,13-15 0</inkml:trace>
  <inkml:trace contextRef="#ctx0" brushRef="#br0" timeOffset="26028">18607 744 11580,'-14'5'270,"-2"7"-1349,3 24 1079,0 4 360,0 4 89,8 3-449,27-14-269,-6-7-1,15-4 180,-13-15 360,-17 11 89,-19 7-539,-15 7 180,9-14 0,-2 1-547,4 0 1,0-1 0,1-2 0,0 0 0,-17 14 0</inkml:trace>
  <inkml:trace contextRef="#ctx0" brushRef="#br0" timeOffset="28228">18012 2616 6633,'-6'-31'2879,"-1"16"-1710,-5-2 90,-6 56-854,13-6 0,2 4-270,-5 8 0,5 2-16,8-13 1,3 0 0,1-4-120,-3-1 0,4-7 0,13-8 0,1-10-180,4-23 135,-6-1 1,-3-4 268,-5-16 1,-7-4 449,-3 3 1,-7 2-360,-8-3 0,-10 8-1889,-9 18 0,-3 13 1574,8 13 0,2 7 0,0 5 0,6 3 0,14 2 0,0 0 0</inkml:trace>
  <inkml:trace contextRef="#ctx0" brushRef="#br0" timeOffset="30278">16400 4524 7533,'-6'-19'1979,"0"6"-540,17 8-540,-3 38-1537,10-8 907,-10 19 1,-3 10-90,-2-16 0,-1 3 0,0-1-240,-3 2 0,-1 0 0,-1 1-675,1 4 1,0 0 0,-2-3 284,-5-2 0,0-3-539,2-1 0,1-3 989,0 5 0,-5-11 0,4-23 0</inkml:trace>
  <inkml:trace contextRef="#ctx0" brushRef="#br0" timeOffset="30529">16475 4438 7533,'-7'-20'3276,"7"2"-2145,40 17-1041,-8 8 0,1 4-333,-3-2 1,2 4 182,-1 5 0,1 4 0,-4 1-365,-5 2 1,-4 4 394,0 3 0,0 4 0,-7 3-60,-8 5 0,-7 3 0,-2-2 300,-1-4 0,-4-1 0,-3 1-31,-4-4 1,-5 2 0,-1-1 0,1-5-90,0-4 0,0-4 0,-2 0-450,-2-1 0,-1-2 1,2-1-91,-1 2 0,2-5 271,-8-4 202,20-14 0,13-19 0,12-13 0</inkml:trace>
  <inkml:trace contextRef="#ctx0" brushRef="#br0" timeOffset="30861">17144 4450 0,'-25'0'1680,"6"5"958,1 8-1424,4 26 0,4 13-1034,3-14 0,0 2 0,0 1 76,0 2 1,0 1 0,2 2-212,2-2 0,1 4 0,3-2 0,3-7 45,10-2 0,3-4-46,0 16 1,5-10 566,5-31 0,2-10-701,9-19 209,-19-2 1,0-7 0,-4-3 972,-4-12 0,-4-5 0,-2 1-473,-1 3 1,-1 0 0,-3 1-560,0-2 0,-2 1 0,-7 6 75,-18 3 0,-4 11-405,-5 11 270,7 8 0,-1 9-855,6 15 1,4 7 89,2-1 1,3 2-875,3 11 1,6 1 1512,13 9 1,12-11 0,6-17 0</inkml:trace>
  <inkml:trace contextRef="#ctx0" brushRef="#br0" timeOffset="31111">17206 4871 13379,'9'47'-90,"1"0"0,-1-14 1,0-2-766,-3 2 0,0-2-1753,7 7 2608,-1-5 0,0 2 0,1-16 0</inkml:trace>
  <inkml:trace contextRef="#ctx0" brushRef="#br0" timeOffset="31282">17491 4697 9512,'-14'-6'3276,"3"6"-3494,17 12-1401,0 7 1619,7 6 0,-1 0 0,1 0 0</inkml:trace>
  <inkml:trace contextRef="#ctx0" brushRef="#br0" timeOffset="31427">17516 4970 0,'-13'7'3276,"1"-1"0,5 10-2845,12 33 0,4-5 1,0-12-1,0 0 0</inkml:trace>
  <inkml:trace contextRef="#ctx0" brushRef="#br0" timeOffset="36032">18384 4574 7533,'0'-14'3276,"-6"-3"-1965,-1 16 128,-5-5-1079,0 6-180,-12 22-90,4-5 90,-8 19 0,-2 8-703,3-10 1,0 1 582,7-6 0,1 1 0,0-1-60,-4 5 0,5-2 262,5 11-352,19-12 0,13 0 90,24-12-222,-19-7 1,3-1 86,6-2 1,1 2 44,-3 6 0,-4 1 270,12 4-1269,-24 9 0,-8 1 1359,-13-7 32,-6 5 0,-6 6 0,-3-5-302,-10-6 0,-5-3-840,-2 4 1,-3 2 0,3-5 839,0-8 0,1-4 0,-2-1 0,4-3 0,3-7 0</inkml:trace>
  <inkml:trace contextRef="#ctx0" brushRef="#br0" timeOffset="36511">18099 3966 7533,'-13'18'2968,"1"18"-3013,8-1 0,1 3-1035,0 2 1,0 0 53,3-2 1,0 0 1025,-2-7 0,-1-5 0,-4-5 0,-5 2 0</inkml:trace>
  <inkml:trace contextRef="#ctx0" brushRef="#br0" timeOffset="36765">18247 4003 8162,'39'-13'2339,"2"2"-2159,8 11 360,-14 16-2179,-17 4 1,-5 3 1473,-9 20 75,-9-9 0,-3 2 315,2-11 1,0 1-226,-1 8 0,2-1 0,-2 14 0,1 0 0</inkml:trace>
  <inkml:trace contextRef="#ctx0" brushRef="#br0" timeOffset="37761">20615 4252 7533,'0'-32'2968,"0"12"-2518,0 9-90,0 22 629,0 20-719,-3-3 0,-3 7 0,-1 2-927,-2 1 1,-2 2-1,-1 1 1,1-1 715,-1 6 1,1-2 0,-3 3-168,0-9 0,-2 2 0,0 1 0,0-3 1,3-6-877,1 3 1,0-2 473,-2-1 1,0 3-1,2-3-165,2-3 1,2-3 674,-1 14 0,-2-5 0,11-17 0</inkml:trace>
  <inkml:trace contextRef="#ctx0" brushRef="#br0" timeOffset="37911">20603 4425 7533,'7'-8'3276,"-2"20"-706,-5 32-2210,0-13 0,0 1-1044,2 8 1,2 0 143,1 3 0,2 1 180,3 0 1,0 0-901,-1 6 1,1-2 722,-1-14 1,0-2 0,-5 2-1,-1-3 1,2 6 0</inkml:trace>
  <inkml:trace contextRef="#ctx0" brushRef="#br0" timeOffset="38044">20541 4858 7533,'-21'-13'3276,"5"2"-1695,49 5-1401,-8 5-2159,23-5 1979,-12 1 0,-10-2 0,4-5 0</inkml:trace>
  <inkml:trace contextRef="#ctx0" brushRef="#br0" timeOffset="38244">21061 4400 7533,'-28'-14'3276,"1"9"0,25 23-2183,-3 19-1048,4-10 0,2 2-485,-1 8 0,0 1-280,0 2 1,0 1-765,0 0 0,0-1 584,0-5 1,0-1 361,0-5 1,0-3-452,-6 6 989,5-14 0,-10-24 0,4-8 0</inkml:trace>
  <inkml:trace contextRef="#ctx0" brushRef="#br0" timeOffset="38461">20999 4462 7533,'12'-37'2788,"12"11"-2518,-9 8 719,8 12 1,1 12-361,2 6-179,6 13-630,-2 12-255,-11 7 525,-9-19 0,-2 0 45,-6 2 0,-3 1-135,-1-2 0,-3-1 45,-5 3 0,-4-1-90,-4-4 0,-2-2-360,2 1 0,-2-1 45,-2-5 1,1-1-2391,-10 16 2750,11-18 0,9-7 0,11-13 0</inkml:trace>
  <inkml:trace contextRef="#ctx0" brushRef="#br0" timeOffset="38665">21408 4413 7533,'-14'0'3276,"3"0"0,6 11-2273,3 8-823,-3 24-135,4-19 0,2 2-733,-1 8 0,0 0 508,0 0 1,0 1-586,0 0 1,0-1 179,0-3 0,0 0-1302,-6 18 1887,5-17 0,-10-14 0,4-12 0</inkml:trace>
  <inkml:trace contextRef="#ctx0" brushRef="#br0" timeOffset="38898">21458 4388 9242,'13'-14'3276,"10"3"-1605,-10 28-1041,12 3-1170,0 23 540,-15-19 0,-1 1-296,-2 3 1,-1 1 250,-3-1 0,-1 0-45,-3 3 0,-3-1 180,-6-2 0,-4 0-439,-1 1 0,-3-1 304,-8 3 0,-3-2 0,1-5 0,-1-2-855,4 3 1,-1-2 674,4-9 1,2-2 224,-5 6 0,18-18 0,8-7 0</inkml:trace>
  <inkml:trace contextRef="#ctx0" brushRef="#br0" timeOffset="39065">21805 4350 14819,'33'6'-383,"1"6"1,-25 2 0,2 4-1</inkml:trace>
  <inkml:trace contextRef="#ctx0" brushRef="#br0" timeOffset="39194">21842 4636 7533,'-14'5'3276,"3"2"0,11 16-2363,6 3-1733,-5 6 1,10-2 0,-4-5 0</inkml:trace>
  <inkml:trace contextRef="#ctx0" brushRef="#br0" timeOffset="43528">22748 3991 7533,'-25'29'1529,"5"9"-585,11-5 1,1 2-1411,-2 5 0,2 1 615,1-8 1,1 1 0,-1-2-150,-1 7 0,-3 1 60,-3 5 0,-3 4 0,3-5-60,4-9 0,0 0 67,-3 3 1,-4 5 0,0 1-1,2-8-67,3-4 0,1-2-330,-3 7 0,-1 3 1,2-8 321,0-2 8,2 10 0,11-38 0,0-4 0</inkml:trace>
  <inkml:trace contextRef="#ctx0" brushRef="#br0" timeOffset="43694">22723 4239 9691,'3'32'819,"1"1"0,-1-1 0,0 3 0,2 1-382,2 3 0,1 0 1,0 3-1258,-1-2 1,-1 2 0,1 1 0,1-3-274,2 4 1,1-3 0,-1-1 777,1 13 1,-4-8-1,-1-9 1,-6-4 0</inkml:trace>
  <inkml:trace contextRef="#ctx0" brushRef="#br0" timeOffset="43828">22673 4623 7533,'-27'-12'3058,"5"5"-539,22 2-1710,16 10-629,5-4-180,27 5 0,-8-1 0,8 2 0</inkml:trace>
  <inkml:trace contextRef="#ctx0" brushRef="#br0" timeOffset="50182">23143 3743 7533,'7'-7'359,"4"-4"901,-9 10-900,3-5 1259,-10 12 90,-30 17-900,10-1-224,-3 3 0,-1 3-1472,8-5 1,3-1 976,-10 18-1819,6 0 1369,22-26-1337,22 4 1787,-11-6-822,14-3 0,1 0 552,-8 5-45,5 0 0,0 1 135,-8 0 450,14 19-180,-21-18 810,-2 23-900,-19-22 179,-23 17-1798,8-20 1436,4-2 0,1-1 93,-4 3 0,-8 4 0,3-5 0</inkml:trace>
  <inkml:trace contextRef="#ctx0" brushRef="#br0" timeOffset="52429">23553 4883 11940,'0'25'630,"-6"17"-450,-1-8-1809,-5 9 1404,4-20 0,-2 1 225,-7 7 0,-2 0 0,5-9 0,-1 0 0,-5 3 0,-1 1 0</inkml:trace>
  <inkml:trace contextRef="#ctx0" brushRef="#br0" timeOffset="52827">24111 4128 7533,'0'4'3276,"0"4"-1875,0 33-862,0-14 1,0 3-1214,0 9 1,0 3 1033,0 6 0,0 3-480,0-14 0,0 0 0,0 1 60,0-2 0,0 0 0,0-1-570,0 16 1,0-3 319,-3-6 1,0-4-861,3-11 1,-1-3 1287,-5 12 0,1-29 0,-2-8 0</inkml:trace>
  <inkml:trace contextRef="#ctx0" brushRef="#br0" timeOffset="53211">24136 4090 7533,'-7'-26'3276,"1"3"-166,12 16-2031,6 1-269,13 6-540,12 11-180,7 3-90,-21-2 0,-2 1 0,2 1 0,-3 2-1170,6 21 181,-8 7-247,-18 6 921,-9-20 0,-5 1-219,-4 1 1,-3-1 443,-3 1 0,-3 0 45,-1-1 0,1-2 404,10-9 1,1-1 270,-13 11-90,28-12-91,13-12-718,20 0 269,17-6 0,-23 2 0,-1 2 89,4 0 1,-3 4-90,13 17 180,-9 12-93,-21-13 1,-5 1 317,-7 3 0,-5 1-181,-3 2 1,-4 0-30,-8 1 0,-4-2-420,-1-4 1,-1-1 44,2-2 0,-2-3-413,-1-6 0,-1-4-126,-14 3 719,8-30 0,19-5 0,12-20 0</inkml:trace>
  <inkml:trace contextRef="#ctx0" brushRef="#br0" timeOffset="53500">24781 3818 7533,'-33'0'3276,"-2"11"-975,16 3-1582,-6 10-719,6 1 0,6-6-90,8-1 0,5-6 0,16 1 90,-1-1-90,16 6 540,-6 2 90,-6 4-270,-1 7-270,-11 1 90,-2-1-630,-16 5 90,-8-10-449,-18 4 197,15-17 1,0-1 701,-17 7 0,-2-1 0,9-5 0</inkml:trace>
  <inkml:trace contextRef="#ctx0" brushRef="#br0" timeOffset="53911">25201 5045 9062,'-7'45'2159,"-4"-4"-2339,-1-5 360,-13 3-1479,10-15 0,-2 1 399,-1 1 1,-1-2 899,-7 9 0,-8 1 0,7-14 0</inkml:trace>
  <inkml:trace contextRef="#ctx0" brushRef="#br0" timeOffset="54978">25995 4214 7533,'0'-19'2608,"-6"7"91,-22 23-1620,4 9-1445,4-3 0,-1 4 816,2 10 0,2 8-113,2-5 0,-1 5 1,1 0-1,0-1-217,2-1 0,0-1 0,1 4 23,-1-2 1,-1 5 0,1 1 0,2-1 0,5-5-654,8 4 1,4-3-1,0-1 450,-5-2 0,-1 0 0,5-4 60,9 7 0,7-9-3277,26-13 3179,-21-23 1,1-3 0,2 2 0,-1-1 0,-1-11 0,0 0 0</inkml:trace>
  <inkml:trace contextRef="#ctx0" brushRef="#br0" timeOffset="55811">26479 3842 12390,'-20'-1'1799,"2"3"-1799,1 21 90,-1-5 0,0 1 45,1 1 0,-1 0-90,-1-1 0,1-1-315,0 6 180,13-18-90,10 6 360,24-6-270,0 7 180,14 4 0,-13-2-90,-11 13 360,-6 10-450,-26-13 0,-7 1-90,3 0 0,-3-2 11,-16 2 1,-2-3 0,10-7 0,0-1 0,0 0 0,1 0 0</inkml:trace>
  <inkml:trace contextRef="#ctx0" brushRef="#br0" timeOffset="90145">22710 818 7533,'-31'-14'3276,"-11"3"-1065,20 22-2077,1 6 1,2 8 45,12 17 0,5 8-623,-4-5 0,0 3 0,1 3 353,4-3 0,1 1 0,1 2 0,-1 0 72,-1-8 0,-1 1 0,0 0 0,-1 0 0,0 0 36,0 0 0,0 0 0,0 0 0,-2 0 0,0-1-41,-4 7 1,-2 1 0,-1-3-1,1-4-7,2-5 0,0-3 0,-2-1-420,-2-1 1,-3-2-1,0-9 450,-16-12 0,4-6 0,-1-25 0</inkml:trace>
  <inkml:trace contextRef="#ctx0" brushRef="#br0" timeOffset="90294">22301 1636 1179,'-14'0'3276,"3"0"-1638,40-2 0,19-1-2335,-15-3 0,1 0 1,1 0 696,5 1 0,0 1 0,0-2 0,-1-3 0,-1-1 0,-4 0 0,-10 0 0,1 0 0</inkml:trace>
  <inkml:trace contextRef="#ctx0" brushRef="#br0" timeOffset="90511">23057 1029 7533,'-27'-21'3276,"4"5"-1638,8 40 0,1 18-704,1 0 0,0 6 0,1 5-1590,2-10 1,1 3-1,-1 3 1,2 0 0,0 0 448,1-7 0,0 2 0,1 0 0,1 0 1,1 0-1,1-2-449,3 3 1,1-1-1,1 0 1,2-3 0,0-3 486,3 6 1,2-4 0,4-7 0,7-2 0,4-11 0,11-15 0</inkml:trace>
  <inkml:trace contextRef="#ctx0" brushRef="#br0" timeOffset="90745">23305 1128 7533,'-20'11'1638,"5"18"0,1 11-546,2-3 0,0 4 0,-1 2-1434,0-2 1,-1 2-1,-1 2 1,1-2-356,-1 1 0,1-1 0,-1 0 0,1-4 697,-1 1 0,0-4 0,1-4 0,-1 1 0,1-8 0,1-14 0</inkml:trace>
  <inkml:trace contextRef="#ctx0" brushRef="#br0" timeOffset="90894">23243 1289 11221,'7'18'1638,"-5"5"0,1 6-803,5 15 1,1 6-1929,-3-7 1,1 3 0,0-2 623,2-5 1,0-2 0,-1-1 0,2 13 0,-2-4 0,-2-3 0</inkml:trace>
  <inkml:trace contextRef="#ctx0" brushRef="#br0" timeOffset="91028">23193 1673 7533,'-33'0'3276,"26"-5"-2690,33-8 0,14-6 0,-16 7 0,0 0 0</inkml:trace>
  <inkml:trace contextRef="#ctx0" brushRef="#br0" timeOffset="91311">23540 1029 7533,'-29'-4'1638,"0"1"0,-13 8 1638,24 20-6050,7 19 2054,9-19 0,2 1 810,0 24 270,24-13-720,9-12-629,0-13-180,-15 5 1169,-36 2 0,-4 7 0,-14 4 0</inkml:trace>
  <inkml:trace contextRef="#ctx0" brushRef="#br0" timeOffset="91561">23677 880 7533,'16'-14'3276,"16"31"-2184,-15 7 0,-2 10 0,-2 3-806,-2 0 0,-1 3 0,-3 3 0,-2 2-268,-2 1 0,-2 2 0,-2 2 0,-2 0 0,-2 0-362,0-7 1,-2 0 0,-1 0 0,-1 0-1,-2 0 1,0-1 343,-2 0 0,-1 1 0,-1-2 0,-1 0 0,1-2 0,0-2 0,-2 2 0,0-2 0,1-3 0,-2-1 0,-3 1 0,0 0 0,0 0 0</inkml:trace>
  <inkml:trace contextRef="#ctx0" brushRef="#br0" timeOffset="91811">24074 1401 11850,'20'-14'360,"26"3"-360,3 11 0,-16 2 0,-2 1 0,0 4 0</inkml:trace>
  <inkml:trace contextRef="#ctx0" brushRef="#br0" timeOffset="91945">24049 1686 7533,'-18'7'3276,"61"4"-2808,-7-10 0,5-1 0,9 1 0,-1-2 0,-13-2 0,0-1 0</inkml:trace>
  <inkml:trace contextRef="#ctx0" brushRef="#br0" timeOffset="93832">24916 1103 7263,'-13'13'-360,"2"-1"-90,11-5 450,5-1 0,-3-12 0,3-1 0</inkml:trace>
  <inkml:trace contextRef="#ctx0" brushRef="#br0" timeOffset="94261">24966 1016 7533,'-6'-13'3276,"-12"2"-2685,-2 11 1119,-21 16-1261,14-1 181,0 19 0,1 7-451,11-7 1,1 0-360,-3 5 1,4 0 179,10 1 0,6-6-1260,5-16 720,11 1 1,2-5-900,-3-18 539,10-6 1,0-3 179,-5-11 135,2-12 1,-3-2 314,-7 5 180,0-10 0,-2 0-2043,-11 17 2313,9-14 779,-11 57-419,0-1-666,-2 19 0,-1 5 486,1 5-150,1-6 0,-2 7 0,2-4-466,1-6 1,0 0 255,0 1 0,0 5 0,0 0 0,0-5-315,0 3 0,0 0 135,-3 7 0,-1 6 0,0-9 808,1-16 1,-2-2-869,-6 6 0,-4 4 0,1-8 1752,-9 3-1333,-8-9 1,-1-3 3096,2-7-3061,3-15 0,1-5 465,6-1-860,11-16 0,5-1 90,6 6-720,17-14 1,7 1 449,6 8-450,-6 5 1,6-3 0,-4 3 701,-6 5 0,0 1 1,11-9-1,-2-1 0,7-8 1</inkml:trace>
  <inkml:trace contextRef="#ctx0" brushRef="#br0" timeOffset="94495">25412 967 7533,'-12'-14'2698,"5"3"-2158,-4 16 2338,-2 41-2099,2-10 1,-2 7 0,2-1-1254,2-8 0,2-2 0,-1 5 582,1 1 0,0 6 0,-1 1 0,1-2 0,2-6-378,-3 6 0,3-2 225,4-3 0,1 6 0,0-1 0,0-7-5,-3-5 1,2-3-86,10 21 0,4-5-2196,-4-15 2331,20-1 0,-4-22 0,7-6 0</inkml:trace>
  <inkml:trace contextRef="#ctx0" brushRef="#br0" timeOffset="94694">25710 1029 7533,'-21'0'3276,"-1"5"0,21 8-1638,-10 11 0,0 4-852,1 16-1056,0-8 0,-2 6 0,-1 1-823,-1 3 1,0 2 0,0-3-1,4-7 1,1-1 0,-3 1 272,-1 0 1,-3 3 0,0-3 0,5-7-2191,0 7 3010,-3-10 0,0-3 0,7-7 0,-5-6 0</inkml:trace>
  <inkml:trace contextRef="#ctx0" brushRef="#br0" timeOffset="94845">25610 1227 7533,'7'-7'3276,"4"13"-1065,-9 7-573,0 12 0,1 3 303,3 4-3580,-1 15 1,2 2-746,7-8 1291,-4-6 1,0 4 0,-1-4 875,1 11 217,3-8 0,1-1 0,-6-4 0,10 3 0</inkml:trace>
  <inkml:trace contextRef="#ctx0" brushRef="#br0" timeOffset="94978">25610 1586 7533,'-13'0'3276,"2"0"-256,11 0-4009,16-11 809,-1 3 180,27-15 0,-9-2 0,-12 9 0,1 1 0</inkml:trace>
  <inkml:trace contextRef="#ctx0" brushRef="#br0" timeOffset="95261">25995 892 7533,'-25'-19'3276,"11"7"-3308,-8 6 662,14 6-564,-10 17 24,6-2-3000,5 32 2640,1-18-962,6-3 0,0 0 1052,0-4-1529,11 18 1619,-2-25-419,20 9 778,-20-18-449,19 11 450,-20-14 732,4 19-822,-6-19-330,-17 30 150,-3-22-925,-3 8 1,-2 2 565,-3-6 452,-7 8 0,11-11 1,-1 1-1</inkml:trace>
  <inkml:trace contextRef="#ctx0" brushRef="#br0" timeOffset="95477">26144 744 7533,'27'31'1638,"-8"0"0,-5 2 0,-8-10 0,-3 3-546,1 15 0,1 7 0,-2-3 417,1-5 0,-2 1-1419,-3 1 0,-2 5 0,0 1 0,-1-6 0,-2 2 0,-2 0-338,-1 0 1,-3 5 0,-1 1-1,0-8-6,-3 0 1,-4-1-403,4-8 1,-3 6-1,-1 2 1,0-3 0,3-6 308,-6 5 1,-1-3-1,-4 6 1,-2 4 0,1-6-1,4-10 1,-1 0-1</inkml:trace>
  <inkml:trace contextRef="#ctx0" brushRef="#br0" timeOffset="95995">26528 1326 7533,'-27'-7'3276,"5"2"-796,22 5-1490,27 5-990,-3-3-315,15 3 0,3 1-224,3-5-1100,4 5 1,0-1-1639,-5-3 2700,-13-1 0,-2-2 0,1-12 0,-6-6 0</inkml:trace>
  <inkml:trace contextRef="#ctx0" brushRef="#br0" timeOffset="96165">26814 942 7533,'-14'-7'3276,"-3"13"-166,10 7-4749,-1 22 1,-2 5 1773,-3 8-68,7-15 1,0 7-1,0 0 1,0-4 278,-1-1 1,0 0-1157,4 4 1,-1 8-1,2 0 1,-1-8 584,0-3 0,1-1 225,0 11 0,2 7 0,2-9 0,3 2 0,-1-11 0,-1-1 0</inkml:trace>
  <inkml:trace contextRef="#ctx0" brushRef="#br0" timeOffset="96533">27333 669 7533,'-20'-7'3276,"-2"2"0,20 10 0,-14 35-2041,13-3-2328,-3 1 1,-3 9 0,2-5 935,3-5 0,0 2 103,0-4 0,-1 7 0,0 3 0,0-3 0,0-5 589,-2 10 1,1 0-874,1-1 1,0 7 0,0-1-1,2-8 113,-1-5 1,1-3-16,-1 1 0,0 3 0,1-7-390,1 1 248,-3-5-67,5-29-2794,33-51 3018,-21 29 0,1-1 15,10-11 0,5-4 1,-3 4 1200,-7 7 1,1 3-498,14-13 1,-3 5 96,-13 17 399,16 4-901,-31 23 441,4 12 0,-1 5 10,-5 14-316,0 4 1,0 0-45,0 3-1819,0-8 1,0-3-1639,6-8 2627,4-7 0,3-3 0,9-13 0,14 3 0</inkml:trace>
  <inkml:trace contextRef="#ctx0" brushRef="#br0" timeOffset="96761">28065 781 9422,'-30'9'3276,"9"7"-2184,3 9 0,-3 9 0,4-1-833,3-3 1,2 2 99,-5 7 1,-4 9 0,0 0 0,5-5-46,3-1 1,1 1-315,3-6 0,-1 6 0,0 2 0,1-1 0,2-7-90,1 9 1,4-1-586,1-3 0,2 5 1,1-1-1,1-7 540,0-5 0,4-2-958,5 5 1,5 3 0,-1-8-1298,8 0 2390,4-9 0,2-7 0,-2-16 0,14-6 0</inkml:trace>
  <inkml:trace contextRef="#ctx0" brushRef="#br0" timeOffset="96977">28487 979 7533,'-26'6'1638,"5"11"0,2 6 1638,2 8-2184,1 1 0,-3 5 0,3-2-950,7-9 0,0 1-232,-8 13 0,-5 6 0,5-5 90,8-11 0,0-1-870,-7 9 1,-3 4 0,3-6 1001,-1 9-1771,2-8 1,1-5 1153,8-17 0,-5 2 0,4-17 0</inkml:trace>
  <inkml:trace contextRef="#ctx0" brushRef="#br0" timeOffset="97127">28375 1190 7533,'25'-12'3276,"-11"16"-166,2 37-2660,-14-8 119,1 2 1,2 7 0,-2-6-660,-2 8-360,2-3 0,1 7 1,0-6-676,0-15 1,-1 0 644,1 12 1,0 5-1,1-6 319,1 9 1,0-12 0,-1-2-1,2-8 1</inkml:trace>
  <inkml:trace contextRef="#ctx0" brushRef="#br0" timeOffset="97265">28326 1537 7533,'-6'-19'3276,"-1"6"0,0 8-1913,2 5-2892,27 0-1079,-6-6 2608,12 4 0,2-3 0,6-18 0,-9 10 0,0 0 0</inkml:trace>
  <inkml:trace contextRef="#ctx0" brushRef="#br0" timeOffset="97561">28908 806 7533,'-38'-14'3276,"-9"8"0,25 13-384,-18 17-3431,25-9 359,-8 19-1080,10-19 271,6 20 449,7-26-359,13 19 539,-5-20-360,20 10 630,-19-11 1,26 10-91,-20-15 0,14 15 90,-16-10-360,0 0 360,-8-2-90,-10 1 90,-2 1-629,-22 5 629,13-5 90,-19-2 0,16-5 0,-6 0 0</inkml:trace>
  <inkml:trace contextRef="#ctx0" brushRef="#br0" timeOffset="97777">29143 595 7533,'20'33'1638,"-10"1"0,-3 0 1638,0-1-3000,-4 4 1,-1 9 0,-1-4 127,-3-8 1,-2 1-135,1 3 0,-1 7 0,-1 0 0,-1-5 104,-3 0 1,-2 1-645,-2 2 0,-1 6 0,-2 0 0,1-7 0,-2-2 0,-3-1-386,1-5 1,-4 7-1,-2 2 1,0-2 0,3-6 470,-1-3 0,2-4 0,-3 1 1,-3 5-1,-4 4 0,0-1 1,2-4-1,2-4 0,0 0 1,0 0-1</inkml:trace>
  <inkml:trace contextRef="#ctx0" brushRef="#br0" timeOffset="101295">27321 2070 7533,'-19'0'1889,"6"6"-1260,13-5 720,46 4-989,-13-5-265,0 3 0,7 0 0,1 2 294,3 2 1,2 2 0,2 0-792,-10-2 0,1 1 0,2 0 0,0 0 0,-3 0 447,3 0 0,-1 0 0,-1 1 0,0-1-225,9 2 1,-1 0-1,-3-1 450,-2 0 0,0-1-503,1-2 1,4-2-1,-3 0 368,3 3 0,1-1 45,-11-4 0,3 0 0,0-1 0,-3-1 132,11 1 1,-5-2-179,-5 1 1,-2 0-45,1 3 0,-6 0 1598,-12-2-3307,6 10 2040,-11-10-1860,-3 11 2122,-11-11 0,0 5 0,0-6 0</inkml:trace>
  <inkml:trace contextRef="#ctx0" brushRef="#br0" timeOffset="107777">28747 1178 10141,'36'12'630,"-19"-5"-720,21-2-270,-23-5 450,10 0 450,-13 0-360,-17 0 269,-20 0 91,-13 0 809,-12 6-269,6 1-451,18 5-809,9 0-359,45-5-271,12-7 405,-11-2 1,0-3-226,15-7-90,-32 5 720,-37 18 0,-3-7 0,-14 13 0</inkml:trace>
  <inkml:trace contextRef="#ctx0" brushRef="#br0" timeOffset="118912">1413 8565 5914,'-19'0'1709,"1"0"-1080,11 0 451,12 0-181,26 16-719,4 2 0,3 2-808,-10-6 1,1 2 657,3 1 0,2 1 0,4-2-233,-2-6 1,4-2 0,0-1-1,-2-1 83,0 3 0,-2 0 0,5-5-6,-1-4 0,5-3 0,2-3 1,-3-2-1,-7-2 246,-3-6 0,-5-3 0,-1-3-60,6-6 0,0-3 0,-5-3 1,-9-2 0,-5-2 0,-4-1 208,-3 2 1,-4 0 0,-2-3-438,-3-5 1,-3-3-1,-1-1 1,-1 3 406,0 1 1,-1 2 0,-4-1-15,-3 0 0,-5-3 0,-2 2 0,-1 6-53,0 7 0,-2 4 1,-7 3 74,-9 1 0,-7 2 1,-3 3-1,4 4-217,3 3 0,1 4 0,-4 7-306,6 7 0,-6 5 0,-2 3 0,1 3 0,2 2 0,5 1 298,0 5 1,5 3-1,2 2 1,-1 5-338,4 0 0,-2 3 0,0 3 1,3 2-1,3-1 0,6-1-499,2 8 0,8 1 0,3-1 0,2-2 814,0-5 0,1 0 0,4-3 0,5-2 0,8 4 0,6-3 0,2-8 0,1-11 0,0-1 0</inkml:trace>
  <inkml:trace contextRef="#ctx0" brushRef="#br0" timeOffset="120111">27730 2367 10951,'-19'22'1638,"9"1"0,2 4-218,3 12 0,3 5-1150,0-10 0,1 2 0,-1 0-120,-1 1 0,-1 1 0,0-2-1455,-2 13 1,-2-3-335,-1-9 1,-1-5 1310,-3-1 1,13-38-1,7-20 1</inkml:trace>
  <inkml:trace contextRef="#ctx0" brushRef="#br0" timeOffset="120727">28016 2442 9602,'-14'-7'3276,"3"1"0,11 6-1463,0 0-374,11 0 90,19 0-1169,-6-5-1,2 4 1,-1 0-180,-9-4 90,30 5-90,-30 0 90,30 11-720,-35-8 90,27 19-359,-28-3 719,8-4 539,-13 13-179,-5-20 360,-5 26-540,-2-17 224,-9 8 1,-3 1-225,1-3-90,-10 9 0,0 0 0,10-8 584,-2 6 1,0-3-495,6-16 1079,2 22-989,6-25 540,23 5-450,-7-2-360,35-10 0,-21 10-90,4-10 0,1 0 270,0 10-1819,1-10 1,-2-1-302,-4 5 301,1-4 1,1-2 1355,-4 1 0,8-5 1,-12-2-1</inkml:trace>
  <inkml:trace contextRef="#ctx0" brushRef="#br0" timeOffset="129628">25921 1326 7892,'-14'-5'2069,"3"-2"-1889,11 0 900,0 2-811,11-1-89,-3 5-180,10-5 360,5 6-180,-13 0-90,18 0-180,-20 0-1169,10-6 899,-6 5 360,-5-4 0,-1 10 0,-6 2 0</inkml:trace>
  <inkml:trace contextRef="#ctx0" brushRef="#br0" timeOffset="133711">23801 2380 7533,'-7'-7'1799,"1"1"-1350,6 6 541,-5 0 539,-2 39-1349,-1-1 0,-2 5-180,2-3 0,1 4 0,-3 0-335,1-7 1,-2 2 0,0-1 0,0-1-506,-3 6 1,1 0 0,0-4 839,-6 4 0,0-5 0,-4 3 0,10-30 0</inkml:trace>
  <inkml:trace contextRef="#ctx0" brushRef="#br0" timeOffset="133878">23801 2528 7533,'3'33'1092,"1"1"0,1 8 0,1 3-745,-2-7 0,0 2 0,0 0-635,1 1 0,-1 0 0,1-2 0,1 8 1,0-4-1,-3-12 0,0 1 0</inkml:trace>
  <inkml:trace contextRef="#ctx0" brushRef="#br0" timeOffset="133995">23714 2963 7533,'-14'-31'3276,"42"-1"-3122,3 1 0,-1 15 1,1 1-1,12-9 0</inkml:trace>
  <inkml:trace contextRef="#ctx0" brushRef="#br0" timeOffset="134328">24198 2231 7533,'-18'-7'3276,"-7"18"-2055,-7 21-1446,15-8 0,3 3 45,2-2 1,4 1-361,3 17 450,28-19 0,-1 0-180,9-5 360,-41 22-360,-7-20 0,-5-2 270,-1 1 0,-2-1 0,0-3 0,2-3 0,-1-1 0</inkml:trace>
  <inkml:trace contextRef="#ctx0" brushRef="#br0" timeOffset="134677">24371 2714 12660,'42'4'629,"-1"-1"1,6 1 0,2-2-630,-11-3 0,1-1 0,-1-1-1639,14-2 1,-5-2 1339,-16 1 1,-5-2 0,2-10 0,-22 6 0</inkml:trace>
  <inkml:trace contextRef="#ctx0" brushRef="#br0" timeOffset="134978">24619 2541 7623,'-12'-14'3276,"-11"14"-256,-9 30-2615,0-8 0,-2 2-91,-2 5 1,0-2 404,0-6 1,2-3 90,-9 5-450,59-17-675,10-2 0,6 3-778,0 1 1,3 2 0,-1 2 1051,1 3 1,-1 3 0,-1 0 0,9 8 0,-3 1 0,-9 0 0,0-1 0</inkml:trace>
  <inkml:trace contextRef="#ctx0" brushRef="#br0" timeOffset="135728">25276 2454 9062,'-36'11'1638,"11"2"0,0 4-308,-1 5 0,0 2-745,-1 1 0,4 1-360,10-2 0,7 0 134,29 19-404,1-18 0,5-1-135,3 2 1,0-1 358,-2-1 1,-10 2-629,-30 22-631,-15-27 1,-7-3 1079,1-2 0,-2-1 0,-8 1 0,1-3 0,-4 6 0</inkml:trace>
  <inkml:trace contextRef="#ctx0" brushRef="#br0" timeOffset="143362">26032 2429 10591,'-14'0'3276,"3"0"0,11 0-114,0 0-1453,17-11-1529,-7 9 270,24-15-270,-19 16-540,20-5 270,-15 6-90,11 0-629,4-5 629,-12 3-180,5-3 990,-15 5 989,-6 0-990,4 0 1260,-10 11-1169,5-8 539,-6 24-899,0-17 360,0 35-720,0-21 0,-3 7 0,0 1 0,2 4-636,-4 9 1,-1 2 635,-1 0 0,3-8 0,0 7 0,-1-6 0,-1-12 0,0-1 0,1 14 0,1 6 0,1-8-2519,-4 2 1439,3-4 1,2-6 1039,2-23 1,0 3-1,0-11 1</inkml:trace>
  <inkml:trace contextRef="#ctx0" brushRef="#br0" timeOffset="146212">29590 1141 7533,'-14'5'2338,"3"-4"-359,11 5 360,27-1-2519,-9-3 270,12 1 0,4-1-1395,0-10 1,1-1 764,-7 8 1,0-2 377,9-10 0,-5-1 0,-11 6 0,2-10 0</inkml:trace>
  <inkml:trace contextRef="#ctx0" brushRef="#br0" timeOffset="146345">29689 1289 7533,'-19'30'3276,"6"-15"0,24 7-2273,4-14-688,18-4 0,3-2-2834,4 4 1998,6-5 0,1-2 1,1-5-1,-15 3 0,0-1 1</inkml:trace>
  <inkml:trace contextRef="#ctx0" brushRef="#br0" timeOffset="146795">30594 484 7533,'-19'19'1638,"9"15"0,2 5-1073,2-14 1,0 4-1386,0 7 1,0 9 0,1 1 0,-2-6-58,-3 6 0,0-1 787,1-1 0,0 7 0,0 1 1,0-3-586,1-6 1,0-2 0,0 0 0,0-1 164,-1 7 1,0-2-1,1 1 522,1 7 1,1 0 0,1-11 0,-1-6-1,6 5 1</inkml:trace>
  <inkml:trace contextRef="#ctx0" brushRef="#br0" timeOffset="147145">31114 570 7533,'-40'-7'3276,"-5"13"-2055,24 2-861,-1 13 0,-3 9-91,3-1 1,-1 3 0,1-1-804,-4 5 0,1 3 774,1 3 0,-1 5 0,6-6-375,8-11 0,7-3-855,8 6 1,8-4 629,13-11-225,15-33 1,6-17-46,-15 2 0,-1-6 1,-1 1 539,-2 7 0,0 0 0,0-1 90,2-7 0,-1-2 0,-4 9 1120,2 7-130,-8 16 314,-24 33 0,-10 17-652,5-7 0,-2 5 0,-1 2 1,1-2-921,-2 2 0,1-2 0,-1 4 88,2-3 0,-1 4 0,1 2 0,0-2 0,4-4 180,2-1 0,3-3 0,0 1 0,-2 2 0,-1 1 0,2-2 0,2 6 0,0 0 0</inkml:trace>
  <inkml:trace contextRef="#ctx0" brushRef="#br0" timeOffset="148495">22624 3086 7533,'-13'-7'2698,"6"-4"1,2 10-1260,10 7-990,-3 18 1,-2 9-225,3 11 0,-1 3-747,-3-4 1,-1 2 0,0-1-559,-1-2 1,1-2 0,0-2 1079,-2 5 0,1-5 0,3 9 0,7-29 0</inkml:trace>
  <inkml:trace contextRef="#ctx0" brushRef="#br0" timeOffset="148978">22970 3074 9332,'-37'-2'3276,"-6"20"-1991,26 5 0,2 4-700,-2 4 0,3 3-495,8 1 0,6-1-990,12 10-1439,25-26 990,-12-31 0,1-9 854,3-8 1,-2-5 808,-9-1 1,-3 0 719,0 1 1,-8 14 1753,-18 33-1664,1 19 1,0 12-1365,2-2 0,-2 4 1,2 1-126,1 3 1,1 1 0,0-2 0,0-6 0,0-2 0,1-2 0,2 6 0,0 0 0</inkml:trace>
  <inkml:trace contextRef="#ctx0" brushRef="#br0" timeOffset="155666">5777 7771 7533,'0'-13'2428,"0"-4"-1888,0 16 449,22-10-809,0 9 0,20-9-180,-4 10 90,4-10-450,-3 10-539,4-10 629,-17 9-1529,8-3 979,-19 5 1,9 0 0,-12 0 0</inkml:trace>
  <inkml:trace contextRef="#ctx0" brushRef="#br1" timeOffset="157445">4376 8639 8841,'28'-3'671,"-1"-1"1,1 1-1,1 1-820,4 2 0,1 0-659,1 0 1,-1 0 717,0 0 1,1 0 104,2-2 0,-1-2-531,-4 1 0,-1-1-140,-4 1 1,-3-1-1,18-6 1,-17 3 0</inkml:trace>
  <inkml:trace contextRef="#ctx0" brushRef="#br0" timeOffset="158895">24160 3173 7533,'0'-21'2428,"0"-1"1,-5 32-1440,-2 4-179,-5 28-585,8-17 0,1 1-576,-3 5 1,1 0-55,1 3 0,1 0 180,-1-2 1,1-1 269,0-3 0,0 1-1620,1 6 1,-1 0-674,-4 13 2248,4-19 0,-1-3 0,-7 5 0,4-14 0</inkml:trace>
  <inkml:trace contextRef="#ctx0" brushRef="#br0" timeOffset="159232">24396 3198 9691,'-12'11'2789,"-1"19"-2609,1-1-315,5 5 0,1 1-450,0-4 585,-1 7 0,3-1-90,8-7 163,3 17-163,12-28-8,6-1 98,5-11 90,-4-1 90,4-1 70,-10 2 20,-8 5-180,-12 6-90,-18 7 90,-13 1 0,-2 5-585,7-18 0,-1-2-1124,-7 9 1619,-4-8 0,15-18 0,11-7 0</inkml:trace>
  <inkml:trace contextRef="#ctx0" brushRef="#br0" timeOffset="159365">24458 3285 13649,'50'5'-15,"-20"-4"0,0-1 0,17 6 0,-20-6 0,0 0 0</inkml:trace>
  <inkml:trace contextRef="#ctx0" brushRef="#br0" timeOffset="163828">7041 7425 7533,'-21'-13'3058,"10"-5"-1709,29 4-449,2-4-226,7 7 1,4-1-181,11-11 1,3-2-345,-14 9 0,1 0 0,-1 0-270,1-3 0,0 0 0,-4 1 75,-2 2 0,-4 2-1574,13-4 1259,-26 11-2158,14 2 2518,-17 5 0,7 5 0,-1 2 0</inkml:trace>
  <inkml:trace contextRef="#ctx0" brushRef="#br0" timeOffset="164612">9049 8627 10231,'42'3'869,"0"1"1,-6-1 0,1-1-780,-3-2 0,3-2 0,-1-1-1183,0-3 1,0 0 0,-1 0-547,3 1 1,-1 0 1187,6-3 0,-6 0 0,-11 2 0,5-1 0</inkml:trace>
  <inkml:trace contextRef="#ctx0" brushRef="#br0" timeOffset="167129">25846 3471 7533,'-25'0'2428,"6"5"541,1 2-181,33 0-2608,24-7-765,-8-4 1,3 1 224,-1 2 0,-3 6-90,2 20 1214,-34 1 1,-9 4 674,-7 5 1,-4 1-901,1-1 1,2-2-2249,2 12-1568,47-28 3141,-8-23 0,3-5 0,1 1 1,-1-3-1,-5-5 0,1 0 1</inkml:trace>
  <inkml:trace contextRef="#ctx0" brushRef="#br0" timeOffset="167396">26268 3446 9781,'-14'33'1092,"0"1"0,10-1 0,8-2-571,12-8 0,7-7-1511,5-8 1,2-10 719,-2-16 0,-5-8 1259,-9-1 1,-9 0 494,-13 2 1,-9 6-721,-18 16 1,-4 12-765,9 5 0,2 6 0,-4 1 0,6 4 0,15 16 0</inkml:trace>
  <inkml:trace contextRef="#ctx0" brushRef="#br0" timeOffset="185778">24136 5243 7533,'-20'0'2248,"-3"0"-1798,15 0 1259,-9 0-270,16 0-1259,-5 0 270,12 0-90,12 5 224,7-4 1,3 0-405,11 5-200,-10-6 0,0 0 380,18 0-180,0 0-90,-14-3 0,1 0-90,-3 3 0,0-2 45,-2-3 0,-1-1 44,21 5-178,-6-4 268,-11-1 91,-8 5-180,-11-5 450,-8 1-180,-5 3-90,-16-9-181,-10 4-44,2 4 0,-2 0-310,-7-1 1,-2 2 129,3 4 1,0 2 178,-7-2 1,-1 2 0,5 5 0,1 0 180,2-2 0,1 0 359,0 2 1,1 0 135,-14-2 90,12-1-91,9-6-449,16 0 180,2 0-540,16 0 569,13 5-119,21-4-450,-18 2 0,2 0-212,5-3 1,0 0 31,-3-3 1,1 0 134,-1 3 0,0-1-990,-3-5 1,-1 1-495,17 3-1658,-7 2 3106,-12 7 1,-12 11 0,-8 2 0</inkml:trace>
  <inkml:trace contextRef="#ctx0" brushRef="#br0" timeOffset="187028">12248 6904 7533,'0'-25'1259,"5"-5"450,13 15-1079,-3 15-1,3 26 721,-12 23-541,-6-10 1,0 7-1,0-3-1240,0 2 0,0 1 386,0-10 0,0 4 0,0 0 0,0-3 105,-2 2 0,0-2 0,0-3-240,1 2 0,1-2 135,-3 15 0,0-6-1844,3-20-1388,0 11 798,0-27 2479,0-1 0,0-23 0,0-3 0</inkml:trace>
  <inkml:trace contextRef="#ctx0" brushRef="#br0" timeOffset="187461">12384 6755 7533,'-25'-19'3276,"11"6"0,3 8-2003,11-1-643,23 5 89,15-16-719,-10 13 0,2 0-316,4-2 1,0 0 315,-9 2 0,0 2-405,9 9 1,-3 3-316,-6 5 630,8 21 0,-44 7 225,0-21 0,-3 1 180,-9 13 0,-3 0-431,3-9 0,-1-1 476,-4 5 0,2-1 989,-6 7-899,19-17-540,8-9 360,45-11-270,-4 0 0,0 4 0,0 3 0,11 6-45,-21-3 0,-4 5 938,-5 16 1,-9 7-220,-15 9 1,-7 2-451,6-1 1,-3-1-574,-2-15 1,-4-2-1,-1-4 124,-8 0 0,-1-5-1414,4-7 1,-1 0 1374,-1 4 1,-1-1 0,2-6 0,2-2-1,-10 9 1</inkml:trace>
  <inkml:trace contextRef="#ctx0" brushRef="#br0" timeOffset="188712">12966 6557 9332,'-30'0'3276,"-1"16"-3115,14 4 0,2 3-161,-10 14-270,13 10 90,7-29-180,16 0 90,2-4 0,29 3 1,-14-4 179,8 5 180,-24 1-1,-18 6 91,-13 5-225,-3-13 0,-4-2-463,1 1 0,-2 0 373,2-6 0,-1-1 135,-1 0 0,2-2 0,-2-5 0,-9 3 0</inkml:trace>
  <inkml:trace contextRef="#ctx0" brushRef="#br0" timeOffset="189045">12372 6049 8972,'-7'48'30,"0"0"0,-2 1 0,1-3-300,7-16 0,1-2-1369,-3 3 1,0-2 1042,3 5 0,0-6 0,0-15 1</inkml:trace>
  <inkml:trace contextRef="#ctx0" brushRef="#br0" timeOffset="189328">12607 5999 7533,'-13'0'2968,"-4"0"-2248,16 6-361,-5 6 1,6 24-180,0-7-810,1-2 1,4 4 359,6 0 0,1 0 270,-4-4 0,1 1 45,5 2 0,1-1 45,-3 1 180,-5-11-180,-2-1-90,-5-11-810,-16 15-269,1-12-900,-16 8 1979,12-13 0,-4-10 0,3-2 0</inkml:trace>
  <inkml:trace contextRef="#ctx0" brushRef="#br0" timeOffset="189449">12545 6185 9781,'20'6'2429,"9"-5"-2976,-6 7 1,2 1 0,12-1 0,-11 1 0,0 0 0</inkml:trace>
  <inkml:trace contextRef="#ctx0" brushRef="#br0" timeOffset="190294">13115 7635 10321,'-6'50'1638,"1"-26"0,-2 1-1657,-1 2 0,-3 1 19,-6 2 0,-5 1 0,3-2 0,0 1 0,0-1 0,-3-2 0,1 0 0,-1 0 0</inkml:trace>
  <inkml:trace contextRef="#ctx0" brushRef="#br0" timeOffset="191749">13834 6643 8522,'-14'40'819,"-1"-1"0,6-3 0,0 3 0,0 3-269,-1-6 0,-1 2 0,0 2 0,-1 0 1,2 0-1207,0 1 1,1 0-1,0 0 1,1-1 0,-2-2 31,0 4 1,-2-2-1,1-1 1,0-1 623,-1 5 0,-1-1 0,2-7 0,-2 10 0,2-17 0</inkml:trace>
  <inkml:trace contextRef="#ctx0" brushRef="#br0" timeOffset="191928">13834 6916 10771,'-3'25'1092,"-1"0"0,0 1 0,3 3-505,5 7 0,4 5 0,2-1-1556,0-4 1,1 0 0,1 2 148,0 5 1,0 3 0,2 0 0,-1-6 272,7 4 1,-2-4 0,-4 6 0,-4-8 0,-5-19 0</inkml:trace>
  <inkml:trace contextRef="#ctx0" brushRef="#br0" timeOffset="192078">13785 7325 7533,'-2'-44'3276,"9"13"-3044,23-4-232,-8 21 0,0 2 0,1-4 0,0 0 0,1 1 0,0 0 0</inkml:trace>
  <inkml:trace contextRef="#ctx0" brushRef="#br0" timeOffset="192379">14330 6731 7533,'-45'-8'3276,"3"3"0,12 16-3532,15 14-733,-2 19 89,17-10 315,9-6 1,4-5 404,4-12 0,19 17 90,-6-10 180,-15 2-270,2 11 225,-35-13 0,-8-1-90,5-2 0,-2-2-365,-9-2 0,-5 0 1,4-3-1,4-1 1,1-1-1,-3-4 0,-1 1 1</inkml:trace>
  <inkml:trace contextRef="#ctx0" brushRef="#br0" timeOffset="192744">13735 6111 7533,'5'-47'3276,"-3"7"-1155,3 49-1762,-5 34-1214,-2-7 1,-1 5 494,1-3 1,-1 3-1,1-3 254,-2 7 0,1-3 1,2-4-1,2-4 0,6-5 1</inkml:trace>
  <inkml:trace contextRef="#ctx0" brushRef="#br0" timeOffset="193079">14095 5986 8252,'-25'-4'1638,"0"0"0,-14 11-892,14 22 0,4 7-746,9-13 0,2 1 0,-5 12 0,6-2-1260,20-4-449,26-38 990,-1-3-920,-2-19 1,-4-5 803,-13 4 1689,2 9 1,-5 4 314,-12 12 1,3 23-46,-9 9 0,-3 7-1334,4 2 0,1 4 1,-1 0 59,-1-3 0,-1 1 1,2-1-1,0 3 1,1 0-1,1-4 1,1-5-1,0 0 1</inkml:trace>
  <inkml:trace contextRef="#ctx0" brushRef="#br0" timeOffset="193529">14504 7573 10591,'1'40'1799,"-8"-4"-2069,-1-4 0,-3 2 270,-6-2 0,-2-2 0,6-4 0,-1 0 0,-4 1 0,0 0 0</inkml:trace>
  <inkml:trace contextRef="#ctx0" brushRef="#br0" timeOffset="194895">15086 6718 7533,'-7'-14'3276,"-15"3"-256,-10 50-2391,7-6 1,0 4-946,3 1 1,4 5 584,4-1 1,1 6 0,2 1 0,4-5-420,4-9 0,2-3 1,1 2 149,-5 14 0,0 3 0,5-7-720,9-8 0,5-7-121,18-3-508,-9-15 0,3-4 1349,0-5 0,-1-4 0,19-10 0,-8-8 0</inkml:trace>
  <inkml:trace contextRef="#ctx0" brushRef="#br0" timeOffset="195261">15371 6619 7533,'-7'-21'3276,"2"-1"0,5 21-3262,-6 1 166,-6 18-720,3 2 135,-4 6 1,-1 1 134,-1 8 90,2-8 0,1 0-360,0 5 720,12-7-270,12-7 90,7-11-90,17-2 90,-14-5 180,13 0-90,-27 11 90,-8 3 0,-25 16-270,-3-9 45,8-6 0,-1-1-2024,-11-1 1249,6 5 1,-3-11 0,10-2 0</inkml:trace>
  <inkml:trace contextRef="#ctx0" brushRef="#br0" timeOffset="196078">14851 5962 11850,'39'12'764,"-12"-6"1,-2 1-585,-2 5-225,3-6 0,-1 0-45,-9 7-90,13 5 450,-29 8 0,-10 6 180,-4 3 0,-3 2-181,2-4 1,-2 2 0,2-2-765,-6 9 1,9-3-1125,19-10 0,10-8 1619,11-14 0,4-7 0,1-3 0,0-4 0,-4-8 0,0 0 0</inkml:trace>
  <inkml:trace contextRef="#ctx0" brushRef="#br0" timeOffset="196299">15284 6135 8792,'-33'22'3276,"10"0"-1605,56-1-3200,-2-39 764,-4 3 1,-4-6 1168,-9-9 1,-10 0 45,-16-3-90,-20 9-630,0 35 0,-2 11 270,8-2 0,2 3 0,-2 10 0,4 3 0,14-6 0,-1 1 0</inkml:trace>
  <inkml:trace contextRef="#ctx0" brushRef="#br0" timeOffset="197232">16587 6445 7533,'-20'-27'3276,"8"54"-1638,10 12 0,4 6-1873,-2-2 1,1 4 144,0-10 0,1 4 0,0-1 0,-1-4-835,-1 1 0,0 0 205,1 11 1,1 5 0,0-8 269,-1-14 0,0-2-675,2 19 1,-1-6 933,-2-24-1249,0 4 1440,0-34 0,0-18 0,0-9 0</inkml:trace>
  <inkml:trace contextRef="#ctx0" brushRef="#br0" timeOffset="197446">16574 6631 0,'6'-41'1638,"1"0"0,16-1 0,-7 7 0,5 8-592,6 29 0,3 6 294,17-4-1310,-18 17 0,2 10 0,-6 1-75,-7 4 0,-7 5 23,-5 0 0,-3 7 0,-4 2 0,-6-4-1,-5-9 1,-6-1 0,-3-2-1,-1 0 478,-1 4 0,-1 0 1,-2-2-1,0-6-455,-5-2 0,-1-5 0,4-8 0,-4-9 0,23-27 0</inkml:trace>
  <inkml:trace contextRef="#ctx0" brushRef="#br0" timeOffset="197745">17280 6371 7533,'-23'20'819,"1"1"0,-3 15 0,1 7 0,4 1 273,7-7 0,4 0 0,-1 3-581,-1 0 1,-1 4 0,1-1 0,4 0-303,4 5 1,3 0 0,3-5-12,-2-3 1,6-3-469,19 6 0,4-12 291,-2-29-291,10-17 0,-2-12-90,-16-14 1,-5-6-406,4 7 0,-1-2 465,-9-2 0,-3-4 1,-3 7 164,-2 14 0,-2 1-1080,-5-25 1,-6 4 674,-9 16-1099,1 11 1,-1 6 1457,-1 19 1,-13 9 0,16 11 0</inkml:trace>
  <inkml:trace contextRef="#ctx0" brushRef="#br0" timeOffset="197895">17255 6805 9242,'-19'12'3276,"7"-5"0,6 4-294,23 18-6259,-2 5 2217,1-7 0,4 1 1060,-2 3 0,1-1 0,-3-9 0,1-1 0,1 4 0,0-1 0</inkml:trace>
  <inkml:trace contextRef="#ctx0" brushRef="#br0" timeOffset="198078">17627 6631 7533,'-26'-21'3276,"8"5"0,40 38-5331,-9-11 1235,21 23 1,-16-20 0,1 4 0</inkml:trace>
  <inkml:trace contextRef="#ctx0" brushRef="#br0" timeOffset="198213">17665 6916 7533,'-31'6'3276,"16"12"0,4 8-2824,22 1 0,7 0 0,5 3 0,-2-10 0,0 0 0</inkml:trace>
  <inkml:trace contextRef="#ctx0" brushRef="#br0" timeOffset="198561">18384 6519 7533,'-13'13'2158,"7"5"-2293,2 10 1,2 7 583,0-1 1,0 3 0,1-1-1543,0-2 1,1 0 0,-1 2 750,0 1 1,-1 2 0,1 0 0,0-4-379,0 4 1,2-2 656,-1 12 0,0-2-612,0-17 1,0-3 819,0 4 1,5-31-1,2-20 1</inkml:trace>
  <inkml:trace contextRef="#ctx0" brushRef="#br0" timeOffset="198945">18434 6482 7533,'-25'-24'-1709,"11"10"4767,3 3-2698,11 5 539,16 5-1169,11-4-269,22 10-136,-17 6 0,-2 1 46,12 5 44,-17 7 0,-5 3 316,-12-4 224,-15 22 0,-8 1 45,-4-9 119,-2-4 1,-4 4 0,2-5 644,-7 5-314,8-12 0,2-2 359,8-5-449,40-12-450,2-6 135,-1-1 0,2 2-225,-1 5 0,-4 4 180,3 11 270,-12-2 0,-7 5 134,-22 11 1,-9 2-315,13-12 0,-3 1-774,-11 1 1,-6 3-1,3-6 684,-6 4-1484,-3-5 0,-1-5 405,0-10 899,4-3-510,14-22 1,23-10 0,0-10 0</inkml:trace>
  <inkml:trace contextRef="#ctx0" brushRef="#br0" timeOffset="199299">19003 6309 7533,'-7'-7'-990,"-4"1"1800,10 6 449,-16 6-1439,9 6-180,-5 8 91,2 10 179,10-9 180,-4 8-90,5-16 89,5 11 181,2-16-270,11 14 90,-4-19-1079,9 13 269,-15-9 91,3 11 539,-27 12 90,6-8 0,-13-1 0,-4-2 0,2 2 0,-13-3 0,-3 0 0,-4 2 0,10-8 0,-1 0 0</inkml:trace>
  <inkml:trace contextRef="#ctx0" brushRef="#br0" timeOffset="199794">18446 5838 7533,'-21'6'3276,"5"17"-1245,16 10-1851,0 17-585,0-12 0,0 1-45,0 6-882,2-1 1,1-3 1331,-1-10 0,9 10 0,-4-23 0</inkml:trace>
  <inkml:trace contextRef="#ctx0" brushRef="#br0" timeOffset="200094">18657 5776 7533,'0'-14'3276,"-6"9"-256,-1 28-3110,0-1 45,9 4 0,2 0-584,4 9 584,1-12 0,0 2-405,4 23 900,-7-13-91,5 1 271,-4-8-810,0-18 270,4 18-2249,-9-15 1260,-2 6-270,-13 0-1080,-28-13 2249,11-6 0,-17-12 0,22-7 0</inkml:trace>
  <inkml:trace contextRef="#ctx0" brushRef="#br0" timeOffset="200199">18620 5913 7533,'26'-14'3276,"-3"-3"-975,-5 16-1312,1-5-989,9 8 0,2 2 0,9 3 0,-7-1 0,1 0 0</inkml:trace>
  <inkml:trace contextRef="#ctx0" brushRef="#br0" timeOffset="209194">20665 6172 0,'-3'-26'1244,"0"0"1,2 0 2031,1-19-1412,7 49-1863,-2 21 0,-3 8 179,-3-8 0,-4 3 22,-1 11 0,-4 8 1,-2 3-1,-1-3 32,-2-6 0,-3-2 0,-1 1 0,1 1-540,0 2 0,0 3 1,0 1-1,0-1 0,0-3 306,0 0 0,0-2 0,0-2 0,2-4 0,-7 15 0,4-9 0,8-8 0</inkml:trace>
  <inkml:trace contextRef="#ctx0" brushRef="#br0" timeOffset="209344">20603 6333 7533,'12'25'1638,"-3"7"0,0 7-546,1 5 0,1 5 0,-1 2-1912,-3-8 1,-1 1 0,1-1 0,0-2 350,3 3 1,1-3 0,-2-2 0,-1 11 0,-3-8 0,0-12 0</inkml:trace>
  <inkml:trace contextRef="#ctx0" brushRef="#br0" timeOffset="209461">20566 6805 7533,'-21'-33'3276,"43"4"-3745,3 19 1,4 2 0,4-1 0,0-1 0,-1-3 0,1 1 0</inkml:trace>
  <inkml:trace contextRef="#ctx0" brushRef="#br0" timeOffset="209661">21110 6346 7533,'-19'19'1092,"0"1"0,4 7 0,5 5 0,4 8 0,2 7 0,3 0-1773,2-4 0,1 1 0,1-1 681,-3 2 0,0 0 0,1-4 0,2-1 0,-1-6 0,-2 6 0</inkml:trace>
  <inkml:trace contextRef="#ctx0" brushRef="#br0" timeOffset="209894">21123 6371 13020,'23'27'569,"1"1"1,-3 4 0,-1 3-750,5 7 0,-6 3-311,-14-9 0,-5 2 1,-4 0 310,-3-3 0,-5 0 0,-2-2 90,-7 12 0,-4-3-900,-8-3 1,1-8 1035,3-13 1,5-3 0,26-34 0</inkml:trace>
  <inkml:trace contextRef="#ctx0" brushRef="#br0" timeOffset="210094">21495 6433 7533,'-4'42'819,"1"0"0,1-8 0,0 1 0,0 2 273,2 5 0,0 0 0,0 1-2107,1-4 0,-1 0 1,-1-3-625,-1 2 1,-1-7 1535,2-9 0,-10-41 0,4-13 1</inkml:trace>
  <inkml:trace contextRef="#ctx0" brushRef="#br0" timeOffset="210282">21545 6482 7533,'12'-22'1638,"0"-1"0,30 4 1638,-8 27-1638,-12 10 0,-1 7-1245,-1 11 0,-4 6-772,-7-8 0,-2 2 1,-3 1 168,-3 7 0,-4 0 0,-4 1-240,-7 1 0,-6 0 1,-3-2 121,-4-4 0,-4-2 0,-2-3 1,2-6-1,-1-2 0,0-2 1,4-5-1,0 0 0,0-1 1</inkml:trace>
  <inkml:trace contextRef="#ctx0" brushRef="#br0" timeOffset="211011">22884 6495 7533,'-19'0'3276,"-10"0"-1638,5 11 0,0 5-822,-6 13 1,0 4-1202,-1-4 1,-1 6 968,9 1 1,0 9 0,1 1 0,3-3-166,2-2 1,2-2 0,2 3-263,1-3 1,1 4-1,2-2 1,3-3-988,2 9 0,13-9 155,26-14 0,11-14 675,-9-12 0,2-7 0,8 1 0,-1-4 0,-10-7 0,0 0 0</inkml:trace>
  <inkml:trace contextRef="#ctx0" brushRef="#br0" timeOffset="211562">23081 6296 7533,'-19'42'3276,"7"-13"-4915,8 2 1,2 1 1375,2 4-67,0 1 0,0 1-659,6 5 229,-5 5 760,5-24 0,-6-17 0,0-2 0</inkml:trace>
  <inkml:trace contextRef="#ctx0" brushRef="#br0" timeOffset="211915">23131 6284 12750,'19'-7'-450,"10"2"-719,-14 10 89,9 13 541,-12-8-181,-10 28 450,-4-27 360,-10 11 0,-5 2 180,1-2 629,-4-1 1,0-1-3303,5 1 2673,2-3-1588,26-13 1587,2-5-2311,25 0 2042,-18 0-1755,14 6 2025,-23 1-360,-2 22 720,-11-7-337,-9 4 0,-4 0-24,2-3 1,-10 4 0,-3-3-989,7-13 719,-17 22 0,20-30 0,-4 8 0</inkml:trace>
  <inkml:trace contextRef="#ctx0" brushRef="#br0" timeOffset="212199">23553 7164 15088,'-6'40'765,"1"-8"0,-2-2-1305,-7-5 495,-3 6 0,0 1-2294,-5-3 2339,4-7 0,0-3 0,-7 1 0,0-3 0</inkml:trace>
  <inkml:trace contextRef="#ctx0" brushRef="#br0" timeOffset="214249">24297 6545 8342,'-14'10'3276,"3"10"-1245,6 22-1402,4-15 1,0 3-210,-1 5 0,0 5 0,1-2-2059,0-1 1,2 0 993,-1-2 1,0 1-1,0-2 195,-3 0 1,0-2 877,2 0 1,1 1-1644,-3 1 1,0 0 691,3-4 0,0-5 523,0 2 0,6-16 0,1-18 0</inkml:trace>
  <inkml:trace contextRef="#ctx0" brushRef="#br0" timeOffset="214500">24297 6495 7533,'25'-19'3276,"-6"6"-616,10 8-1850,-3 21-270,17 5-891,-21 1 1,0 4 305,0 1 0,0 3 90,1 5 0,-3 4-225,-8 3 1,-4 3-267,3-2 0,-5 2 221,-9 4 0,-5 0 45,-3-7 0,-3-2 90,-6 4 0,-4-2 45,-5-7 0,-4-2 0,-1 0 0,-1-4-405,4-5 1,-1-4-43,1-3 1,1-3-1668,-9-2 2159,9-17 0,18-15 0,6-11 0</inkml:trace>
  <inkml:trace contextRef="#ctx0" brushRef="#br0" timeOffset="214733">24781 6408 7533,'-7'-14'3276,"1"3"-706,6 22-1670,0 3-91,0 22-539,0 3-180,0 4-1169,-5 0 359,3-6-1798,-3-11 359,5-8 2159,0-12 0,5-12 0,2-1 0</inkml:trace>
  <inkml:trace contextRef="#ctx0" brushRef="#br0" timeOffset="-214435.73">24830 6346 9062,'0'-14'2788,"0"3"-1888,6 11-540,1 0-181,10 0-538,-3 0 179,4 6-810,-6 6 541,-6 2-1,-6 9 0,-6-3 180,-12 10 810,-1-4-90,0-1 359,7-7-179,6-6-180,12-5-91,6-2-269,12-5-449,3 0 89,2 6-180,-9 1 90,-2 6 360,-17 10 0,-8 3 90,-23 11-270,12-18 0,-2-1-355,-5 4 0,1-1 535,-15 7 0,3 6 0,11-15 0</inkml:trace>
  <inkml:trace contextRef="#ctx0" brushRef="#br0" timeOffset="-202868.73">27383 5206 7533,'-19'-14'2608,"-10"3"-2068,8 11 179,-3 10 1,1 2-540,5-1-90,-5 14 0,2 6 314,15 1 1,3 0-315,-7-2 0,2 2 180,4 15 0,2 4-1363,2-16 1,0 0 0,0-1 964,3 8 1,0 2 37,-2 3 0,-1 4 0,0-1-620,2-8 1,1-2 0,-2 0 529,-2-6 0,-1 0 0,-1 1-14,-1 9 1,-1 3-1,-4-7-706,-8-8 1,-3-4 629,6 0 1,-1-4 269,-8-2 0,1-11 0,1-21 0,-9-4 0</inkml:trace>
  <inkml:trace contextRef="#ctx0" brushRef="#br0" timeOffset="-202734.73">26937 5801 9871,'38'-22'697,"1"0"0,-3 6 0,2 2 1,-1 1-698,9-1 0,-1 2 0,-9 3 0,1 1 0,-5 1 0,-7 1 0,0 0 0</inkml:trace>
  <inkml:trace contextRef="#ctx0" brushRef="#br0" timeOffset="-202285.73">27768 5268 7533,'-20'15'1092,"0"0"0,-7 16 0,3 9-325,10 4 0,5 8 0,-1-3-1350,-2-12 1,1-1 0,0 3 690,4-2 0,-1 4 0,1 2 0,2-2 0,4-3-438,4 2 0,3-4 0,0 0 246,-6 0 1,-1 0 0,7-3 83,11-1 0,7-4 0,-3-8 0,5-12 0,1-6 0,-1 0 0</inkml:trace>
  <inkml:trace contextRef="#ctx0" brushRef="#br0" timeOffset="-201885.73">28115 5515 9332,'-32'13'1304,"11"6"0,1 8-899,-4 14 0,4 4-769,4-9 1,3 1 393,-1 4 0,0 4 0,9-6-255,14-6 0,2-4 225,-10 2 0,4-4-1023,20-5 1,6-11 1022,-4-18 0,-1-8 0,1 5 0,0-2 0,-1-9 0,0 0 0</inkml:trace>
  <inkml:trace contextRef="#ctx0" brushRef="#br0" timeOffset="-201697.73">28313 5243 7533,'0'-15'3276,"-5"44"-2711,-1 4 1,-1 5-656,3-1 0,0 1 180,-2 7 0,1-4-90,5-6 0,6-5 0,0-19 0</inkml:trace>
  <inkml:trace contextRef="#ctx0" brushRef="#br0" timeOffset="-201352.73">28338 5206 7533,'-7'-14'3276,"2"3"-2415,21 11-1041,-6 6-449,19 0-361,-15 12 810,-2-4-359,-23 21 449,-4-13 0,-2-1 0,-12 16 360,11-16 0,2-3-360,9-5 90,12-7 0,26 0 90,-8-6-90,23 0 90,-31 6-90,3 6 359,-24 24-359,-7-7-180,-6-3 1,-4 0-946,-2-8 1,-1-3 1124,-15 11 0,-5-9 0,27-17 0</inkml:trace>
  <inkml:trace contextRef="#ctx0" brushRef="#br0" timeOffset="-201151.73">28524 5020 7533,'36'-14'3148,"-14"14"-1889,-4 16 0,-2 10-719,-6 7 0,-5 8 0,0-1-1088,2 3 1,0 3 749,-3-3 1,0 5-1,-1 2 1,-3-2-967,-4-8 0,-2-2 0,-1 0 0,1 0 764,2 10 0,0-2 0,-4 2-405,-3-4 0,-3 2 0,-2-2 1,-1-6 390,-11 5 1,-2-5-1,11-10 1,-1 0-1,0-2 1,-10 0 0,1 0-1</inkml:trace>
  <inkml:trace contextRef="#ctx0" brushRef="#br0" timeOffset="-200801.73">28895 5478 7533,'-14'0'3276,"4"0"-1875,33 0-1401,3 0 0,2 0 180,10 0-450,1-4 0,2-3-540,-14 1 1,-2-1-1,0-3 1,-3 1 809,13-4 0,-35 8 0,-7 5 0</inkml:trace>
  <inkml:trace contextRef="#ctx0" brushRef="#br0" timeOffset="-200702.73">28970 5652 7533,'-20'22'1638,"0"0"0,-4 4 1638,53-9-3629,9-20 0,4-5 26,-9 4 0,0-1 1,12-3-1,-3-2 1,-5-2-1</inkml:trace>
  <inkml:trace contextRef="#ctx0" brushRef="#br0" timeOffset="-199685.73">29887 5131 7533,'-7'-13'2518,"-9"-4"-2158,8 10 1349,-27 0-1125,13 21 1,0 5-405,-19 7-180,21 2 0,2 7 0,3 0-1639,3 9 1,4-2 1151,-3-5 0,4 0 647,7 4 0,11-9-2319,32-28 1079,-6 6 91,0-27 0,0-12 359,-12-7 0,-3-3 540,2 7 0,-2-1-90,-4-15 1,-7 5 1528,-11 20-1169,-2 5 2338,-14 48-1439,10 11 1,3 3-993,-3-11 0,0 0 3,3 7 0,2 3 0,-1 0-150,1-6 0,-1-2 0,0 0-255,0 10 0,-3 1 105,-1-3 0,-3 1 0,-5-5-240,-12-7 1,-3-4 2087,8 0 0,-2-3-1491,-12-2 0,1-13 32,6-38-179,4 10-540,28-12 1,14-3-271,4 10 1,7 2-1,0 1 556,7-7 1,1-1 0,-6 6 0,2 1-1,-4 1 1,-7 4 0,-1 0 0</inkml:trace>
  <inkml:trace contextRef="#ctx0" brushRef="#br0" timeOffset="-199418.73">30322 5070 7892,'-20'24'1394,"1"2"1,-2 6-826,5 4 1,2 4 0,-1 0-896,1-9 0,0 0 0,0 2 348,1 5 1,0 4-1,2 0 1,3-3-113,5-3 0,3-2 0,0-1 257,-4 12 1,4-3-1113,14 0 1,6-10 944,15-18 0,9-3 0,-8-11 0</inkml:trace>
  <inkml:trace contextRef="#ctx0" brushRef="#br0" timeOffset="-199197.73">30594 5317 7533,'-18'-19'3276,"5"7"-1515,-11 12-1536,6 24 0,0 8-135,-11 4-300,12-1 1,-2 8 0,3-1 119,1 5 0,3-2 90,-2-2 0,3 1-405,2 3 1,12-9 404,37-21 0,-8-6 0,-3-18 0,1 0 0</inkml:trace>
  <inkml:trace contextRef="#ctx0" brushRef="#br0" timeOffset="-198951.73">30768 4958 8972,'-12'19'2518,"5"21"-2473,1-12 0,1 1-45,3 20-1259,-1-13 0,1-3 1259,2 0 0,0-1 0,0-9 0</inkml:trace>
  <inkml:trace contextRef="#ctx0" brushRef="#br0" timeOffset="-198601.73">30780 4933 7533,'-13'6'3276,"7"-5"-2055,24 5-1221,-3-6-1709,14 5 630,-15 13 809,-7 3-450,-20 20 1260,-13-8-540,0-1 1169,8-3-1349,13-21 360,10 3-539,24-17 179,-17 5-90,21 6-90,-37 26 270,3-2 0,-9-4 0,-3 2 854,-3-4 1,0-2-585,-6 8-180,-6 4 0,21-37 0,-5 2 0</inkml:trace>
  <inkml:trace contextRef="#ctx0" brushRef="#br0" timeOffset="-198414.73">30941 4809 8162,'35'17'3149,"-13"-2"-2340,-3 12 1,-3 9-361,-11 0 1,-3 5 0,-1-2-1285,6 5 1,-3 1 879,-6-4 0,-2 5 0,-3 1 0,-2-4-1138,-2-4 1,-2-2 0,-1 0 1004,0 3 0,-1 0 0,-3 2 88,-1-8 0,-3 3 0,-2-1 0,1-1 0,2-5 0,-7 11 0,0-3 0,3-6 0,1 0 0,-1 0 0,0 0 0</inkml:trace>
  <inkml:trace contextRef="#ctx0" brushRef="#br0" timeOffset="-198034.73">31213 5491 7533,'-9'0'3276,"6"0"-2891,24-4 1,16-3-806,-6-2 1,4-2-1,-2 1-673,7-5 1,0 1 792,-2 0 0,3 0 0,-6 0 300,-7-1 0,-3 0 0,1 4 0,-1 1 0,16-13 0</inkml:trace>
  <inkml:trace contextRef="#ctx0" brushRef="#br0" timeOffset="-197851.73">31536 5107 7533,'-26'11'1638,"12"11"0,4 8-1051,3 3 0,2 4 0,-1-1-1741,-1 9 1,1 2 703,1-4 0,1 3 1,0-3-391,0-6 1,0-2-1,1-2 840,2 4 0,1-1 0,-3 10 0,0-7 0,3-14 0</inkml:trace>
  <inkml:trace contextRef="#ctx0" brushRef="#br0" timeOffset="-197518.73">31982 4797 7533,'-15'29'1638,"-1"0"0,-4 9-546,13-8 0,2 6 0,1 1-2185,1 6 1,1 1 0,0-1 752,0-7 0,-1-2 0,1 3 317,1 1 1,0 2-1,-1 0 1,1-2-162,-3 1 1,0-2-1,1-2-176,1 5 0,1-1-222,-5 8 1,1-8 221,5-26-179,5-29 269,16-18 0,4-5 225,-15 14 0,2 0 1358,18-19 0,2 15 846,-6 44-1529,-5 2 657,-11 9 0,-4 7-1512,-7 12 1,-3 1 224,0-13 0,1 0-1639,1 19 1,2-6-122,2-23 1760,16 5 0,1-34 0,6-1 0</inkml:trace>
  <inkml:trace contextRef="#ctx0" brushRef="#br0" timeOffset="-197301.73">32479 5007 7533,'-34'29'1092,"0"-1"0,12-9 0,3 2 0,0 7 0,1 6 0,4 3-2185,2 10 1,5 3 0,-1-4 807,-2-2 0,0 0-15,0 5 0,2 4 0,9-7-871,16-9 1,5-5-90,-7-9 1,2-2 1259,7 6 0,1-10 0,4-28 0,-17-3 0</inkml:trace>
  <inkml:trace contextRef="#ctx0" brushRef="#br0" timeOffset="-197068.73">32702 5168 7533,'-20'-12'3276,"3"5"-166,-1 13-2121,4 24-809,-4-1-45,8 7 0,2 2 45,0 1-135,-1 7 0,1 0-45,7-7-405,-3 2 1,2-2 224,8-15-1170,1 4 1,4-4 989,4-15-1798,25 2 359,-18-23 1734,8-2 1,-6-15 0,-5 3 0</inkml:trace>
  <inkml:trace contextRef="#ctx0" brushRef="#br0" timeOffset="-196801.73">32863 4946 8792,'-14'0'2968,"-2"5"-1439,14 13-1619,2 8 1,2 0-2430,9 20 450,-4-34 180,0 21 1889,-2-31 0,-5 8 0,0-3 0</inkml:trace>
  <inkml:trace contextRef="#ctx0" brushRef="#br0" timeOffset="-196485.73">32874 4946 7533,'0'-27'2878,"0"9"-2158,0 7-271,17 10-449,-7-5-719,18 6 629,-19 0-1169,7 6 989,-14 1-450,-13 16 450,1-2 540,-7 0 0,0-1 1079,2 2-989,-3 7-450,18-22 0,7-1-180,16-6 90,-8 0-539,14 0 539,-15 5 360,-2 2 359,-17 27-359,-4-16 90,-4 6 0,-3-2-90,1-7-720,-13 8 630,20-16-90,-8-1 0,9-6 0,-6 0 0</inkml:trace>
  <inkml:trace contextRef="#ctx0" brushRef="#br0" timeOffset="-196264.73">33085 4648 8522,'21'33'1638,"-7"-12"0,-1 4-218,-2 15 1,-2 2-1197,1-12 1,0 2-1318,-2 15 1,-1 7 0,-4-6 413,-1-17 0,-4 0 611,-1 3 1,-3 6-1,-1 0 1,0-6 318,-3 0 0,-2 0-341,-2 0 0,-2 4 0,-2 2 0,-3-2 90,-4 0 0,-3-2 0,-1 0 0,1-1 0,4-4 0,0 0 0,-1 0 0,-1 0 0,-6 2 0,0 1 0,-1-1 0,1 0 0</inkml:trace>
  <inkml:trace contextRef="#ctx0" brushRef="#br0" timeOffset="-194668.73">29044 6408 7533,'-37'0'1439,"11"0"-630,8 0 721,7 0-1171,9 0 91,8 6-270,8-5-90,27 10 90,-12-10-675,3 2 0,-1 0 405,-6-3-989,4 0 0,-1 0-181,-12 0-269,13 5 1529,-22-3 0,-7 9 0,-7-4 0</inkml:trace>
  <inkml:trace contextRef="#ctx0" brushRef="#br0" timeOffset="-194564.73">29007 6631 7533,'-28'21'3276,"6"1"-2685,28-21 399,39 5-720,-12-6-635,3 0 1,8 0 0,-4 0 0,-9 0 0,0 0 0,5 0 0,-1 0 0,0 0 0</inkml:trace>
  <inkml:trace contextRef="#ctx0" brushRef="#br0" timeOffset="-183335.73">29912 3743 7533,'-19'0'1889,"1"6"-180,0 6-1350,4 2 630,-8 15 1,-1 4-450,4 1-536,4-4 1,-2 7 0,3 0 534,6 0 1,2 1 0,1-2-785,-3 4 1,2 1 244,4 4 0,1 3 0,4-11 195,5-10-1834,20 7 1,6-5 1537,1-20 1,2-4 0,1-4 0,7-15 0</inkml:trace>
  <inkml:trace contextRef="#ctx0" brushRef="#br0" timeOffset="-182498.73">30259 4090 7533,'-12'-17'2158,"0"2"181,5-2-1799,7 10 1259,34-4-1439,-9 4-226,14 3 1,2 1 45,-2-3-360,7 6 1,0 0 268,-7 0-1168,1-5 0,-1-1-1080,-8 4 899,-4-6 1,-2-1 1259,-4 2 0,-3 0 0,-13 2 0</inkml:trace>
  <inkml:trace contextRef="#ctx0" brushRef="#br0" timeOffset="-182181.73">30507 3793 7533,'-13'7'2069,"-4"4"-1620,10-10 361,-5 10-630,5-4-90,-10 11-90,9-4-360,-26 15 360,12-9 314,-9 5 1,-2 3 180,14-8 0,1 1 89,-7 1 1,2 0 495,5 12-721,18-20 1,18 10-1349,19-11-1260,9 5 1080,-14-11 1,2-1 1168,-2 0 0,-1 0 0,-2 0 0,0 0 0,-2 0 0,0 1 0</inkml:trace>
  <inkml:trace contextRef="#ctx0" brushRef="#br0" timeOffset="-181769.73">31003 3706 7533,'-7'19'2248,"1"21"-1798,6-11-45,0 10 0,0 3-922,0-13 1,0-1 606,0 14 0,0 0 504,0 3-864,0-12 1,0-2 269,0-7-1675,0 22 1675,0-38 0,6 3 0,1-11 0</inkml:trace>
  <inkml:trace contextRef="#ctx0" brushRef="#br0" timeOffset="-181369.73">31015 3681 10411,'12'0'1439,"17"0"-1259,-12 0-540,23 11 270,-25-2-449,8 14-91,-10-9 90,-6 9 360,-2-9 1,-21 20-1,6-17 360,-19 23 269,15-25 91,2 8-450,6-16 630,17 10-720,-2-14 269,25 19-359,-12-20 0,2 9 1,-1 0-91,-1-3 0,7 27 90,-22-19 0,-5 13 0,-4-1 90,-5-9-225,-11 15 0,-4 0 225,-8-9-945,-4 4 1,-2-1 650,-6-6 1,15-6 0,0-3 0,-10 0-1</inkml:trace>
  <inkml:trace contextRef="#ctx0" brushRef="#br0" timeOffset="-180685.73">29974 3495 7892,'-7'32'1530,"-4"15"-1530,10-19 0,1 0-180,-6 20-315,6-19 0,0-5 135,0-11 360,0-1 0,0-12 0,0 0 0</inkml:trace>
  <inkml:trace contextRef="#ctx0" brushRef="#br0" timeOffset="-180335.73">29987 3396 9242,'12'0'0,"11"-5"-90,-7-2-270,13 0 180,-21 1-90,3 23 90,-11-8 0,-6 32 180,-1-20 90,-10 21-90,8-21 630,-2 2-360,11-16-90,6-2-180,1-5 90,16 0 0,-2 0-180,15 0 90,-21 6 180,7 12-180,-21-3 449,-12 25-449,-4-24 0,-5 5 0,-1-2 90,-1-4-90,-7 9 0,16-17 0,1-2 0</inkml:trace>
  <inkml:trace contextRef="#ctx0" brushRef="#br0" timeOffset="-177835.73">18247 7474 7533,'-13'7'2788,"2"-2"-809,22-5-1080,11-1 1,8-3-541,1-5 1,2-3 0,4-2-469,-2 3 1,3-2 0,1 0 0,0-2 265,3-3 1,1-1-1,0-1 1,-1 2-99,6-1 1,-1 2 0,-4 0-137,2-5 1,-3 4-599,-3 14 0,-5 1-2293,-4-13 2968,-3 7 0,0-2 0,-1-15 0,-3-4 0</inkml:trace>
  <inkml:trace contextRef="#ctx0" brushRef="#br0" timeOffset="-176235.73">31350 3421 7533,'12'-25'-900,"1"11"181,5-19 899,-5 28 899,5-28-809,-11 30 1079,-1-8 720,-6 5-450,-6 5-1169,-12 18-810,-8 21 180,7-5 0,1 3-225,1-3 0,2-1 540,3-1 0,5-2-45,12 9-450,22-8 360,-5-11-719,5 5 629,-25-16-180,-8 20-270,-2-13-179,-27 20 719,19-14 0,-13 8 0,16-10 0</inkml:trace>
  <inkml:trace contextRef="#ctx0" brushRef="#br0" timeOffset="-175818.73">31635 3879 10951,'34'-1'-72,"0"-1"0,0 0 0,3-1 0,0-2 0,-2 1 72,9-3 0,-1 0-312,0-1 1,-6-2 0,-17-2-1,4-1 1</inkml:trace>
  <inkml:trace contextRef="#ctx0" brushRef="#br0" timeOffset="-175501.73">31809 3607 7533,'0'-14'3276,"-11"36"-3044,-9 14-502,0 9 180,-3-12 0,0-4 0,5-9 225,-5 5 0,1 1 135,12-11 269,-12 8-269,21-16 450,6 4-630,4-4 180,25 11-900,-1 12 630,0-3-1349,-9-3 0,-2 0 269,-6 3 1080,19 9 0,-21-17 0,3-1 0</inkml:trace>
  <inkml:trace contextRef="#ctx0" brushRef="#br0" timeOffset="-175135.73">32429 3495 9242,'-12'13'1709,"-6"10"-1080,-13 14-449,9-2 90,1-9 0,2 0-90,10-4 719,-8 12-359,28-9 0,14 1-630,-4-6 0,2 2-270,-2-1 0,-2 2 90,-4 4 1,-5 2-136,-10-1 0,-7 1-405,-14 8 1,-6-3-493,6-11 1,-1-3 1301,-5 8 0,0-4 0,-9 1 0,5 0 0</inkml:trace>
  <inkml:trace contextRef="#ctx0" brushRef="#br0" timeOffset="-173517.73">29528 4425 7533,'-31'-2'1529,"16"15"-989,15 18-361,15-3 46,8-11 0,7-5 45,14-6 0,3-5-573,-15 2 0,3-1 325,1-1 1,5-1-1,1 0 1,-2-1-316,0 1 0,-1 0 1,2 0 359,-5 0 1,2 0-1,1 0 1,1 0 111,3 0 1,2 0 0,-2 0 0,-2 0-30,-4 1 0,-2 1 0,0 1-875,10 4 1,1 2-1,-6-2 770,-9-2 0,-1 1 135,11 12 0,3-3-1271,3-17 0,-2-4 1091,-9 9 0,1-3-116,6-9 1,5-6-1,-3-1 116,-11 3 0,-2 0 0,0-1 0,-1 0 0,0 1 0,1 0 30,2 1 0,2 2 0,-3 3 167,2 5 0,-1 4-107,-1 4 0,0 1 135,10-1 0,-3 1-225,1 6 1304,-13-9 0,2-3-1125,-2-5 1,-1-3-90,16-1 1548,-7-3 0,2-1-1797,-8 2 0,-2 0 114,-4 3 0,0 1 338,11-2 1,-2 5-294,-4 8 449,0 1 1,1 1-270,-1 1 180,-2 1 0,2-2 134,-3-6 1,-1 0-225,24 4-45,-10-5 0,2 0 179,-6 0 1,0 0-315,-5 0 0,2 0 210,3 0 0,3 1 0,-4-2-570,-2-1 0,0-1-1369,14-6 1,0 0 983,-16 2 0,-3-1 655,9-16 0,-19 6 0,-4-1 0</inkml:trace>
  <inkml:trace contextRef="#ctx0" brushRef="#br0" timeOffset="-167818.73">29900 6172 7533,'0'-13'1529,"0"2"-360,-17 16-269,-3 13-91,-12 14-449,15-11 0,4 2-360,5 1 0,2 1 360,-5 20-450,16 3 359,13-15-358,8 8-181,1-21 0,0-2-216,9 14 261,-6-13 1,-2-2 73,-6 8-209,-2-7 0,0 0 90,-5 9 91,3 15 89,-13-16-90,-16 4-180,-8-5 0,-18 0-93,13-15 1,-2-1 47,-2 1 0,0-2 151,-18-1 1,-1-7 0,16-7-1</inkml:trace>
  <inkml:trace contextRef="#ctx0" brushRef="#br0" timeOffset="-167685.73">29863 6383 7533,'29'-30'1638,"-6"19"0,3 1-597,17-8-2191,-11 19 1,-1 4 1149,2 3 0,10 5 0,-11-2 0,-2-5 0</inkml:trace>
  <inkml:trace contextRef="#ctx0" brushRef="#br0" timeOffset="-167252.73">30495 6631 9422,'30'-7'1619,"13"2"-1349,-8 5-315,-2 0 0,3 0 135,12 0-812,-12-2 0,1-2 137,-9-1 1,0-2 44,0 1 1,-1-2 539,11-15 0,-8 3 0,-12-5 0</inkml:trace>
  <inkml:trace contextRef="#ctx0" brushRef="#br0" timeOffset="-167096.73">30805 6333 7533,'-7'-19'3276,"2"13"-1605,-1 45-1896,1-8 0,-2 5-868,1 0 1,0 4 0,-1 1 547,-3 0 0,-1 1 0,1 0-548,3 2 1,0 0 0,1-1 1042,-4 6 0,2-2 0,2-4 0,1-3 0,1-15 0,1-1 0</inkml:trace>
  <inkml:trace contextRef="#ctx0" brushRef="#br0" timeOffset="-161496.73">9024 8689 7533,'-30'-24'719,"-1"9"1,-6-8 1529,-6 10-1080,21 1 90,16 0-719,44-1-270,-9 9 0,5 1-653,8-3 0,2 1 562,3 4 1,0 1-135,2-3 0,1 1 45,-13 2 0,0 3 0,-1-1-90,7 1 0,-1 1-45,4 2 0,-2 0-645,-15-2 0,-1-1-165,0 0 1,-1 0-405,11-3-540,-2 0 1799,-22 0 0,-3 0 0,-11 0 0</inkml:trace>
  <inkml:trace contextRef="#ctx0" brushRef="#br0" timeOffset="-160481.73">31350 6272 7533,'-19'0'2428,"6"27"-2203,9 6 0,3 7-15,0-2 0,1 3 0,1 1-457,-1-5 1,0 2 0,0 0 0,0-2-144,-2 7 0,0-1 0,0-3 390,2 3 0,-1-6 0,-5-3 0,6-28 0</inkml:trace>
  <inkml:trace contextRef="#ctx0" brushRef="#br0" timeOffset="-160219.73">31610 6358 7533,'15'-20'3276,"-9"3"-1875,39 23-1761,0 17 180,-20-4 0,-4 6-180,-3 15 1,-9 6 359,-15 2 0,-8 0-91,1-5 0,-4-2 391,-2-8 0,-2-1 0,3-4-210,2 3-90,13-1 0,11-3 0,29-19 0,10-7 0,-13 5 0,1-1 0,0-7 0,0 0 0,0-1 0</inkml:trace>
  <inkml:trace contextRef="#ctx0" brushRef="#br0" timeOffset="-159652.73">29007 7164 7533,'-28'7'2158,"1"10"-1438,36-4-270,0 1-91,16-4 1,7-3-720,-2-6 1,1-1 179,4 3 0,0 0-360,2-2 1,-3-2 539,0-5 0,2 5 0,-18-5 0</inkml:trace>
  <inkml:trace contextRef="#ctx0" brushRef="#br0" timeOffset="-159519.73">29056 7412 7533,'-20'7'1529,"9"-1"-180,40-6-1259,0 5-90,1-2 0,8-1 0,-3 0 0,-4 1 0,0 1 0,4-2 0,1-1 0,-1 1 0</inkml:trace>
  <inkml:trace contextRef="#ctx0" brushRef="#br0" timeOffset="-159197.73">29763 7090 7533,'0'-20'1709,"0"8"-1349,0 7 269,0 32-179,0-9-1,0 20 1,0 4-90,0-2-270,-3-5 0,-1 7 0,0-5-239,3-10 0,0 0-31,-6 12 0,-1 5 1,1-6 44,2-11 0,1-2-315,-5 25 0,0-2 91,2-5 359,1-13 0,1-1 0,4-3 0,-4-3 0</inkml:trace>
  <inkml:trace contextRef="#ctx0" brushRef="#br0" timeOffset="-158785.73">30011 7263 7533,'-6'-13'2248,"0"2"-1078,12 11-810,0 0 539,18 0-539,-3 0-1,4 0 1,2 0-180,3 0-90,2-3 0,0 0 0,-3 2-135,-2-3 0,-2 2 225,-9 8-90,12 12 180,-27-3-180,-4 17 0,-5 3 180,-7 5-1363,-1-2 1,-3 9 0,2-5 424,4-9 1,1 1-8,-1 1 1,-1 5-1,0 0 1,4-5 7,4 0 0,2-2 667,-1 0 0,-2 2 0,3-4 0,4 13 0,0-1 0</inkml:trace>
  <inkml:trace contextRef="#ctx0" brushRef="#br0" timeOffset="-157501.73">22636 5788 7982,'-7'-13'2339,"-4"-4"-1619,10 16 539,-5 1-899,12 12 179,-3 18 1,1 4-360,2 1-120,-3-4 0,-1 6 0,-1-3 120,-3 2 0,-2 0-1750,1 9 0,0-1 1480,-1-11 0,1-2 90,-1-4 0,2-3 0,2-9 0,0 8 0</inkml:trace>
  <inkml:trace contextRef="#ctx0" brushRef="#br0" timeOffset="-157184.73">22785 5776 12750,'29'-15'1439,"1"1"0,7 3-1349,-9-3 0,2 0 90,12 7-180,-13 1-90,5 0 0,-21 6-180,-6 0 360,-2 6 450,-10 23-450,-8 0-450,1 10 0,-1 3-272,-7 3 632,9 4 0,4 0 0,1-5 0,6-11 0,0-1 0</inkml:trace>
  <inkml:trace contextRef="#ctx0" brushRef="#br1" timeOffset="-148600.73">24830 6978 13599,'-14'13'3276,"-2"-6"-2906,14-2 0,14-16 1,8-3-1</inkml:trace>
  <inkml:trace contextRef="#ctx0" brushRef="#br0" timeOffset="-141331.73">5789 7871 7533,'0'-26'809,"0"2"-179,0 17-180,0-4 179,0 10 1,0-5 269,0 6 1080,-6 0-1619,5 0 360,-4-5 179,10-8 360,18-6-449,16-6-406,-9 13 1,2 0-180,2-1 0,1 1-135,0 0 0,-1-1-495,-5 0 1,-2 1-2873,11-2 3174,-15 3 0,-16 11 0,-2 0 1</inkml:trace>
  <inkml:trace contextRef="#ctx0" brushRef="#br0" timeOffset="-140647.73">5094 9605 0,'-19'0'330,"1"-6"2946,11 0-2401,-4-1 1523,10-4-1588,-5 9 1039,12-3 579,17 5-1079,5 0-449,15-11-180,-1-8 918,-20 4 0,0-2-1748,3-4 0,0 0 65,0 2 0,0-1-270,-3 1 0,0 1-855,-1 2 1,0 2-809,11-5 1978,-7 6 0,-7 8 0,-6 5 0</inkml:trace>
  <inkml:trace contextRef="#ctx0" brushRef="#br0" timeOffset="-136685.73">6037 10807 7533,'-21'0'3276,"-1"0"-616,15 6-2030,0 1 989,7 5-1169,2 1 899,25 4-899,-16-8 89,13-1 1,3 0-180,2-1-450,20 0 90,-18-1-450,11-6 540,-20 0-3148,18-6 3058,-31-1 0,8 0 0,-17 2 0</inkml:trace>
  <inkml:trace contextRef="#ctx0" brushRef="#br0" timeOffset="-133235.73">24309 5825 7533,'0'-31'1709,"6"6"-990,-5 7 1800,10 6-540,-9 10 180,3 37-1530,-7-7 1,-1 3-855,2 14 0,0 4-225,-4 0 1,-1 1-1190,5-5 1,1-2 1122,-3-13 0,0-2 0,3 12 0,0-28 0</inkml:trace>
  <inkml:trace contextRef="#ctx0" brushRef="#br0" timeOffset="-132801.73">24520 5788 12570,'37'-19'2698,"6"7"-3058,-15 12-539,-5 12 0,-34 18 629,-10 9 719,-5 0 91,8-15 90,35-12-450,5-7-180,15 7 90,-12-3 179,-18 18 91,-31 5-585,-2-7 0,-4 1 225,-3 0 0,0-1 0,1-6 0,2-1 0,-12 5 0</inkml:trace>
  <inkml:trace contextRef="#ctx0" brushRef="#br0" timeOffset="-112318.73">22363 7511 7533,'-19'0'1529,"1"0"-180,5 0 270,7 0-90,0 0-809,28 6-540,-11 1 179,17 3 1,1 3-360,-10 2 135,8 0 0,2-1-3412,10 0 2263,-5-2 744,6-6 270,-9-23-90,-9 8 630,7-9-181,-22 7 721,-2 9-630,-5 2 2826,6 7-1721,-5 5-1106,16 1-269,-9-6-360,21-2 450,-9-5-540,22-11 91,-15 3 313,-3-4 1,-1 1 135,10 2 180,4-2 1169,-7 11-1079,-11 0 1079,-1 0-1259,-6 0-360,1 0-630,16-5-539,-2-2 989,5-5-3097,-3-1 2326,-15 6-2326,9 2 2506,-15-1 771,3 5 0,-5-10 0,1 4 0</inkml:trace>
  <inkml:trace contextRef="#ctx0" brushRef="#br0" timeOffset="-104701.73">14913 7784 7713,'-14'-14'3276,"3"8"-1245,17 8-1132,17 9-45,4-9 1,6-3-540,10 2 0,3-2-255,-9 0 0,1-2 0,0 0-30,0 0 0,0-2 0,-2 1 104,7-2 1,-3 0 135,-8 2 0,-4 1 1169,-3-2-449,-25 5-900,-41 5-180,8 0 0,-4 2-135,-10 5 0,-1 1 180,2 0 0,3 0 495,7-3 0,5-1 629,-1 2-90,16-11-944,40-9 0,18-4-135,-10 5 0,2 0 0,5-3 0,3-2 1,0 1-271,6 2 0,-3 1 225,-11 2 0,-4 1 405,11 1 360,-45 5-361,-39 0-584,4 6 1,-5 4 314,9-2 0,-1 1 0,0 0 180,1 2 0,2 1 0,0-1 359,-6 2 1,4-2 629,-2 0-1169,26-11-360,51-5 90,-7 0 1,4-2-61,-1-2 0,2-2 0,1 0 30,0 1 0,-1-1 1,-1-1 299,10-7 0,-6 1 270,-10 8 0,-13 1 539,-29-2-809,-16 10 0,-8 7-240,0 0 0,-4 3 0,0 0-147,-7 1 1,-1 1 0,1 1 296,1 2 0,0 1 0,3 0 599,5-2 1,2 0 0,2-2 209,-3-1 1,5-1 90,-1 2-540,54-22-270,12-1 0,8 0-180,-3 1 0,5 0 0,-1-1-230,4-1 1,0-2-1,-2 1 230,-5 2 0,-2 2 0,-3 0 433,1 1 0,-10-1 287,-20-7-585,-32 22 0,-15 11-45,6-3 0,-4 2 0,-1 1-45,6-1 0,-2 2 1,1 0-1,0 0 285,-9 6 0,2 1 0,3-2 1154,-4 3 0,6-7-134,7-11-541,59-27-359,5 2 0,7-2-270,-2 2 0,4-1 0,0 1-294,3-1 0,1 0 0,-1 0 84,-3 2 0,0 0 1,-3 0-61,6-2 0,-6 1 0,3-5-90,-37 21-459,-26 14-621,-11 9-988,4 4-849,26-23 2457,22-16 1,12-12 0,3-5 0</inkml:trace>
  <inkml:trace contextRef="#ctx0" brushRef="#br0" timeOffset="-98763.73">22673 5950 5824,'0'-14'270,"0"-3"179,0 10 1,0-10 90,0 8-1,-5-7 361,3 9-720,-3 0 359,5 1-179,0 1-180,0 4 90,0-5-180,0 12 270,5 6-3213,-3 24 3033,3-7-1089,-6 2 0,-3 1 1089,-3-2-40,0 1 0,1 2-50,-1 6 90,2-11 0,-1 0-180,5 15 0,-4-5-90,5-8 2049,0-11-2229,0-1 2524,0-11-3064,0-2-811,5-5 1621,-4 0 0,5-5 0,-6-2 0</inkml:trace>
  <inkml:trace contextRef="#ctx0" brushRef="#br0" timeOffset="-98130.73">22834 5764 8072,'-7'-13'1799,"7"-5"-1259,7 4-90,6-4-90,5 12-1,-5-5 1,10 9-180,-9-4-180,9 1 90,-9 4-90,9-5-180,-3 6 270,-1 0-180,-1 0 270,-11 0-90,-2 6 90,-5 1-90,0 10 450,0 3-271,0 5-179,-5-1-90,3 1 90,-3 0-180,5 0 180,0 5 0,-6-4-90,5 10 90,-5-10 0,1 10 0,4-4 90,-11-1 90,6 5-90,-1-9 0,1-3-180,6-6-90,0-5-90,0-1-270,0-5 90,0 4-449,0-10 179,6 5-90,-5-6-809,5 0 360,-1-6 1169,-4 5 0,5-10 0,-6 4 0</inkml:trace>
  <inkml:trace contextRef="#ctx0" brushRef="#br0" timeOffset="-96518.73">15272 6024 8432,'-32'37'2249,"13"-11"-1080,2 19-989,16-21-225,0 2 0,2 0-225,6 2 270,11 13 0,1-15 270,6-1 0,0-12 809,5-8-539,7-21-180,-4 0-270,-14 0 0,-2-3 270,13-19-1,-9 5 1,2-8 450,-10 4-1,-6 4-269,-18-3 0,-15 6-450,-19 9-1260,1 3-1348,7 23 2518,12 15 0,7 12 0,6 5 0</inkml:trace>
  <inkml:trace contextRef="#ctx0" brushRef="#br0" timeOffset="-90885.73">22673 7660 8252,'0'-14'3276,"6"-2"0,1 14-1103,5 8-1183,-5 35-676,-10-10 1,-5 3-270,-5 12 0,-6 2-333,1-15 0,-3 0 1,-2 0 287,-2-1 0,-3-1 0,0-1 149,-2-1 1,-1-2 0,-2-2 210,-1 0 0,0-2 0,-3-3 89,0-3 1,-2-3 0,-2-1-1121,6-2 1,-2 0 0,0-1-1,-1-1 423,-4-1 1,-2-2 0,1 0 0,2 1 187,-2 1 0,2 1 0,-2-2-75,3-1 0,-3-2 0,2 0 0,6 0-501,4 3 0,1-1 636,-15-3 0,-7-1 0,0-1 269,6 1 1,0 0 0,-2 0-90,9-2 0,-1 0 0,-2 0 0,-1 0 0,0 0-108,-3 0 0,0-1 0,-1 1 0,-1 0 0,0 1-554,4-1 0,0 1 0,-1 0 0,0 0 1,-1 0-1,0 0 572,-2 1 0,0 0 0,-1 0 0,1 0 0,-2 0 0,0 1-323,2 0 1,0 0-1,0 0 1,-1 1 0,0-1-1,-1 1 1,1 1 220,6-1 1,-1 0 0,0 0 0,1 1 0,-1 0-1,0 0 1,0 0 0,0 0 22,0 0 0,-1 0 0,0 1 1,0-1-1,0 1 0,0-1 1,0 1-1,0 0 11,0 0 1,-1 0-1,0 0 1,1 0-1,-1 1 1,1-1-1,-1 0 1,1 1 78,1-1 0,0 0 0,0 1 0,1-1 1,-1 0-1,1 1 0,-1-1 0,1-1 104,-6 1 1,1 0 0,-1-1-1,1 1 1,0-1 0,1 0 0,-1 1-149,4-1 0,-1 1 0,0-1 0,1 1 0,0-1 0,1 0 0,0-1 33,-3-1 0,1 0 0,0-1 0,0 0 0,2-1 0,-1 1 31,-3 1 0,0 0 0,1 0 0,1-1 0,0-2 306,-5-1 0,1-1 0,2-2 1,2 0 207,-4 0 0,3-2 0,3-3-455,8-3 0,2-2 0,4-3 727,-4-9 1,5-4-1178,4-3 1,0-3-46,0-3 0,-1-2 195,5 14 0,-1 0 0,0 0 328,-4-2 0,0 0 0,0 0-328,2 3 0,0 1 0,-1 0 420,-3 2 0,-2 0 0,1 2 59,-7-8 1,0 3-45,-5 0 0,0 2 293,5 2 0,1 0-878,0 1 0,0 0 6,6 1 0,0 2-411,3 4 1,0 2-2204,-18-6-399,6 12 2941,16 6 1,5 0 0,16 0 0</inkml:trace>
  <inkml:trace contextRef="#ctx0" brushRef="#br0" timeOffset="-90535.73">16214 7536 7533,'-6'-14'3276,"-6"9"0,-11 17-1695,-5 4 0,-5 4-1311,2-3 0,-3 2 0,-1 2-127,-5 3 0,-1 2 1,1-1 305,0-1 1,2-1 0,3 0 224,-3 5 1,7 0-236,12-6 0,9 2 370,12 5 1,8 3-91,5 10 1,2 4-960,-7-9 0,1 1 1,1 0-854,4 3 1,2 1 0,0-1-1,-3-4 1,0-1 0,1-2 545,6 6 1,1-4 0,1-5 0,-1-4 0,9 5 0</inkml:trace>
  <inkml:trace contextRef="#ctx0" brushRef="#br0" timeOffset="-85947.73">24247 7499 7533,'-25'0'3058,"1"0"-6335,4-6 3502,8 5 2713,23-5-1769,21 6-899,2 6 405,9-5 0,5-1-181,-7 1 1,-1-2-360,8-2 0,1-1 44,-13 3 1,1-1 0,-5-1 950,12-9-726,1 11 1,1 1 135,-8-6-360,10 6 180,-26 0-180,-20 0 1169,-2 0-1799,-35 0-135,1 0 1,-6 0 314,6 4 0,-1 0 0,1-1 1786,-9-1 0,0-1-1831,-8 8 1,6-1 404,13-7-180,0 2 0,1 0 1079,9-3-89,-7 0 179,22 0 720,12-6-4831,31-1 3212,0 1-90,12-1 0,2 2-146,-24 5 0,2-1-154,17-2 0,9-1 0,-5 0-1049,-5 0 0,-1 1 1139,-9 1 0,2 0 0,-2-1-1519,10-2 1,-8 5 818,-17 11 1,14-3 0,-33 10 0</inkml:trace>
  <inkml:trace contextRef="#ctx0" brushRef="#br0" timeOffset="-80147.73">12285 9679 9062,'5'-13'3148,"2"18"-2428,0 22-181,-1 10 1,-1 8-360,-4-8 0,-1 1 0,0 1-627,4 1 0,0-1 0,0 1 477,-3-2 0,-2 1 0,2-2-255,2 13 0,-1-5 62,-1-16 0,-2-1-152,1 6 0,0-4-1753,0-10-1209,0-31 2457,0-12 1,0-25 0,0 4 0</inkml:trace>
  <inkml:trace contextRef="#ctx0" brushRef="#br0" timeOffset="-79897.73">12285 9667 7533,'22'-37'3058,"0"11"-2609,2 15 1,6 4 135,5 4 0,3 6-316,7 14 1,-1 6-1127,-3-4 0,-3 4 857,-14 0 0,-1 4 0,-5 2 59,-6 4 1,-5 2 0,-2-1-105,-2 7 0,-4 1 105,-2-5 0,-3 1 0,-5 0 30,-10 0 0,-7-2 0,0-2-150,7-5 0,1-2 0,-3 0-360,-9 6 1,-3 1-1,1-6-795,-4-3 1,2-6 1214,11-4 0,1-5 0,-3-10 0,3-6 0,5-15 0</inkml:trace>
  <inkml:trace contextRef="#ctx0" brushRef="#br0" timeOffset="-79601.73">12855 9333 7533,'6'-20'3276,"-5"9"-1676,3 29 0,-2 15-1330,-7 2 0,-1 2-720,2 8 0,-1 1-450,-1-3 1,0-2-740,3-12 1,1-3 1580,2 7 0,-6-10 1,-1-18-1</inkml:trace>
  <inkml:trace contextRef="#ctx0" brushRef="#br0" timeOffset="-79251.73">12880 9259 10141,'6'-14'2609,"6"3"-2429,23 11-360,5 11 90,-2 3-720,-14 5 91,-30 21 1033,-8-20 1,-2 0-45,5 3 0,-1-1 180,-22 14 449,33-12-719,7-16-360,19 3 90,17-5-90,-7 17 315,-19-3 0,-8 4 45,-18 9 0,-8 2-720,3-7 1,-2-2 89,-14 2 0,-2-4 450,5-7 0,1-4 0,3-2 0,1-1 0,-4 2 0,0 0 0</inkml:trace>
  <inkml:trace contextRef="#ctx0" brushRef="#br0" timeOffset="-78452.73">12235 8837 7533,'-5'-13'2788,"-2"7"-2293,3 26 0,1 11-495,-3 3-180,7 13 0,4 4 0,1-11 0,0-3-90,-1-6 0,-1 0-540,2 11 1,-1-5 867,-5-14 1,-6 13-1,-1-18 1</inkml:trace>
  <inkml:trace contextRef="#ctx0" brushRef="#br0" timeOffset="-78069.73">12434 8775 8072,'-7'-20'3276,"1"-8"-2954,6 20 1207,11-10-1618,9 11-181,11 2 180,-5 5 0,14 5 90,-23-4-450,12 16-180,-22-3 271,-7 16-1,-13 2 450,-6 5 359,-6-5-179,1-2-90,10-11-90,3-1 180,11-11-180,11-2-90,8-5 180,7 0-360,16 0 180,-20 6 360,1 12-360,-18 8 270,-16 11-270,-8 1-270,4-17 0,-1 0-158,-3-2 1,0 1 427,1 4 0,-1 0 0,-18 9 0,18-15 0,1 0 0</inkml:trace>
  <inkml:trace contextRef="#ctx0" brushRef="#br0" timeOffset="-75351.73">13350 10250 7533,'0'26'1349,"0"-3"-1169,-5 6-1799,-7 10 963,0-16 1,-1-1-1,-13 15 1,-5-13 0</inkml:trace>
  <inkml:trace contextRef="#ctx0" brushRef="#br0" timeOffset="-74946.73">14231 9482 7533,'-23'-25'3276,"-4"17"-346,-4 9-2421,10 17 1,-1 12 0,1 2-815,-2 8 1,1 5 0,1 3 502,6-11 0,-1 2 0,1 1 0,2 1 0,1-1-333,-2 9 0,2 1 0,3 0 0,6-3-262,8 5 1,7-3 0,7-7-697,5-16 1,5-5 0,2-6 1020,15-6 1,1-10-1,-6-9 1,-4-6-1,-16 1 1,-1-1-1</inkml:trace>
  <inkml:trace contextRef="#ctx0" brushRef="#br0" timeOffset="-74551.73">14430 9246 7892,'-13'-8'3276,"12"37"-1638,1 4 0,1 4-1406,2 8 0,1 1-772,-1 2 1,0-4-1080,-3-17 0,0-3-540,0 4 2159,0-22 0,5-17 0,2-3 0</inkml:trace>
  <inkml:trace contextRef="#ctx0" brushRef="#br0" timeOffset="-74201.73">14504 9210 12390,'29'-8'1169,"4"14"-1798,5 13-541,-13 18 271,-30 13 1034,-4-24 0,-3-1 314,-9 13-449,10-9-359,29-16-91,3 5 450,-2 1 90,-13 11-90,-24-10-990,-10-2 1,-3-1 989,-15-2 0,11-4 0,0 1 0,-2 1 0</inkml:trace>
  <inkml:trace contextRef="#ctx0" brushRef="#br0" timeOffset="-73901.73">14033 8639 8162,'-3'29'1019,"0"0"1,0 13 0,-1 4-1320,0-10 0,0 1 0,0 0-793,1 5 1,2 1 0,-2-5 785,-3-3 1,1-4-1,3 14 1,-3-39-1</inkml:trace>
  <inkml:trace contextRef="#ctx0" brushRef="#br0" timeOffset="-73618.73">14157 8726 11041,'16'-13'1439,"-6"7"-1214,17-1 0,2 2 44,-8 4-44,13-3 0,0 3 405,-11 6-180,7 24-271,-29-3 1,-7 5-1709,-1 6 0,-1 3 1529,-5 1 0,1-1 0,5-8 0,1-2 0,1 18 0</inkml:trace>
  <inkml:trace contextRef="#ctx0" brushRef="#br0" timeOffset="-72631.73">14913 10175 9691,'-12'31'765,"3"-8"0,0 2-1980,-4 6 1,1 1 1214,2 1 0,-1-1 0,-1-3 0,1-3 0,-1 10 0</inkml:trace>
  <inkml:trace contextRef="#ctx0" brushRef="#br0" timeOffset="-72147.73">15756 9395 8162,'-7'25'1092,"1"0"0,-7 16 0,-3 7-360,6-10 1,-1 4 0,0 2 0,-1 0-1105,-1 3 0,-1 0 0,-1 1 1,-1-1-259,0-1 0,-2-1 1,1-1-1,1-2-463,0 4 1,1-2 0,0-5 1027,-2-3 1,4-10 0,7-15 0,13-31 0</inkml:trace>
  <inkml:trace contextRef="#ctx0" brushRef="#br0" timeOffset="-71964.73">15818 9568 7533,'5'48'819,"1"0"0,-1-3 0,2 2 0,0 2-806,0-7 0,1 2 0,1-1 0,-1 0-833,-2-5 1,1 0 0,0-1 0,-1 0 135,1 9 0,-1-2 0,-1-5 684,-1-5 0,-3-6 0,-6 11 0,-2-10 0</inkml:trace>
  <inkml:trace contextRef="#ctx0" brushRef="#br0" timeOffset="-71802.73">15669 10026 7533,'-13'-19'3276,"23"-4"-5916,16 9 2280,9 2 543,4 3 1,2 1 0,-2 0-1,-3-1 1,-1 0 0</inkml:trace>
  <inkml:trace contextRef="#ctx0" brushRef="#br0" timeOffset="-70648.73">16252 9432 7533,'-20'0'2338,"2"6"-1618,1 1-270,3 11-360,-10 1 0,5 6-90,0-6 449,1 4-629,11-9 1,1 3-1,6-4 180,0-7 90,6 6-90,12-6 0,2 1 90,11 4-180,-12 2-3187,5 11 2802,-16-3-1704,-8 14 2179,-14-15-669,-5-1 1,-3-2 129,-7 4-238,-3-8 0,0-3 147,2-3 832,4-3 1,0-3-1,-6-6 1,-5-2-1</inkml:trace>
  <inkml:trace contextRef="#ctx0" brushRef="#br0" timeOffset="-70285.73">15495 8862 7533,'12'-18'899,"1"10"-179,-1-3-181,-5 17 1,4 12 90,-9 13 89,3 19-981,-7-23 1,-1 2-99,0 5 0,-1 0 225,-3-3 0,1 1-765,2-1 1,1 0-450,-2 19 559,5-19 0,0-7 1,0-12-1</inkml:trace>
  <inkml:trace contextRef="#ctx0" brushRef="#br0" timeOffset="-69397.73">15917 8862 8252,'-14'0'1170,"-3"0"-811,11 0 181,-7 0-180,-5 0 180,-1 6-181,0 12 1,-5 2-180,10 16 450,2-5-810,7-4-270,10 2 180,7-21-629,8 3-91,5-22 361,-1-3-271,-4-11 181,3 1 359,-9 4 180,-2-3 180,-1 9 0,-9-4 719,3 12 91,-5 0-360,0 6 359,0 0-89,0 6 89,0 6-179,0 7-360,0 0 270,0 22-900,-5-13 180,4-2 0,0 2 90,-4-3 0,-1 0-855,5 0 1,1 1 944,-6 23 0,1-6 0,-2-6 0</inkml:trace>
  <inkml:trace contextRef="#ctx0" brushRef="#br0" timeOffset="-64718.73">17354 9283 0,'-18'-35'2849,"10"18"427,-8 28-1638,12 30 0,6 15-1327,-3-16 1,0 3-1,-1 3 1,1 0-749,0-3 1,1 1 0,1 1 0,-1-1 0,0-2 301,0 2 0,0-2 0,0-1 0,0 0-795,0 12 1,0 0 0,0-10-2008,0 0 2937,0 4 0,0-47 0,0-13 0</inkml:trace>
  <inkml:trace contextRef="#ctx0" brushRef="#br0" timeOffset="-64485.73">17268 9371 7533,'-3'-34'1638,"0"0"0,2-7 1638,12-5-1830,17 38 0,9 8-1221,10 1 0,3 3-1411,-3 1 0,0 6 1096,-6 3 0,0 4 0,-9 7-120,-12 5 0,-8 6 0,-5 2-30,-6 9 0,-7 3 1,-3 0 216,2-12 1,-1-1-1,-4 1 1,-3-3-23,-9 2 0,-5-2 0,-2-1 0,0-2-450,2-4 0,0-1 1,-1-2-1,2-2-630,-11 7 1,1-4 269,-3 5 1,6-10 854,18-21 0,22-18 0,9-9 0</inkml:trace>
  <inkml:trace contextRef="#ctx0" brushRef="#br0" timeOffset="-64148.73">18049 9135 7533,'-7'-28'3276,"-4"12"-1638,-1 44 0,1 17-1316,3-16 0,-1 4-1142,-2 9 1,-1 9 0,-1 1 0,4-6 772,2 3 1,3 1 158,-3-5 1,-1 6 0,2 0-1,5-8 159,7-2 0,4-4-226,-1 14 0,8-12 186,20-32 0,3-17-471,-12-13 0,-4-12 1,-1-4 216,-2 3 1,0-4-1,-2-2 1,-4-2 35,-6 5 0,-3-2 0,-2-1 0,-3 1 0,-2 2-193,-5-11 0,-6 2 0,-3 6-90,-9-4 0,-6 16-854,-1 29 0,2 15 1124,6 16 0,8 7 0,7-9 0,3 2 0,2 8 0,1 0 0</inkml:trace>
  <inkml:trace contextRef="#ctx0" brushRef="#br0" timeOffset="-64001.73">18136 9408 10411,'-7'19'3276,"-4"15"-1638,18 0 0,7 4-2143,-6-7 0,1 2 0,1 0 95,6 6 0,1-1 1,1-1-1,4 9 1,0-5-1,-4-11 0,0-1 1</inkml:trace>
  <inkml:trace contextRef="#ctx0" brushRef="#br0" timeOffset="-63785.73">18582 9271 7533,'-26'-19'3276,"8"6"0,13 8-384,16 27-2892,-3-5-1639,6 8 1,1 2 973,0 2 0,9 12 0,-12-16 1</inkml:trace>
  <inkml:trace contextRef="#ctx0" brushRef="#br0" timeOffset="-63668.73">18607 9593 7533,'-21'41'1638,"14"-13"0,3 1-1092,9 0 0,3 1 0,0-2 0,3-1 0,14 8 0</inkml:trace>
  <inkml:trace contextRef="#ctx0" brushRef="#br0" timeOffset="-59985.73">19462 9346 7533,'-19'-14'2428,"6"-3"-1618,8 16 1439,5 6-1035,-1 22 0,2 10-914,0 0 0,1 6 0,0 2-738,-1-3 0,-1 3 0,0 1 0,1 0-237,0 1 1,0 2-1,1-1 1,-1-4-419,-1 2 1,0-4 0,0-3 847,3 2 1,0-12 0,-2-24 0,4-18 0</inkml:trace>
  <inkml:trace contextRef="#ctx0" brushRef="#br0" timeOffset="-59751.73">19462 9358 7533,'27'-33'3276,"19"20"-1638,-6 31 0,1 11-734,-15-7 0,-2 3 0,-2 1-1330,7 11 0,-8 4 456,-15-2 0,-6 2 0,-6-1 30,-9-6 0,-7-2 0,-2 1-636,1-2 1,-2 2-1,-2-1 1,0-1-245,-1-3 1,-2 0 0,1-2 0,0-4 272,-14 7 1,3-6 0,12-9 0,5-6 0,11-16 0</inkml:trace>
  <inkml:trace contextRef="#ctx0" brushRef="#br0" timeOffset="-59418.73">19921 9098 10501,'-7'35'1092,"0"0"0,1 3 0,1 2-1195,4-6 1,1 0-1,1-1 103,-1 4 0,0-4 0,-6 9 0,0-32 0</inkml:trace>
  <inkml:trace contextRef="#ctx0" brushRef="#br0" timeOffset="-59068.73">19921 9061 10771,'34'-20'3276,"1"8"-3475,-2 14 0,0 7-1420,-3 12 1169,-20 4 1,-9 3 583,-16 4 1,-8 0 585,2-2 0,0-1-451,1 0 1,10-5-899,28-4-91,22-9-269,0 0 1079,-28 36 44,-26-20 1,-9 1-315,0-3 0,-3 1 1,-1-3 89,-12 2 0,0-6 1,1-5-1,3-5 1,-14-4-1</inkml:trace>
  <inkml:trace contextRef="#ctx0" brushRef="#br0" timeOffset="-58735.73">19462 8689 8342,'0'8'3276,"5"41"-2980,-4-3 0,0 5-1346,1-15 1,0 2 0,-1-3 393,0 5 1,-2-5-1,-4 11 1,-2-34 0</inkml:trace>
  <inkml:trace contextRef="#ctx0" brushRef="#br0" timeOffset="-58368.73">19648 8676 9062,'43'-19'1638,"-19"11"0,1 4-1496,15 9-1042,-15 31 945,-30-11 0,-8 2 405,-3 5 0,-2 0 44,-1-9 1,5-2 135,14 2-630,33-28-90,-8 3 0,1 1 90,12 1 360,-36 36-720,-21-8 0,-6 2 360,-5 5 0,-1 0 0,-1-6 0,2-2 0,9-6 0,1-1 0</inkml:trace>
  <inkml:trace contextRef="#ctx0" brushRef="#br0" timeOffset="-56268.73">21371 8912 7533,'-19'-14'3276,"6"25"-436,2 11-1806,8 22 1,-1 10-885,-4-18 0,-3 2 0,1-1-352,3 2 0,1 0 1,-3 2 111,-2-1 0,-3 3 0,0-2 0,1-4 135,-1 0 0,-1 0-608,0-2 1,-1 6 0,-1-1 0,2-6-1077,-1-2 1,1-4 1397,-6 10 1,6-16-1,15-31 1,14-30-1</inkml:trace>
  <inkml:trace contextRef="#ctx0" brushRef="#br0" timeOffset="-56115.73">21309 9085 9871,'14'38'1638,"-8"2"0,-1 8-601,-1-5 0,-1 4 0,1-1-1324,-2-3 1,-1-1 0,4 1-224,5 3 0,3 1 1,-2-7-792,-3-10 1,1-2 1300,11 17 0,0-3 0,-10-14 0,6 7 0</inkml:trace>
  <inkml:trace contextRef="#ctx0" brushRef="#br0" timeOffset="-55985.73">21284 9555 7533,'0'-24'3276,"6"5"-6553,28 1 2565,-9 6 712,8 3 0,3 0 0,0-5 0,-10 5 0,1 0 0</inkml:trace>
  <inkml:trace contextRef="#ctx0" brushRef="#br0" timeOffset="-55815.73">21743 9036 11760,'-5'40'655,"1"0"0,-1 1 1,1 1-1,0 1 0,1-1 412,2-7 0,2-1 0,-1 1-2117,0 5 1,0 0-1,0-4 394,0-7 1,0-3-1,0 23 1,0-27 0</inkml:trace>
  <inkml:trace contextRef="#ctx0" brushRef="#br0" timeOffset="-55601.73">21706 9147 7533,'30'-15'3276,"2"22"0,-1 10-2730,-8 14 1,-4 5-2186,-7-11 1,-2-1 836,4 10 0,-5 1-38,-14 2 1,-6-3 210,-6 1-580,-11-2 1,-2-3 489,5-1-920,-4-7 1,2-3 1533,16-5 1,-17-9 0,22-11 0</inkml:trace>
  <inkml:trace contextRef="#ctx0" brushRef="#br0" timeOffset="-55417.73">22065 9011 7533,'-13'45'1638,"3"-10"0,3-1 1638,6 4-1638,-2 7 0,0 7-2336,3-18 1,0 1-1,0-2 608,0 9 0,0 0-1003,0-6 1,-1 1 0,-3-8 967,-9-6 0,0-5 0,-5-27 0</inkml:trace>
  <inkml:trace contextRef="#ctx0" brushRef="#br0" timeOffset="-55185.73">22090 9073 14099,'21'21'839,"0"-1"1,-4 4 0,0 3-975,8 15 0,-2 1 135,-10-12 0,-5 1-360,-1 16 0,-9 1-1279,-11-12 1,-4-2 1474,4 1 1,-3-1 13,-5-6 0,-5 0 0,4-6-1469,-4 2 944,2-3 1,3-5 870,14-16 1,7-7 0,7-8 0</inkml:trace>
  <inkml:trace contextRef="#ctx0" brushRef="#br0" timeOffset="-55034.73">22462 9172 16258,'6'30'239,"1"-3"1,5 3 0</inkml:trace>
  <inkml:trace contextRef="#ctx0" brushRef="#br0" timeOffset="-54902.73">22462 9482 7533,'-19'33'1638,"14"-5"0,3 0-819,-2-4 0,15 18 0,-4-24 0</inkml:trace>
  <inkml:trace contextRef="#ctx0" brushRef="#br0" timeOffset="-48668.73">23181 8949 7533,'0'-14'2518,"-6"8"-359,5 47-1349,-5-10-391,4 2 1,1 7 0,-1 2-585,-2 2 0,0 3 0,-1 1 97,1-4 1,-1 2-1,0 0 1,0-2 7,0 4 0,1-1 0,-1-1-840,-1 2 1,0-2 0,2-9-2106,2-4 3005,-3 13 0,5-46 0,0-7 0</inkml:trace>
  <inkml:trace contextRef="#ctx0" brushRef="#br0" timeOffset="-48551.73">23156 9469 7533,'12'-19'3276,"-5"7"-1785,4 6-232,7 1-989,3-2-1259,26-5 269,-18-1 720,-3 8 0,0-2 0,1-11 0,9-1 0</inkml:trace>
  <inkml:trace contextRef="#ctx0" brushRef="#br0" timeOffset="-48368.73">23590 9011 7533,'-18'29'3276,"10"-7"-1638,-4 14 0,2 2 1227,7 2-2895,-2 0 0,-1 9 0,0-7-150,3-16 0,-1 0-570,2 21 1,0 7-1,0-8-239,-4 4-650,5 0 1,2-3 1467,-1-18 1,0 6 0,0-23 0</inkml:trace>
  <inkml:trace contextRef="#ctx0" brushRef="#br0" timeOffset="-48135.73">23788 8924 7533,'-13'-14'3276,"2"9"0,16 6-1463,2 27-1543,0-17-360,-3 16 0,-3 2 270,-1-4-765,1 6 0,-2 1 585,-4-3-1978,3 18 1978,-9-26 0,10-3 0,-4-12 0</inkml:trace>
  <inkml:trace contextRef="#ctx0" brushRef="#br0" timeOffset="-47919.73">23838 8875 7533,'18'-26'3276,"18"19"0,4 31-2235,-17 0 1,-2 3-1132,-6-4 0,-5 1-45,-6 5 0,-8 0-225,-14-6 0,-6-2-360,-7 5 1,-3-1 719,4-2 0,0-2 0,-1-5 0,4-1 0,2 3 0</inkml:trace>
  <inkml:trace contextRef="#ctx0" brushRef="#br0" timeOffset="-35352.73">26466 8478 7533,'-7'-7'1889,"-4"1"-180,-7 6-1170,3 0 721,-19 28-901,19-10-179,-3 17 0,1 4-90,2 0-879,7-9 1,-1 6-1,3-4 879,2-7 0,1 1-30,0 10 0,1 6 0,1-5 30,1-10 0,0 0-90,0 15 0,0 5 0,0-5-45,0-14 0,0-1-15,0 14 0,0 5 0,0-6 105,1-14 0,-2 0-254,-3 24 1,-3-2 298,-1-6-202,-8-3 1,-2-2-429,-10 4-315,8-16 1,-3-2-785,-1-8 1,0-5 1450,-5-4 1,-5-12-1,21-13 1</inkml:trace>
  <inkml:trace contextRef="#ctx0" brushRef="#br0" timeOffset="-35202.73">26032 9210 7533,'17'-36'3276,"-8"13"-2036,14 5 0,5 2-700,19 2-990,-11 5 1,3 0-511,-6 6 1,3 1-1,-3 0 413,0 0 1,-2-1 0,9 1 0,-4-2 0,-5-2 0</inkml:trace>
  <inkml:trace contextRef="#ctx0" brushRef="#br0" timeOffset="-34951.73">26789 8751 7533,'-7'-39'2968,"1"14"-1619,6 14 360,-22 50-840,6-8 1,-3 6 0,-1 4-1439,2 0 1,0 5 0,-1 1 0,1-2 658,1-6 0,0-1 0,1 0 0,1 2-203,1 7 1,-1 2 0,5-2-1,9-7-1526,21 4 1,5-6 1413,-13-1 1,4-4 0,21-9 0,2-9-1,5-15 1</inkml:trace>
  <inkml:trace contextRef="#ctx0" brushRef="#br0" timeOffset="-34385.73">27036 8689 9242,'-13'44'1304,"4"-4"0,0 1-1124,5-15 0,0 0-215,-2 11 1,0 6 0,2-1 124,2-6 0,3 1 0,-2-2-135,-1 13 0,-1-1-555,1-7 1,0 1-1,0-7 479,1 3 121,-1-7 0,-2-2 0,-1-8 0,-2 4 0</inkml:trace>
  <inkml:trace contextRef="#ctx0" brushRef="#br0" timeOffset="-34251.73">27011 9098 7533,'25'-19'3276,"-6"6"-3134,16 2-142,-13 10-1350,6-6 1,1-3 1349,13-9 0,-17 7 0,-1-2 0,12-17 0</inkml:trace>
  <inkml:trace contextRef="#ctx0" brushRef="#br0" timeOffset="-34101.73">27383 8775 7533,'0'-19'3276,"-11"46"-166,8-7-2840,-5 27 0,0 4-1170,1-4 720,3-10 0,0 7 0,-1-6-45,-1-11 0,0 0-855,3 10 1,1 5 0,0-5 1079,-1-8 0,1-2 0,-1 7 0,0-2 0,-4 4 0</inkml:trace>
  <inkml:trace contextRef="#ctx0" brushRef="#br0" timeOffset="-33868.73">27507 8664 8972,'0'43'1214,"0"-13"0,0 0-2203,0 13-226,-3-16 1,1-2 1214,0-5 0,-3-8 0,5-6 0</inkml:trace>
  <inkml:trace contextRef="#ctx0" brushRef="#br0" timeOffset="-33635.73">27520 8602 9781,'41'-1'1889,"-12"-3"-2159,-3 10 1,0 4-271,13 4 540,-12 5-540,-10 10 270,-30-14-90,-5 7 1,-5 1-361,-8-2 1,-1-1 584,7 0 0,0-1 135,-9 1 0,6-5 0,18-8 0,-6-2 0</inkml:trace>
  <inkml:trace contextRef="#ctx0" brushRef="#br0" timeOffset="-33401.73">27780 8465 7533,'19'-13'3276,"5"13"-2325,-16 14-321,6 6 0,-1 6 44,-4 9 1,-2 5-496,0-2 1,0 3 0,-2-2-795,0 8 0,-5 1 675,-4 0 0,-5 3 0,-1-7-465,0-13 1,-2-1 14,-6 9 0,-3 3 0,-3-2-480,-2-6 1,-3-3 0,2-1 374,-5 9 0,0-2 80,3-8 0,-2 0 1,5-7-1,-1-1 0,-9 2 1</inkml:trace>
  <inkml:trace contextRef="#ctx0" brushRef="#br0" timeOffset="-32985.73">28115 8986 7533,'-7'-7'3276,"7"2"-1515,18 10-1581,3-3-1440,25 3-179,-20-10 0,-1-1 1439,11 3 0,3-13 0,-32 9 0</inkml:trace>
  <inkml:trace contextRef="#ctx0" brushRef="#br0" timeOffset="-32868.73">28102 9147 7533,'-20'14'3276,"3"3"-1425,23-16-952,28 4-899,-3-6 0,2-3 0,0 1 0,1-1 0,5-2 0,-1 0 0</inkml:trace>
  <inkml:trace contextRef="#ctx0" brushRef="#br0" timeOffset="-31351.73">29007 8714 7533,'-14'-7'539,"-8"1"-179,19 0 450,-35 16-630,20-7 179,-8 15 1,0 9-45,5 7 0,4 1-225,2-6 0,2 0-45,-2 15 0,8-3-675,18-12 270,-3 2-449,32-20-271,-17-28 1,-1-5 629,20 7 45,-16-18 1,-7-7 404,-11-7 1079,3 0 540,-17 35 990,5 61-2400,0-18 1,-1 3 0,0 2-240,0 11 0,1 4 0,-2 0-790,-1-11 1,0 0 0,-1 0 0,0-2 541,1 3 0,0-2 0,-3-2-142,-4-1 0,-2-1 0,-2-8-1044,-18 1 1194,0-10-90,-2-42 90,37-2 1,5-4 179,-3-20-45,17 9 0,10 2 135,-3 17 0,2 3 0,-4-6 0,1 0 0,-1 7 0,0 0 0</inkml:trace>
  <inkml:trace contextRef="#ctx0" brushRef="#br0" timeOffset="-31052.73">29391 8651 8612,'-13'26'1049,"0"0"1,-7 12-1,0 5-540,6-4 1,2 4 0,0-3-1112,-4 7 1,3 1 623,4-10 1,0 4 0,2 0-1,4-4-472,7 10 1,3-4 404,-2 0 0,4-2-630,8-3 1,7-9 674,6-23 0,2-6 0,18-3 0,-21-7 0,0-1 0</inkml:trace>
  <inkml:trace contextRef="#ctx0" brushRef="#br0" timeOffset="-30851.73">29553 8837 7533,'-14'-1'3276,"3"25"-1638,9 12 0,4 6-1406,-2-13 0,0 3-489,-2 7 0,0 5 0,0-2-463,2 4 1,-1-1-121,-1-10 1,-1 0-1,2-2 840,6 4 0,1-5 0,-3 1 0,8-33 0</inkml:trace>
  <inkml:trace contextRef="#ctx0" brushRef="#br0" timeOffset="-30718.73">29590 9147 9332,'9'-19'-1440,"23"-5"631,4 11 809,-12 4 0,-1 0 0,2-9 0,-1-1 0</inkml:trace>
  <inkml:trace contextRef="#ctx0" brushRef="#br0" timeOffset="-30551.73">29813 8862 8522,'-14'33'1638,"8"-6"0,1 3-803,2 8 1,1 4-1076,1-4 0,1 3 1,-1 1-854,0 3 1,-2 1 0,2-4-547,0 6 1,2-6 1397,1-10 1,1-8 0,-1-17 0,3-1 0</inkml:trace>
  <inkml:trace contextRef="#ctx0" brushRef="#br0" timeOffset="-30335.73">29949 8689 7533,'-13'5'2878,"2"2"-1079,11 22-1619,5 15-1125,-2-12 1,1-1 854,3 16-1349,4-7 1439,-10-27 0,5-7 0,-6 0 0</inkml:trace>
  <inkml:trace contextRef="#ctx0" brushRef="#br0" timeOffset="-30135.73">29974 8714 7533,'6'-34'2608,"1"5"-1169,22 23-719,9 6-360,-14 9 0,-2 5 179,9 24-584,-29-7 0,-9 0-1349,-13 2 0,-4-2 944,6-7 0,-2-3 450,-6-1 0,1-5 0,6-3 0,-6 0 0</inkml:trace>
  <inkml:trace contextRef="#ctx0" brushRef="#br0" timeOffset="-29585.73">30247 8441 7982,'6'38'1092,"-1"1"0,-1-14 0,0 1-445,3 7 0,2 4 0,-1 2-811,1 1 1,-1 1-1,0 2 231,-4-3 1,0 2-1,0 1 1,-1-2-68,2 6 0,0-2 0,-4 1-248,-5-7 1,-4 1 0,-2-1 0,-3-3-323,-7 5 0,-4-4 1,-1 0 449,5-5 0,-1-1 0,-1 1 120,-8 9 0,-3 0 0,4-8 0,8-14 0,0-3 0,-5 8 0,-1-1 0</inkml:trace>
  <inkml:trace contextRef="#ctx0" brushRef="#br0" timeOffset="-29218.73">30607 8986 7533,'8'0'3276,"20"-5"-3430,11-1 0,7-1-791,2-5 1,0-1 397,-7 4 1,-4-2 0,-5-1 0,-6 0 0,-8 0 0</inkml:trace>
  <inkml:trace contextRef="#ctx0" brushRef="#br0" timeOffset="-29052.73">30805 8701 7533,'-19'19'3276,"1"1"-2330,13 7 1,4 11 0,0 1-1814,-1 7 0,0 2 0,1 2 867,0-5 0,1 2 0,0 1 0,1-3 0,0-6 0,0 0 0,0-2 0,1-1 0,0 4 0,1 1 0,-1-1 0</inkml:trace>
  <inkml:trace contextRef="#ctx0" brushRef="#br0" timeOffset="-28518.73">31337 8354 7533,'-15'45'819,"-1"1"0,2-3 0,-1 4 0,2 3-485,6-7 0,0 3 0,1 1 1,0 2-1,-1-2-712,-1-1 0,-1 1 1,0-1-1,0 0 1,2-1 466,-1 4 1,2 0 0,0-2 0,-1-5-360,-6 20 1,9-26-648,26-64 767,-7 2 0,2-7 1,2-1 179,3-4 0,3-1 0,-1 3 644,9-11 1,-2 20 2167,4 58-2663,-31 10 1,-8 9-960,3-16 1,0 2 0,1-1 779,3 16 0,5-6 0,14-1 0,-1-30 0,1 1 0</inkml:trace>
  <inkml:trace contextRef="#ctx0" brushRef="#br0" timeOffset="-28101.73">31970 8453 7533,'-20'34'468,"-1"-1"0,1 0 0,0 1 0,-2 9 0,1 3 0,2-1 0,1-2-670,1-2 0,1-2 0,2 3 314,0 2 1,0 4-1,2 0 1,6-7-518,9 6 0,8-5-1034,9 2 0,4-4 1439,-3-13 0,4-9 0,10-19 0,-1-10 0,-3-16 0</inkml:trace>
  <inkml:trace contextRef="#ctx0" brushRef="#br0" timeOffset="-27185.73">32243 8565 7533,'-25'41'1574,"11"0"0,3 2-1394,4-13 0,0 1-230,0 7 1,-1 6 0,1-1 79,4-4 0,1 1 0,-1-1-750,-3 3 1,0 1-1,0-1 720,3-1 0,1 0 0,0-6 0,-1-5 0,1-6 0,2-8 0</inkml:trace>
  <inkml:trace contextRef="#ctx0" brushRef="#br0" timeOffset="-27035.73">32268 8924 10501,'45'-5'-720,"-15"-1"1,-2-1 629,1-6 90,-5 1 0,-1 0 0,3-7 0,4-6 0</inkml:trace>
  <inkml:trace contextRef="#ctx0" brushRef="#br0" timeOffset="-26868.73">32565 8676 7533,'-12'10'3276,"5"-1"-2396,1 16 1,1 8-791,2 10 0,-1 1-399,-2-9 1,0 2 218,2 4 0,0 6 0,-1-4-1260,-4 1 1,0-2 1124,5 2 1,0-2 41,-4-8 1,0-5-1,1-6 1,-6-3-1</inkml:trace>
  <inkml:trace contextRef="#ctx0" brushRef="#br0" timeOffset="-26585.73">32751 8515 7533,'0'-14'2158,"0"3"-1258,0 17-450,0 6 359,0 18-899,0-2 45,-2 1 0,-1 0-45,-4 1-810,4 0 1,-1-2 630,-7-6-1351,10 7 1081,-5-22-900,6-7 1439,0-7 0,6-11 0,1-1 0</inkml:trace>
  <inkml:trace contextRef="#ctx0" brushRef="#br0" timeOffset="-26385.73">32776 8503 7533,'13'-21'989,"-1"4"360,11 28-899,-7-8-90,12 19-180,-20-13 180,8 14-91,-14 2-269,-2-4-719,-18 8-990,-24-10 360,12 0 1349,3-12 0,3-2 0,9 1 0,-9-6 0</inkml:trace>
  <inkml:trace contextRef="#ctx0" brushRef="#br0" timeOffset="-26168.73">33023 8379 9961,'13'26'1638,"1"2"0,1 0-776,1 4-1946,-5-1 1,-1 7 0,-2-4 1038,-3-7 0,-3 0-75,-1 18 0,-1 7 0,-1-6 75,-1-12 0,-3 1-180,-3 3 0,-4 7 1,-1 0-1,1-6-45,-3-1 0,-2-1-90,0-4 0,-4 4 1,-2 2-1,1-2 0,2-5 180,-7 8 0,0-2 180,-1 0 0,-2 4 0,1-5 0,-2-6 0,1-2 0,-2-1 0,1 0 0</inkml:trace>
  <inkml:trace contextRef="#ctx0" brushRef="#br0" timeOffset="-25181.73">31275 9679 7533,'-33'7'1799,"4"-12"-1170,28 2 1260,41-24-1259,-7 22-1723,5-3 1,8-3 0,-4 3 1384,-11 6 1,1 1 111,6-2 1,8 0 0,1-1 0,-6 3 122,3 3 1,0 2-241,-7-2 1,5 0 0,2 1 0,-2-1 0,-4 1-129,-3 0 0,-3-1 0,4 1-70,6 1 1,6-1 0,2 1 0,-1-1 0,-8 0-30,-4-2 0,-5-1 0,6 0-45,0 0 0,7-1 0,3 0 0,1 0 0,-2 0 0,-6 0-375,10-1 0,-4-1 1,1 0 359,-3-2 0,3 0 0,-1 0 0,-4 1-390,-2 2 0,-3 0 1,-7 0-511,5-4-558,9 6-161,-37 0 2240,-8 11 0,-13 3 0,-12 11 0</inkml:trace>
  <inkml:trace contextRef="#ctx0" brushRef="#br0" timeOffset="-16635.73">32107 10126 7533,'-29'0'1574,"1"0"0,-11 0 1664,5 5-989,37 2-1710,32 0-359,10-2-1132,-13-6 0,6-1 0,-4 0 907,-5 1 0,0 0-45,19-2 0,-2 1 752,-10 7-392,4 13-180,-44 3 270,-16 7 0,-7 2-225,6-9 0,-4 1-405,-2 1 1,-6 3 0,0 1 0,5-4 494,0 0 0,1 1 584,-6 6 1,-3 3 0,7-5-451,6-4 811,12 22-990,31-38-90,21-3 0,5-5-630,-17-2 0,3-2-280,2 0 1,6-1 0,1 1 0,-6-1-820,0-2 1,-1 0 1604,7 2 1,5 1 0,-6 1 0,9-3-1,-16 6 1,-1 0 0</inkml:trace>
  <inkml:trace contextRef="#ctx0" brushRef="#br1" timeOffset="-15248.73">28747 9642 8640,'-31'-5'976,"11"3"8,4-9-716,14 10 126,2 1-431,13 7 101,28 16 186,-10-13-320,6 1 1,5 0 114,-3-7 0,-1-1-110,-2 3 0,2 0-115,13-3 0,-4 1 1,-10 7-1,-2-8 0,-1 1 90,-5 8 225,-2-3 0,-2 0 45,-3 5 269,18 10 451,-2 6-630,-10-8 44,4-6 1,-2-3-225,-5-6 45,14-1 0,2-1 45,-2-4 45,4 2 0,1 0-135,-7-3 134,-1-3 1,2 0 135,-11 0 0,-1-1-540,20-8 225,-13 3 0,-4 0-675,-5 0-180,4-4 1,2-1 270,-1 4-316,2-4 1,1 0 314,-2 0 540,3 5 0,-2 0 0,-8-9 0,12-2 0</inkml:trace>
  <inkml:trace contextRef="#ctx0" brushRef="#br0" timeOffset="-14747.73">29491 9989 8162,'-32'20'1394,"14"1"1,0 3-946,-9 4 1,0 2-360,12-3 0,-1 1-1183,-6-3 1,-4 2 0,6-5 690,2 7 194,-2-2 0,0-1 208,6-4 181,2 12 0,6-20 1,6 4-1</inkml:trace>
  <inkml:trace contextRef="#ctx0" brushRef="#br0" timeOffset="-13969.73">29540 10002 7443,'-19'0'1889,"-5"17"-630,0 20-765,3-5 1,-1 4-345,3-5 0,-2 0 0,-1 1-202,-4 2 0,-1 0 1,-1-2-99,-2-1 0,0-1 0,1-2-660,-8 4 1,4-2 820,11-10 1,7-5-1,11-8 1,23-8 0</inkml:trace>
  <inkml:trace contextRef="#ctx0" brushRef="#br0" timeOffset="-3197.73">19288 10175 7533,'-25'6'2248,"6"-5"-898,1 4-91,6 1 630,5-4-270,7 9-90,40-5-1349,-14 7 135,9-6 0,4-2-1,-2 2 1,1-1-255,-5-3 0,1-1 0,1-1-30,1 0 0,1-1 0,-3-1-196,6 1 0,-4-1 31,-5-2 0,-4 1 225,-6 2 90,2 0 359,-21 0 451,-15 5-1080,-8-4-90,-5 7 0,-5 1-180,-12-2 0,-1 0 180,1 3 1,-2-1 119,5-4 0,-3-1 0,7 0 240,-14 1 854,16-5 0,6 0-521,19 0 1376,-13 0-1619,20 0 89,2 0-89,7 0 180,39 0-180,-4 0-91,-10-3 1,3-1 0,-1 0-225,1 0 1,-1 0 73,0-4 1,1 0 0,-3 0-119,10 0 89,-15-1 0,-3 1-540,-10 7 540,-2-4-450,-17 5 450,-9 0-3277,-27 0 2596,12 0 681,2-1 0,2 2 0,2 4 0,-6 2 0</inkml:trace>
  <inkml:trace contextRef="#ctx0" brushRef="#br0" timeOffset="-985.73">28326 10882 7533,'-33'0'989,"-2"0"91,-1 0-811,7 5 181,3 3 0,0 2-270,-2 11 359,2 4 1,0 2-360,3 3 90,2 7 0,2 1 0,5-6-360,10 2 0,1 0 270,-1-5-720,15-4 0,5-3 540,1-7-540,11-7 1,2-5-361,0-10 225,5-13 1,-1-5 134,-4-7-553,-10 4 1,0-6 0,-2 4-460,-3 8 1,-2-2 1551,0-7 0,-1-4 0,-1 4 1409,2-8-1229,-3 9 0,-3 2 0,-6 14 1849,5 9-1579,-12 17 989,5 35-1169,-4-9-660,4-3 1,1 7-1,1-5 480,-2-9 0,2 0-113,0 6 1,0 5 0,1 3-1,-1-3 23,0 9 0,-1-1 0,0-1-60,1-6 0,0-2 0,-3 2-8,-2 0 1,-3 2 0,-3-2-1,-3-9-587,-9-9 1,-3-4 609,1 14 0,-4-6-270,-13-19 0,2-13-584,0-18-271,15-10 1,5-5 989,14 13 0,6-1 382,11-12 1,7 4-1,8 9 1,9-5-1</inkml:trace>
  <inkml:trace contextRef="#ctx0" brushRef="#br0" timeOffset="-502.73">28809 10919 7533,'-19'-14'1619,"1"3"-540,6 22 360,-12 25-854,11 7 0,0 5-450,0-13 0,0 3-1108,4 7 1,1 5 0,2-8 1017,2-14 0,1-2-45,0 10 0,1 3 0,1-5-90,7 10-977,-1-7 0,2-3 707,7-7-2552,20 2 2372,-17-22 503,28-7 0,-28-12 0,12-8 0</inkml:trace>
  <inkml:trace contextRef="#ctx0" brushRef="#br0" timeOffset="-318.73">28932 11216 7533,'6'-35'3276,"1"13"-886,0 26-2030,0 22 0,-3 10-270,-3-8 0,-1 3-240,1 3 0,-1 5 0,-1-3-30,-2 3 0,-1-1-1349,1 5 0,-1-2 1529,2-11 0,-1-4 0,-3-4 0,-1-29 0</inkml:trace>
  <inkml:trace contextRef="#ctx0" brushRef="#br0" timeOffset="-68.73">28994 11154 7533,'7'-13'2968,"10"2"-899,2 16-1080,18 19-764,-17-7 0,-1 4-270,-1 8 0,-4 4-135,-6 4 0,-4 1 45,-3-11 0,-3-1-315,-10 12 1,-5-1-631,-4-8 1,-2 0-270,-6 4 0,0-2 1349,6-7 0,0-4 0,-17 8 0,21-22 0</inkml:trace>
  <inkml:trace contextRef="#ctx0" brushRef="#br0" timeOffset="180.27">29218 10907 7533,'5'-9'3276,"-3"27"-1965,3 6-1761,-4 3 1,-2 3-451,-4 16 900,3-6 0,-9-11 0,4-24 0</inkml:trace>
  <inkml:trace contextRef="#ctx0" brushRef="#br0" timeOffset="514.27">29242 10807 7533,'0'-13'2788,"0"2"-899,11 11-1619,3 5-270,6-3-540,3 8-629,-9-3 629,-2 6-539,-12 5 809,-7 1-90,-16 17 90,8-14 720,-9 12-360,12-20 630,5 10-451,29-16-179,18 3 45,-13-12 0,-2 2-135,7 21 90,-22-6-315,-22 7 0,-11 1-450,-4-1 1,-2-2 674,4-1 0,0 0 0,-5-1 0,2-2 0,3 1 0</inkml:trace>
  <inkml:trace contextRef="#ctx0" brushRef="#br0" timeOffset="948.27">29515 10721 7533,'6'-14'3276,"6"31"-1638,-4 14 0,-2 11-1124,-2-2 1,-2 5-1,-1 2-1334,-2-8 1,-2 2 0,-1-1 0,-1-1 24,0 5 1,-1-2 0,-3 0 816,0-6 1,-2 0-1,-1 0 1,-3-1-843,-5 1 1,-3-2 0,-1 0 0,1 0 560,0 8 1,2 0 0,-2-2 0,-7 2 0,-1 0 0,4-7 0,9-12 0,0 1 0</inkml:trace>
  <inkml:trace contextRef="#ctx0" brushRef="#br0" timeOffset="1264.27">29664 11254 7533,'-8'-20'3276,"4"8"-886,22 6-1490,29 6-990,-16 0 180,1 0 0,0 0-1259,6 0 224,-8-7 1,1-2-695,-4 2 1,-2-1 1557,14-17 1,-17 7 0,-22 6 0</inkml:trace>
  <inkml:trace contextRef="#ctx0" brushRef="#br0" timeOffset="1430.27">29875 10969 7533,'-32'11'1638,"18"16"0,3 9 0,-1 5 0,1 5-2458,6-9 1,3 4 0,-1 1 0,-1-4-121,-2-2 0,0-3 1,0 1 939,3 13 0,1 2 0,0-7 0,-1-13 0,1-2 0,2 12 0,0-1 0</inkml:trace>
  <inkml:trace contextRef="#ctx0" brushRef="#br0" timeOffset="1785.27">30408 10919 7533,'-36'27'1638,"14"-5"0,0 2-1118,2 1 1,0 4-1614,2 1 1,0 2 0,2-2 896,4-8 1,2 1 255,-2 12 0,-1 5 0,4-6 1347,0 8-1632,4 4 1,5-2 224,12-13 0,4-9 0,4-3 0,9-7 0,12-6 0</inkml:trace>
  <inkml:trace contextRef="#ctx0" brushRef="#br0" timeOffset="2481.27">30706 10721 7533,'1'47'0,"0"1"0,1 0 0,-1 0 0,0-1 0,0 1 0,1 0 0,-1 0 0,0-1 0,1 2 0,0-1 0,0 1 0,0-1 0,0 0 0,0 1 0,0-1 0</inkml:trace>
  <inkml:trace contextRef="#ctx0" brushRef="#br0" timeOffset="3365.27">30768 10795 7892,'-12'-19'2429,"5"6"-1439,-4 2-631,9 10 811,-9 18-990,10 5 494,-7 14 1,-1 3-495,7 7-1178,-6-7 1,-3 6-1,2-4 1223,4-10 0,0 0-23,-2 4 1,-2 7-1,-1 0 1,2-5 351,0 0 0,1 0-442,1-1 1,-1 5-1,2 1 1,5-5-1148,7 7 1,8-4-605,9 4 1,8-7 1463,4-15 1,1-11 0,-1-14-1,-3-7 1,-9 1 0,-1-1 0</inkml:trace>
  <inkml:trace contextRef="#ctx0" brushRef="#br0" timeOffset="3881.27">31027 11006 7533,'-20'0'3148,"-2"5"-2698,20 2 629,-3 33-719,5-10-135,0 8 0,0 0-46,0-1-224,2 4 1,1-2 44,-1-7-630,1 2 0,-1 1 630,-2-6-2608,0 12 2338,0-22 270,0-6 0,-5-8 0,-2-5 0</inkml:trace>
  <inkml:trace contextRef="#ctx0" brushRef="#br0" timeOffset="4130.27">31052 11055 7803,'20'22'1638,"-2"-3"0,-2 1-1227,-5 16-141,6-6 0,-1 2-270,-11-7 0,-2 0-360,4 24 180,-12-14 1,-8-1-91,-12-7 0,-5-3 180,9-3 0,-2-1-180,-15 5 0,2-5-1978,7-11 2248,-2-4 0,20-23 0,11-8 0</inkml:trace>
  <inkml:trace contextRef="#ctx0" brushRef="#br0" timeOffset="4351.27">31275 10869 7533,'-13'-5'2428,"2"4"-809,11 1-1259,0 1 360,5 21-540,2-12-720,0 30 90,-2-19 270,-5 21 360,0-22-180,0 4 0,0-12 0,0 1 0</inkml:trace>
  <inkml:trace contextRef="#ctx0" brushRef="#br0" timeOffset="4698.27">31288 10844 7713,'0'-13'2518,"0"2"-989,0 11-1619,5 0 360,8 0-720,1 11-989,3 8 1169,-10 2-269,-18 13 719,-9-7 359,-7 4-449,10-12-90,17-8-270,17-11 270,-1 0-269,18 0-1,-19 11 450,3-2-360,-23 14 629,-20 2-898,-14 1 179,6-1 270,10-13 0,12-6 0,4-6 0</inkml:trace>
  <inkml:trace contextRef="#ctx0" brushRef="#br0" timeOffset="5051.27">31424 11526 7533,'-13'24'3276,"-4"-9"-1515,16 19-1851,-16-2 90,9-5-1529,-21 8 1529,-3-16 0,5 1 0,-2-2 0</inkml:trace>
  <inkml:trace contextRef="#ctx0" brushRef="#br0" timeOffset="5664.27">31784 10969 7533,'-10'25'1638,"1"0"0,-9 3-1432,10 14 0,3 7-206,-1-11 0,0 1-90,3-4 0,1 2 0,0-1 90,-1 13 0,1-3 0,1-13 0,2-4 0,-1 5 0</inkml:trace>
  <inkml:trace contextRef="#ctx0" brushRef="#br0" timeOffset="5785.27">31784 11254 9512,'30'0'-540,"-9"0"540,19-6 0,-24-6 0,13-8 0</inkml:trace>
  <inkml:trace contextRef="#ctx0" brushRef="#br0" timeOffset="5948.27">31995 11105 7533,'-13'23'1638,"1"1"0,-7 1-668,8 6 1,4 5-1151,3-4 0,1-1 180,0-3 0,0 1-630,3 9 1,0-2 629,0-3 0,0-1 0,0-9 0</inkml:trace>
  <inkml:trace contextRef="#ctx0" brushRef="#br0" timeOffset="6181.27">32119 10993 7533,'-21'-1'3276,"-1"8"-2864,21 7 577,-5 20-1349,6-17 270,6 22-359,-5-23-1171,10 13 901,-9-16-1170,3 0 1169,-5-8 720,0-10 0,0-2 0,0-6 0</inkml:trace>
  <inkml:trace contextRef="#ctx0" brushRef="#br0" timeOffset="6381.27">32119 11030 7533,'12'-20'809,"-5"-2"1,10 20-1,-4 8-539,7 13-90,-8 19-540,-17 0-359,-15-1 539,0-18-720,-9-2 900,20-16 0,-7 5 0,9-6 0</inkml:trace>
  <inkml:trace contextRef="#ctx0" brushRef="#br0" timeOffset="6585.27">32367 10956 9781,'0'39'1638,"3"-13"0,-1 0-686,0 3-817,1 5 0,-1 1 45,-2 2-360,-6 6 0,-4 1-809,-5-6 719,1-8 0,-2 3 0,-1-5-1369,0-8 1,-1-1 1600,-8 21 0,-1 1 1,5-20-1,-1-1 1,-1 7-1,-1 0 0</inkml:trace>
  <inkml:trace contextRef="#ctx0" brushRef="#br0" timeOffset="10852.27">4971 11737 10501,'41'-6'2069,"4"-12"-1934,-14 9 0,0-2 0,-7-1 0,-2-1 44,13-5 181,-28 11-450,-19 7 180,-3 7-450,-20 11 360,20-10-179,-25 14 268,18-13-89,-8 9 1979,6-6-809,16 0-631,8-5-539,8-1 180,32-17-450,6-3 0,-15 2 1,1-1 134,-5 3 0,-3 1 675,12-3-540,-29 6 359,-19 12-269,-10 2 0,-5 1-90,-2 1 0,-1 1-135,2 2 0,4-1-2023,0 0 1168,33-6 990,21-6 0,7-11 0,7-3 0</inkml:trace>
  <inkml:trace contextRef="#ctx0" brushRef="#br0" timeOffset="12134.27">30210 11787 7533,'-39'-6'2968,"14"-1"-2338,14 0 449,17-4-899,1 10 719,16-4-539,-8 5 1079,31 0-989,-23 0 269,11 0 1,1 0-360,2 0-648,-5 0 1,6 0-1,-4 0 468,-6 0 0,3 0 135,8-1 0,7-1 0,3 0 0,0 1-497,-2 0 1,0 1 0,2 0 0,2-1 285,-5 1 1,2-2 0,2 1 0,0 0 0,0 0 0,-1 1-15,-3 0 0,0 1 0,-1 0 0,0 0 0,-2 0 0,0 0-90,9 1 0,-3-1 0,0 1 0,0 0 202,1 2 1,0 1-1,-1 0 1,-2-1 62,1 1 1,-3-1 0,1 1-86,-5 0 0,1-1 0,0 1 0,-3-1-90,5-1 0,-3 0 0,-3-2-1080,-2-2 1,-5-4-2120,5-9 3109,-29-5 0,-19 1 0,-14 6 0</inkml:trace>
  <inkml:trace contextRef="#ctx0" brushRef="#br0" timeOffset="12714.27">31412 11997 7533,'-26'-7'2518,"-3"2"-2068,15 5 539,-15 22-809,14-5 270,-5 18 0,0 4-780,3 1 689,1-5 1,-3 6 0,3-3-555,7-9 0,0 1 614,-7 11 1,-3 5 0,4-5-240,8-11 0,2 0 60,-4 6 0,-3 3 0,6-6-240,10 6 0,3-5 0,4-5-90,6-14-135,12-3 0,3-7 45,0-16-225,7-5 1,-2-4 134,-7-10-90,-2-4 0,-5-1 90,-13 5 270,-3 3 0,-3 1 90,-11 6 360,-33 2-540,10 12-495,-8 15 1,0 4 584,6-2 0,8 3 0,3 1 0,8 3 0,1 2 0</inkml:trace>
  <inkml:trace contextRef="#ctx0" brushRef="#br0" timeOffset="14202.27">28003 12059 7533,'-26'-5'719,"3"3"451,5-3-451,9 5 271,-2-6-631,11 5 451,22-5-630,-5 6 449,15 1 1,5-2-1,-4-1 1,0-1-619,2 3 0,2-1 259,-3-2 0,3-1 0,-5 0-90,15-3 0,-9 3 0,5 0 0,-4-1-324,-12-1 0,0 0 324,13 1 0,6 1 0,-6 0-90,-13 1 0,0-1 149,12 2 1,5 0 0,-7 1 120,4 1-91,-8 1 1,4 1 0,-5 0 270,0 5 89,9-1 1,-2 1-270,-14 5 90,6-5 0,0-1-270,-7 1 89,1-1 1,2-1-90,0-4-360,15 4 180,-27-5-1439,7 0 1169,-21 0-1978,5 0 1888,-6 0 419,5 6 0,-3 1 0,3 5 0</inkml:trace>
  <inkml:trace contextRef="#ctx0" brushRef="#br0" timeOffset="24768.27">19487 10373 7533,'-20'-26'989,"-3"-3"-269,9 10 629,-4 0-450,11 7-449,7 6 90,24 6-90,25-6-271,-23 4 1,2-2 0,12-5 0,3 0-270,-2 4 0,-1 2-277,-3-4 1,-1 2 321,2 7 0,-4 2 135,3-3-90,-23 10 810,-21-4-540,-25 6-135,-4-2 0,-5 1-180,5-4 0,-2-1-306,2 1 1,-1 1 0,1-2 395,-4-3 0,3-1 85,-3 0 1,1-1 228,10-2 1,2 0 270,-12 0 0,10-5-900,28 3 180,13-3 564,17 4 1,7 2-700,0-6 0,2-1 75,-2 1 0,2 1 0,-1-1 105,5-5 0,-2 1-180,3-1 1,-2 2 224,-13 1 0,-3 1-180,17-1 664,-24 2 55,-34 5-179,-12 5-315,-10 3 0,-7 2 0,1 3 0,-2 1 45,11-4 0,1 1 0,1-1 269,-10 3 1,6-1 540,-1 0-900,38-6 90,22-7 0,10-4-90,3 2 0,3-1-120,-6-1 0,2-1 0,-1-1-60,16-1 0,0-3-293,-15 2 0,-1-2 0,-1 1 293,6 0 0,-3-1 360,-1 0 0,-8-1 180,-14-1 179,-41 7-89,-18 0-360,13 9 0,-5 4 0,-1 0-421,5-1 1,0 1 0,-1 0 480,-4 2 0,-1-1 0,4 2 29,-3 2 1,5-1 450,-12-4-90,34-2 242,13-5-333,30 0-449,0-5 0,2-1 45,0 2 0,2 0-45,10-4 0,2-2-647,-5 1 1,-1 0 196,-4 0 1,0-1 89,-2 0 0,-2 0-270,11-7 1548,-17 4-1008,-8 1 90,-29 5 225,-13 8 0,-6 3-45,-8 2 0,-3 2-330,4 0 0,-4 1 0,2-1 6,-9 2 0,0-1 54,10-2 0,-1-1 0,3-1-90,1 2 0,2-1 360,-4-3 0,3 0 731,2 3-1091,14-6-90,34 0 180,29 6 45,-12-5 0,4-1 15,-4 1 0,2-1 0,0-1-318,-1-2 1,1-2-1,-2 1 213,15-3 0,-1 0 45,-3-5 0,-4 0 192,6 4 708,-43-8-271,-43 14-449,-5 4 0,-4 2-357,1 1 0,-1 3 237,10 2 0,-2 1 0,2-1-501,-9 0 0,5 1 531,6 1 0,3-1 179,3-7 1,6-1 1085,15 2-815,16-5 89,21 0 1,12 0-450,-5 0 0,2 0 0,3 0-170,6-2 1,2 0-1,0 1-1013,-3 0 1,1 1 0,-3-1-547,9-5 1,-3 1 1246,-12 6 0,-4 2 0,5 4 1,-14 13-1</inkml:trace>
  <inkml:trace contextRef="#ctx0" brushRef="#br0" timeOffset="28485.27">28536 12208 9332,'-13'5'2698,"-15"13"-2158,13 2 0,-2 3-391,-3 1 1,-4 2 0,1-1-423,-4 3 0,-1 0 423,0 1 0,-2 3 0,1-2-240,-7 0 0,2-1-737,-1 1 1,4-1 826,9-2 0,6-7 0,8-13 0,26-9 0</inkml:trace>
  <inkml:trace contextRef="#ctx0" brushRef="#br0" timeOffset="29018.27">28723 12270 7533,'-7'-21'3276,"40"27"-1638,-6 13 0,5 6-546,0-4 0,3 1 0,-2 0-430,4 4 1,-1 0-1023,4 1 1,0-3-1171,-15-7 1,1-2 1529,11 1 0,0 1 0,-10-2 0,0 0 0,-1-6 0,0 0 0</inkml:trace>
  <inkml:trace contextRef="#ctx0" brushRef="#br0" timeOffset="39297.27">27954 12927 7533,'-20'-11'989,"2"8"-449,6-14 0,0 16-1,-12 1-359,9 7-180,-19 27 180,14-6 0,2 1 45,4-5 0,-1 1 44,-11 17 1,1 2 0,16-11 0,2-2-180,-6 2 0,2 1 135,6 4 0,5-1-180,7-4 0,2-4-45,1 14-180,2-9 0,0 0-360,0 6 540,-5 5-270,-18 2-899,-21-10 899,-2-9 270,10-15 0,1-3 0,-3-10 0,-5-7 0</inkml:trace>
  <inkml:trace contextRef="#ctx0" brushRef="#br0" timeOffset="39418.27">27532 13410 9871,'36'-7'1079,"-9"4"1,1 1-900,15 2-727,-3 2 1,0 1 0,2-1 0,-9 0 0,0 1 0</inkml:trace>
  <inkml:trace contextRef="#ctx0" brushRef="#br0" timeOffset="39798.27">28164 13137 7533,'-19'32'1574,"2"-1"0,0 2-585,-5 5-2082,6-3 1,0 7 0,1-5 1108,3-9 0,2 0-46,-1 13 0,0 7 0,4-5 324,5-10 0,2-1-1014,2 11 1,3-2 0,15-4 719,15-19 0,-2-13 0,10-5 0</inkml:trace>
  <inkml:trace contextRef="#ctx0" brushRef="#br0" timeOffset="40231.27">28351 13274 9961,'0'25'854,"0"1"1,0 1-630,0 19 0,0 5-180,0-15 0,0 1-135,0 8 0,0-1-495,0-13 1,0-5-2115,0 1 2699,0-27 0,0 0 0</inkml:trace>
  <inkml:trace contextRef="#ctx0" brushRef="#br0" timeOffset="40447.27">28425 13299 8522,'21'5'2699,"6"13"-2340,-19 3 1,7 2 0,-1 1-270,-4 5 0,4-1 0,0 1-90,-12 0-135,5 3 0,-3 0 45,-9-2-180,-6 5 0,-2-1 180,-3-9-675,-9 4 1,-1-2 494,2-10-630,1 1 1,0-2 899,2-8 0,-3-2 0,12-13 0</inkml:trace>
  <inkml:trace contextRef="#ctx0" brushRef="#br0" timeOffset="40648.27">28661 13175 7533,'0'1'3276,"0"15"-3160,0 13 0,0 5-431,0-7 0,0-2 315,0 12 0,5-26 0,2-18 0</inkml:trace>
  <inkml:trace contextRef="#ctx0" brushRef="#br0" timeOffset="40968.27">28685 13113 7533,'13'-13'1439,"-6"1"-270,-2 5-989,1 2 360,1 5-360,5 0-90,-5 11-360,4-9-360,-10 20 360,5-19-359,-12 19 449,-1-14-90,-5 10 270,5-5 0,-4-1 90,10-5 90,1-1-180,7-6 0,11 5 0,-10-4 0,14 10 0,-19-4-90,8 11 90,-11-4 0,-11 15-90,2-14-450,-14 14 270,15-21 270,-9 3 0,10-11 0,-5 0 0</inkml:trace>
  <inkml:trace contextRef="#ctx0" brushRef="#br0" timeOffset="41197.27">28859 13013 7892,'19'34'3276,"-7"-15"-2216,-4 20 1,-5 7-791,-7-1 0,-1 0-697,4-4 0,-1 0 427,-5-1 0,-3 1 0,-2-2-630,-6 8 0,-1-4 495,3-5 1,-2 0 134,1-7 0,-1 2 0,0-6 0,-9 2 0,9-9 0,0 1 0</inkml:trace>
  <inkml:trace contextRef="#ctx0" brushRef="#br0" timeOffset="41464.27">29056 13522 10501,'25'-7'2069,"-11"1"-1889,19 12-180,-22-5-1619,29 10 1619,-25-9 0,9 9 0,-12-4 0</inkml:trace>
  <inkml:trace contextRef="#ctx0" brushRef="#br0" timeOffset="42814.27">29528 13088 9332,'-13'25'1169,"6"3"0,2 2-809,-2 8-385,2-7 0,-1 5 1,0 0 113,2 0 1,-1 1 0,1-2-90,-3 10 0,0 1-150,2-6 0,1 1 1,2-8 288,2-2-679,0 8 360,0-32-1052,16-23 1052,-6-1-360,10-13 0,0-3 271,-3 1 359,0 2 0,0 2 719,-3 13-269,4-7-1,-6 21 631,1 12-720,-7-2 179,5 31-539,-9-23-450,1 8 1,-1 1-91,-2-8-2519,0 27 2340,0-30 718,6 3 1,1-7 0,5-4-1</inkml:trace>
  <inkml:trace contextRef="#ctx0" brushRef="#br0" timeOffset="43020.27">29962 13175 8972,'-30'33'3148,"9"-9"-2908,7 4 0,0 6 0,2 2-1333,2 2 1,1 1 0,0-1 507,-1-6 0,-2 0 1,3 2 524,0 9 0,3 2 0,3-8 1649,3 0-2624,9-9 1,5-4 764,3-10 270,28-3 0,-23-16 0,14-2 0</inkml:trace>
  <inkml:trace contextRef="#ctx0" brushRef="#br0" timeOffset="43214.27">30148 13299 7533,'-26'34'3276,"2"-16"-1946,19 10 0,3 1-1150,-3-6 0,4 11 0,2 1-1259,-1-4 764,0 7 0,0-1-585,0-12-314,0 4 0,0-2 134,0-16 1080,5 11 0,-3-16 0,3 1 0</inkml:trace>
  <inkml:trace contextRef="#ctx0" brushRef="#br0" timeOffset="43464.27">30148 13286 10951,'22'12'944,"0"0"1,10 3-855,-3 19-360,-16 3 270,0-2-45,-13-7 0,-6 2-225,-7-2 0,-4 0-135,-7 8 1,-3-1-856,-2-5 1,0-3 1259,6-7 0,2-4 0,-8-5 0,17-11 0</inkml:trace>
  <inkml:trace contextRef="#ctx0" brushRef="#br0" timeOffset="43697.27">30396 13100 7982,'-7'-13'3059,"1"2"-2070,6 33-899,0-11-90,0 12 0,0 5-720,0 17 271,0-4-1080,-5 5 1529,-2-33 0,-5-5 0,-1-10 0</inkml:trace>
  <inkml:trace contextRef="#ctx0" brushRef="#br0" timeOffset="44014.27">30433 13039 11221,'19'6'-1260,"-1"5"-269,-16 7 720,-15 8 1798,-7 6 90,0-7-269,20-13-900,20-6-899,6-6 809,-7 5 90,-8 13 0,-33 14-630,-5 7 720,-7-13 0,6-10 0,15-16 0</inkml:trace>
  <inkml:trace contextRef="#ctx0" brushRef="#br0" timeOffset="44230.27">30619 12827 7533,'0'49'3276,"6"-15"-1638,-3 1 0,1 5-282,5 4 0,-1 5-2436,-4-2 1,-3 4 0,-3 1 471,-2-5 1,-3 1 0,-3 1 0,-3 0 387,-3-4 1,-3 1 0,-2 0-1,-1-1 1,1-4 0,-3 1-1,1-4 1,-2 0 0,-1-1-1,-5-1 1,0 0 0,0 0-1,0 0 1</inkml:trace>
  <inkml:trace contextRef="#ctx0" brushRef="#br0" timeOffset="45731.27">27408 14018 7533,'-25'0'2428,"6"-6"-989,12-1-719,19-5-90,9-1 269,8 6 1,5 2-181,1 1 1,2 1-241,4 1 1,4 0 0,-3 1-770,3 3 0,0 1 530,2-2 0,4 0 0,0-1 90,-6 0 0,1 0 0,2 0-174,-2-2 0,4 1 1,0-1-1,-1 0 316,0 0 0,-1 0 1,-1 0-1,0 1-247,-5 0 0,-1 1 0,-1 0 0,-4 1-135,11 1 0,-5 3 89,-8 1 1,-5 0-90,-8 1 90,13-2 90,-2-5-360,-5 0 270,7-5-90,-20 4-90,9-10-360,-9 4 180,-2 0-399,-6 1-770,-17 6-450,-19 0 1259,-4 0-180,0 4 1,-2 3 89,-2 3 0,0 0 829,5-3 1,-2 1-560,-8 3 0,-6 2 1,-1-4-213,5-9 1,0-3 0,-2-1 436,1 2 0,-2 1 0,-1-1 0,1-1 359,2-3 1,0-1 0,1 0 0,3-1 344,0-1 1,2 1 0,2 0-480,-4 1 0,6 3 900,0 4-810,24 6 360,12 1 0,45 5 224,-9-3 1,5 0-346,3-3 1,5 0 0,0 1-1002,-9 0 1,0 1-1,0 1 1,-1-3 641,2 0 0,-1-1 0,3-1-105,1 2 0,3 1 0,0-1 0,-3-2-789,-2-3 1,-2-1 0,2 0 13,-2 1 1,2 1 0,0 0 0,-4-1-820,15-1 1,-7 0 1616,-15 1 1,-5 3 0,-1 9 0,0 6 0</inkml:trace>
  <inkml:trace contextRef="#ctx0" brushRef="#br0" timeOffset="50101.27">19623 8379 7713,'-11'-14'1799,"3"3"-450,-27 16-540,8 2-89,-10 11-136,13-3 1,1 1 45,-12 11-315,15-9 0,-2 0 224,-5 3 1,1-1-360,-4 4 25,1 3 1,0 2 154,1 0-90,10-6 0,1 2-46,3 4 1,3 2 135,3-3 0,2 3-1,1 11 1,5 1-315,5-13 0,2-1 90,-1 1 0,2 0-45,9-2 0,0-3-90,0 5 180,5-3 0,1-3 90,-1-8-90,14 7 578,-6-5-488,-3-4-270,3-2-180,11-6 90,-17-12-45,2 3 0,-1-1 135,-9-3-90,24-9-180,-3 8-270,-9-6 1,1-1 269,12-1 0,-10 3 0,0-3 0,9-8 90,6 8 225,-23 6 0,0-2 405,15-5-360,-11 7-45,-7-7 0,0-4-90,-1 0 0,-1-2-180,3-11 0,-2-3 135,-2 6 0,0-2 1,-2-1-351,-1-13 0,-2-1 620,-2 7 0,-2 0 0,-4 2 0,-3 1 180,-5-3 0,-3 3-181,4 13 1,-2-1 65,-11-15 1,-3 2 203,-3 10 136,-5 5 0,-3 1-271,7 9 1,-1 2-45,-11-2 0,-3 3-60,3 7 0,-2 2 0,1 2-255,-11 4 0,-1 4 45,7-2 0,-2 2 0,0 5-585,7 3 0,-1 6 1,1 2-1,2 0 585,2 1 0,2 1 0,0 1 0,1 0 0,-1 0 0,0 1 0,2 0 0,3 0 0,2 7 0,0 1 0,0-1 0</inkml:trace>
  <inkml:trace contextRef="#ctx0" brushRef="#br0" timeOffset="51164.27">28140 14253 7533,'-7'-14'2069,"1"4"-1800,6 15 1890,-5 18-1709,3-1 179,-1 9 1,1 2-270,2 4 359,-3 8 1,0 2-746,2-1 355,-2-14 1,-2 6 0,2-5-240,2-8 0,1 1-90,-5 24 0,-2-1-720,1-5 585,0-6 0,-1-1-944,0-9-2159,2 8 1979,5-18 1277,11-11 0,-3-7 1,10-7-1</inkml:trace>
  <inkml:trace contextRef="#ctx0" brushRef="#br0" timeOffset="51564.27">28400 14414 7533,'-14'-23'3238,"3"2"-2429,17 2-719,1 8 90,16 11 1439,-2 0-180,26 0-1169,-24 0-270,6 2 0,-1 1 0,-11-1-270,23 9 181,-31-4-991,2 11 990,-11-5-270,-22 22 450,11-13-45,-8-2 0,-2 1 495,0 5 359,-4 5-629,13-12 540,12-1-540,7-6 629,33 1-629,-10-7-90,-1 0 0,1 0 180,9 0-1,-2 18-179,-18-9-180,-8 25 90,-33-1-1112,7-12 1,-3 2-14,-11 2 1,-4 0 374,9-8 1,-2 0-1,2-2 660,-3 1 0,0-2 0,0 1 0,2-2 0,0-7 0</inkml:trace>
  <inkml:trace contextRef="#ctx0" brushRef="#br0" timeOffset="52831.27">29627 14018 7533,'-25'0'449,"6"0"361,-5 0-630,11 0 719,-16 0-719,19-6 1259,-18 5-89,20-5-721,-4 6 1,6 0 629,6 0-809,0 0 539,17 6-719,-13-5 315,19 10 0,4 0-316,-8-7 91,9 5 0,2-1-180,3-8 135,6-2 0,3-2-469,-16 1 1,0-1 273,13-1 0,5-2 0,-5 2-30,-10 0 0,1 1 60,9-2 0,5 0 0,-6 2-60,-11 3 0,-1 0-45,23-2 0,-1 1 314,1 2-224,-19 0 0,0 0 405,13 0-270,-11 0-270,-7 0 90,-7 0 90,-12 0-270,0 0 306,-6 0-1385,-22-11 89,-1 6 1,-4 2 674,-5-4 0,-2 1-428,-8 2 0,-1 3 653,-1 3 1,2 1 89,10 0 0,-2 1 150,-5 4 0,-4 3 0,4-1 299,8-2 1,0 0-240,-12 5 0,-5 2 0,6-3 779,13-3 1,1-2-316,-12 2 1,2-1 315,7-2 269,13-6-359,23 0-361,26-6-269,-5 1 0,4-2-411,9-2 1,3-1 350,-10 3 0,1 0 0,2 1 29,9 0 1,4-1 0,-1 3-120,-1 0 0,-1 3 0,0-1 30,-4 0 0,0 0 0,-1 0-420,0 2 0,0 0 1,-5 0 359,15 0-178,-14 3 0,-2 0-1801,-1-2-1298,3 10 1877,-22-10 140,-3 10 1260,-11 2 0,0 6 0,0 6 0</inkml:trace>
  <inkml:trace contextRef="#ctx0" brushRef="#br0" timeOffset="60351.27">5963 10758 7533,'-25'5'1529,"11"-4"-4806,-3 11 3142,16-11 3073,12 32-2533,8-16 0,5 1-136,6 10 1,5 0-270,7-4 0,2-4-405,-3-2 1,0-6 609,-3-6 0,-2-10-205,-3-15 0,-4-9 269,-2-10 1,-4-8 14,-9 7 0,-2-4 1,-1 0 134,-2 0 1,0 1 0,-2 1-285,0-3 0,-2-1 194,-2 6 1,0-2 0,-3 1 165,-4-6 0,-3-2-226,0 2 1,0-3 0,-4 2 120,-3 9 0,-2 1 0,-4 4 702,-2 1 0,-2 4 0,-4 8-549,-18 11 1,-2 15-544,12 8 0,0 9 0,2 3-1093,0 9 1,2 6 0,3-1 720,4-6 1,2 0 0,2 3-449,4-1 1,2 4 0,1-1 0,2-5-240,0-3 0,2 1 1059,4 3 0,0 7 0,2 0 0,2-7 0,2-6 0,2-2 0,4 20 0,0-1 0</inkml:trace>
  <inkml:trace contextRef="#ctx0" brushRef="#br0" timeOffset="61548.27">29726 14439 7982,'-14'-19'3276,"3"1"-2234,11 11 397,6 2-1079,1 5 719,27 0-899,-10 0-180,10 2 0,1 1 0,-4 4-90,2 1 0,-2 2 180,-9 3-225,-11 11 0,-4 4 45,-9 3 210,-15 7 0,-11 10 0,0-3-19,5-9 0,-1-3 1,0 3 212,1-2 1,0 2 0,0-1 0,2-3-34,-13 11 0,16-6-821,29-13 0,11-8-1099,16-14 1,6-8-1,-2 6 1,0-3 1464,-3-4 1,2-4 0,-5 0 0,-8 1 0,-2 0 0,7-6 0,0 1-1</inkml:trace>
  <inkml:trace contextRef="#ctx0" brushRef="#br0" timeOffset="61864.27">29118 14749 7533,'-20'-16'719,"0"0"1,-8-3 539,33 2-1439,25 14 0,9 5-359,11-8 174,-6 5 1,9-1 0,-7 0 0,-14-1 0,-2-1 0,3 0 0,0 0 0,0 0 0</inkml:trace>
  <inkml:trace contextRef="#ctx0" brushRef="#br0" timeOffset="64631.27">30570 14885 7533,'-28'0'3276,"0"6"-886,22 22-1940,-1-4 0,3 14 0,2 4-315,2-11 0,0 0-46,-1 4 1,2 0-1394,4 6 0,1-2-405,2 4 629,1-18 1,0-1 1079,-2 5 0,4-16 0,-4-1 0</inkml:trace>
  <inkml:trace contextRef="#ctx0" brushRef="#br0" timeOffset="64797.27">30756 15047 10771,'-14'24'1638,"2"5"0,2 5-1477,7 12 0,3 4-571,-1-9 0,1 3 1,1-1-1,2 7 1,2-3-1,4-10 0,0 1 1</inkml:trace>
  <inkml:trace contextRef="#ctx0" brushRef="#br0" timeOffset="65681.27">31139 12827 7533,'-50'0'3276,"12"6"-975,2-4-1852,22 3 2699,20-5-1510,29-2 0,11-1-1162,-16 0 0,3-1-1296,5-2 1,7-2 0,0 0 0,-6 1-568,0-1 1,-2-1 966,6-2 0,4-1 0,-3 1-701,-1 3 0,-4 2 1121,-2 0 0,-2 0 0,-1 0 0,-3 1 0,6-2 0</inkml:trace>
  <inkml:trace contextRef="#ctx0" brushRef="#br0" timeOffset="67582.27">32479 10981 7533,'5'-35'1092,"1"0"0,9 4 0,5 0 0,-1 0 0,2-1 0,3 4-2672,14-3 0,1 4 1580,-7 4 0,-1 3 0,2 4 0,-2 3 0,3 0 0,-10 4 0,-1 0 0</inkml:trace>
  <inkml:trace contextRef="#ctx0" brushRef="#br0" timeOffset="74248.27">23243 8143 9602,'-14'0'3276,"3"0"0,11 33-2280,0-1 1,0 5-878,0-1 1,1 3 0,-2 0-867,-2 3 0,-2 1 0,2-1-346,2-3 1,1-1 0,-2-3 436,-4-2 1,1-3-1,5 10 1,0-27 0</inkml:trace>
  <inkml:trace contextRef="#ctx0" brushRef="#br0" timeOffset="74768.27">23540 8118 7803,'-23'-13'3276,"-3"7"-1638,7 20 0,0 7-1047,-1 6 1,3 4-322,5 4 0,4 1-225,-2-2 0,9-6-945,29-3-269,-6-32 0,2-9 89,5-11 1,0-4 674,1-7 0,-5-1 1035,-10 4 0,-4 6 1438,0 10 991,-23 61-2640,5-12 1,1 5 0,0 1-420,-1 7 0,1 3 0,-1-1 0,1-6 0,0 0 0,0-2 0,2-3 0,0-1 0,0 1 0</inkml:trace>
  <inkml:trace contextRef="#ctx0" brushRef="#br0" timeOffset="82703.27">22896 10089 7533,'-42'0'3276,"14"0"-256,16 16-1131,48-6-1290,0-4 1,9 1 0,-1-2-1584,0-2 0,4-1 1096,-3-3 1,8-3-1,-1 1 1,-8 0-23,-6 2 0,-1-1-203,-1 0 1,5-1-1,-1 0 1,-6 1 67,-4 1 0,-1 2-74,6-1 0,4 0 0,-4 0-61,14 0-405,-15 0 1,-2 0-1575,6 0 2159,-19 5 0,-8 2 0,-11 5 0</inkml:trace>
  <inkml:trace contextRef="#ctx0" brushRef="#br0" timeOffset="85181.27">12595 11662 7533,'-26'-6'2968,"-3"0"-809,-13 34-1620,19-8 1,-2 5 0,-1 3-821,1 3 1,-1 4-1,0 3 1,1 1 657,3-3 1,1 1 0,0 2 0,1 0 0,2 0-199,2 0 1,0 0 0,3 1 0,2-1 0,4-1-154,3 5 0,3 0 0,6-3 0,6-4-926,11 0 1,8-6-1,6-8-193,9-11 1,7-8 0,-3-5 727,-10 1 1,-1-3 0,-1-4 0,2-7 0,-1-4 0,-6 0 0,-10 4 0,0-1 0</inkml:trace>
  <inkml:trace contextRef="#ctx0" brushRef="#br0" timeOffset="85601.27">12868 11427 8072,'-7'-3'3276,"7"45"-1991,0-3 1,1 6-1586,1-10 0,0 2 1,0-1-1186,-2 16 1,0-4 1484,0-18 0,0-4 0,0-2 0,0-26 0</inkml:trace>
  <inkml:trace contextRef="#ctx0" brushRef="#br0" timeOffset="85964.27">12905 11464 12660,'46'-13'854,"-20"5"1,1 5-1755,0 8 1,-2 6-91,-1 21 990,-26-3 0,-9 4 270,-10 2 0,-3 0 135,6-3 0,2-1-855,4 12-360,43-25 451,11-2-1,-5 4 989,-48 28-1034,-9-22 1,-6 0-901,-10 4 1,-3-3 757,9-10 1,1-3 0,-1-1 0,2-4 0,-3-2 0</inkml:trace>
  <inkml:trace contextRef="#ctx0" brushRef="#br0" timeOffset="86364.27">12297 11105 7533,'0'-26'3276,"0"19"-2306,0 26 1,0 14-1016,0 8 0,0 3-45,0-3 0,0 2 0,0-1-1003,0-7 1,0 0 0,0-3 1046,0 4 0,0-5 0,6-2 0,1-23 1</inkml:trace>
  <inkml:trace contextRef="#ctx0" brushRef="#br0" timeOffset="86631.27">12458 11105 7533,'6'-32'3276,"17"13"-1875,16 8-1176,-9 7 0,2 2-90,-3 0 0,0 3-135,-2 2 0,-5 5 899,-2 35-1124,-21-5 0,-5 5-195,2-9 1,-2 0-1,1 0-127,-5 6 1,2-2 0,6-4 0,4-4 0,5-5 0</inkml:trace>
  <inkml:trace contextRef="#ctx0" brushRef="#br0" timeOffset="88034.27">13301 12394 11760,'-6'37'854,"-4"-8"1,-3 1-2294,-6 5 0,-1 0 1439,0 2 0,0-2 0,2-6 0,0-3 0,1 3 0</inkml:trace>
  <inkml:trace contextRef="#ctx0" brushRef="#br0" timeOffset="88402.27">14194 11551 7533,'-19'8'1638,"3"20"0,3 10-871,0 4 0,1 5 0,-1 3-1232,3-13 0,-1 2 0,0 1 0,-1 0 0,0 0 339,0 1 0,-1 0 0,0-1 0,0 0 0,0-1-571,-1 3 0,-1-1 0,1-2 0,1-4 697,-3 13 0,0-9 0,-6 0 0,15-39 0</inkml:trace>
  <inkml:trace contextRef="#ctx0" brushRef="#br0" timeOffset="88581.27">14219 11799 9781,'-3'40'546,"1"0"0,0 0 0,2-4 0,1 1 0,1 1 0,0 1-601,2 6 1,0 1 0,2 0 0,0 0-766,0-3 1,0-1 0,1-1 0,0-2 573,0 5 1,0-2-1,-2-5 1,-1-4 0,-2-6-1,-9 2 1</inkml:trace>
  <inkml:trace contextRef="#ctx0" brushRef="#br0" timeOffset="88731.27">14045 12233 7533,'18'-22'749,"0"0"1,11 5-1,2 2-749,14-8 0,-13 16 0,-1 1 0,1-6 0</inkml:trace>
  <inkml:trace contextRef="#ctx0" brushRef="#br0" timeOffset="89434.27">14541 11489 9332,'-23'44'0,"0"0"0,0 0 0,1 0 0,-1 0 0,3-8 0,1-1 0,0 0 0,0 0 0,-1 1 0</inkml:trace>
  <inkml:trace contextRef="#ctx0" brushRef="#br0" timeOffset="90435.27">14516 11427 9512,'-23'35'0,"0"-1"0,0 1 0,0 0 0,0-1 0,-1 1 0,0-1 0,0 0 0,0 0 0</inkml:trace>
  <inkml:trace contextRef="#ctx0" brushRef="#br0" timeOffset="91931.27">14541 11576 7533,'0'-19'2518,"0"-5"-2428,0 10-180,-5 2 900,-13 23 539,-9 10-989,1 5 1079,6-4 0,0 1-3392,-2 6 2403,-8 8-1909,18-8 1279,6-21-336,12 9 516,0-10-270,18 5-180,-3 1 630,9 5-180,-16-10 2328,2 14-2058,-14-8-270,-8 11-360,-2-12 4,-13-1 0,-4-1-1263,-16-3-1350,-4 4 2969,10-6 0,17-6 0,-1 0 0</inkml:trace>
  <inkml:trace contextRef="#ctx0" brushRef="#br0" timeOffset="92498.27">14082 10932 7533,'-7'-8'3276,"-4"25"-706,-1 27-2210,4 4-775,1-16 1,-2 3-1,3-4 595,-3 16-180,2-15 0,-1 3 0,0-4-90,-6 6-999,7 1 0,2-2 1089,-1-11 0,12 9 0,1-28 0</inkml:trace>
  <inkml:trace contextRef="#ctx0" brushRef="#br0" timeOffset="92881.27">14367 10882 9961,'-24'11'1092,"0"0"0,0 9 0,3 4 283,0 4 1,3 3-1241,3 6 0,7-1-135,13-2-90,15-6-1549,3-37 1,2-10-122,11-9 820,-12 4 0,-2-2 580,-8 2 0,-3 0 810,3-9 450,3 8 1708,-33 47-970,8 11 0,1 8-2281,-3 1 1,-1 4 0,1-1 243,2-8 1,2-2 0,0 1 0,1 3 0,2-1-1,0-5 1,3 17 0</inkml:trace>
  <inkml:trace contextRef="#ctx0" brushRef="#br0" timeOffset="94231.27">14851 12456 7533,'0'-21'3148,"0"5"-2878,0 16 1079,0 11-1169,-5 2-90,-4 9 0,0 3-315,-1-2 0,-1 1 270,-6 6 0,-2 2-1080,-2 5 1,0-2 487,6-13 1,1-2 0,-4 3 0,1-4 0,5-8 0</inkml:trace>
  <inkml:trace contextRef="#ctx0" brushRef="#br0" timeOffset="94548.27">15532 11625 7533,'0'-26'3276,"0"8"-1875,0 29-367,0 17 1,0 9-706,0 2 1,1 5 0,-2 4-986,1-11 1,-2 4-1,1 0 1,0 1 0,0-2 242,0 5 0,1 0 0,0-1 0,-1 0 233,-1-1 0,-1 1 0,0-3 0,0-3-678,0 8 1,-1-5-88,1-8 1,0-4 944,-3 8 0,1-19 0,-2-12 0</inkml:trace>
  <inkml:trace contextRef="#ctx0" brushRef="#br0" timeOffset="94698.27">15594 11997 7533,'20'-14'3276,"14"-2"-975,-6 14-4100,20-8 1252,-17 1 1,-2 0 0,14-12 0,-17 6 0,1 0 0</inkml:trace>
  <inkml:trace contextRef="#ctx0" brushRef="#br0" timeOffset="94869.27">15979 11588 10591,'-9'38'819,"1"-1"0,3 3 0,0 4 0,0 2-694,-2 1 1,-1 2-1,-1 2 1,3-1-946,1 1 1,2 0 0,0-1 0,0-3 350,-1 2 1,0-2 0,1-6 0,3 1 0,0-9 0,0-15 0</inkml:trace>
  <inkml:trace contextRef="#ctx0" brushRef="#br0" timeOffset="95084.27">16227 11440 7533,'-14'11'3276,"-3"35"-1638,16-9 0,1 3-1361,-3 8 0,1 1-1916,1-4 1,2-3 1351,-1-13 1,0-3 0,0-1 0,0-15 0</inkml:trace>
  <inkml:trace contextRef="#ctx0" brushRef="#br0" timeOffset="95302.27">16264 11440 8972,'12'-7'3276,"12"12"-2325,8 20-951,1 8-585,-16-2 1,-4 3-135,-1 8 494,-11-12 0,-7-1-180,-15 0 0,-5-4 90,2-4 1,-2-1-596,-14 8 0,-4-2 910,10-9 0,-1-2 0,1 1 0,-1-2 0,2-1 0,-1-1 0</inkml:trace>
  <inkml:trace contextRef="#ctx0" brushRef="#br0" timeOffset="95731.27">15594 10795 9062,'-12'37'1214,"2"0"0,2 2-1214,0 8-180,4-15 0,0 5 1,1-3-766,-1 3 1,2-2 817,2 1 0,-1-1 0,-2-6 0,0-4 0,3-1 1</inkml:trace>
  <inkml:trace contextRef="#ctx0" brushRef="#br0" timeOffset="96098.27">15942 10783 8522,'-20'0'1169,"2"11"-179,0 2-181,-1 23-359,1-7 0,0 3-225,7 0 0,0 2-180,-2 1 0,3-1 224,10 14-538,18-29-541,8-24-135,-5-8 1,1-6 89,-2-8 1,-2-2 443,1 6 0,-1-1 276,-1-12 0,-3 3 225,0 8 360,2-9 2608,-26 72-2294,1 1 1,-1 5-885,1-4 0,0 4 1,0 0-241,0 2 0,1 1 0,0-2 0,0-8 0,1-2 0,0-1 0,0 8 1,0 0-1</inkml:trace>
  <inkml:trace contextRef="#ctx0" brushRef="#br0" timeOffset="97114.27">17528 11477 7533,'-5'-33'1709,"3"9"899,-3 19-1439,1 30 1,2 16-766,-1-7 1,-1 3-681,0 4 0,0 5 1,0 2 275,0-3 0,1 3 0,0-1 0,0-2-511,1 0 0,0-1 0,0 0 106,0-2 0,0 1 1,1 0-1,0-4-1234,1 14 1,0-8 1468,0 3 0,0-15 0,0-40 0</inkml:trace>
  <inkml:trace contextRef="#ctx0" brushRef="#br0" timeOffset="97352.27">17528 11526 7533,'6'-33'3276,"23"15"-1638,-2 26 0,2 8-1137,1 0 1,1 2-1048,0 2 0,-2 4 636,-3 16 0,-5 0 90,1 1-835,-13-1 1,-3 9 0,-3-7 654,-1-14 0,-5 1-180,-7 6 0,-5 7 0,-1 0 1,0-7 134,1-3 0,-4-1-45,-6 4 0,-6 6 0,-1-1 0,5-7 90,3-5 0,0-1-420,-9 8 0,-5 3 1,6-8 118,0-5 301,8-4 0,8-9 0,27-28 0,10-5 0</inkml:trace>
  <inkml:trace contextRef="#ctx0" brushRef="#br0" timeOffset="97681.27">18285 11564 7533,'-25'-5'1092,"0"1"0,-6 23 0,1 13 0,8 7 0,3 8 0,3 4-648,4-13 0,2 2 0,0 2 0,2 1 0,2-1-301,2-1 1,1 2 0,2-1 0,1-1 0,1-3-144,-1 11 0,2-2 0,7-7 90,14 4 0,7-20-315,0-42 0,2-13 180,-7 18 0,-1-4-525,0-19 1,-2-11-1,-4-2 37,-6 2 0,-4-1 0,-2-2 195,-3 9 1,-2-2 0,-1 0 0,-2 1 137,0-11 0,-4 2 0,-6 11-1105,-12 10 1,-3 15 912,3 22 1,2 11 0,5 10 0,4 3 0,8-1 0,-1 0 0</inkml:trace>
  <inkml:trace contextRef="#ctx0" brushRef="#br0" timeOffset="97852.27">18223 11923 9062,'-20'19'3276,"2"5"0,12-5-1695,8 5 0,7 4-2526,2-1 1,4 0-695,3 13 1,2 0-1,2-10 1,-1-2 1637,-7-6 1,-2-2-1,12 9 1,-12-10 0</inkml:trace>
  <inkml:trace contextRef="#ctx0" brushRef="#br0" timeOffset="98051.27">18620 11774 0,'-18'-30'3276,"9"15"0,-2-2 0,22 34-3565,9 9 289,0 13 0,4-2 0,-12-7 0</inkml:trace>
  <inkml:trace contextRef="#ctx0" brushRef="#br0" timeOffset="98184.27">18620 12084 7533,'-21'18'3276,"4"7"-346,28 12-2930,9 1 0,0-1 0,4-6 0</inkml:trace>
  <inkml:trace contextRef="#ctx0" brushRef="#br0" timeOffset="98967.27">19673 11477 7533,'-26'-1'1092,"1"0"0,-5 7 0,0 6 0,2 12 0,0 9 0,0 4-727,2 0 0,0 3 0,0 3 0,1 1 174,3-3 1,-1 2 0,2 1 0,1 1-1,3 0-323,2-3 0,0 1 0,3 0 0,4-2 0,7-3-839,9 12 0,10-4 1,9-11 622,11-16 0,8-11 0,0-5 0,-5-1 0,0-5 0,0-4 0,-1-9 0,0 1 0,1-1 0</inkml:trace>
  <inkml:trace contextRef="#ctx0" brushRef="#br0" timeOffset="101014.27">19834 11340 7533,'-19'0'3238,"1"0"-1349,5 22-1799,9 1 0,1 4-540,2 13 0,2 3-1079,2-1 0,1 0 1529,-1-10 0,1-2 0,7 4 0,-4-22 0</inkml:trace>
  <inkml:trace contextRef="#ctx0" brushRef="#br0" timeOffset="101364.27">19933 11303 9691,'-14'-5'2609,"14"3"-3239,36 2-1528,6 7 449,-4 11 2518,-43 18-719,-8-7 494,-11-5 1,-3-1 944,5 3-989,3-2-1439,53-11 269,-1-2 315,-2 3 0,-8 7 720,-26 3 0,-9 4-90,-3 7 0,-6 0-1575,-12-2 1,-3-4 1259,10-12 0,1-3 0,-11 3 0,19-17 0</inkml:trace>
  <inkml:trace contextRef="#ctx0" brushRef="#br0" timeOffset="101750.27">19263 10907 8792,'-2'41'509,"-1"0"1,2-7 0,1 1-1050,-4 0 1,0 3-1,1-4 540,2-5 0,0-2 0,-4 1 0,-1-4 0,-1-6 0</inkml:trace>
  <inkml:trace contextRef="#ctx0" brushRef="#br0" timeOffset="102049.27">19437 10869 8072,'-1'-14'2429,"2"3"-1440,22 11-269,26-5-450,-20-1 0,1-1-1,2 3 1,-1 0 630,12-1-360,-36 45-720,-9-5 0,-4 6 180,0-6 0,-1 2 0,0-1 0,1 11 0,0-3 0,3-6 0,1 0 0</inkml:trace>
  <inkml:trace contextRef="#ctx0" brushRef="#br0" timeOffset="102931.27">21148 11179 7533,'-6'-19'2698,"5"1"-719,-10 50-1350,5 11 1,-1 11-585,0-12 0,-3 3 0,1 2 0,-1-3-506,3-6 0,1-2 0,-1 1 0,-1 2 425,-4 6 0,-2 4 0,0 0 0,-1-1 0,1-6-564,-2 1 1,0-4-1,0 0 600,3-2 0,0 1 0,0-1 0,1-6 0,-3 6 0,2-14 0,7-21 0</inkml:trace>
  <inkml:trace contextRef="#ctx0" brushRef="#br0" timeOffset="103088.27">21197 11352 10141,'7'42'1574,"-2"-8"0,1 5-1364,0 4 0,-1 5 0,2 2-1030,0-6 1,1 2 0,1 1 0,-1 0 635,0 2 0,0 0 0,0-1 0,1-2 0,1 1 0,1-3 0,-2-3 0,0-1 1,0 0-1</inkml:trace>
  <inkml:trace contextRef="#ctx0" brushRef="#br0" timeOffset="103232.27">21148 11811 7533,'-22'0'2428,"45"0"-2428,27 0 0,-16-4 0,0-3 0,-7 1 0,0-1 0</inkml:trace>
  <inkml:trace contextRef="#ctx0" brushRef="#br0" timeOffset="103419.27">21730 11352 7533,'-15'42'819,"-1"-1"0,8-4 0,2 3 0,1 2-177,1-1 1,1 3 0,0 1-1,2 0-1462,0-2 1,1 0 0,0-1 0,1-2 811,-1 3 0,0-3 1,0-4-1,0 1 1,0-12-1,0-19 1</inkml:trace>
  <inkml:trace contextRef="#ctx0" brushRef="#br0" timeOffset="103648.27">21681 11489 7533,'24'-12'1092,"0"1"0,5 12 0,-1 11 58,1 24 1,-6 10-1181,-9-14 0,-3 3 0,-4 1-90,-9 7 0,-5 1 0,-2-3-314,-1 0 1,-5-2-17,-8-4 0,-6 1 0,1-4-854,3-3 0,0-3 1304,-1 1 0,1-3 0,-8 4 0,26-28 0</inkml:trace>
  <inkml:trace contextRef="#ctx0" brushRef="#br0" timeOffset="103864.27">22053 11526 7533,'-14'-1'1638,"8"39"0,7 19-546,-1-24 0,0 0 0,1 3-1482,-1 5 1,1 4-1,-1 0 1,-1-4-1250,-2 11 1,-1-7 982,2-12 1,-3-9-1,-6-18 1,4-13 0</inkml:trace>
  <inkml:trace contextRef="#ctx0" brushRef="#br0" timeOffset="104102.27">22140 11501 7533,'30'-15'3276,"7"28"-1638,-16 11 0,-3 8-1676,-1 12 0,-8 6-412,-9-9 1,-6 3-1,-4 0 517,-2-7 1,-3-1 0,-2 0-1,-3 0-202,-3 0 0,-3 0 0,-1-1 1,1-3-736,-3 2 1,0-2-1,2-3 870,-7 5 0,9-16 0,19-23 0,20-16 0</inkml:trace>
  <inkml:trace contextRef="#ctx0" brushRef="#br0" timeOffset="104248.27">22500 11588 14998,'9'37'-135,"1"0"0,15-10 0,-7-4 1</inkml:trace>
  <inkml:trace contextRef="#ctx0" brushRef="#br0" timeOffset="104368.27">22487 11972 7533,'-12'33'1092,"-1"-1"0,7 3 0,4 2-624,3 4 0,5 0 0,3-8 0,3-4 0,3-8 0,0 0 0</inkml:trace>
  <inkml:trace contextRef="#ctx0" brushRef="#br0" timeOffset="115931.27">22945 11501 7533,'0'-19'2428,"0"1"271,11 11-181,-8 46-1843,0 6 0,-1 9-942,-4-15 1,-3 4 0,-1 2 0,1-1-477,2 4 1,-1 0 0,1 0 0,-1-1-78,-2-4 1,-1 0 0,1-3 0,1-3 593,4 10 0,1-8 0,-4-6 0,10-39 0</inkml:trace>
  <inkml:trace contextRef="#ctx0" brushRef="#br0" timeOffset="116168.27">23032 11501 7533,'23'-13'3276,"25"24"-1638,-15 7 0,-1 8-1424,-6 1 1,-2 4 0,-3 3-491,-4 2 1,-4 2 0,-5 2 275,-7 7 0,-8 1 0,-5-1-120,-6-3 0,-7-1 0,-2-3-973,-3-2 1,-4-2 0,1-4 893,-6-1 1,1-6 0,10-6 0,4-5 0,6-7 0</inkml:trace>
  <inkml:trace contextRef="#ctx0" brushRef="#br0" timeOffset="116485.27">23577 11179 7533,'-20'-7'3276,"-30"7"-1638,29 17 0,1 6-1094,-3 0 1,-2 2-1,4 3-604,3 6 0,4 4 0,6-1-1065,8 13 1,11-4 1124,10-12 0,6-7 0,5-13 0,1-6 0,-3-8 0,-1 0 0</inkml:trace>
  <inkml:trace contextRef="#ctx0" brushRef="#br0" timeOffset="117047.27">23714 12134 7533,'-14'-2'3276,"3"20"-3224,6 10-232,3 3-1439,-14 4 1619,-9-15 0,3 0 0,-7-9 0</inkml:trace>
  <inkml:trace contextRef="#ctx0" brushRef="#br0" timeOffset="117748.27">24111 11489 7263,'-32'13'3276,"18"-7"-2235,27 0-321,20-6-720,-7 2 0,3 2-945,-1-1 1,0 0-271,1 1 1,-1-1-405,11 3 1619,-16-6 0,-18-6 0,-5-1 0</inkml:trace>
  <inkml:trace contextRef="#ctx0" brushRef="#br0" timeOffset="117930.27">24210 11551 7533,'-11'43'546,"1"0"0,-1-1 0,2-1 0,-1 1 0,1 2 0,2 0-376,0 2 0,2 1 1,1 0-1,-1-1-698,-1-2 1,-1 0 0,1-1 0,1-2 527,2 2 0,2-3 0,-1-7 0,-4 2 0,6-37 0</inkml:trace>
  <inkml:trace contextRef="#ctx0" brushRef="#br0" timeOffset="118067.27">24148 12022 7533,'0'-14'3276,"6"-2"-2774,28 9-502,-6-4 0,2-2 0,-3 3 0,1 0 0,1-5 0,0 0 0</inkml:trace>
  <inkml:trace contextRef="#ctx0" brushRef="#br0" timeOffset="118268.27">24644 11291 7533,'-37'16'1092,"0"0"0,0 15 0,5 8-56,13-7 1,3 4 0,5 0-2117,6-1 1,4 0 0,6-4 610,12 0 1,6-7 0,0-10 0,2-6 0,1-8 0,1 0 0</inkml:trace>
  <inkml:trace contextRef="#ctx0" brushRef="#br0" timeOffset="118548.27">24694 12357 7533,'-14'16'3276,"-3"16"-2981,14-8 1,0 3-1935,-6-1 1,0-1 1625,-5 12 0,-10-19 1,5-12-1</inkml:trace>
  <inkml:trace contextRef="#ctx0" brushRef="#br0" timeOffset="118884.27">25164 11613 11041,'-3'41'819,"1"-1"0,-2-2 0,0 2 0,-1 2-1076,0-1 0,-2 2 0,1 1 0,-1-1-563,2-3 1,0-1 0,0 0 0,0-3 770,-3 4 0,-1-1 0,2-8 0,0 5 0,2-39 0</inkml:trace>
  <inkml:trace contextRef="#ctx0" brushRef="#br0" timeOffset="118998.27">25152 11972 7533,'30'-19'3276,"13"7"-5923,2-5 2647,-20 11 0,0-2 0,12-11 0,-7 1 0</inkml:trace>
  <inkml:trace contextRef="#ctx0" brushRef="#br0" timeOffset="119150.27">25462 11662 9422,'-7'18'1638,"-4"11"0,0 6-546,4-4 0,0 3 0,0 3-1493,-2 1 0,-1 3 1,0 1-1,2-1-419,2-1 1,1-1 0,0 0 0,0-3 350,-1 3 1,0-3 0,2-3 0,3 2 0,2-8 0,-1-15 0</inkml:trace>
  <inkml:trace contextRef="#ctx0" brushRef="#br0" timeOffset="119384.27">25784 11526 7533,'-36'-2'1638,"14"15"0,0 9 0,-1 11 0,6 6-1856,7 4 0,12-2-1421,16-12 1,8-7 1555,20-2 1,-11-25 0,-2-7 0,-1-7 0</inkml:trace>
  <inkml:trace contextRef="#ctx0" brushRef="#br1" timeOffset="129015.27">26578 7858 15137,'-11'-45'1413,"3"14"-1072,-16 20-217,-6 27 0,-3 12 793,-4 4 1,-1 2-1025,11-8 0,-2 0 0,1 2 465,3 3 0,-2 2 0,3 1 0,2-5 162,2 1 1,2 1-54,-1 3 0,-3 7 0,0 1 0,5-5 171,1 2 0,2 4-356,1-4 1,-2 6 0,-1 5-1,2 1 1,3-1-49,3-3 0,3 0 1,1 1-1,0 0 0,0 2-716,-1-2 1,-1 1 0,1 2 0,0-1 0,0-1 0,2-2 353,0 0 1,1-3 0,1 0 0,1-1 0,2 0-37,2 0 0,1 1 0,2-1 0,-1-3 1,-1-6-652,0 3 0,1-2 502,5 5 1,2 6 0,2 0 0,-3-8-246,0-6 0,0 0 287,2 3 0,3 7 0,0 0 1,-2-7-200,0-4 0,1 0 228,2 4 1,5 7 0,1 0 0,-4-7-200,-1-3 1,2-1 215,0 0 1,4 3-1,1 1 1,0-2-103,3 2 0,1-2 1,-1-1 65,-4-5 0,0-1 0,1 4 91,0 2 0,2 4 0,-2 1 0,-3 0-417,-2 2 1,-5-1 0,1 2 553,1 0 1,-1 1 0,-1 3 122,-3-1 1,-1 4 0,-1-1 0,-2-3 95,-1-3 1,-2-4-1,1 4-88,0 1 1,0 4 0,1 0 0,0-1 0,2-6 1,0 0 0,1-1 0,-1 0 59,1 9 0,0 0 1,2 1-163,0-7 1,2 0 0,1 1-1,-2-1 122,-1-1 0,-2 1 0,-1-1 0,2 0-126,0-1 0,1 0 0,0 0 0,-2 2-38,0 6 0,-2 2 1,0 0-1,0 0-70,0 0 0,0-1 0,0 2 0,0 0 237,-3-4 1,-1 1-1,-1 0 1,1 2 0,1 0-64,-1-4 0,1 1 0,1 1 0,-1 0 0,0 0 0,0-2-41,-1 4 0,1 0 1,-1-1-1,0 0 1,0-1-5,0-3 0,-1-1 0,1 0 0,0-1 0,1 0 50,1 8 1,0 0 0,1-2 0,-2 0-164,0-8 0,-2 0 1,1-1-1,1 0 113,1-1 0,0 1 1,1-1-1,0 1 142,1-1 0,-1 1 0,1 0 0,1-2-322,4 5 0,1-1 1,0 0 90,2 1 1,-1 1-1,2 0-5,-2-8 1,1 1-1,0-1 1,0 1-96,4 9 0,0 0 0,0 0 62,0 0 1,-1 1 0,2 0 30,-3-9 0,0 0 1,0 1-1,1-2 91,0-1 0,0-1 1,1 0-1,0-2-7,6 7 0,2-1 1,-1-2-75,-2-1 0,1-1 1,0-3-4,-2-7 0,0-2 0,2 1 58,4 2 1,2 0 0,1 1-200,5 0 0,2 1 0,0 0 169,-8-4 1,1 0 0,0 0 0,-3-1 442,2-1 0,-2-1 1,0 0-507,6 2 1,0 1 0,-2-2 4,-1-2 0,1-2-118,4-1 1,5 0 0,-2-2 3,-5-3 0,-1-2 0,0-1 122,1-2 0,1-1 0,-1-1-28,2 1 0,-1-1 1,0 1 31,-1 0 0,1 0 1,-2 1 92,-1-1 1,-1 1 0,1-1-27,6 2 0,2 1 1,-2-2 57,-4-2 1,-1-1 0,-1 0-63,5 1 0,0-1-46,-2-1 1,2-1-1,-5-1 52,6 1-6,-5-4 0,5-2 1,-4 0 36,-10 2 1,-1-2-46,7-2 0,4-3 1,-3 1-22,-3 3 0,-1 1 96,14-6 1,2 0 46,0 3 0,0-1-55,-14 1 1,1-1-1,-2-1 1,1-1 1,-1 0 0,0-1-36,2-4 1,-1-1 0,-2-2-5,-3-2 0,-2-2 1,0 1 39,4 1 1,0 1-1,0-1-30,1-3 1,0-2 0,1 2-1,4 0 1,3 2-1,-1-4 0,-7 2 0,0-2 1,0-2-1,1 0 0,-2 3 0,0 0 0,2-2 0,-2 0 0,0-1-24,0-4 0,-1-2 0,-1-1 1,0 1-1,0 0 24,4-5 0,0 1 0,-1 1 1,-2 1-1,1-4 0,-3 2 0,0 0-30,0 3 0,-1 1 0,-1 3 374,-1 2 1,0-1-345,4-5 0,2-5 0,0 0 30,-2 3 0,0 1 0,1-4-373,-3 3 0,0-3 1,0 0-1,-1 1 342,-1 6 1,-2 2-1,1-1 1,1-2 15,-2 0 0,1-3 0,0 1 0,-1-1 0,0 2-169,1-1 1,-1 2 0,0 0 0,1-2 203,-1 1 1,1-2 0,1 0 0,-1 1 0,-2 3-55,3-5 0,-2 4 0,2-3 0,1-1 1,3-3-1,0 1 1,-2 3 28,-4 7 1,-1 2-1,2-3-10,-1 0 0,2-3 0,1-3 0,0 1 0,-3 1 3,1-2 1,-1 1 0,0 1 0,-1 0-50,6-5 0,-1 1 0,0-3 52,-5 2 1,-1-3-1,0 1 1,-2 6-68,4 2 0,-1-1 67,-1-3 1,1-7-1,-1-1 1,-1 7 22,1 3 0,-1-1-45,1-1 0,3-6 0,-1 1 0,-3 5 0,-2 2 0,0 0 0,1 1 0,2-5 0,1-1 0,-2 5 45,4-7 0,-2-1-113,-5 8 1,0-4-1,0-1 1,0 2 37,3-6 0,-2 2 0,0-1 0,-3-3 0,0 0 0,-1-1 7,0 9 1,0 0 0,0 0-1,-1-1 128,0 0 0,-2-1 0,1 0 0,-1-1-128,1-4 1,0 0-1,-1-1 1,1 0 22,-1 0 0,1 0 0,-1 1 0,-2 3-60,-1 0 0,-2 3 0,0-1 60,2-5 0,-1 0 0,1 3-45,0 0 0,0 0 0,-2 10 0,1-4 0,0-1 0,0 0-23,3-1 1,0 0 0,0-1-1,-1 1 0,-3 0 1,0-1 0,-1 1 0,1 0 44,0 1 1,1 0-1,-1 1 1,-1 0 22,-1-7 0,-2 1 0,-2 1-28,-1 0 0,-1 0 1,0 0 71,2 6 1,1-1 0,-1 0 0,-1 1-23,-1-2 1,-1 0 0,0 1-1,1 2 8,1-3 0,1 2 0,0-1-30,0-6 0,0-1 0,1 7-45,1 11 0,0 0 45,-2-11 0,-2-6 0,-1 6 0,-9-8 0,4 12 0,-3-4 0,0 6 0,-14-6 0,8 10 0,-1-3 0,1 5 0,-12-6 30,10 6 0,-4-5 0,2 3 15,3 3 0,-1 0-45,-2-5 0,-4-3 0,0 1 120,-2 2 0,-2 1 0,-1 0-90,-3-3 0,-2-1 0,0 2 315,-1 3 1,-2 1 0,-1 1-369,7 7 1,0 1-1,-3 0 1,-1 2-32,2 2 0,-2 2 0,-2 0 0,0 0 0,-1 0-71,-5-2 1,0 1 0,-2-1 0,0 0-1,-1 0 80,5 2 0,-2-1 0,0 0 0,0 1 0,2-1 1,1 2 21,-5-3 1,2 2-1,1-1 1,-2-1 4,4 1 0,-3-2 0,0 0 0,2 1 0,6 2 18,2 1 0,5 2 0,-6-1-18,-5 0 0,-7-2 0,-3 1 0,2 0 0,6 3 18,4 1 0,3 3 0,-4 0-15,2 0 0,-5 1 0,-3 0 0,0 0 0,1 1 0,5 0 37,-2 1 1,3 1-1,1 0 1,-5 1-38,2 0 0,-4 1 0,-2 0 0,-1 0 0,1 0 0,1 0-18,3 0 0,0-1 1,0 0-1,1 0 1,-1 1-1,0 0 48,-2 0 0,-1 2 0,1-1 0,-1 1 0,0-2 0,1 0-15,0-1 0,0-1 0,0-1 0,0 0 0,2-1 0,1 1-18,-1 0 0,2 0 0,0 0 0,2-1 0,1-1 18,-3-1 0,2-2 0,1 1 0,0 0 0,-9 2 0,0 0 0,1 3-65,-1 2 0,1 3 0,-1 0 65,9 0 0,-1 0 0,1 1 0,-2-1 0,-1 1 0,-1 0 0,-1-2 0,1-1-23,3-4 1,0-2-1,0-1 1,0 1 22,-3 1 0,0 0 0,0 1 0,-1 0-107,-1 1 0,0 1 0,-1 0 0,2 3 85,1 2 0,2 2 0,-1 2 0,2 0 22,4 2 1,0 1 0,1 1 0,0-2 90,-5 4 0,0-1 0,1-3 527,3-4 1,1-1 0,-1-3-465,-4 0 1,-1-3-1,-2 0-67,-3-3 0,-1-2 0,-1 3 89,8 4 0,0 2 0,-1 1 0,0 1-131,-1-1 0,-1 0 1,0 2-1,2 0-127,3 3 1,1 1 0,1 0-1,1-1 217,-5 2 0,2 0 0,0-3 142,-9-3 0,-1-2 177,-1-1 1,0-2-924,13-3 1,-1-1 0,1 5-16,-1 7 0,0 4 0,5 0 557,0-3 0,6 4 0,5 13 1,9 3-1,12 7 0</inkml:trace>
  <inkml:trace contextRef="#ctx0" brushRef="#br0" timeOffset="134217.27">24458 15294 7533,'-27'15'629,"-1"-1"1,-4 13 0,2 7-331,6-2 1,0 5 0,3 0-270,4 0 0,2 1 0,6-2-165,2 15 0,14-13-585,16-29 1,6-12 149,-3-11 1,0-9-1,-1-4 180,1-7 0,-3-4 1,-3 1 538,-3 3 1,-3 0 0,-2 5 660,0-9 494,-14 57 0,-3 17-944,1 3 0,-1 7 0,1 3-614,-1-3 1,1 2 0,-1 2 0,1 0 185,-1-1 1,1 0-1,0 0 1,-1-1-91,0-4 1,0 0-1,-1-2 1,-3-4 37,-4 2 0,-4-3 0,-1-8 255,-5-7 0,-1-12 45,-1-21 0,6-11-360,17-16 0,13-7 180,4 8 0,6-2 0,1 4 0,9-4 0,2 4 0,-8 12 0,0 0 0,1 0 0</inkml:trace>
  <inkml:trace contextRef="#ctx0" brushRef="#br0" timeOffset="134435.27">24880 15443 7533,'-14'-14'2788,"-14"20"-2204,14 23 1,2 12-585,1-4 0,-1 4 0,2 2-349,2-7 0,0 2 1,2 0-1,3-1-401,5 10 1,5 0-1,1-5 628,1-1 1,5-7 0,7-14 0,1-6 0,8-8-1</inkml:trace>
  <inkml:trace contextRef="#ctx0" brushRef="#br0" timeOffset="134651.27">25052 15567 7533,'-6'38'1638,"2"-5"0,2 5-1501,1-2 0,2 3 1,-1 0-408,0-2 0,1 0 0,-2-2 270,-1 5 0,-2-6 0,-2-5 0,-7-30 0</inkml:trace>
  <inkml:trace contextRef="#ctx0" brushRef="#br0" timeOffset="134864.27">25040 15654 7533,'23'-25'3276,"-2"11"-2235,20 20-861,-19 9-135,-3 8 0,-3 6-270,-8 12 0,-8 4-315,-5 1 1,-6 1 299,-3-7 0,-3 1 0,-3-6-210,-12-1 1,-2-9 449,4-11 0,3-10 0,4-21 0,24-25 0</inkml:trace>
  <inkml:trace contextRef="#ctx0" brushRef="#br0" timeOffset="135068.27">25387 15294 7533,'-25'-1'3276,"-5"30"-1946,16-7 0,2 3-2230,1 9 1,8 0-135,13-7 0,4-3 1034,5 7 0,26-26 0,-25-12 0</inkml:trace>
  <inkml:trace contextRef="#ctx0" brushRef="#br0" timeOffset="135285.27">25524 15245 7533,'26'-35'3276,"14"24"-2306,-27 34 1,-4 13-762,-1-2 1,0 5 0,-5 1-832,-4-3 0,-2 1 0,-3 1 0,-2 0 374,-1 7 1,-3 1 0,-2 0 0,-2-2 247,-1-4 0,-2 0 0,-1-2 0,0-2 0,-1 5 0,-1-2 0,1-2 0,1-9 0,0 1 0,0-1 0</inkml:trace>
  <inkml:trace contextRef="#ctx0" brushRef="#br0" timeOffset="135714.27">25883 15815 7533,'-20'-20'3276,"9"3"-1605,40 10-1267,3 1 1,3 1-315,-7 4 0,2 0-570,4 0 1,4-1-1,-1 0-1094,6-1 0,-2 1 1377,-6 1 0,-1 0 1,2-4-1,-5-1 1,-11-1-1</inkml:trace>
  <inkml:trace contextRef="#ctx0" brushRef="#br0" timeOffset="135885.27">26206 15418 7533,'-17'20'1638,"7"14"0,0 11-1441,-2-1 0,-2 4 0,2 2-1017,5-5 1,0 2 0,1-1 0,0-2 350,0 0 1,-1-3 0,2-2 0,2 11 0,1-8 0,2-12 0</inkml:trace>
  <inkml:trace contextRef="#ctx0" brushRef="#br0" timeOffset="136297.27">26640 15356 9512,'-6'47'1978,"5"-11"-1438,-6 9 0,-2 8-876,2-10 1,1 3 0,-1 1 312,0-4 1,-2 2 0,1-1-1,1-1 83,-1 5 0,2-3 0,-1 0-90,-1-2 0,-1-2 0,4-12-202,3-19-757,19-38 883,0-7-119,4-8 0,4 0-1338,-3 20 0,0 4 1608,-4-2 0,-1 5 1123,17 22-764,-30 20 1,-6 8-270,4-9 0,0 2-495,-9 22 0,3 0 360,11-21 0,1-2 0,-4 3 0,2-2 0,9-6 0,0 0 0</inkml:trace>
  <inkml:trace contextRef="#ctx0" brushRef="#br0" timeOffset="136585.27">27135 15505 7533,'-25'12'1638,"7"13"0,0 7-602,3-3 1,0 3 0,1 2-1119,2 7 1,2 3-1,3 0-248,1 1 0,3 0 1,7-4-1310,14 2 1,8-10 1629,-3-14 0,2-9 1,3-11-1,-2-6 1,4-18-1</inkml:trace>
  <inkml:trace contextRef="#ctx0" brushRef="#br0" timeOffset="136748.27">27333 15641 7533,'6'-8'3276,"-5"4"-526,5 44-2345,-5-3 0,-2 6-735,-1-6 0,0 3 0,0-1 285,2 11 0,-1-1-630,-1 3 1,-2-7 674,-1-10 0,-2-5 0,-5-19 0</inkml:trace>
  <inkml:trace contextRef="#ctx0" brushRef="#br0" timeOffset="136985.27">27383 15716 9961,'15'22'869,"-1"1"1,3 3 0,-1 2-1860,6 16 1,-5 4 494,-11-4 1,-10 0 269,-12 2 0,-12-5 90,-9-8 0,-4-8-405,4-9 1,2-8 539,-12-10 0,47-28 0,14-2 0</inkml:trace>
  <inkml:trace contextRef="#ctx0" brushRef="#br0" timeOffset="137181.27">27693 15542 7533,'-26'0'3276,"-3"16"-1515,4 22-1806,16-13 0,3 2-585,6 2 1,6-1-46,8-5 0,5-4 675,21 1 0,1-15 0,-16-12 0</inkml:trace>
  <inkml:trace contextRef="#ctx0" brushRef="#br0" timeOffset="137384.27">27879 15431 7533,'7'-14'3276,"15"25"-1638,-15 12 0,-4 9-1244,2 4 1,0 6-1,-3 2-1214,-4-4 1,-3 1 0,-2 1 0,-2 1 733,-2-4 0,-2 2 0,-1 1 0,-1-2 0,0-3 0,-1 2 0,0-3 0,-2-1 1,-1-1-1,-3-4 0,0 1 0,-1-1 0,1 1 0</inkml:trace>
  <inkml:trace contextRef="#ctx0" brushRef="#br0" timeOffset="138048.27">26553 16360 7533,'-19'0'3276,"45"6"-1638,10-2 0,9-1-1186,-11-2 1,5 1-1,2-1 1,2 0 0,1 0-1000,1 1 1,2-1 0,2 0 0,0 0 0,-1-1 0,-2 1 573,0-1 0,-2 0 0,0 0 0,0 0 0,2 0-117,1 0 0,3-1 0,1 1 0,-1 0 0,-2 0 0,-3 1-730,2 1 1,-4 1 0,0 0 0,0 0 739,4 0 1,2 0-1,-2 0 1,-2 2-1,3 0 1,-3 2-1,-5 0 1,-8 2-1,0 0 1</inkml:trace>
  <inkml:trace contextRef="#ctx0" brushRef="#br0" timeOffset="140114.27">26999 16744 7533,'-20'-12'1169,"2"0"720,11 5-270,2 1 270,16 6-1439,3 0 179,33 6-809,-17-5 0,4 5 1,1-1-1,-5-3-180,2 7 0,-6 9 0,-23 8 1,-6 3 269,8-4 0,-3 1 539,-20 17 1,-11 1 239,8-18 1,-3-2 0,2 0-555,-2 5 0,2-1 989,-7 6 1,7-5-766,17-15 91,32 2-630,-3-14-989,20-4 0,4-2-641,0-4 1810,-13 3 0,4-2 0,-4 1 0,-10 0 0,0 0 0,10 0 0,1-1 0</inkml:trace>
  <inkml:trace contextRef="#ctx0" brushRef="#br0" timeOffset="142719.27">24160 16199 7533,'-33'0'1619,"4"0"-1619,23 6 539,0 0-269,6 7 180,22 5-450,-5-10 180,18 1 0,4-2-623,1-5 473,-6-2 0,6 1 0,-5-2-30,12-6-30,-10 2 0,7-1 0,-5-1-60,-10 0 0,1 1 30,5 0 0,4 1 0,-2 3 105,3 3 0,-2 3 405,5 5 0,0 2-1,-8 1 1,-1 2-45,1 2 0,1-2 269,6-3 1,1-2-450,0-2 0,0-2-136,3-1 1,0-2-450,-3-4 1,-2-2-1215,-8-1 0,-1-2 539,0-2 1,-2-2 657,13-8 0,-18 1 0,-8 6 0</inkml:trace>
  <inkml:trace contextRef="#ctx0" brushRef="#br0" timeOffset="143248.27">24396 16373 8522,'-23'13'1574,"1"0"0,-5 6-1094,-1 3 0,-8 7 0,-2 1-913,7-5 1,-1 1 0,-1 0 0,-1 2 360,-1-1 0,-1 1 0,-1 1 0,0 0 1,1-2-487,2-1 0,-1-1 0,1 0 1,1-1-1,2 0 558,-8 9 0,3-2 0,8-5 0,0 3 0,42-24 0</inkml:trace>
  <inkml:trace contextRef="#ctx0" brushRef="#br0" timeOffset="144148.27">23379 16955 7533,'-41'-14'1709,"17"9"-1440,-3 15 1,-2 9 225,5 11 0,2 7-315,5-5 0,1 3 0,2 0-270,2-2 0,2 1 0,8-3-360,14 9 0,11-13-495,6-28 1,3-14 374,-2-5 1,0-7-1,-3-3 272,-5-8 0,-3-4 0,-2 1 387,-1 2 1,-2 0 0,-3 2-90,-3 0 0,-3 6 900,-5 3 404,-6 48 0,-1 11-944,-1 3-250,3-2 1,2 6 0,0 1 38,2-1 1,1 1 0,1 3-970,-1-1 1,0 2 0,0 2 0,0-4 743,-1 3 0,-1-3 0,-1 2-104,0-4 0,-1 2 0,-2-1 0,-4-7 51,-15 4 0,-5-5 189,7-6 0,0 1 0,-3-10 30,-12-9 0,6-14-135,17-15 0,9-7-1259,20-15 0,11-2 1304,-2 11 0,5 4 0,7 1 0,0 5 0,2 0 0</inkml:trace>
  <inkml:trace contextRef="#ctx0" brushRef="#br0" timeOffset="144348.27">23788 17091 7533,'-40'5'1638,"14"8"0,1 9-1073,4 19 1,4 5-1165,2-11 1,1 2 688,1 0 0,0 3 0,6-3-135,8-3 0,2-2 0,-4-1 0,3-3-625,13-2 0,5-6 670,14-13 0,10-7 0,-8-7 0</inkml:trace>
  <inkml:trace contextRef="#ctx0" brushRef="#br0" timeOffset="144552.27">23962 17216 7533,'-34'-7'3276,"-11"12"-1335,19 31-1672,12-9 1,1 4-585,0 7 1,8 0-271,17-11 0,5-2 316,2 9 269,12-27 0,0-8 0,-13-10 0,16-3 0</inkml:trace>
  <inkml:trace contextRef="#ctx0" brushRef="#br0" timeOffset="145180.27">24123 17042 11670,'-14'12'-449,"3"-5"359,11-1 270,0-6-180,0 5 269,0-3-179,0 8-449,0-8-541,0 3 900,6-5 0,1 6 0,5 1 0</inkml:trace>
  <inkml:trace contextRef="#ctx0" brushRef="#br0" timeOffset="146551.27">24185 17054 7533,'-14'-7'1889,"-2"7"-1170,15 35-719,-5 11-405,6-11 1,0-1-586,0-7 1,0-3 989,0 7 0,0-15 0,0-9 0</inkml:trace>
  <inkml:trace contextRef="#ctx0" brushRef="#br0" timeOffset="146864.27">24198 17067 10051,'31'0'-3148,"-6"5"2698,-29 19 1080,-11 14 539,-11-4-719,19-5-990,32-23 181,4 0-541,1 6 810,-30 13 0,-25 6 90,-8-10 0,1-4 0,9-17 0</inkml:trace>
  <inkml:trace contextRef="#ctx0" brushRef="#br0" timeOffset="147084.27">24371 16844 8882,'7'45'1259,"-4"-9"0,0 3-1079,0 1 0,-1 2-485,-3-4 1,-2 3 0,-2 0 64,-3 4 0,-1 1 0,-5-1-600,-6 1 1,-4-2 0,-1-3 292,-2 1 1,-2-4 0,-4 1 0,2-5 0,7-8 0</inkml:trace>
  <inkml:trace contextRef="#ctx0" brushRef="#br0" timeOffset="147481.27">24632 17253 7533,'-25'12'1979,"6"-5"-360,17-2-630,33-21-1079,-7 8 0,4 1-1259,7-8 0,-1-1 1349,11-3 0,-5 1 0,-20 6 0</inkml:trace>
  <inkml:trace contextRef="#ctx0" brushRef="#br0" timeOffset="147651.27">24768 17054 7533,'-14'0'3276,"-8"22"-2036,14 5 0,3 7-970,-4 3 0,1 6 0,0 1-1090,2-5 1,1 2 0,1-1 0,-1 0 409,0 5 0,1-2 1,1-1-1,2-4 1,1-2-1,1-5 0,6 12 1</inkml:trace>
  <inkml:trace contextRef="#ctx0" brushRef="#br0" timeOffset="149685.27">25251 16955 7533,'-19'-7'1439,"-10"18"-540,9 19 1,2 11-601,1-6 1,-1 4 0,2 2-468,4-4 1,2 1-1,0 2 1,2-2-253,1 10 0,2-2 0,5-2 420,10 3 0,6-7 0,19-5 0,6-31 0</inkml:trace>
  <inkml:trace contextRef="#ctx0" brushRef="#br0" timeOffset="150197.27">25511 16930 8342,'-14'-1'2249,"-13"30"-1710,12-1 1,1 8 0,0 2-1360,2-2 1,0 4 0,0 0 0,0-2 354,-5 6 1,-1-2-1,3 1 465,3 9 0,4 1 0,11-10-1639,17-16 1,5-5 1479,-9 5 1,2-4 0,14-10 0,1-10 0,-3-10 0</inkml:trace>
  <inkml:trace contextRef="#ctx0" brushRef="#br0" timeOffset="153414.27">25759 17153 7533,'-19'0'899,"7"-5"1,1 4-451,4-5 451,0 6-450,-4 0-91,9 6-269,-3 6 90,-6 24-180,3-2 225,-1-2 0,0 1-225,-4 3 90,8-4 0,3-1-810,8-2 630,2 1-2248,27-24 2068,-19-13 270,24-17 0,-19 4 0,9-10 0</inkml:trace>
  <inkml:trace contextRef="#ctx0" brushRef="#br0" timeOffset="153615.27">25871 16930 7533,'-6'-13'2878,"5"18"-2968,-4 32-1709,5 10 1799,0-3 0,5-15 0,2-17 0</inkml:trace>
  <inkml:trace contextRef="#ctx0" brushRef="#br0" timeOffset="153914.27">25896 16918 7533,'0'-14'2518,"0"3"-1978,0 11-180,5 0-990,-3 0-539,9 11 809,-10-8-180,5 19 360,-6-14 360,-11 21 180,2-8-180,-3-2 540,6-2-451,12-16-359,6 5 180,-3-6-809,13 0 629,-20 0-540,15 5 630,-16-4-450,-6 21 450,-4-12-269,-14 24-271,9-18 540,-4 12 0,6-13 0,0 2 0</inkml:trace>
  <inkml:trace contextRef="#ctx0" brushRef="#br0" timeOffset="154085.27">26007 17302 8162,'-18'31'0,"-1"0"0,6-5 0,0-1 0,-10 12 0,16-13 0,1-12 0</inkml:trace>
  <inkml:trace contextRef="#ctx0" brushRef="#br0" timeOffset="154298.27">26119 17104 7533,'1'27'1638,"-1"0"0,5 8-1163,-8 3 1,0-1-476,3 0-540,0-2 1,0 0 359,0 0-1709,0 6 1529,0-27 360,0-9 0,-5-17 0,-2-8 0</inkml:trace>
  <inkml:trace contextRef="#ctx0" brushRef="#br0" timeOffset="154502.27">26107 17166 7533,'18'-20'2338,"-5"8"-1258,16 12-900,-14 7 0,14 17-450,-15 13 360,-1-3-540,-11-5 0,-4 0 180,-11 11-135,-3-12 1,-4-1-856,-14 6 1260,2-26 0,16-17 0,16-20 0</inkml:trace>
  <inkml:trace contextRef="#ctx0" brushRef="#br0" timeOffset="154698.27">26330 16980 7533,'-18'-14'3276,"-1"20"-3134,5 9 487,-3 26-988,16-14-91,-5 15 360,12-21-1079,6-3 269,2-13 900,4-5 0,-6-5 0,1-2 0</inkml:trace>
  <inkml:trace contextRef="#ctx0" brushRef="#br0" timeOffset="154885.27">26429 16918 7533,'12'-14'3276,"6"14"-886,-4 30-2390,-6 4 0,-3 6-225,-8 1 1,-5 3-869,-3-2 1,-2 2 0,-1-3-475,-2-2 0,-3-3 1567,-1-2 0,-3 1 0,2-6 0,-13 7 0,10-13 0,-1 1 0</inkml:trace>
  <inkml:trace contextRef="#ctx0" brushRef="#br0" timeOffset="159167.27">25648 17761 7533,'-25'-7'3276,"11"1"-2145,-2 6-141,14 17-810,-3-7 44,5 18 1,5 5-45,8 12 45,2-6 0,5 0-315,2-12 0,2-3 135,-4-4 0,0-3-360,4-2 0,-3-1 135,-5 11-359,-4 7 359,-13-1-180,-14-10 0,-5 0-675,-2-4 1,-1-1 315,-19 10 719,2-10 0,22-16 0,-1 0 0</inkml:trace>
  <inkml:trace contextRef="#ctx0" brushRef="#br0" timeOffset="159298.27">25697 17885 8972,'17'-36'3276,"-8"14"-1811,14 1 0,5 2-1465,1 8 0,0 1 0,1 0 0,1 1 0,1 4 0,1-1 0</inkml:trace>
  <inkml:trace contextRef="#ctx0" brushRef="#br0" timeOffset="160751.27">23106 17823 7533,'-19'-7'3276,"1"-4"-256,11 10-591,29-10-1305,6 7 0,6 1-555,4-4 1,4-2 0,2 1-716,-2 2 0,1 1 0,2 1 0,0-2 326,2 0 0,1 0 0,-1-1 0,1 2-248,2 1 1,0 0-1,0 2 1,-3-1 134,-7 1 1,-2 0-1,0 1 1,-2 1 221,7 1 1,-1 1 0,-4 0-155,1 2 0,-4-1-225,13-2-90,-28 4-540,-4-22 1,-20 9-1,-14-5-449,-31 13 629,6 2 0,2 5 1,-4 2-906,-2 1 0,1 0 1355,7-3 0,-1 1-60,-3 1 0,-5 1 0,8-2 59,-7 1 181,9 0 0,-7 4 0,3-1 674,3-1 1,1 0-106,1-1 1,-1 1 0,2-2 239,2-1 1,5-3 0,4-5 269,56-18-315,3 2 1,7 0-436,-2 3 1,3 0 0,1 1 636,5 0 0,0 1 1,1 2-990,-12 4 0,1 0 1,0 1-1,-1 0-187,12 0 0,-2 0 1,-1 1-481,-6 1 0,-2 0 1,-3-1 464,2 0 0,-3-1-1504,-6-2 1,-5 1-1623,-10 4 3261,5-4 0,-11 5 0,-1 0 0</inkml:trace>
  <inkml:trace contextRef="#ctx0" brushRef="#br0" timeOffset="181068.27">23168 18182 7533,'-19'-28'3238,"7"1"-1079,6 31-1080,12 20-899,-2 4 0,-2 6-180,-3-3 0,-3 3 0,0 1-844,1 5 0,0 0 0,-1 0 844,-2-3 0,-1-1 0,1-2 0,1 3 0,4-5 0,8 8 0</inkml:trace>
  <inkml:trace contextRef="#ctx0" brushRef="#br0" timeOffset="181315.27">23329 18306 7533,'0'-14'3238,"0"3"-2069,22 0-809,23-8-450,-13 8 0,0 1 90,-5 1 0,-1 0-90,5 2 0,-6 9 360,-16 19 0,-7 8 45,0 11 0,-4 4-383,-2-3 1,-3 2-203,-2-4 0,-2 2 0,2-7-539,2 3 539,3-7 0,3-2 270,6-2 0,2-6 0,6-9 0</inkml:trace>
  <inkml:trace contextRef="#ctx0" brushRef="#br0" timeOffset="181502.27">23764 18455 9961,'-7'-14'3276,"18"3"0,26 6-3274,-4-4 0,3 0 0,-6 2 0,0-1 0,3-4 0,-1 0 1</inkml:trace>
  <inkml:trace contextRef="#ctx0" brushRef="#br0" timeOffset="184132.27">24198 18195 7533,'-7'-14'899,"1"-3"1980,6 16-1890,0 6 450,0 26-1079,-5-2-180,4 7 0,0 2-180,-4-5-180,2 10 0,0-1-90,2-10-945,-2 1 1,0-3 675,3-7 539,0 16 0,-5-29 0,-2 6 0</inkml:trace>
  <inkml:trace contextRef="#ctx0" brushRef="#br0" timeOffset="184383.27">24297 18281 8432,'32'-14'3276,"14"3"-3044,0 22-322,-1 3 360,-25 28 180,-29-2 89,-4-11 1,-4 4 0,-1-2 404,-4 2 1,3-1-675,2 8 0,13-7-1530,41-21 1260,-7-14 0,2-5 0,9-7 0,-2-3 0,-8 5 0,-1 0 0</inkml:trace>
  <inkml:trace contextRef="#ctx0" brushRef="#br0" timeOffset="200117.27">22920 10646 7533,'-6'-13'3276,"1"2"0,10 33-654,-4-6-1902,2 13 0,-1 6 89,-4 0 1,-1 0-675,3-5 0,-1 2-374,-4 12 0,-1-3-841,5-11 765,-2-4 1,0 1-2963,3 4 2457,0-10 1,6-4 0,1-17 0</inkml:trace>
  <inkml:trace contextRef="#ctx0" brushRef="#br0" timeOffset="200587.27">23230 10547 13829,'31'0'2609,"-5"6"-2519,10 0 0,-16 7-360,4 5 270,-17-4-90,-7 9-90,-2-9 1439,-20 20 0,1-12 1,-10 14-1,11-17-809,9-7-540,34-6-1619,4-17 629,6 8 1080,7-7 0,-25 10 0,9 0 0</inkml:trace>
  <inkml:trace contextRef="#ctx0" brushRef="#br0" timeOffset="214550.27">10624 4685 7533,'0'-38'2248,"0"13"-539,0 14-359,-6 33-631,-5 14 1,-1 5-675,4-12 0,-1 4-487,-1 4 0,-3 6 0,1 3 0,2-1-345,4-6 0,3 0 0,-1 0 0,0 0 704,-1-2 1,-2 0 0,1 0-1,1 0 1,2 12 0,1 0 0,1-8-1,1-13 1,0-1 0</inkml:trace>
  <inkml:trace contextRef="#ctx0" brushRef="#br0" timeOffset="214687.27">10835 5367 7533,'-13'40'468,"9"-15"0,1 2 0,0 5 0,1 1 0,2 0 0,0 0 0</inkml:trace>
  <inkml:trace contextRef="#ctx0" brushRef="#br0" timeOffset="-214213.46">10450 6768 0,'-14'-26'435,"1"1"0,13-7 2366,38 21-2666,3 21 0,4 9-165,-12-5 0,0 3 0,-3 3 30,-3 3 0,-3 3 0,-2 0 310,6 9 0,-10 1-310,-17-4 0,-9 2 299,-4-2 1,-5 1 0,-1 1-30,1-1 0,-2 1 0,1 0 299,-2 4 1,-1 1 0,4-2-940,-2 6 1,14-8-621,31-15 1,11-9 989,-4-12 0,1-4 0,0 2 0,3-2 0,-4-2 0,0-8 0,0-1 0</inkml:trace>
  <inkml:trace contextRef="#ctx0" brushRef="#br0" timeOffset="-214096.46">11094 7239 7533,'-15'36'1092,"0"1"0,5 0 0,5 1-982,3 9 0,4-1 0,1-13 1,3 0-1,6-1 0,0 0 0</inkml:trace>
  <inkml:trace contextRef="#ctx0" brushRef="#br0" timeOffset="-213442.46">10698 9259 0,'-37'-17'3276,"16"13"-1262,27-7-3003,38 24 1423,-7-7 1,2 1-750,-4 2 0,-4 6 405,-10 14 0,-10 5-90,-15-6 0,-7 2 676,-2-1 1,-2 3-1,-3-3 178,-15 9 1,5-3 783,24-5 0,7-2-1252,15 10-791,10-22 1,3-4 134,8 11 135,-47 8 0,-13 5-195,3-8 0,-4 0 0,0 1 60,-2 0 0,-1-1 1,2-1-811,-3 5 1,5-5 739,10-9 0,17-18 0,1-7 1</inkml:trace>
  <inkml:trace contextRef="#ctx0" brushRef="#br0" timeOffset="-213330.46">11007 9816 7533,'27'16'3276,"-15"33"-2936,-11-10 1,-3 4-341,-2 0 0,1-1 0,2-3 0,2-4 0,6 6 0</inkml:trace>
  <inkml:trace contextRef="#ctx0" brushRef="#br0" timeOffset="-213023.46">10748 11526 0,'-37'0'3029,"0"28"-1391,16 11 0,4 11-1380,9-13 0,0 3 1,3 1-1,0 0-138,0 8 0,1 1 0,6-1-98,4-4 1,3 1-1,5-2 1,4-9-53,8-11 0,5-7 0,2-2-450,0 2 0,1-1 1,3-9 402,0-10 0,4-8 1,-1-3-1,-5 1 0,0-3 1,-2-1-1,-2-3 0,-1 1 1,0 0-1</inkml:trace>
  <inkml:trace contextRef="#ctx0" brushRef="#br0" timeOffset="-212847.46">11057 11824 0,'-27'22'819,"1"0"0,4 3 0,1 5 0,0 3 0,1 5 0,-1 3 0,0 4 0,3-1-914,3-7 0,1 2 1,1-1-1,1 1 0,1 0 95,-1 7 0,1 1 0,3-1 0,2-4 0,1-1 0,4-3 0,2-4 0,9 1 0,0-1 0</inkml:trace>
  <inkml:trace contextRef="#ctx0" brushRef="#br0" timeOffset="-212730.46">11181 12543 7533,'-25'27'655,"6"8"0,12-11 1,1 3-1,1 21 0</inkml:trace>
  <inkml:trace contextRef="#ctx0" brushRef="#br0" timeOffset="-204293.46">24136 10522 11400,'-14'39'1638,"5"-10"0,1 0-1046,1 1-2231,-4 10 1,-1 0-475,2-7 2727,-1 4 1,0 0-3892,4-2 3061,0-4 1,7-14 0,7-17 0</inkml:trace>
  <inkml:trace contextRef="#ctx0" brushRef="#br0" timeOffset="-203813.46">24421 10448 8252,'-12'19'2969,"-6"10"-2430,4-3-359,-4 0 450,5 9-450,1-20 539,5 20-539,2-20 180,10 14-450,2-16 0,22 11 0,-12-10 180,22 9-180,-23-15 0,13 19-90,-21-17 450,8 30 0,-20-23-90,-3 8 0,-4 1-90,-5-8-315,-7 8 0,0-1 315,7-14-540,-24 16 450,30-25-1079,-6-13 899,21-5-540,2-14 1,17-6 224,-3 6 0,0 0 495,-6 8 0,1 0-249,11-14 0,-3 3 249,-15 5 1056,8-19-516,-23 25 719,-23-17-719,11 29-855,-7-2 0,-1 2 315,10 8 0,-13 2 0,22 7 0,1 6 0</inkml:trace>
  <inkml:trace contextRef="#ctx0" brushRef="#br0" timeOffset="-203125.46">25276 10671 12840,'-6'47'1638,"-2"-9"0,-2 4-931,1-6 0,-2 3 0,0 0-1004,-2 3 1,-1 1-1,2-1-783,3-7 1,0 0 0,1-5 1108,-3 1 0,5-7 0,17-7 0,3-24 0</inkml:trace>
  <inkml:trace contextRef="#ctx0" brushRef="#br0" timeOffset="-202796.46">25673 10622 9871,'-27'19'1638,"9"3"0,2 1 1113,1 2-3191,-2 16 1,-1 3 618,-2-4 31,9-7 0,1 6 0,0-2 15,0 4 0,1-2-225,1-2 0,4-1-315,3 2 0,7-9 948,8-19-3421,22 1 1593,-9-18 295,-3-8 1,-1-4 359,-1-5 180,-3-4 1,-9-1 1258,-25-1-359,4 0 89,-19 26 1,-3 8 0,1 10-630,2-3 0,2 3 0,7 11 0,-2 0 0</inkml:trace>
  <inkml:trace contextRef="#ctx0" brushRef="#br0" timeOffset="-179546.46">22884 12468 0,'-25'6'3276,"-16"1"0,17 5-130,-10-5 62,27-2-1139,13 1 409,40 1-1849,-10-3 1,5-1-360,-2-1 0,3 1 0,1-3 822,1-2 0,0-3 0,0 1-1120,-3 2 0,0 0 0,-3-2-17,8-5 0,-5 0 45,1 2 450,-20 2 539,-42 5-269,-30 5-960,20 0 0,-5 1 0,-1 1-30,-6 3 1,-3 0 0,0 2 89,2 0 0,0 1 0,3 0 899,-10 3 1,6 0 494,12-4 1,11-1-496,20-4-403,21-7 1,13-5-362,13-4 0,4-1-285,-10 3 0,1 0 1,-1 0-91,-1 0 0,-1 1 0,-3 1 195,2 1 1,-5 3 1319,-8 1-196,-54 0-1034,-12 6 1,-8 4 164,10-2 0,-1 0 0,0 2 239,-4 2 1,0 2 0,2-1 180,-4 3 0,7-1-450,-2 3 0,44-12 0,39-6 0,-6-4 0,4-3 0,-5-1 0,3 0 0,-1-1 0,2 0 0,1 0 0,-2 0 0,-2-2 0,-1-1 0,-4 4 0,1 3 0,-5 3 0,-3 9 0,-40 18-315,-4-11 0,-3-2 45,-11 7-1369,9-12 1,1-3-1639,-2-4 2914,7 0 0,9 0 0,18 0 1</inkml:trace>
  <inkml:trace contextRef="#ctx0" brushRef="#br0" timeOffset="-176029.46">12198 12952 0,'-12'-24'0,"-6"-2"2607,4-11-1798,-4 5 1689,6 7-1059,5 24-1470,23 37 300,1-5 1115,7 5 1,10-3-1115,10-13 0,3-5-281,-12 2 1,3-2 40,7-6 0,7-4 0,0-3-866,-4-5 1,1-4 0,-2 1 805,-4 1 0,0 1 0,2-3-150,-6 0 0,3-2 0,1 0 0,-1-2 0,-2 1 451,2-3 1,-2 0-1,-1 0 1,1 0-227,5 1 0,2 0 0,-2 1 0,-1 0 225,2-3 0,-2 1 0,-4 4 44,3 1 1,-6 10-175,-10 19 0,-5 4 219,8-3-284,-7-1 1,4 5 0,1-6-166,18-6 0,2-6 928,-4 6 1,3-3-952,-10-8 1,5-2-1,0-2 1,-2-2-72,7-3 0,-1-4 0,2 1 251,-6 4 1,3-1-1,-1 1 1,-3-1-68,2-2 0,-3-1 0,0 3 209,-1 6 1,-1 3 0,-8 0 3066,1-1-2715,-7 9 0,4 0-1286,13-6 0,-1-2 725,-16 1 0,2-1 210,12-3 0,6-3 0,-1-1-373,-8 2 1,-1-1 0,-1 0 297,11-3 0,1 1 312,-3 7 0,2 3 0,1-1 122,-3 0 1,0-1 0,3-2-246,-8-2 0,3-2 0,1-1 0,0-2 0,2 0-396,-3-2 0,1 0 0,1-2 1,0-1-1,-1 1 0,-2-1 117,8-3 0,-3 1 0,-1-2 0,1-1-360,2-4 0,1-3 0,-2 2 1,-6 5-1325,3 6 1,-4 4 988,-1-6 1,-3 7 649,-6 19 0,-5 7 0,-10 15 0,-4-6 0,0 0 0</inkml:trace>
  <inkml:trace contextRef="#ctx0" brushRef="#br0" timeOffset="-168713.46">19040 8094 7533,'-20'-7'2608,"3"7"-1708,17 23 719,0 16-930,1 0 1,1 9 0,1 4-1004,-1-13 1,0 2-1,1 2 1,0 2-1,-1 2 404,-1-7 0,1 2 0,-1 3 0,0 0 0,0 1 0,0 1 0,-1 0 0,1 0-208,0-2 1,0 2 0,0 0 0,0 0 0,-1 1 0,1-1 0,-1 0 0,1 0 0,-1-1 150,-1 3 1,1 0 0,-1 0 0,0-1 0,0 0-1,0 0 1,0-2 0,0 0-150,0 0 0,0 0 1,0 0-1,0-1 1,0-2-1,0-2 0,0-3-502,-1 9 0,0-4 0,1-3 1,0-4-1002,3 4 0,2-7 1619,3-6 0,0-38 0,-2-3 0</inkml:trace>
  <inkml:trace contextRef="#ctx0" brushRef="#br0" timeOffset="-168113.46">19028 8193 8072,'5'-26'1092,"-1"1"0,18-4 0,10 4 0,4 9 0,7 5 0,2 0-685,-1 0 0,3 2 0,2 0 0,0 0-281,-6 3 0,1 1 0,0 0 0,1 1 0,-1 0-90,0 0 0,1 1 0,-1 1 0,-1 0 0,-1 0 9,5 1 0,-1 1 1,-1 0-1,-2 1 75,6 2 0,-1 2 0,-3 0 332,-10 0 1,-2 2-1,-2 0 88,2 2 0,-4 1 719,7 14-539,-18 6-406,-16 2 1,-3 8-165,1-4 0,0 3 0,-1 4-354,-2 0 0,0 3 0,0 2 0,-1 1 60,1-2 0,0 2 0,-1 1 0,0 1 0,0 0-151,1-5 0,-1 0 1,0 2-1,-1-1 0,1 1 1,0-1 279,-1 2 0,0 0 0,0 0 0,-1 1 0,1-2 0,-1 0-30,0-3 0,0-1 0,-1 0 0,1 0 0,-1-1 0,2-1-273,-1 3 0,1-1 1,0 0-1,0-2 1,-1-2-503,1 1 1,-2-2 0,1-3 0,1-1-820,0 15 1,-2-8 1455,-17-1 0,9-41 0,-8-14 0</inkml:trace>
  <inkml:trace contextRef="#ctx0" brushRef="#br0" timeOffset="-167863.46">19449 10200 7533,'-45'3'1092,"-1"0"0,11-2 0,15-1 546,42-2 0,18-2-819,-6-1 0,5-3 0,3-1 0,2 1-164,-1 1 0,3 0 1,1 1-1,1-1 0,-1 0-109,-5 0 0,0-1 0,1 0 0,-1 1 0,-1 0 0,-1 1-1111,9 0 1,0 1 0,-3 1 0,-3 0-529,2-1 1,-4 1 0,-4 2 623,-4 2 0,-5 0 1,-5-6-1,-18-1 1</inkml:trace>
  <inkml:trace contextRef="#ctx0" brushRef="#br0" timeOffset="-130525.46">23181 10572 7982,'-14'-7'3239,"3"1"-2790,11 6 2070,0 0-1979,16 0-361,5 0-179,22 0-269,1 6 449,-6 1 179,-13 11 361,-19 7-180,-24 17-226,5-19 1,0 0-90,-1-1 0,1 0 135,-4 13-630,33-21-1529,17-3 160,-3-15 1,2-3 1555,-2 4 1,-2-2 0,16-13 0,-15 6 0</inkml:trace>
  <inkml:trace contextRef="#ctx0" brushRef="#br0" timeOffset="-129995.46">22933 10622 7533,'-7'-7'2428,"-4"1"-1888,10 6 449,-4 22-629,5-5 0,-3 18 0,0 4-675,2-5 465,-4 0 0,-2 6 0,2-6-60,3 2-135,-7 12 0,1 0-45,7-16-738,-2 0 0,0-1 828,3-4 0,6-2 0,1-14 0</inkml:trace>
  <inkml:trace contextRef="#ctx0" brushRef="#br0" timeOffset="-129496.46">23181 10497 7533,'-14'0'2338,"3"0"-1888,11 0 899,0 6-539,11 1-630,-3 0 0,21-2 0,-14-5 89,25 0-89,-23-5-629,23 3 89,-25-3 180,8 5-90,-10 0 90,-1 11 90,-5-3 270,-7 21 0,-7-8-90,-4 2 0,-1 1 90,-4-1 224,2 3 1,0-1-45,5-14 360,-2 22-361,11-19-179,6 0-360,12-3 270,2-11-899,5 0 179,-1 0 630,11 0 0,-11 0 0,10 0 0</inkml:trace>
  <inkml:trace contextRef="#ctx0" brushRef="#br0" timeOffset="-125163.46">19338 9283 0,'-25'0'240,"0"6"3036,0-5-2311,6 5 1163,1-6-1318,11 0 769,18-16-590,21-5 649,-5 5 0,3 0-1040,6 3 0,2 1-508,5 2 0,1 3-90,2 2 0,2 3 45,1-1 0,1 0 134,-5 1 1,-2-1 90,-7 0 0,-3-1 270,4-9 89,-26 7-629,-40 0-360,3 8 1,-4 2-91,-10 1 0,-3 2 300,9-1 0,-2 0 1,1 1 149,-13 3 0,1 0 449,0-1 1,2-1 89,8-2 1,5 1 360,-7 5-990,34-11 900,53-13-406,-9 0 1,5-2-285,-9 2 0,2-1 0,-2 1-624,11-2 1,-2 1 503,-5-1 0,-1-1 135,-4 3 0,-2 0-45,-7-2 0,-2 2 134,3 2 1,-3 0 405,-11-1-990,-41 22 45,0 3 1,-5 3 14,3-3 0,-1 2 0,0-1 300,-1 0 0,1 1 0,1-1 998,-5 4 1,4-2 620,-4-5-450,36-12-989,24-7 180,21-11-1020,-17 7 0,5-2 1,1 1 34,0 1 0,1-1 1,0 1-469,7-3 1,1 1 0,-2 3 545,2 1 1,-3 5 0,-7 3 0,-3 3 0,2 11 0</inkml:trace>
  <inkml:trace contextRef="#ctx0" brushRef="#br0" timeOffset="-122479.46">22920 12877 8522,'-13'7'2429,"-3"4"-630,15 24-1350,-3-8 1,2 3-315,4 18 0,2 4-75,-3-17 0,0 1 0,-2 0-180,-1-1 0,-2-2 0,-1 0-285,-4 7 1,-3-6-1395,-14-8 539,19-52 1,7-17 629,5 8 1,4-4-1,2-1 370,-1 3 1,0-3-1,2 1 1,1 2 558,4-5 1,2 2 0,1 5 824,4 1 1,1 7 1214,13 9-2069,-14 31-360,-11 19-450,-24 6 450,1-6 180,-19-3 809,10-15-629,5-2 1938,3-6-1848,11-1 359,11 7-629,8 24-585,-3-12 1,0 3-451,3 7 1,-1 1 944,-1-8 0,-2-2 0,10 16 0,-7-23 0</inkml:trace>
  <inkml:trace contextRef="#ctx0" brushRef="#br0" timeOffset="-122179.46">23267 13063 7533,'-17'36'3276,"8"3"-1335,26-6-3740,17-21 719,-8-20 1,-1-9 494,-6-4 1,-6-3 764,-13-22 2338,-32 33-880,9 24 0,1 9-443,-3 15 1,6 6-1511,8-1 0,8-1-180,9-6 1,7-4 494,27-1 0,-1-22 0,-10-6 0</inkml:trace>
  <inkml:trace contextRef="#ctx0" brushRef="#br0" timeOffset="-121779.46">23590 12976 7533,'-22'15'1092,"0"-1"0,1 14 0,5 5 546,3 8 0,6 2-1002,4 3 1,6-2-952,10-11 1,5-10-496,16-29 450,-10-20 0,-5-11 405,-9-5 0,-6-1 270,-7 2 0,-7 6-135,-28 5-1395,14 38 1,2 8 1214,-4 15 0,16 10 0,23-23 0</inkml:trace>
  <inkml:trace contextRef="#ctx0" brushRef="#br0" timeOffset="-121463.46">23702 13039 10591,'26'2'1619,"-8"35"-1214,-18 7 0,-6 6-375,1-9 0,-2 2 0,0 0-450,0 0 0,1 0 0,-2-3-480,-4 7 1,1-5 176,4 5 1,1-47-1,6-14 1</inkml:trace>
  <inkml:trace contextRef="#ctx0" brushRef="#br0" timeOffset="-121074.46">23764 13100 7533,'0'-19'1709,"0"7"-1889,5 1 540,-4 9 989,5-3 90,-1 5-989,2 0-630,11-6 0,-4 5 450,-2-4 90,0 16 89,-11 8-629,-1 18-89,-18 1-271,6-16 0,-2-1-2608,-18 17 3148,13-18 0,8-3 0,11-17 0</inkml:trace>
  <inkml:trace contextRef="#ctx0" brushRef="#br0" timeOffset="-120729.46">23888 13162 12930,'25'1'-540,"1"0"0,22-8-1169,-28-24 1080,-3-7 898,-34-1 1081,-3 20 1348,-17 42-1664,22 2 1,3 3-1440,1 4 0,4 1-90,11-1 1,4-4 494,1-2 0,15-9 0,-12-17 0</inkml:trace>
  <inkml:trace contextRef="#ctx0" brushRef="#br0" timeOffset="-120446.46">24098 13051 9242,'-13'42'1638,"6"-17"0,3 0 1638,9 15-5960,7-21-105,13-38 2429,2-16 1260,3-2 2248,-11 47-1529,-6 30-1979,-10-8 0,-1 1 360,1-7 0,0-1 0,3 9 0,7-22 0</inkml:trace>
  <inkml:trace contextRef="#ctx0" brushRef="#br0" timeOffset="-115663.46">18855 8193 7533,'-19'-22'1169,"0"0"0,-17-10 2107,5 9-1874,16 32 307,4 23-890,20-5 0,11 6 0,5 4 0,0 1-1106,-4-5 1,2 2 0,2 2 0,1 0 0,1 2 0,2 0 475,-4-5 1,2 2 0,0 0 0,2 1 0,0 0 0,1 1 0,0 0 0,1 1 0,-2-2-217,0 0 0,1 1 1,0-1-1,1 2 1,-1-1-1,1 0 0,-1-1 1,-1 0-1,0-2 1,-2-1 51,4 5 1,-1-3 0,-1 0-1,0-2 1,-1 1 0,1 0-1,-1 1-145,3 3 1,2 3 0,0 1 0,-1-2-1,-1-1 1,-4-5 0,-4-4 209,6 10 0,-2-2-286,-5-7 0,2 6 0,2 1 1,-3-1-1,-3-8 196,-1 2 0,-1-1-534,2 8 1,1 5-1,-4-8-455,-2-3-283,-5 0 0,-4-4-527,-6-13-653,-11 1 2452,-2-11 0,-18-12 0,0 0 0</inkml:trace>
  <inkml:trace contextRef="#ctx0" brushRef="#br0" timeOffset="-115279.46">18644 8019 7533,'-41'-20'3276,"8"14"-1676,48 35 0,20 17-945,-12-17 0,5 4 1,3 2-1,2 1 0,1 3-783,-5-6 0,2 3 1,1 1-1,0 2 1,2-1-1,-1 1 1,0-2-1,-2-1 218,1-2 0,-1 0 0,-1-2 0,0 0 0,1 1 0,1 0 0,1 2-6,-2-1 1,2 2 0,0 0-1,2 1 1,-1 0 0,0 0-1,-1-1 1,0-1 0,-3-3 79,4 4 1,-1-2 0,-2-2 0,0 0 0,1 0 0,1 3-382,1-1 1,1 2 0,0 0 0,1 1 0,-1-1 0,-1-2 0,-1-1 198,2 3 0,-1-2 0,-1-2 0,0 0 0,-2 0-769,6 6 0,1 0 0,-4-3 0,-6-4-852,-5-2 1,-4-3-1,7 4 1,-3-3 818,-11-4 1,-19-30 0,-12-12 0</inkml:trace>
  <inkml:trace contextRef="#ctx0" brushRef="#br0" timeOffset="-114826.46">19102 7647 7533,'13'14'1092,"8"13"0,9 10 0,4 6-624,-11-15 0,3 2 0,1 2 0,1 2 0,2 1 0,0 1 0,0 0-256,-1-1 0,2 1 0,0 1 0,0 1 0,1 1 1,0 0-1,1 0 0,-1 0 0,0 0-51,-3-2 1,1 0 0,0 0 0,0 1 0,0 0 0,0-1 0,0 1 0,0-1 0,-1 0 0,1-1-92,1 2 0,0-1 0,0 1 0,0-1 0,0-1 0,0 1 0,-1-1 0,-1-1 0,-2 0-264,4 4 0,-2 1 0,-1-2 1,0 0-1,-2 0 0,0-2 1,-1-2-463,4 4 1,-2-1-1,-1-2 1,-1-2 0,-4 0-438,3 9 1,-4-2 0,-2-5 798,3-2 0,-7-7 0,-13-8 1,-2-13-1</inkml:trace>
  <inkml:trace contextRef="#ctx0" brushRef="#br0" timeOffset="-114225.46">18384 8515 7533,'8'42'546,"0"-1"0,1 0 0,6 2 0,3 1 0,4 2 0,4 3-137,-6-13 1,3 2-1,2 2 1,1 1-1,2 1 1,0-1 0,1-1-1,0-1-526,0-1 1,0-1-1,1-1 1,1 1 0,0-1-1,2-1 1,1 1-1,1-1 287,-3-4 1,1 1 0,1-1 0,1 1 0,1-1 0,0 0 0,1-2 0,0 1 0,-1-2 0,0-1-14,6 2 1,0-1-1,0-2 1,0-1-1,1 0 1,-1 0-1,-1-1 1,0 1-311,2 1 0,-1 0 0,1 0 0,-2-1 0,0 1 0,-1-1 0,-2 0-207,0 0 0,0 1 1,-2-1-1,-1 0 0,-4 0 1,-2 1-734,7 12 1,-6 0 0,-7 0 864,-4 10 0,-9-2 0,-8-15 0,-4-2 0,-5 7 1</inkml:trace>
  <inkml:trace contextRef="#ctx0" brushRef="#br0" timeOffset="-110879.46">10773 13956 0,'-24'18'0,"0"-1"0,3 6 0,2 4 1030,1 1 1,1 5 0,3-3-716,3-1 0,2 1 740,-3 19 1,7-2-786,16-5 492,2-12 0,4 0-717,12 4 0,4-1-270,1-1 0,-1 0 135,-3 1 0,-4 3 45,-4 4 0,-9 3 1372,-15-5 0,-6 1-1237,3 0 0,-5-1-135,-17 4 0,-5-7-585,8-15 0,-1-5 845,-3 0 0,1-7 0,-9-21 0,12-13 0</inkml:trace>
  <inkml:trace contextRef="#ctx0" brushRef="#br0" timeOffset="-110746.46">10822 14092 7533,'11'-14'3276,"20"9"-3176,8 11 0,-14 0 1,0 1-1,17 5 1</inkml:trace>
  <inkml:trace contextRef="#ctx0" brushRef="#br0" timeOffset="-110596.46">11231 14625 7533,'-20'36'819,"8"8"0,1-4 0,4 1 0</inkml:trace>
  <inkml:trace contextRef="#ctx0" brushRef="#br0" timeOffset="-107962.46">12124 14166 7533,'-6'-24'1979,"5"4"-990,-5 8 270,6 17-674,3 28 0,0 14-346,-2-7 1,-1 3 0,0 4-622,1-7 1,1 3-1,-1 2 1,0 0 0,0-1 309,-2-2 0,0 0 0,0-1 0,-1 0 0,1-2-446,1 6 1,0-1 0,0-2 0,-1-5-873,-4 12 1,4-18 1389,7-27 0,1-38 0,-1 7 0,0-1 0</inkml:trace>
  <inkml:trace contextRef="#ctx0" brushRef="#br0" timeOffset="-107713.46">12148 14278 7533,'13'-37'3238,"10"5"-1979,20 18-899,-4 18 0,2 10-240,-12 2 0,0 6 0,-2 2-424,5 9 1,-1 4 0,-7 5 303,-11-5 0,-4 3 0,-4 2 0,-4 0-452,-6 2 0,-6 2 0,-3-1 0,1-3 512,0 2 0,-2-2 0,-5-2-15,-4-6 0,-6 0 0,-1-3 0,1-6-630,-9-4 0,0-5-1054,2 2 1,1-4 1412,6-9 0,7-8 0,18-32 0,12-4 0</inkml:trace>
  <inkml:trace contextRef="#ctx0" brushRef="#br0" timeOffset="-107442.46">12831 13993 7533,'0'-35'3276,"0"8"-2505,0 27 1568,-11 11-1485,-6 16 1,-2 9-555,1-5 0,0 2 0,1 1-420,1 5 0,0 1 0,7-2-870,5 10 1,14-9 989,26-19 0,9-11 0,-9-8 0,1-5 0,9-5 0,0 0 0</inkml:trace>
  <inkml:trace contextRef="#ctx0" brushRef="#br0" timeOffset="-106409.46">12198 13447 7533,'0'-13'3276,"0"35"-1901,3 9 0,0 7-1405,-4-4 0,-1 3 0,0 0-450,4 5 1,0 1-1,-1-2-734,-5 9 0,2-5 1214,4-15 0,2-5 0,2-9 0,7-22 0</inkml:trace>
  <inkml:trace contextRef="#ctx0" brushRef="#br0" timeOffset="-106146.46">12372 13484 7533,'0'-31'3276,"22"6"0,22 13-2865,-15 11 1,1 7-1087,-1 11 1,-7 7 224,-13 12 1,-11 4 688,-6-8 1,-4 1 0,-1-1 659,-7 14 1,4-4 0,9 7-2539,36-44 1,10-10 1540,-1-1 1,1-4 0,8-7 0,-3-2-1,-17 7 1,-1-1 0</inkml:trace>
  <inkml:trace contextRef="#ctx0" brushRef="#br0" timeOffset="-104929.46">12930 14885 10411,'3'27'1092,"1"0"0,0 4 0,-3 1-1696,-10 3 1,-4 0 603,3-2 0,-2-3 0,-6-8 0,-1-2 0,-11 11 0</inkml:trace>
  <inkml:trace contextRef="#ctx0" brushRef="#br0" timeOffset="-88844.46">25127 12518 7533,'-19'-13'2428,"6"7"-1168,8-5-1,5 20-540,5 0 91,19 15-810,3-4-270,-1-13 0,2-2-3007,12 1 2623,-3-12 204,-8-1 1080,-10 0 719,-5 7 180,-3 18-1169,-11-9 899,11 14 2017,19-22-2499,-5-6 1,1-1-598,21 2 314,-17-5 1,-2 2 315,5 12-360,4 2-1620,-6 5-1168,-6-11 2338,5-18 0,-10-6 0,4-12 0</inkml:trace>
  <inkml:trace contextRef="#ctx0" brushRef="#br0" timeOffset="-87629.46">15408 12654 7533,'-12'-25'1979,"-1"-5"-270,-4-13 1259,3 15-1079,18 9-1080,7 36 1,4 13-361,3-2 1,4 2 0,0 2-319,3 7 1,0 2 0,1 0 48,0-2 0,1 0 0,1-4-270,-2-8 0,1-2 0,0-8-90,8-7 0,-1-13-495,-1-20 1,-4-11 404,-5-4 0,-4-3 765,-6 2 0,-3 7 764,-6 20-450,-5 31 1,-1 13-153,4 4 0,5 1-567,9-2 0,9-7-135,9-13 0,6-12 15,-8-11 0,1-9 0,-1-1 30,-2 0 0,-1-3 0,-1 0 509,-3-2 1,-1-1 0,-3 2 524,-2 3 1,-3 1 224,6-15-1529,1-4-1369,-6 6 1,1-2-1,-4 3 1,-1 1 982,5 1 1,-4 2-1,-8 2 1,-1 6 0</inkml:trace>
  <inkml:trace contextRef="#ctx0" brushRef="#br0" timeOffset="-84359.46">25474 10398 7533,'-32'0'2158,"-14"0"-1708,22 0 90,-2 3 0,1 0-181,9-2 451,-24 16-270,24-14-91,-2 11 1,-4 5 0,1-4 0,-2 3-121,2 5 1,0 5 0,0-1-105,-6 3 0,2 2 44,5 2 1,2 4 0,3-5-340,4-7 1,2-1 294,-2 19 0,4-1-405,1-8 135,6 3 0,0-1-45,0-11 225,5 7 0,1 1 494,2 6-449,10 0 90,-9-13 0,0-3 0,11-2-90,-6 2 0,2-1-1,5-7-134,-4 5 0,0-3 135,-2-14-180,20 29 90,-20-29 0,14 18 90,1-9-180,-8-5-135,4 1 0,-1-1 135,-7-7 70,9 2 0,3 0-250,9-3 315,-8-2 0,0-2-225,1-2 0,-2 0-90,2-1 0,-2 0 180,16-11-135,-16 6 0,-2 0 135,-5 3 45,1-7 0,-2-1 45,-13 7 90,11-14 0,-1-3-90,-8 8 0,8-16 0,2-3-180,0-5 90,-9 4 0,0 0 0,-2 15 0,-2 1 179,-3-10 1,-3 3-180,4 1 225,-5 0 0,-2 0-135,-5 0 0,3-2 0,-1-1-180,-8-4 90,5 1 0,2 0 0,-2-1 270,1 1 0,1 1-90,-2 4 224,-1 0 1,-2 2-135,-4 6 225,-5 1 0,-2 2-226,-2 4-134,-9 4 0,-5 4-135,2 2 0,0 4-315,-9 6 1,-2 1-316,-1-5 0,2 1-1009,6 6 1,3 6 1528,4 8 0,2 3 0,7-7 0,2 2 0,3 13 0,0-1 0</inkml:trace>
  <inkml:trace contextRef="#ctx0" brushRef="#br0" timeOffset="-82779.46">15842 10622 7533,'-12'-7'539,"-6"-5"721,-1 0-1,-6-7 0,6-6-359,-10 6-1,-14 6-449,12 19 0,-1 5 44,-7 6 1,2 5-255,11-2 0,1 3 0,1 2-91,2 3 1,1 1 0,2 1-60,3 0 0,1 2 0,2 0-102,1 2 1,2 1 0,2 0 71,2 1 0,2 0 0,2-2-319,0 9 1,4-2 258,-1-1 0,4-2 90,5-4 0,4-2-180,5-2 0,5-1 90,5 3 0,5-2-90,8-4 0,3-4-90,1-5 0,2-2-15,-13-6 1,3-1-1,-1-1 165,-1-1 0,-1-1 0,1-3 150,2-2 0,-1-1 0,0-3 90,-3-2 0,-1-2 0,-1-3-151,0-5 1,0-3 0,-4-1-105,6-9 1,-3-2 88,1-3 1,-5-5-75,-12 8 0,-3-3 1,-1-1 178,0-2 1,-2-1 0,-3-3 57,-4 3 0,-3-3 1,-3-1-1,-3 2 18,-2 1 0,-4 0 0,-3 2 0,-2 1-23,-6-1 0,-3 1 1,-3 2-1,-2 4-360,-2 4 1,-2 2 0,-1 3 0,-1 4-406,0 3 1,-2 3 0,1 3 0,0 4-531,-7 5 1,2 6 0,2 4 930,8 2 1,2 3-1,4 2 1,-2 7-1,6 1 1,1 15 0</inkml:trace>
  <inkml:trace contextRef="#ctx0" brushRef="#br0" timeOffset="-80113.46">15433 12840 9512,'37'-23'3058,"-9"2"-2459,4 8 1,9-1 0,2 0-645,1-4 1,2-1 0,1 1 336,-5 5 0,2 1 1,0 0-1,0 0-157,1-1 0,0-2 0,-1 1 0,-3 3-75,-2 3 0,-4 2 0,-1 0 209,4 0 1,-8 2 330,-10 4-3877,-8 0 3114,-34 16 0,4-1 0,-3 0 0,1 0 0</inkml:trace>
  <inkml:trace contextRef="#ctx0" brushRef="#br0" timeOffset="-79396.46">25176 12543 7533,'-26'-25'3276,"3"0"-975,16 0-143,23 0-520,13 14 0,9 3-601,-1 1 0,5 1 0,-2 1-1490,9 1 1,0 1 872,0 1 0,2 0 0,-3 1-330,-2 1 0,0 0-420,-5-2 0,2 0 0,-1 0-1309,7-1 1,-3 0-1,-16-1 1,-5 1 892,-3-3 1,-28 12 0,-1 0 0</inkml:trace>
  <inkml:trace contextRef="#ctx0" brushRef="#br0" timeOffset="-77618.46">13673 14030 0,'11'-30'0,"3"4"0,11-5 0</inkml:trace>
  <inkml:trace contextRef="#ctx0" brushRef="#br0" timeOffset="-77543.46">13723 13943 6633,'0'19'120,"0"-1"0,0-5 0</inkml:trace>
  <inkml:trace contextRef="#ctx0" brushRef="#br0" timeOffset="-77279.46">13760 13881 7533,'-32'6'3276,"13"17"-1638,14 6 0,4 8-734,2 5 0,2 6 0,0 3-1459,-1-11 1,0 3 0,-1 1 0,0 2 0,0-1 599,-1-3 0,-1 0 0,0 1 0,0 1 0,-1-2 0,1 0-135,1 6 0,0 1 0,0-2 0,-1-1 0,0-3-451,-4 12 1,-1-3 0,6-10-1099,7-10 1,2-16 1359,12-54 1,-8 8 0,0-2-1,-1-10 1,0 0 0</inkml:trace>
  <inkml:trace contextRef="#ctx0" brushRef="#br0" timeOffset="-77143.46">13797 14588 7533,'0'-43'3276,"0"10"0,22-8-3269,0 24 0,6 2-1491,11-4 0,4 1 1357,0 4 0,-2 2 1,-5-3-1,-4 1 0,9-6 1</inkml:trace>
  <inkml:trace contextRef="#ctx0" brushRef="#br0" timeOffset="-76963.46">14219 14043 7533,'-13'-21'3276,"-5"54"-2184,11-4 0,1 8 0,0 3-586,1-4 1,0 2-1,0 4 1,0 0 0,0-1-1163,1 5 1,-1 0-1,1 1 1,1-1 0,0 0 430,1-3 1,0 0 0,1 0 0,0-3 0,0-2 0,0 8 0,1-4 0,2-5-1,5-7 1,-1 1 0</inkml:trace>
  <inkml:trace contextRef="#ctx0" brushRef="#br0" timeOffset="-76676.46">14529 13980 7533,'-20'-20'3276,"-14"3"-1638,12 38 0,0 13-546,2-5 0,0 4 0,2 2-741,2 5 1,3 3 0,7-1-802,8-4 1,5 0-1,8-8 450,18-6 0,7-12 0,2-10 0,1-8 0,-1-9 0,-1-1 0</inkml:trace>
  <inkml:trace contextRef="#ctx0" brushRef="#br0" timeOffset="-75359.46">13871 13361 8702,'-7'-14'3276,"2"25"-2261,4 20 1,2 10-1016,-2-8 0,-1 2 0,-1 1-478,0 10 1,-1 1-1,-1-2-212,0-9 1,1-1-1,-1-4 34,1 3 1,1-8-1,5-15 1,10-24 0</inkml:trace>
  <inkml:trace contextRef="#ctx0" brushRef="#br0" timeOffset="-75079.46">14181 13187 9691,'-11'38'468,"0"-1"0,0 1 0,0-1 0,2 1 0,0-1 0,1 0 0,3 0 299,1 10 0,3-1 0,4-4-1172,6 9 1,8-18-226,8-35 0,1-13 0,-2-9 1,-8-7 629,-6-3 0,-13 2 135,-16 14 0,-6 11-810,-8 31 1,0 13 674,2-11 0,4 3 0,6 15 0,8-1 0,7-6 0</inkml:trace>
  <inkml:trace contextRef="#ctx0" brushRef="#br0" timeOffset="-74659.46">14615 14922 12030,'4'31'479,"-1"-1"1,-14 9 0,-5 2-480,0 2 0,-4-2 0,-7-4 0,-2-4 0,4-7 0,1 0 0</inkml:trace>
  <inkml:trace contextRef="#ctx0" brushRef="#br0" timeOffset="-72846.46">16214 12258 0,'-17'-13'3209,"8"1"67,-2 5-603,22 29-1819,6 6 1,2 6-540,1 10 0,1 3 34,-5-18 1,1 0 0,0 2-410,3 12 0,-1 3 0,0-3-718,-5-9 1,0-3 0,-1 1 747,2 2 0,0 0 0,-1 0-1063,1 2 1,-2 1 0,-1-8 775,3-2 1,-5 0 0,-2-3 0,-2-12 0</inkml:trace>
  <inkml:trace contextRef="#ctx0" brushRef="#br0" timeOffset="-72658.46">16711 12381 7533,'-3'-28'1638,"0"-1"0,-20 3 0,-5 45 0,-5 19-819,7-5 0,-2 5 0,-1 4 0,0 1-1012,6-7 0,-1 3 0,0 2 1,0-1-1,1 1 0,1-2 0,-2 1 1,1 0-1,1 0 0,0-1 0,1 0 1,3-3-1,-1 0 0,1 0 0,-1 0 1,1 0-1</inkml:trace>
  <inkml:trace contextRef="#ctx0" brushRef="#br0" timeOffset="-67763.46">15259 14043 7533,'-26'0'3148,"8"0"-1259,13 0-450,10 0-270,13 5-629,11-4 0,7-1-1170,-4 1 0,3 0 1,0-3 106,5-4 1,2-3 0,-1 1-571,-4 3 1,-1 0 0,-3-2 848,-2-6 0,-7 3 0,-13 10 0,-25 7 0</inkml:trace>
  <inkml:trace contextRef="#ctx0" brushRef="#br0" timeOffset="-67579.46">15458 14043 7533,'-44'12'1638,"18"1"0,4 3 393,-1 17-817,11-8 0,2 5-675,8 5 1,3 5 0,0-4-1596,-1-1 0,0 1 1078,0 4 1,0 7-1,0 1 1,0-7-373,0-2 0,0-1-78,0 3 1,0 8 0,0-1 0,0-7 427,0-2 0,0-2-1093,2 8 1,0 5 0,0-7-202,-2-16 1,1-3 1293,2 5 0,0-5 0,-3-13 0,0-18 0</inkml:trace>
  <inkml:trace contextRef="#ctx0" brushRef="#br0" timeOffset="-67445.46">15309 14749 6535,'6'-36'3276,"6"3"0,7 1-1246,6 3-1761,2 19 1,4 1-1080,-7-3 1,1-1-830,23 1 1,0 0 1395,-23 2 1,-1 0-1,9-1 1,-2-1-1,0-8 1</inkml:trace>
  <inkml:trace contextRef="#ctx0" brushRef="#br0" timeOffset="-67092.46">16066 13819 7533,'-31'0'1638,"7"22"0,0 6 1202,-6 6-2793,12-4 0,-2 9 0,0 3 0,5-4 762,4 0 1,3-2 0,0 1-451,-5 10 1,-1 0 0,6-3-360,5 3 0,13-10-628,13-16 1,7-11 627,8-15 0,1-7 0,-4 5 0,-2-4 0,-1-10 0,-1 1 0</inkml:trace>
  <inkml:trace contextRef="#ctx0" brushRef="#br0" timeOffset="-66497.46">15321 13311 9961,'-6'39'1092,"0"-1"0,2 9 0,1 1-1375,1-12 1,0 1 0,1-1 282,3 16 0,1-5 0,-2-19 0,-1-5 0,6 5 0</inkml:trace>
  <inkml:trace contextRef="#ctx0" brushRef="#br0" timeOffset="-66025.46">15594 13274 9512,'-19'5'3276,"1"2"-2775,11 6 39,-4 16-540,4-13-45,1 9 0,0 1-135,-1 3 225,3-2 0,2 0-405,14 6 270,-10-3 1,31-6 89,-16-16-45,6 2 0,1 2-405,3 2 360,4 22 0,-25-9 450,-18 20-180,-20-14-180,5-7 90,-13-10-270,19-16 270,2-11-990,8-30 810,16 10-586,5-8 0,4-2 496,-1 17 1,1-1-1,8-15 0,-1-3 225,-4 7 0,-2 1 90,-4 3 0,-3 1 1124,-2-17-180,-35 28-809,-6 26-225,13 5 0,0 4-623,-8 18 0,6 8 1,5-9-1</inkml:trace>
  <inkml:trace contextRef="#ctx0" brushRef="#br0" timeOffset="-65412.46">16177 14910 12930,'-9'23'599,"0"1"1,-5 7 0,-2 1-600,-6 7 0,0-1 0,2-2 0,0-3 0,-1-6 0,1 0 0</inkml:trace>
  <inkml:trace contextRef="#ctx0" brushRef="#br0" timeOffset="-64429.46">16982 13757 7533,'-13'-14'3276,"-4"9"-1766,13 29 0,2 14-1240,-6-2 0,-2 4 0,-1 4-591,3-8 1,0 4 0,-1 1-1,0 1 1,-1 0 356,-2 2 0,0 0 0,-2 1 0,1 0 0,1-1-432,1-3 0,0 1 0,1-2 1,0 0-1,-1-4-697,-4 10 1,0-4 0,4-4 898,4-1 0,7-15 0,7-23 0,12-26 0</inkml:trace>
  <inkml:trace contextRef="#ctx0" brushRef="#br0" timeOffset="-64243.46">16847 14117 3500,'17'-31'3148,"-13"16"128,23 21-1998,-19 10-424,3 20 1,1 8-1491,-2-9 1,1 2 0,-1-1 575,-3-5 0,0 1 0,0 2-345,3 6 0,0 3 0,1 2 1,-2-2-416,-1-4 1,-1-1 0,-1 0 0,-1 0-274,1 10 1,-1 0 0,0-1 1090,0-2 0,-1-2 0,-4-7 0,-12 4 0,-1-27 0</inkml:trace>
  <inkml:trace contextRef="#ctx0" brushRef="#br0" timeOffset="-64129.46">16872 14674 7533,'-4'-30'1638,"1"0"0,14-17-1567,7 19 0,6 2-71,4 4 0,3 2 0,1 3 0,-1 1 0,-4-2 0,0 0 0</inkml:trace>
  <inkml:trace contextRef="#ctx0" brushRef="#br0" timeOffset="-63759.46">17404 13856 7533,'-5'-19'3276,"3"7"-436,-25 28-2615,10 7 0,0 4 0,-8 5 0,0 2-90,2 1 0,7-1-585,15 3-450,34-20 270,-8-14 1,2-1-181,17 16 721,-43 14 44,-15-7 0,-10-1-855,-12 1 1,-4-4 899,10-4 0,-1-3 0,-1-3 0,1-5 0,-1-6 0</inkml:trace>
  <inkml:trace contextRef="#ctx0" brushRef="#br0" timeOffset="-63312.46">16847 13249 0,'-12'-36'3276,"-1"14"0,6 26-1638,3 22 0,3 10-1702,-1-1 1,0 4-1,0 2-602,2 5 1,0 1-1,-1-1 666,-1-7 0,-1 0 0,2-3 0,3 6 0,2-5 0,3 4 0</inkml:trace>
  <inkml:trace contextRef="#ctx0" brushRef="#br0" timeOffset="-62962.46">17168 13162 7533,'-44'-8'3276,"13"4"-1638,12 21 0,3 6-545,1 2-598,0 10 0,1 4-405,5-12 0,4 0-450,4 1 0,6-4-1259,27-6 494,-4-36 1,2-12 374,-8 5 1,0-1 0,-3-2 1153,6-13 1,-6 4 2384,-6 5-1485,-18 53 0,-4 19-735,1 0 1,-2 6 0,2 1-868,2-6 0,1 1 0,1 1 0,0-2 0,-1 7 0,1-2 0,2-1 0,2-10 1,0 1-1,0-1 0</inkml:trace>
  <inkml:trace contextRef="#ctx0" brushRef="#br0" timeOffset="-41990.46">18136 13931 11490,'3'48'655,"1"0"0,-2-9 1,0 4-1,-1 1 0,-1-3 22,-3 3 0,-1-1 0,0 1-1425,3-4 1,1 1 0,0 1 0,-2-3 717,-3 5 0,-1-2 0,1-2-825,4 5 1,1-4 846,-3-13 1,0-2-3270,3 14 2935,0-46 0,0-13 0,0-12 0</inkml:trace>
  <inkml:trace contextRef="#ctx0" brushRef="#br0" timeOffset="-41729.46">18136 13931 7533,'26'0'3276,"14"5"-706,-18 2-1806,9 4 1,1 2-1479,0 7 714,9 5 0,-2 2-3277,-13 4 2979,0-6 0,-1 2 253,-14-3 0,-2 1 277,1 5 0,-1 3-187,-3 9 0,-5 3 90,-10-1 0,-6 0-383,3-10 1,-3 1-1,-3-1 458,-5-3 0,-2-2 0,-2 1-150,0 2 0,-2 1 0,-1-1-720,-7 1 0,-1-2 1,2-2 164,0 0 0,2-3 225,-3 0 1,5-7-2970,14-13 3175,11-17 1,7-3 0,7-11-1</inkml:trace>
  <inkml:trace contextRef="#ctx0" brushRef="#br0" timeOffset="-41363.46">18843 14055 7533,'-14'-32'3276,"-3"13"0,5 13-654,-2 18-1723,-3 25 1,0 7-1640,6-15 1,0 4 1143,-2 6 1,-1 8 0,0 3 0,2-2-23,5-1 0,1 0 0,2 0 1,-2-2-338,-2-4 0,-1-2 0,2 0 0,2 0 45,4 7 0,3 2-1,2-4 1,2-11 554,9-1-689,9-9 1,5-8-676,6-26-36,1-14 0,-1-7-54,-16 10 1,-2-3 149,2-15 1,-1-8 0,-4-2-161,-7 8 1,-3-3 0,-2 1 0,1 1 599,1-1 1,0 1 0,-1-2 241,-3 3 1,-1-4-1,-3 3 1,-4 9 788,-7 6 0,-5 10-2430,-26 9 1619,22 24 0,3 9 0,4-1 0,4 4 0,7 8 0,1 0 0</inkml:trace>
  <inkml:trace contextRef="#ctx0" brushRef="#br0" timeOffset="-41208.46">18818 14488 7533,'-3'28'1092,"-1"0"0,0 0 0,3 0 2184,6 17-1638,1-10 0,1 0-2827,6 13 334,-2-18 1,2 2 893,-1-1 0,0-3 1,9-5-1,2 5 1</inkml:trace>
  <inkml:trace contextRef="#ctx0" brushRef="#br0" timeOffset="-41029.46">19065 14315 7533,'-14'-7'3276,"3"1"0,11 12 0,6 1-1501,12 28-1775,-3-12 0,8 18 0,-10-16 0</inkml:trace>
  <inkml:trace contextRef="#ctx0" brushRef="#br0" timeOffset="-40893.46">19102 14674 7533,'-14'34'3276,"-2"11"0,14-28 0,8 22-3080,8-18 1,5 4-1,-1-7 1</inkml:trace>
  <inkml:trace contextRef="#ctx0" brushRef="#br0" timeOffset="-37129.46">19636 14104 10411,'-13'39'1638,"6"-4"0,2 5-1171,0 3 0,1 4 0,0 1-936,1-8 1,0 1 0,0 1 0,0-1-117,1 1 0,0 0 1,1-2-1,-1-1-508,0 0 1,0-3 0,0-2 973,1 2 1,2-8 0,5-11 0,1-17 0</inkml:trace>
  <inkml:trace contextRef="#ctx0" brushRef="#br0" timeOffset="-36878.46">19623 14141 7533,'17'-19'3276,"20"18"-436,10 15-2987,-14 1 0,0 7 177,-9 2 0,-2 5 0,-1 1-787,5 6 0,-3 3 667,-5-5 0,-1 3 0,-6 1 60,-8 5 0,-6 1 0,-6 0 240,-6-2 0,-4 0 0,-2-1-120,0 4 0,-2 1 0,-2-5-31,-3-7 1,-4-3 0,1-5-1049,-12 5 0,2-8 1266,-3-2-277,-2-16 0,41-24 0,5-13 0</inkml:trace>
  <inkml:trace contextRef="#ctx0" brushRef="#br0" timeOffset="-36579.46">20380 13931 7533,'-41'27'819,"0"0"0,13 3 0,1 4 0,2-2 819,0 1 0,4 2-1636,6 1 0,3 3 1,4-6-3,3 3-220,13-11 1,6-3-1580,13-9 270,23-7 1529,-25-10 0,-1-4 0,15-12 0,-3-5 0</inkml:trace>
  <inkml:trace contextRef="#ctx0" brushRef="#br0" timeOffset="-36162.46">19586 13398 9512,'0'32'1638,"0"1"0,0 11-1612,0 1 0,0 2-1196,0-10 1,0-2 861,0-2 1,0 0 307,0-2 0,0-4 0,0-8 0,0-1 0</inkml:trace>
  <inkml:trace contextRef="#ctx0" brushRef="#br0" timeOffset="-35895.46">19809 13423 10501,'33'0'1214,"0"0"1,4 5-1710,-4-1 0,-3 5 135,-14 32 540,2-5-1039,-26 4 0,-7 1 1669,-3-2-1,-6 2 1,2-3-180,12-13 278,-6 21-998,27-38-212,30 3 302,-7-17 0,3-4 0,-4 5 0,1 0 0,1-7 0,0 0 0</inkml:trace>
  <inkml:trace contextRef="#ctx0" brushRef="#br0" timeOffset="-28546.46">21321 13894 8522,'-31'36'1638,"12"-13"0,2 3-128,-2 8 1,1 6-1732,1 0 0,-1 6 0,-1 3 0,1-2 243,0-2 1,-1 0-1,1 1 1,0 1-679,1-2 1,0 3-1,1 0 1,0-1 0,1-5-438,-3 8 1,1-3 0,2-6 927,0-1 1,7-10 0,14-19-1,7-17 1</inkml:trace>
  <inkml:trace contextRef="#ctx0" brushRef="#br0" timeOffset="-28395.46">21259 14204 7533,'4'40'1092,"-1"1"0,2 1 0,1 3 0,-2-5 0,0 3 0,1-3-2191,1 3 0,1-2 919,5 8 0,0-5-2699,2-7 2879,-2 10 0,-7-29 0,-5-6 0</inkml:trace>
  <inkml:trace contextRef="#ctx0" brushRef="#br0" timeOffset="-28274.46">21172 14576 7533,'-12'-18'3276,"5"9"-1335,7-2-1312,29 17-449,-6-5-180,19 3 0,2-2 0,-8-8 0,-2 3 0,1-1 0</inkml:trace>
  <inkml:trace contextRef="#ctx0" brushRef="#br0" timeOffset="-28096.46">21606 14179 7533,'-12'-14'3276,"5"9"0,2 22-24,5 21-3072,2-12 0,1 4-720,-2 4 0,-1 4 1,1-2-429,1-3 1,1 1-126,-2 4 1,-2 4 0,1-8-2185,0 3 2958,-5 10 1,3-29 0,-3-6 0</inkml:trace>
  <inkml:trace contextRef="#ctx0" brushRef="#br0" timeOffset="-27862.46">21644 14067 10321,'23'30'1638,"-5"-11"0,1 0-866,10 14-2037,-2-2 0,-3 1 725,-7 0-553,-8-1 1,0 7 0,-4-5-398,-5 9 1445,-8 3 0,-7 3 80,-1-19 0,-4-1 0,1-2-35,-3 2 0,0-2-458,-4 3 0,-1 2 0,5-5 368,4-4 90,-15 1 0,32-17 0,-5-6 0</inkml:trace>
  <inkml:trace contextRef="#ctx0" brushRef="#br0" timeOffset="-27662.46">21904 14191 10141,'0'30'819,"0"-1"0,2 4 0,0 3 0,0-3 601,-1-1 1,-1 1-2241,-1 2 1,0 6 0,-1 1 0,1-7-820,0-2 1,-1-2-1,-5 21 1,-3-8 1227,3-31 0,-5 0 0,0-8 0</inkml:trace>
  <inkml:trace contextRef="#ctx0" brushRef="#br0" timeOffset="-27462.46">21979 14229 9871,'12'-8'3276,"11"8"-705,-7 7-1897,4 9 1,0 3-1304,-4 4 539,0 10 0,-3 3-630,-6 1 405,-10 11 0,-5 2-624,-7-3 759,-3-4 0,-6 1-405,-5-9 1,-2-3 449,9-7 0,0 0 135,-14 5 0,3-2 0,11-9 0,-7-1 0</inkml:trace>
  <inkml:trace contextRef="#ctx0" brushRef="#br0" timeOffset="-27262.46">22326 14290 7533,'-21'-7'3276,"-1"2"0,21 5-3802,-5 17 526,12-8 0,1 20 0,5-15 0,0 4 0</inkml:trace>
  <inkml:trace contextRef="#ctx0" brushRef="#br0" timeOffset="-27128.46">22313 14588 7533,'-26'34'3276,"8"1"0,13 9-2788,9-17 1,3-2-1,1-1 1,10 10 0</inkml:trace>
  <inkml:trace contextRef="#ctx0" brushRef="#br0" timeOffset="-26079.46">22760 14253 7533,'0'-14'2788,"0"4"180,0 37-2518,0-4 134,0 16 1,0 3-923,0-17 0,0 1 697,-1 12 1,-1 6 0,-1-4-135,0-8 0,0 2-45,-1 9 0,0 6 0,-1-2-300,0-7 0,-2-2 0,1 0 120,-1 10 0,0-1-585,0 5 1,2-8 641,5-22 0,7-10 0,5-20 0</inkml:trace>
  <inkml:trace contextRef="#ctx0" brushRef="#br0" timeOffset="-25928.46">22810 14637 13020,'24'-6'359,"17"0"-359,-17 6 0,21 0 0,-25 0 0,11 0 0</inkml:trace>
  <inkml:trace contextRef="#ctx0" brushRef="#br0" timeOffset="-25745.46">23119 14352 7533,'-27'20'3276,"4"19"0,16-10-2091,1 16 0,1 3-1095,4-22 0,1 1-480,-5 18 0,-2 8 0,2-7 435,4-17 0,-1-1-1125,-3 16 1,-1 7 0,1-9 989,4 5 90,-2-11 0,0-2 0,-3-4 0,0-5 0</inkml:trace>
  <inkml:trace contextRef="#ctx0" brushRef="#br0" timeOffset="-25428.46">23255 14278 7533,'-14'-14'3276,"9"9"0,6 12-1193,16 27-1813,-15-11-315,7 6 0,-1 0 225,-7 0-585,0 0 0,-2 0 405,0 0-3277,-10 18 1697,10-26 1580,-5-4 0,1-6 0,-2-4 0</inkml:trace>
  <inkml:trace contextRef="#ctx0" brushRef="#br0" timeOffset="-25212.46">23305 14315 9781,'35'-7'3276,"-12"1"-1874,17 17-1762,-20 3 45,-3 7 0,-3 5 315,-11 0 0,-4 1 90,0-1 0,-6 0-720,-15 8 1,-4-5-91,-5-5 652,8-4 1,1 0 0,3-1 0,-6 6 0</inkml:trace>
  <inkml:trace contextRef="#ctx0" brushRef="#br1" timeOffset="-17162.46">27036 7982 8823,'-38'-13'302,"0"0"1,5 5-1,-3 1 1,-1 4-30,-1 5 1,-2 4-1,-1 3-603,3-1 1,-1 1-1,-1 3 1,0 3 522,3 2 1,0 2 0,-1 3-1,1 2 1,1 3-284,4-2 1,1 3 0,0 2 0,1 1 0,1 1-1,0 1 213,0 3 0,-1 1 0,2 2 1,0 1-1,3 1 0,1 0-58,4 1 1,1 1-1,1 2 1,3-1 0,0-1-1,0-3-24,-2 7 0,0-2 1,3-1-1,6 1-5,7 1 1,6 0 0,4 1-1,0-3-97,0-7 0,2-2 0,1 0 0,1 3 1,1 0 1,1 3 0,1 1 0,0-2 0,-1-1 45,0-1 1,-1-1 0,1-1-1,0 1 29,4 7 0,1 2 1,1-3-1,5-6-21,7-7 0,4-7 0,3 0-313,0-3 0,3 0 0,2-1 0,-2-3 351,-6-3 1,-1-2 0,0-2 0,3-2 80,8-2 0,3-3 0,0-3 0,-2 1-323,-7-1 1,-1 0-1,-1-1 1,-1 0 176,6 0 0,-2 0 0,3-1 93,-2 0 1,2 0 0,1-2 0,-4-2-157,1-3 1,-4-3 0,0 1 31,-4 3 1,-2 0 0,3-2 24,-1-3 1,2-3 0,-1-1-1,-3-2 6,2-6 1,-4-3 0,0 2 8,-2 6 0,0 1 0,1-3 146,7-9 0,1-4 1,-4 2 149,0-1 0,-3 0-272,-1 3 0,-1-3 120,-7 6 0,0-2 0,-3-1-60,-3 2 0,-1 0 0,-1-2-38,-1-3 1,0-1-1,0-3 1,-1 0-226,0-6 1,-1-2-1,0 0 1,-1 3 172,1-4 0,0 2 0,-3 0 0,-2-3 0,-2 0 0,-7 4 120,-13 2 0,-3 4-135,8 4 0,-4 2 75,-9 5 0,-6 1 0,-1 2-90,1 4 0,0 1 0,-4-1 15,-3 0 0,-5-2 0,0 1 0,2 0-3,-1-1 1,1 0 0,-3 2 29,5 4 0,-2 0 0,-3 1 0,1 2 0,-1 3-27,-5 3 0,1 3 0,-2 3 0,-2 1 0,7 0 0,-3 2 0,0 0 0,-2 2 0,1 2 1,-1 2-226,5 2 1,-2 0-1,0 3 1,0 1 0,1 2-1,1 1 1,3 3 269,-3 4 0,2 4 0,2 2 0,1 1 0,2 0 0,2 0 0,0-1 0,2 0 0,2 0 0,2 1 0,5 2 0,9 7 0,-1 1 0,1-1 0,-1 1 0</inkml:trace>
  <inkml:trace contextRef="#ctx0" brushRef="#br0" timeOffset="-13962.46">29193 9853 7533,'-19'0'-240,"1"0"0,5 0 0</inkml:trace>
  <inkml:trace contextRef="#ctx0" brushRef="#br0" timeOffset="-12613.46">28822 9754 7533,'-32'0'-900,"7"0"2429,-9-11-89,17-3-181,-12-5-90,33 7 180,38 39-929,-10-13 0,8-1 0,3 1-528,-7-2 1,2 0 0,3 0-1,1-1 1,1 0 227,0-1 0,2-1 0,1-1 0,1 0 0,0-1 0,0-1-320,1-1 0,1-1 0,-1-1 1,1-1-1,0 1 0,-1-1 290,-2 1 0,1 1 0,-1-1 0,0 0 0,-2-1 0,0 0 35,-1-1 1,-1-1 0,0 0 0,-2 0 0,-2 0 90,14 2 0,-3 1 0,-3-2 188,6-3 1,-6-2-180,-15 1 0,-5 0-135,4-4 8,-24 1-1087,-41 6-46,-1 2 1,-8 2 561,10-2 1,-4 1 0,-2 0 0,-2 1 400,-1 1 0,-2 1 1,-1 1-1,-2-1 1,0 0 71,2 0 0,0-1 0,-1 1 0,-1-1 0,0 1 0,0 0 179,-1 0 1,-1 0 0,1 1 0,-1-1 0,1 0 0,1 0 161,-3-1 1,0-1 0,1 0 0,2-1 0,3 0 296,0 0 0,2-1 0,4 0 0,5-3-278,-2-4 0,17-3-1389,52-9 0,22-2 1118,-17 7 1,5 1 72,-4 2 0,6-1 0,4 1 0,0-1 0,-2 2-218,-6 2 0,-1 1 1,0 0-1,1 0 1,2 0 114,1 0 1,1 0 0,1-1 0,0 1 0,1-1 0,-2 2-15,-1-1 0,1 0 0,0 1 0,-1 0 0,-2 0 0,0 1 22,10-1 1,0 1-1,-4 0 1,-2 0 375,1 0 0,-3-1 0,-5 0-803,-2 1 0,-7-1-2338,-1-2-579,-12-5 2522,-3 4 0,11-6 0,-1 1 0</inkml:trace>
  <inkml:trace contextRef="#ctx0" brushRef="#br0" timeOffset="-11809.46">28499 11985 7533,'14'-7'-390,"8"-4"0,-8 4 0</inkml:trace>
  <inkml:trace contextRef="#ctx0" brushRef="#br0" timeOffset="-10963.46">29081 11861 7533,'-46'3'809,"0"0"1,4-1-1,2 2-359,4 3 0,3-1 0,-9 1-1,24-2 361,34-5-361,11 0 1,6 0-180,0 0 0,4 0 0,1 0-1363,9 1 1,3-1 0,-3-1 1023,-11 0 1,-1-2 0,0 2 68,5 1 0,0 0 0,-5-2-180,13-9 900,-4 4 179,-55-5-674,-18 4 0,-11 4-45,0 3 0,-5 2 0,-1 3-50,-3 1 0,-1 2 0,2 0 200,1-2 0,2 0 0,5 2 1308,-4 7 0,19-6-1236,54-25-582,8 7 1,7-1-1,-13 3 1,1-1-1,2 0 67,2 1 1,3-1 0,-1 0 0,-2 1-128,0-1 0,-2 0 0,0 1 180,1 0 0,0 2 0,-2-1-75,15-1 0,-17 0 585,-33 2 539,-45 4-749,14 7 0,-6 4 0,-3-1-152,1 0 0,-2 0 0,-1 1 0,1 1 137,1 3 0,-1 2 0,2 0 0,2-1 104,-2-1 1,3 0 0,4-1-195,0 2 0,16-5-135,20-9 530,21-8 0,11-7-305,2-1 0,1-1-135,-6 3 0,2-1 0,-2 0-566,5-5 1,-3 3 565,2-3 1156,-24 10-1156,-22 10-719,-30 22 269,7-7 0,-2 3-180,-6 4 1,0 1-721,5-4 1,11-1-1799,25 0 1888,25-12 1170,11-5 0,9-1 0,-2-1 0,-2-2 0,1 0 0,3 1 0,0 0 0,-1-1 0</inkml:trace>
  <inkml:trace contextRef="#ctx0" brushRef="#br0" timeOffset="-10263.46">29032 11774 7533,'-47'0'1799,"6"0"-810,-9 0 540,37 6-765,32-2 1,14-2-180,11 0 0,4-2-466,-11 0 1,0 0 0,-1-2-30,9-3 0,-5-2 45,-11 1 0,-5 0 45,-9-1-2968,1-4 1798,-16 9 990,0-3 0,0 10 0,0 3 0</inkml:trace>
  <inkml:trace contextRef="#ctx0" brushRef="#br0" timeOffset="-7213.46">19512 15170 7533,'-32'-5'1529,"7"4"-270,7-10-180,11 9 451,18-4-1171,19 3 1,10 1-210,-4-3 0,3-2 0,2 1-349,-1 1 1,3 0-1,1-1 1,-1 1 198,-2 0 0,1 0 0,-1 0 0,-1 1-120,4 0 0,-2 0 0,-3 1 300,4 1 0,-7-1 899,-6-10 0,-47-1-764,-7 7 0,-8 2-255,-2 5 0,-5 3 0,0 0-477,4-1 1,0 0 0,-1 2 476,-3 1 0,-2 2 0,1-1 270,2-2 0,-1 0 0,2 0 509,-11 3 0,2-2-75,0-1 1,5 0-675,11 1-180,77-5 90,-15-1 0,4-1 0,3 0-23,0-2 1,2 0 0,1-1-1,0 0-249,5-1 1,0 0 0,1-1-1,-2 0 159,-5-1 1,0 0 0,-2-1-1,-2 2-37,3 0 0,-2 0 1,-4 1 104,-2 1 0,-5-1 1378,-3 1-1513,-17 4 1439,-46 1-944,-4 11 0,-8 7-338,12-5 1,-3 2-1,-2 2 1,0 0-94,-2 0 1,-2 2 0,2-1-1,0 0 318,3-1 1,1 0-1,2-1 1,2-2 786,1 2 1,2-2-1,9-10 855,7-20-1395,45 0 1,20-1-293,-15 3 1,3-1-1,3 1 1,1 0-356,-1 3 0,2 0 0,1 1 0,0 1 0,0-1-72,0 0 0,1 0 0,0 0 0,-1 0 1,-2 2-31,13-2 0,-2 2 0,-3 0-105,4-2 1,-9 2-1126,-12 2-1747,-58 17 2967,-7 20 0,6-12 0,-1 2 0,6 6 0,1 1 1</inkml:trace>
  <inkml:trace contextRef="#ctx0" brushRef="#br0" timeOffset="-5179.46">20454 13980 7173,'-14'0'1709,"3"-11"-1259,11 3-1,0-10 1,-11 6-180,-14 22 360,-13 5-540,5 11 179,12-9 1,2 0 450,-7 10-540,5-1 270,-1 3-1,10-5-134,2-1 0,0 3-90,2-1 0,2 2-91,0 2 1,7-2-675,13-6 1,6-5-1100,8-7 1,2-5 1524,3-6 1,0-3-1,-1-1 1,-3-2 0,7-10-1</inkml:trace>
  <inkml:trace contextRef="#ctx0" brushRef="#br0" timeOffset="-4763.46">20442 13980 7892,'-28'15'1049,"1"-1"1,-5 7 0,2 2-601,-3 5 1,2 2-45,4 4 0,3 0-270,3-9 0,6 1-315,25 22-990,1-27-269,13-11 0,4-4 1439,12-6 0,10-5 0,-7-3 0</inkml:trace>
  <inkml:trace contextRef="#ctx0" brushRef="#br0" timeOffset="-3279.46">29056 11787 6273,'20'-6'-90,"-2"-1"0,-6-5 1</inkml:trace>
  <inkml:trace contextRef="#ctx0" brushRef="#br0" timeOffset="-2613.46">29044 11811 7533,'-38'6'839,"-1"1"1,-5-1-1,-1 0 195,-1 0 1,1 1-451,6-1 1,16 0 405,67-4-840,-10-7 0,6-2 0,3 0-970,0 2 1,3 0 0,0 0 0,-2-1 704,3-5 0,-2 0 0,-1 2 25,-1 4 0,-2 2 0,-5-1 330,11-7 210,-9 9 180,-21-3-360,-24 5 269,-27-6-539,0 4 0,-5 3-30,0 3 0,-4 2 0,-1 1 1035,-4 1 1,-2 1-1,1 1-735,5 1 0,1 0 0,4 0 583,-8 3 0,21-5-583,59-14-90,-2-3-435,6-1 1,11-1 0,-2 0-46,-9 1 0,-1 0 0,1 1-90,6-1 0,1 0 1,-2 0 254,8-3 0,-6 1 99,2 4 216,-41 2 609,-27 5-474,-9 2 0,-4 1-315,9 0 0,-2 1-505,-11 3 0,-5 1 0,7 0 505,-4 8 495,-6-1 0,3-1 1354,19-6-1939,35-3 180,12-12 60,6-1 0,7-3 0,0 1-105,4-1 0,0 0-1350,9-2 1,-1 2 955,-14 4 0,-2 3-1180,-4 2 0,-3 4 359,-9 3 1170,19 13 0,-13 3 0,9 9 0</inkml:trace>
  <inkml:trace contextRef="#ctx0" brushRef="#br1" timeOffset="-1596.46">1698 18244 15445,'-44'-10'2310,"18"12"-1177,9-19-4410,17 12 3242,17 20-114,-8 0 0,9 22 0,-12 1 1</inkml:trace>
  <inkml:trace contextRef="#ctx0" brushRef="#br2" timeOffset="2953.54">29118 10783 7533,'-45'-6'3276,"15"-1"-1155,30 6-232,41 13-630,-10 5 0,3 3-780,-7-2 1,1 1 0,-1 1-120,3 2 0,-1 1 0,-2 1-46,6 12 1,-3 2-90,-4-3 0,-2-1-225,-5-8 0,-2-1-180,-4 11-809,-1-29-810,-24-36 719,2 4 1,-4-3 494,-9-12 1,-4-1 359,-3 8 0,-3 2 90,-2 0 0,1 2 764,5 10 1,1 1 1799,-9-8-450,14 8-810,27 29-359,26 26-810,-1-14 0,5 1-720,-4-3 0,2 2 1,0-1-374,-1-3 1,-1 0 0,-1 0 545,7 6 1,-3 1 0,-11-7 0,-3-1 0,-1 5 0</inkml:trace>
  <inkml:trace contextRef="#ctx0" brushRef="#br2" timeOffset="3391.54">29664 10448 7533,'-30'-26'3276,"-18"13"-1638,16 26 0,0 9-462,1 6 1,3 3-1177,3-2 0,7 3-45,12 6 0,12-2-1215,19-16 1,9-6 1259,11 2 0,1-5 0,-2-4 0,-1-5 0,-2-8 0,0 0 0</inkml:trace>
  <inkml:trace contextRef="#ctx0" brushRef="#br2" timeOffset="4153.54">31251 10832 7533,'-38'-18'2788,"7"5"-629,11-6-450,26 13-1349,31 28-270,-14-6 0,1 2-540,1 4 0,0 2-989,-2 8 0,1-1-91,-5-13 1,0 0 1529,1 4 0,-1-2 0,5-2 0,-12-12 0</inkml:trace>
  <inkml:trace contextRef="#ctx0" brushRef="#br2" timeOffset="4436.54">31561 10460 7533,'-29'-35'3276,"1"13"-1695,-3-2-1221,2 18 719,-7 28-225,10 7 1,1 3-810,6-10 0,2 3-180,-5 22 0,16-3-1169,31-27 0,7-4 674,-10 6 0,3-2 161,21-8 1,3-7 0,-12-4 0,0-1 0,4-1 0,0 1 0</inkml:trace>
  <inkml:trace contextRef="#ctx0" brushRef="#br2" timeOffset="7036.54">28661 13051 7533,'-13'-20'1889,"6"3"-1530,2 10 1171,16 1-1171,3 6 271,21 17-495,-13-3 0,1 3-360,2 10 0,0 3-1079,1 1 0,-2 1 1304,-7-5 0,-3-3 0,4 7 0,-13-20 0</inkml:trace>
  <inkml:trace contextRef="#ctx0" brushRef="#br2" timeOffset="7336.54">28859 12629 7533,'-11'-33'3276,"-19"21"-1991,2 34 0,-1 14-1345,9-10 0,1 3 0,4 2-738,5 7 0,5 3 0,11-5 798,12-8 0,9-5 0,2-4 0,14 0 0,6-10 0,-6-14 0,1 0 0,-1 1 0</inkml:trace>
  <inkml:trace contextRef="#ctx0" brushRef="#br2" timeOffset="7986.54">30247 13076 7533,'-14'-11'2698,"3"8"-719,17-8-810,23 22-1079,-5 0 0,3 3-675,10 6 1,2 4-509,-10-6 1,1 2 0,-3-2 850,1 0 0,-2-1 1,1 1-1,-3-3 1,-5-8-1</inkml:trace>
  <inkml:trace contextRef="#ctx0" brushRef="#br2" timeOffset="8336.54">30532 12666 7533,'-27'-13'1092,"-1"-1"0,-8 12 0,-1 10 373,-3 16 0,3 8-1827,6-5 0,3 2 541,7 1 1,2 4 0,13-5-630,21-2 1,13-6 449,12-9 0,10-5 0,-1-4 0,-9 0 0,0-3 0,1-3 0,5-8 0,-1 1 0,0-1 0,0 0 0</inkml:trace>
  <inkml:trace contextRef="#ctx0" brushRef="#br2" timeOffset="13187.54">31263 9667 7533,'-36'12'899,"0"-1"1,8-5-1,1-2 540,-22 2-539,27-20-630,27 0 809,8-2 630,17 14-1439,-8-3 1079,18 5-585,-13-5 1,0-1-405,11-2 0,6-3 0,3-2 404,-5 0 1,-1 1-894,-4 4 1,2 1 368,2-1 0,3 0 0,2 2-1,-2 4 1,0 3 0,0-1-434,-5-2 0,-1 0 1,3 0 354,-1 2 1,5-1 0,1 1 0,-3 0 0,-6 1-714,7 2 0,-1 0 709,-6-2 1,3 1-1,2 0 1,2-1 291,-5 1 1,3 0 0,0-1 0,-1 1 0,0-2-338,4 0 1,-1-1-1,1-1 1,4 0-84,-2-1 1,4-1 0,2 0 0,0-1 0,-3 1 0,-5-1-30,6 0 0,-5 0 0,1-1 112,-3-1 1,3-1 0,-3 1-1,-8 2-1281,9 4-470,-8 0 1,-5 2-90,-17 0-1549,2 21 1256,-17-13-1256,-17 31 3084,2-24 0,-15 13 1,5-16-1</inkml:trace>
  <inkml:trace contextRef="#ctx0" brushRef="#br2" timeOffset="14003.54">32020 10175 7533,'-33'0'-270,"4"0"-450,22-5 540,1 3-359,6-9 539,-11 10 0,8-5 719,-24 6-179,23 0 90,-24 0 449,20 0 540,-10 0 720,11-5-1890,2 3 721,10-3 359,13 0-1349,3 3 314,3 0 1,4-1-180,9 0 0,0 0-180,-5 0 0,0-1-75,2 1 0,4-1 0,-7-1 120,8-7-225,0 7 0,2 3-135,0 2 0,-2 7 270,-17 16 270,-28-2 89,-6 5 1,-5 5-121,-3-2 1,-4 1 0,1-2-426,-5 8 1,-2 0 320,6-9 0,-3 3 0,0 0 0,2-3 629,-10 8 1,3-4-720,5-3 0,1-2 494,-3 0 1,13-8-270,26-17 539,31 5-1379,-7-11 0,5-4 1,-1 1-1160,8 3 1,1-1 1218,-8-3 1,2-1-1,-3 0 60,4 0 1,-2 2 359,-1 1 0,1 0 0,4 0 0,0 2 0,-5 2 0,1 0 0</inkml:trace>
  <inkml:trace contextRef="#ctx0" brushRef="#br2" timeOffset="23608.54">30768 11712 7533,'-30'-5'-1529,"-8"3"1619,0-3-90,6 5 89,-2 0-89,19 0 0,-20 5 0,9 2 0,-6 6 0,2-1 0</inkml:trace>
  <inkml:trace contextRef="#ctx0" brushRef="#br2" timeOffset="24240.54">30334 11737 7533,'-19'-7'-450,"-10"-4"1709,2 10-899,1-5 180,3 1 449,10 3-719,7-3 540,0-1 179,12 5-809,0-5 1079,23 12-90,15 6-764,-11-5 0,3 0-135,0-1 0,2 1 0,-3-2-438,1-1 1,0-1 347,3 1 0,5 0 0,-2-1-31,-4-2 1,0-1 0,-1 0-150,1 2 0,-1 0 0,2 0-30,6-2 0,1 0 0,-1 0 30,-1 0 0,-1 0 0,-3 0 45,0 0 0,0 0-15,4 0 0,3 0 0,-7 0 60,5 0-45,3 0 0,2 0 45,-10-3 0,-3 0-45,-3 3 0,0-1 90,11-1 0,-5-1-45,-15-3 45,9 5 0,0 0-45,-10-4 0,10 2 0,1 0-180,-4 2 224,6-4 1,0-1-225,-5 5 270,5-5 0,0 1 0,-12 3 0,5-1 0,2 1 360,8 2-450,5 0 269,-18 0 1,-1 0 540,18 0 539,1 0-450,4 0-474,-12 0-1595,-11 0-2197,-3 0 0,-21-6 2509,-9 5 1,-12-10-1,-6 4 1</inkml:trace>
  <inkml:trace contextRef="#ctx0" brushRef="#br2" timeOffset="28570.54">31350 12047 6183,'0'-20'67,"5"8"1,2 1 0,6 4-1</inkml:trace>
  <inkml:trace contextRef="#ctx0" brushRef="#br2" timeOffset="29203.54">31462 11886 7443,'-7'-25'1259,"-4"11"-359,9-2 269,-9 9-719,10 0 269,-10 1 540,-7 28-899,3-11-45,-5 12 0,0 5 179,3-2 1,1-1-405,-1-4 0,1 1 180,-5 11 0,2 2 45,5-9 0,1-2-226,0 0 1,0 1 90,1 6 0,1 1 90,2-7 0,0 0-270,-5 16 135,5-13 0,0 2 134,2-3 1,2 1-135,1 1 0,1 1 45,2 7 0,2-1-270,6 4-90,11 5-90,1-19 180,0 1-89,5-4 358,-5-5-179,0-9 90,5 7-90,6-15-90,-8 5-89,18-12-271,-8-12 360,-5 9 0,-6-6 0,-2-3 0,8-9 0,-7-5 180,2-10 270,-15 5-180,-6 9 1259,-7-6-90,-41 20-719,15 2-136,-4 8 1,-2 2-45,8 2 0,2 0-630,-20 0 45,17-1 0,5 2-3142,11 10 1337,-3-3 1040,12 16 900,12-5 0,6 6 0,8 0 0</inkml:trace>
  <inkml:trace contextRef="#ctx0" brushRef="#br2" timeOffset="33336.54">28053 11898 7533,'-43'-5'90,"5"-2"269,6-6 541,3 1 89,10-6 271,16 4-181,33 8-495,7 14 1,7 7-315,-4-3 0,2 2 0,2 0-388,-4-1 0,1 1 0,2-1 0,0-2 208,1-3 0,2-2 0,0-2 0,0-2-702,-4 0 1,0-2 0,0-2 0,-3 0 641,3-4 0,-3-1 0,-2-1 105,13-8 0,-8 3 585,-6 10 359,-1 10-629,-13 25-495,-3-14 0,4-3-270,12-3 0,6-5 165,-7-5 0,3-3 1,-1-1 149,-1-2 0,-1-2 0,-1 2 496,6-1 1,-4 3 403,7 3 2376,-13 12-2021,2-6-1165,2-2 90,-4-13 0,0-6-720,0 1 0,0-1-1079,1-3 0,-1 1-1658,14-8 168,-26 19 3109,-17-1 0,-6-1 0,-1-5 0</inkml:trace>
  <inkml:trace contextRef="#ctx0" brushRef="#br3" timeOffset="33887.54">28152 11836 9390,'-23'-22'199,"-1"0"0,2 6 0,4 0 632,11-2 169,24 24-922,-1 8 338,17 9 0,3 1-613,-15-12 0,2 1 390,9 2 0,6 2 1,1 0-1,-4-5-900,-2-4 0,1-3 724,1 1 0,4 2 0,2 0 0,-1-3-17,4-3 0,0-3 0,-3 0-60,-7 1 0,-2 0 0,2 0-30,17 0 0,2 0 0,-8 0 135,-19 0 0,-1 0 90,17 0 0,-3 0-45,-10 0 630,11 0 629,-21 0-1169,0 0 270,10 0-271,-2-5 1,0-1 0,12-2-135,7 0 0,-1-2 135,-12-2-270,7 8 0,0 1 348,-10-8 12,-1 10 0,0 1 0,-7-6 1090,7 6-1090,-17 6-270,-5-5-810,4 4 361,-4-5-2828,16 0 1696,-13 0 1581,12 0 0,-15-5 0,5-2 0</inkml:trace>
  <inkml:trace contextRef="#ctx0" brushRef="#br2" timeOffset="60456.54">27916 14464 7533,'-19'-11'2968,"18"8"-1709,9-8-135,26 15 1,12 9-646,-15-4 1,1 1 0,4 2-1136,0 0 1,3 2-1,3 1 1,-2-1 0,-3-1 430,6 2 0,-3-1 1,4 1 242,-1-1 0,4 3 0,1 0 0,-1-1 0,-4-2 14,1 1 0,-4-2 0,2 0-595,-3 0 1,2-1 0,-1 1 0,-4 1-1012,10 10 0,-9-1 1574,-8-8 0,-29 7 0,-7-15 0</inkml:trace>
  <inkml:trace contextRef="#ctx0" brushRef="#br2" timeOffset="60920.54">28586 15195 7533,'-14'-14'3276,"14"20"-1638,3 17 0,3 8-1227,3 6 1,0 4-772,-6-8 1,-1 1-1,-1 0-1279,3 11 1,-2-4 1433,-2-14 1,0-3-1,0 11 1,0-23 0</inkml:trace>
  <inkml:trace contextRef="#ctx0" brushRef="#br2" timeOffset="61203.54">28809 15245 7533,'0'-19'2968,"17"6"-2069,14 2-359,-4 12 0,3 2-315,-1-1 0,-1 3-46,-2 7 1,-8 6 315,-16 8 0,-8 3-270,-4 4 0,-3-1-1,-8 1 1,8-2-674,35 6-1190,9-28 1,5-7 1091,-2-4 1,1-3 0,1 0 0,-4-2 0,-7-6 0</inkml:trace>
  <inkml:trace contextRef="#ctx0" brushRef="#br2" timeOffset="64670.54">19846 13113 7533,'0'-26'0,"0"2"1529,0 17-630,-5-4-539,3 4 450,-14 1 269,-3-5-719,-6 10 0,-4 6-46,-5 2 1,-2 4-135,3 0 0,-1 2 0,1 1-496,-4 6 0,1 0 495,-4 1 1,5-1 90,1 5 0,-1-5 270,-1 14-360,17-18 0,-1 1-135,-2 9 0,0 3 134,2-1 1,3 0-45,3 3 0,3 0 361,4 3 0,2 0-406,1-2 0,2-1 0,7 4 0,1-2 0,-3 12 0,13-4 270,2-10-360,9 0-270,-9-12 0,1 0 180,-1 0 0,1-1 0,2-5 0,1 0 45,2 2 0,1-1-45,3-4 0,1-1 0,-1 6 1,0 1-136,0-3 0,-1 0 45,3 3 0,1-2 0,3-6 0,1-2 270,5 0 0,1-1-90,-2-7 0,-2-2-45,0-1 0,-1-2 0,-2-4 0,0-3 45,3-4 0,0-1 0,-7 0 0,-1-1 0,4 2 0,-1-1 90,-4-4 0,-1-1 45,2 5 0,0-2-90,0-7 0,-1-4-45,-3-1 0,-2-2 0,-3 1 0,-3-2 315,0-3 0,-2-2 314,-4 4 1,-3 0 89,-3 2 1,-4 1-315,-8 2 0,-4 2-360,-1 4 0,-3 2-1,-2 5 1,-3 1-90,-10-6 1,-4 1-136,-1 6 0,-2 0 150,3 1 0,-1-1 0,-1 2 60,4 3 0,1 1 0,-1 2-165,-17-2 0,0 3-315,1 2 0,-2 6-292,13 9 1,0 6 0,0 1 741,-3 4 0,2 2 0,1 1 0,7 0 0,2 2 0,2 0 0,-5 14 0,-1-1 0</inkml:trace>
  <inkml:trace contextRef="#ctx0" brushRef="#br2" timeOffset="74770.54">29726 14451 9152,'-7'-13'1439,"2"-4"-540,5 16 810,0-5 450,-6 6-540,10 6-629,14-5-630,21 5-360,-12-6 0,2 0-135,0 4 0,-1 3 45,16 6 180,-14 1 180,-17-3 359,-2-11 1,-10 0-180,5 6 179,-17 23-404,-1-6 0,-1 4-225,-1 4 0,-1 2 0,0 1-69,-4 2 0,0 0 1,0 1 308,3 1 0,0 1 0,3-3 254,-3 7 1,7-5 1214,21 5 90,32-43-1305,-15-3 1,0-4-855,2-5 1,0 1-1280,3 6 1,-2 3 818,15-4 1,2 12 0,-19 1 0</inkml:trace>
  <inkml:trace contextRef="#ctx0" brushRef="#br2" timeOffset="78937.54">30780 15220 7533,'-19'0'-720,"1"0"900,11-11-90,2 8-90,10-14-180,2 5 90,17-18 90,-15 13 0,13-10 0,-20 20 180,3-6 270,-5 1-180,0 5 989,0 2 0,-11-1 360,3 5-1259,-10-4 540,0 10-1,-1 35-719,0-14 45,6 8 0,2 6 269,0 0 1,3 0 89,2 3 1,3 1-270,2 4 0,9-4-675,17-16 0,4-6 181,10 1-28,-11-20 0,2-6-512,16-15 134,-14-14 0,-1-6 450,-5 15 1,-3-2-46,0-9 0,-2-7 0,-8 1 360,-15-8 0,-4 2-135,9 7 0,-5 0 404,-12 5 1,-9-1 0,-2 8-90,-10 13 0,-1 5-316,2-8 1,-1 5-585,-5 16 1,6 8 539,19 5 0,4 13 0,18-12 0</inkml:trace>
  <inkml:trace contextRef="#ctx0" brushRef="#br2" timeOffset="79637.54">30532 14935 7533,'-12'-13'-720,"5"1"1170,-4-1 359,10 1-89,-5 5 449,17-4-719,-8 15 719,8 25-539,-17 14 0,-5 5-540,7-12 0,-1 3-179,-3-4 1,-3 4 0,0 2 0,1-2-152,-1 7 0,0-2 1,0-1-581,0-5 0,-1-1 1,2 0 849,0 1 0,2 0 0,2-5-30,6 14 0,7-18 0,5 12 0</inkml:trace>
  <inkml:trace contextRef="#ctx0" brushRef="#br2" timeOffset="83173.54">22859 13745 12120,'-5'-14'3276,"3"31"-1638,-3 5 0,-1 7-1541,3 10 0,-1 4-1177,-2 4 1,0 0-560,2-8 1,1-2 1243,-2 12 0,5-25 0,0-19 0</inkml:trace>
  <inkml:trace contextRef="#ctx0" brushRef="#br2" timeOffset="83924.54">23156 13733 7892,'-25'-7'3276,"-5"17"0,-2 22-2002,6 8-1184,12-16 0,4 0 180,9 8 90,2-2-360,28-5-360,4 0 90,-11-13 0,0 1-270,16 12 720,-19 5 360,-19 2-630,-19-1-809,-13-11-1,0-10-629,2-15 1079,11-2 450,6-16 90,24-3-225,1 5 0,2-1-45,8-3 0,1 0 135,-4 0 1,0-1 223,0-1 1,-2-1 360,2-16 1529,-6 1-1350,-13 6-1798,-13 11 1079,-6 8 0,0 18 0,1 7 0</inkml:trace>
  <inkml:trace contextRef="#ctx0" brushRef="#br2" timeOffset="88487.54">22611 15381 7533,'-19'0'3058,"6"0"-2518,8 0 1618,16-11-1798,-3 8 314,14-2 1,7-1 0,7 3 0,4 1-406,-2-2 1,2 0 0,1-1 47,5 0 0,0-2 0,0 0 132,-3-1 1,-1 0 0,-2-1-180,-4 1 0,-1 0 0,-1 0-360,10-4 0,-3-1-1260,-5-3 1,-3 1 1349,-6 5 0,-3 0 0,12-8 0,-18 12 0</inkml:trace>
  <inkml:trace contextRef="#ctx0" brushRef="#br2" timeOffset="98754.54">13611 15455 7533,'-33'0'3058,"4"0"-1259,22 0-540,29 6 0,24 12-854,-5-10 0,4-1-285,-12 0 0,1-1 0,0-1-60,1-3 0,1-3 0,-1 0-195,13-4 0,-2-2 45,-10 0 0,-3 0 720,4-6 449,-43 19-540,-17 1 1,-9 0-270,-13 2 0,-5 1-60,14-4 0,-1 1 0,1-2 104,-13-2 1,5 0 180,13 3 0,6 0 134,8-5 91,62 5-675,-1-12 0,7-5-105,-6 3 0,3 0 0,0-2-337,1-2 0,-1-1 1,-1-1 246,-7 4 0,-2-1 0,-4 1 375,1-3 0,-8 2 674,-15 4-629,-31 8 0,-15 4-360,-2 3 0,-4 3 0,-3 0-244,4-3 1,-3-1 0,0 0 0,0 0 220,0 2 1,0 1-1,0-1 1,2-1 202,-5-3 0,0-1 0,6-1 809,-2 2 1,14-4 269,26-7-764,31 0 0,18 0-375,-6-3 0,4-2 0,2 1-234,-5 0 1,4 1 0,-1-1 0,-1 0 23,-4 1 0,-1-1 0,0 0 0,-2 0 60,7-2 0,-1-1 0,-5 3 165,-3 3 0,-9 0 495,-9-10-585,-39 19 0,-17 6-345,2-2 0,-5 0 1,-2 1 67,4 0 0,-3-1 1,0 1-1,0 1 142,1 1 0,1 0 0,0 0 0,2 0 450,-4-2 0,2-1 0,5 0 1259,0 2 0,15-4-1259,40-9 0,25-7 0,0 2-300,-9 3 0,-1 1 0,5 0-626,-2-2 1,4-1-1,2-1 1,-1 2 0,-4 1-438,6 3 1,-4 1 0,-3 3 436,2 2 1,-5 3-1,6 14 1,-23 6 0</inkml:trace>
  <inkml:trace contextRef="#ctx0" brushRef="#br2" timeOffset="104937.54">23491 13980 7982,'-7'-19'3059,"1"7"-1620,17 1-1169,-2 9 809,31-3-719,-17 5-45,13 0 0,2 0-136,1-6-29,-7 3 0,5-1 0,-3-1-645,1-1 1,-1-2-286,4 0 1,0-2-526,-4 2 1,-5-1 315,-7-6-720,18-8 1709,-30 9 0,7-3 0,-17 4 0</inkml:trace>
  <inkml:trace contextRef="#ctx0" brushRef="#br2" timeOffset="105387.54">23689 13782 6903,'-19'-5'2788,"6"3"-1978,2-3-90,-6 5-720,7 5 359,-23 8-269,23 0 270,-30 16-180,24-14 90,-8 0 0,2-1 0,11 0 809,-22 4-809,30-11 269,-8-1-539,11-6 270,0 0-270,11 11 180,-8-3-360,25 15-179,-19-9-181,18 0 0,3 1 180,-10 0-854,9-3 0,-1-1 688,-7 2 0,9-1 1,-5 1-1</inkml:trace>
  <inkml:trace contextRef="#ctx0" brushRef="#br2" timeOffset="107336.54">13611 13757 7533,'-26'-5'1349,"-9"3"0,20-3-629,-3 27 89,29 16-494,7-9 0,7 0 0,7 2 0,6-5-136,-7-13 1,3-2 0,0-3-225,1-2 0,1-3 1,0-1 74,1-5 0,0-2 0,0 0 0,-2 1 0,-1 0 0,-2-1-75,7-4 0,-2-1-45,-7 5 0,-1-2-180,-2-4 0,0-1 180,-1-1 0,0-1 135,5-6 0,0-2 135,-3-2 0,-1-2-90,-1-1 0,-2-2-45,-7 1 0,-1-1 292,-1 2 0,-1-1-22,-7-5 0,-2 0-136,-1 6 1,-1 0-90,1-2 0,-2-2 135,-9-4 0,-3-1 180,-2 6 0,-2 0-271,-2-5 1,-1 1 90,-3 6 0,-2 2 180,-4 2 0,-1 0-225,6 4 0,-1 0-1,-10 1 1,-1 1 90,3-1 0,-1 4-90,5 9 0,-1 2-225,-8-6 0,-2 3 180,-7 12 0,-1 7-225,7 2 0,0 4 0,-1 4-487,6-2 0,-2 2 0,2 2 0,0-1 487,-4 6 0,0-1 1,4 2 89,5-1 0,2 0 0,3 1-396,-2 8 0,7 1-1243,10 4 1,6 4 1564,6-8 0,2 1 0,4-1 0,5 8 1,6-3-1,5-3 0,1 1 0</inkml:trace>
  <inkml:trace contextRef="#ctx0" brushRef="#br2" timeOffset="112553.54">23516 14972 7533,'-20'0'1079,"8"0"-269,6 0 539,6 0 450,17 28-1125,-7-5 1,1 5-720,5 11 0,-1 4-615,-6-10 1,0 0-1,-2 0 660,2 10 0,0-3 0,-3-10 0,0-4 0,7 9 0</inkml:trace>
  <inkml:trace contextRef="#ctx0" brushRef="#br2" timeOffset="112703.54">23788 14922 7533,'-42'20'819,"0"0"0,12 3 0,0 5 0,1 1-545,3 0 1,0 1-1,1 2 1,1-1 0,-1 4-1,1 0 1,3 1-1,3-3 1,1 0 0,0 0-1</inkml:trace>
  <inkml:trace contextRef="#ctx0" brushRef="#br2" timeOffset="114207.54">10922 15902 6524,'-27'3'819,"0"-1"0,1 14 0,-1 7 0,0 0-442,0-2 0,1 1 0,-1 5-478,2 6 0,-2 6 1,1 3-1,2 2 0,2-2 442,5-4 1,2 0 0,2 0 0,0 0 0,1 1-108,-3 4 0,0 1 0,1 1 0,3-2 0,5-3 12,5 13 1,7-4-1,7-9-246,11-5 0,6-16-198,3-27 1,-2-14-208,-4-9 0,-11-5-428,-16-1 1,-11 3-292,-6 8 0,-6 9 1124,-18 18 0,6 20 0,30 10 0</inkml:trace>
  <inkml:trace contextRef="#ctx0" brushRef="#br2" timeOffset="114353.54">11069 16769 7533,'-26'7'3276,"-3"15"-3494,15 21 218,2-12 0,8-4 0,3-2 0,1-6 0</inkml:trace>
  <inkml:trace contextRef="#ctx0" brushRef="#br2" timeOffset="117687.54">11801 16162 7533,'0'-20'1439,"0"-3"450,0 9-1529,0 2 719,0 28-315,3 23 1,0 11-465,-2-5 0,-1 4 0,0 4-577,0-11 1,1 3 0,-1 1 0,0 0-1,-1 0 259,-1-2 0,0 1 0,-1 0 0,0-1 0,1-1-802,-1 5 1,1-1 0,0-2 0,0-3 393,1 1 1,1-4 0,1-5-1,8 9 1,9-34 0</inkml:trace>
  <inkml:trace contextRef="#ctx0" brushRef="#br2" timeOffset="117853.54">11962 16658 7533,'-2'-11'3276,"15"-3"-3835,25-6 0,7-1 559,-15 6 0,1 1 0,14-7 0,-2 0 0,0-3 0</inkml:trace>
  <inkml:trace contextRef="#ctx0" brushRef="#br2" timeOffset="118021.54">12409 16212 7533,'-24'28'1092,"0"0"0,3 8 0,2 6-273,4-3 0,1 5 0,0 1 0,3-3-914,2-4 1,2-2-1,1 4-513,-2 7 1,0 4 0,1 0 0,2-6 197,4 3 0,1-4 1,-2-5-1,0 1 1,0-3-1,2-1 0,0 0 1</inkml:trace>
  <inkml:trace contextRef="#ctx0" brushRef="#br2" timeOffset="120007.54">12049 15616 7353,'-12'7'2428,"5"-1"-1888,1 0 360,6 23-721,0-6 46,-1 7 0,-3 3-180,-5-1 0,0-1-408,4-4 0,0 1 183,-8 20 0,-1-4 0,5-17-585,3 8 1,0-3-45,1-21 244,10 11 565,2-22 0,5-11 0,1-2 0</inkml:trace>
  <inkml:trace contextRef="#ctx0" brushRef="#br2" timeOffset="120321.54">12285 15530 7533,'-26'24'1638,"7"2"0,3 1-687,1 4-1182,5 0 0,0 6 1,1-2 364,2-6 1,0 1 90,-3 17 0,2 2-406,9-10 1,3-5 180,4 7-379,10-21 1,5-11-881,17-38 854,-17 7 0,-2-3 270,-7 3 0,-3-2 225,-3-3 0,-5 3 783,-9 9-603,-28-3 360,9 23-226,-6 7 1,-1 7-405,13 5 0,3 2 0,0-2 0,1-1 0,-2 24 0</inkml:trace>
  <inkml:trace contextRef="#ctx0" brushRef="#br2" timeOffset="120804.54">12731 16038 8072,'-12'12'2789,"-11"12"-2429,7-4 764,-9 11 0,-1 2-810,7 0 46,-2 0 0,2 3-46,12-11 1,2-1-135,-2 12-462,23 10-1696,1-38 1978,8-1 0,2-3 0,8-10 0,13-1 0</inkml:trace>
  <inkml:trace contextRef="#ctx0" brushRef="#br2" timeOffset="121957.54">12966 16906 8432,'-7'25'1439,"-4"5"-1349,5 1 45,-5-6 0,-1-1-764,-9 10 359,-4 7 270,2-21 0,9-2 0,-4-6 0</inkml:trace>
  <inkml:trace contextRef="#ctx0" brushRef="#br2" timeOffset="122336.54">13574 16310 11041,'42'0'-600,"1"0"0,-4 0 1,-1 0 599,1 0 0,-3 0 0,2 0 0,-16 0 0</inkml:trace>
  <inkml:trace contextRef="#ctx0" brushRef="#br2" timeOffset="122508.54">13723 16348 7533,'-31'16'3238,"11"-1"-2609,2 10 271,7 21-750,6-16 0,1 4 0,0 4-803,1 2 1,1 4 0,1 2 0,-1 0 220,0-7 0,1 2 1,-1 0-1,2-1 0,-1 0 432,2 7 0,1 0 0,0-2 0,0-4 0,2 12 0,-1-8 0,3 1 0</inkml:trace>
  <inkml:trace contextRef="#ctx0" brushRef="#br2" timeOffset="122641.54">13648 16918 7533,'0'-32'3276,"17"-4"-2235,-2 16-1850,26-4 809,-11 10 0,1-1 0,13-6 0,-15 3 0,0 0 0</inkml:trace>
  <inkml:trace contextRef="#ctx0" brushRef="#br2" timeOffset="122920.54">14268 16212 7533,'-26'0'3276,"-8"22"-2081,14 6 0,2 4-970,1-4 0,0 2 0,0 11 0,4 1-360,6-13 0,8-4-2114,39 5 1440,-8-8 809,6-32 0,0-9 0,-8-5 0,-10 4 0,0-1 0</inkml:trace>
  <inkml:trace contextRef="#ctx0" brushRef="#br2" timeOffset="123337.54">13785 15815 8972,'-10'23'1349,"0"1"0,-2 17-1304,5-11 0,3 1-450,3-3 1,0-1-1035,-4 18 1439,10-2 0,2-24 0,6-8 0</inkml:trace>
  <inkml:trace contextRef="#ctx0" brushRef="#br2" timeOffset="123791.54">13983 15790 8252,'-25'6'2429,"11"0"-1979,-2 12-450,14 18-360,-3-12 135,4 1 0,2 1 405,-1 1-270,0 5 270,5-9-90,13-5 0,3-10-450,4 9-449,4-5 539,-20 2 90,8 9-90,-28-3 630,-8 4-180,-8-10-90,-3-3 89,16-33-89,3-5-225,15 3 1,3-2-181,5-10 0,1 0 315,9-7 0,-1 7 0,-2 2 180,-4 1 0,9 2 539,-17 7-719,-7 18 450,-18 0-540,3 6-1259,-25 11 1349,23-8 0,-12 19 0,17-8 0</inkml:trace>
  <inkml:trace contextRef="#ctx0" brushRef="#br2" timeOffset="124370.54">14442 17030 7533,'-13'-14'2878,"7"3"-2158,-11 22-451,14-3-538,-19 26 269,19-17-135,-9 7 0,-3 3-1035,5-4 1,-1-1 1169,-15 20 0,14-19 0,1-1 0,-2-3 0</inkml:trace>
  <inkml:trace contextRef="#ctx0" brushRef="#br2" timeOffset="124741.54">15259 16137 7533,'-19'-7'3276,"-4"29"-1605,14 2-997,-2 17 1,0 4-2313,3 2 1817,-2-6 1,-2 7 0,0-6-270,1-11 0,0 0 112,-1 3 1,-2 7 0,0-1-1,1-5-22,-1-1 0,-1 0-270,-3 10 0,-3 6 1,3-7-46,6-15 0,1-2-675,-13 19 1,3-3 567,11-15 422,-1-14 0,18-27 0,5-18 0</inkml:trace>
  <inkml:trace contextRef="#ctx0" brushRef="#br2" timeOffset="124919.54">15160 16422 8972,'21'-1'3276,"1"41"-1785,-21-7-2438,2 0 0,1 7 0,0-4 992,0-7 0,-1 1-293,1 5 1,1 7 0,-1 0-1,1-6 68,2 3 1,0 0-564,0-1 1,1 6 0,-1-1 0,0-7 337,-2-8 1,-1-1-526,4 7 1,1 4-1,-3-8 763,-5-11 0,-7 20 1,-7-33-1</inkml:trace>
  <inkml:trace contextRef="#ctx0" brushRef="#br2" timeOffset="125053.54">15049 16980 7533,'-14'-39'3276,"8"4"-2774,13 21-772,33-14-1215,-7 12 1,3 1 1484,-4 0 0,-1 1 0,9-7 0,-4 2 0,1-1 0</inkml:trace>
  <inkml:trace contextRef="#ctx0" brushRef="#br2" timeOffset="125473.54">15743 16051 7533,'-37'16'1619,"12"4"0,2 3-1439,-6 14 44,8-5 1,2-1-45,5-4 90,2 10-90,6-18 0,23 4-90,-8-15-450,37 9 450,-28-10-450,27 5-179,-30 6 539,3-4-90,-23 15 270,-9-14-315,-8 5 0,-3 0 135,-5-4-495,-7 5 0,-1-2-934,-4-3 1429,14-7 0,0-1 0,-7-2 0,10-6 0</inkml:trace>
  <inkml:trace contextRef="#ctx0" brushRef="#br2" timeOffset="125737.54">15222 15616 7533,'-19'-26'2248,"1"8"-89,-5 41-1844,11 7 0,3 7-495,0-5 0,0 4 0,2-1-600,3 4 1,1 0-1,3-2 780,5 6 0,3-5 0,7 3 0,8-30 0</inkml:trace>
  <inkml:trace contextRef="#ctx0" brushRef="#br2" timeOffset="126053.54">15470 15493 9062,'-26'12'1638,"6"5"0,0 6-1208,3 10 1,1 3-611,-1 1 1,1 0 89,1-4 0,7-4-360,19-2 270,4-27-765,7-11 1,3-5 584,4-2-585,-3-11 1,0-5 629,-6 4 1,-2 2 718,0 1 1,-2 6 1125,-4 8 108,-18 38 0,-7 18-1831,4-6 0,-1 5 1,1 0-173,-1 5 1,-1 1 0,2-2 0,2-9 0,1-1 0,1-2 0,-1 4 0,-1 0 0</inkml:trace>
  <inkml:trace contextRef="#ctx0" brushRef="#br2" timeOffset="126940.54">17565 15988 7533,'-18'-19'809,"10"7"2160,-14 12-1935,16 20 0,4 11-644,-4 2 0,0 4 0,0 4-656,1 0 0,0 4 0,1 1 0,0 0 122,1-5 0,0 1 0,0 1 0,1-1 0,-1-2-508,0 4 0,0-2 0,0-1 0,0-3-987,-3 16 1,1-10 1290,3-17 0,-3-46 0,5-13 1</inkml:trace>
  <inkml:trace contextRef="#ctx0" brushRef="#br2" timeOffset="127170.54">17491 16100 7533,'11'-41'3276,"19"12"-2171,-4 13 1,5 7-702,12 14 1,1 13-405,-17 3 0,-3 7 0,-2 3-407,0 11 0,-4 4 1,-9 4 316,-9-5 0,-7 2 0,-5 1 0,-3-1-149,-1-7 1,-4 0-1,-2 0 1,-2-1 0,-2-2 22,-2 0 0,-2-1 0,-3-2 0,1-1 0,1-4 148,-1-1 1,1-3 0,0-3-1,1-2-892,-4 2 1,1-3 0,8-10 153,5-15 806,20-12 0,25-8 0,-6 7 0,1 1 0</inkml:trace>
  <inkml:trace contextRef="#ctx0" brushRef="#br2" timeOffset="127490.54">18260 16087 7533,'-40'11'819,"0"-1"0,11 10 0,2 7 0,2 5 0,2 1 0,2 4 0,1 3 0,2 1-531,2 3 0,1 1 0,3 1 0,3 0-288,4-4 0,2 1 0,4-2 0,5-5-180,12 14 0,10-19-328,15-35 1,3-21-3,-17-4 0,-3-9 1,-4-5 104,-6 4 0,-2-4 0,-2-2 1,-5 2 5,-2 1 1,-4-1-1,-3 2 1,-2 3-262,-2 0 0,-4 4 1,-1 4 384,-4-2 1,-3 13 0,-11 25-1,16 14 1</inkml:trace>
  <inkml:trace contextRef="#ctx0" brushRef="#br2" timeOffset="127653.54">18161 16509 7533,'-20'29'3276,"8"15"-1638,17-8 0,6 2-2936,5 1 1,2-1 1297,-2-4 0,2-4 0,2-8 0,0-3 0,-1-1 0</inkml:trace>
  <inkml:trace contextRef="#ctx0" brushRef="#br2" timeOffset="127887.54">18508 16261 7533,'-7'-14'3276,"24"42"-3068,-6 3 0,1-6 1,-1 0-1,-5 4 0</inkml:trace>
  <inkml:trace contextRef="#ctx0" brushRef="#br2" timeOffset="128020.54">18520 16608 7533,'-20'22'3276,"14"11"-2960,20 13 0,-5-22 0,1 0 1,8 13-1</inkml:trace>
  <inkml:trace contextRef="#ctx0" brushRef="#br2" timeOffset="129206.54">19077 16212 7533,'0'-34'3276,"0"16"-1676,-4 36 0,-3 16-1181,1-1 1,0 5 0,-1 3-1170,0 1 0,-1 2 1,-1 2-1,1 0 318,2-6 0,-1 1 1,0 0-1,1-1 1,1-1-379,-1 4 1,1 0-1,1-3 1,-1-2 809,-2 16 0,3-9 0,10 0 0,1-39 0</inkml:trace>
  <inkml:trace contextRef="#ctx0" brushRef="#br2" timeOffset="129337.54">19102 16571 7533,'18'-31'3276,"7"0"-3835,-3 9 0,4 1 559,3 4 0,0 1 0,-2-2 0,-2 0 0,-1 6 0,-1 0 0</inkml:trace>
  <inkml:trace contextRef="#ctx0" brushRef="#br2" timeOffset="129520.54">19462 16149 9871,'-14'39'546,"-1"-1"0,1 0 0,2-2 0,-1 3 0,1 0 0,0 1 119,0 3 0,0 0 1,1 1-1,0 0-1485,0-1 1,1 1 0,1-2 0,2-2 697,2-1 1,3-3 0,2-5 0,8 16 0,17-43-1</inkml:trace>
  <inkml:trace contextRef="#ctx0" brushRef="#br2" timeOffset="129741.54">19760 16112 7533,'-50'-3'1638,"21"15"0,3 7 0,1 13 0,4 6-687,4 1 1,8 1-2212,13-6 1,10-7 1259,7-14 0,5-7 0,0-8 0,0-5 0,-2-5 0,-1 0 0</inkml:trace>
  <inkml:trace contextRef="#ctx0" brushRef="#br2" timeOffset="130303.54">19102 15530 9691,'-6'31'1092,"0"1"0,-1 4 0,1 1-1255,3-4 1,1 2 0,0-2 117,-1 3 0,1-2-1594,2 3 1,0-5 1625,0-9 0,5 12 0,2-23 1</inkml:trace>
  <inkml:trace contextRef="#ctx0" brushRef="#br2" timeOffset="130619.54">19437 15443 8072,'-22'35'1092,"0"0"0,-1 7 0,3 0 546,9-3 0,2 2-1424,-1-4 1,1 1 0,6-4-485,8-7 1,5-3-496,3 5 0,5-8-314,29-28 629,-20-18 1,-10-7 628,-17 7 1,-9 1 360,-12 0 0,-5 12-540,-4 25 0,-1 10 0,2-6 0,4 4 0,14 11 0,-1 1 0</inkml:trace>
  <inkml:trace contextRef="#ctx0" brushRef="#br2" timeOffset="131620.54">20764 15976 7533,'-14'12'1638,"-5"22"0,0 11-398,4 0 0,1 5-1532,3-15 0,-2 2 0,0 2 0,0 0 112,-2 5 0,0 3 0,0-2 1,1-1-871,0 5 1,0-3-1,1-1 1050,-2-4 0,0-1 0,2-3 0,1-2 0,1-7 0,-2-10 0</inkml:trace>
  <inkml:trace contextRef="#ctx0" brushRef="#br2" timeOffset="131771.54">20690 16310 7533,'19'38'1638,"-7"-8"0,-1 6-1021,-3 5 0,-2 6 0,0 1-1437,0-9 1,1 1 0,-1 0 0,0-2 350,-1 7 1,0-2 0,-2-1 0,2 9 0,-4-6 0,-8 2 0</inkml:trace>
  <inkml:trace contextRef="#ctx0" brushRef="#br2" timeOffset="131903.54">20665 16720 7533,'11'-37'2518,"14"5"-4157,-2 16 1,3 2 1251,16-6 0,-16 9 1,0-1-1,6-7 1</inkml:trace>
  <inkml:trace contextRef="#ctx0" brushRef="#br2" timeOffset="132090.54">21148 16199 8972,'-13'41'1638,"4"4"0,0 5-871,4-13 0,1 1 0,-1 0-1847,-1 7 1,0 0 0,1-2-560,1 0 1,1-5 1535,-3-4 0,6-46 0,0-14 1</inkml:trace>
  <inkml:trace contextRef="#ctx0" brushRef="#br2" timeOffset="132303.54">21160 16199 7533,'17'-25'3276,"-8"12"-6553,26 18 2654,-20 5 219,2 9 1,0 2 403,4 0-355,-8 8 1,-1 0 264,0 2-508,-12 3 1,-5 1 597,-4 1 216,-10 0 1,-7 3-622,1-3 1,-2-2-631,-6 0 1,1-2 1034,8-5 0,4-6 0,3-9 0,24-19 0</inkml:trace>
  <inkml:trace contextRef="#ctx0" brushRef="#br2" timeOffset="132688.54">21445 16236 7533,'1'41'1092,"0"1"0,1-16 0,0 0 0,-4 10 0,-3 4 0,1-1-2731,-2 7 1,-1-2 633,0-3 0,1 0 1305,0 5 0,-1-7-3577,-4-23 1157,10-4 1180,-5-59 730,9 13 0,4-4 1,0 0 209,-1 3 0,0 0 0,3 0-247,3-8 1,3-2-1,0 8 337,-2 9 0,2 5 3186,19-12 0,-9 39-1083,-4-1-1383,-3 37-631,-17-12 1,-2 1-270,1-2 0,-2 1-225,-9 12 1,-5 1-496,-3-5 1,-1-3 2235,0-5 0,-1-1-2236,-6 10 1,1-5 809,6-16 0,-4 1 0,12-24 0</inkml:trace>
  <inkml:trace contextRef="#ctx0" brushRef="#br2" timeOffset="132836.54">21755 16323 12390,'0'24'150,"6"-9"0,1 8 0</inkml:trace>
  <inkml:trace contextRef="#ctx0" brushRef="#br2" timeOffset="132937.54">21780 16620 7533,'-7'27'546,"0"-1"0,1 1 0,1-2 0,0 1 0,-2 4 0</inkml:trace>
  <inkml:trace contextRef="#ctx0" brushRef="#br2" timeOffset="138187.54">22388 16224 10051,'-33'-14'3276,"-7"3"0,14 17-2452,-12 11-60,8 10 1,1 6-450,13-6 0,1 2-1,-10 10 1,4 1-90,15-3 0,5-3-405,7 9 45,-2-15 0,5-4-1304,38-10 360,-11-3 404,-9-12 1,0-3-676,16-9 901,-16 0 629,2 0 1798,-28 41 1,-2 7-1215,-7 0 1,-2 3-585,0 8 0,1-1-1518,2-13 0,0 0 573,0 5 1,3-4 764,4-8 0,6-13 0,0-7 0</inkml:trace>
  <inkml:trace contextRef="#ctx0" brushRef="#br2" timeOffset="138554.54">22586 16063 7083,'0'-19'3276,"0"6"-166,-5 19-2030,-2 40-901,4-22 1,-1 2-360,-2 12 1,1 2-811,1 1 1,1-3 269,0-10 1,-1-1-226,1 1 1,1-2 944,2-3 0,0-16 0,0-2 0</inkml:trace>
  <inkml:trace contextRef="#ctx0" brushRef="#br2" timeOffset="138704.54">22624 16199 12030,'24'0'-2069,"1"0"2069,0-11 0,-6 3 0,-1-10 0</inkml:trace>
  <inkml:trace contextRef="#ctx0" brushRef="#br2" timeOffset="138841.54">22772 16063 11041,'-9'26'719,"-1"0"1,-2 15-1,1-2-1258,2-1 224,1 11 0,0 0 0,1-9 0,1-8 0,0-1 0</inkml:trace>
  <inkml:trace contextRef="#ctx0" brushRef="#br2" timeOffset="168616.54">5454 570 7533,'0'-33'1799,"-5"-1"-720,-13 25-225,-5 14 1,-3 7-450,-3 9 0,-1 9-158,7-1 0,-1 6 1,1 2-1,2 0-282,0 5 1,3 1 0,2 1-206,-2 3 0,2 0 1,9-5 124,12 3 0,13-12-650,16-26 1,7-12 134,-1-3 1,1-6 269,3-7 0,-3-3 495,-14 5 0,-5 1-225,2-6 1709,-11 28-809,-13 32-406,-5-6 1,-3 5-1395,2 0 1,-1 4 0,1-3-650,2 0 1,0-2 1087,-4 2 1,6-9 0,13-15 0,-4-12 0</inkml:trace>
  <inkml:trace contextRef="#ctx0" brushRef="#br2" timeOffset="169056.54">5677 260 10411,'-13'6'2519,"-4"17"-1980,12 18 1,3 6-450,-1-5 0,-1 2-213,0-6 0,0 2 0,1-3-1227,2 7 1,1-4-90,-3-12 0,0-3 1476,3 17 1,0-18 0,0-12 0</inkml:trace>
  <inkml:trace contextRef="#ctx0" brushRef="#br2" timeOffset="169226.54">5702 521 7533,'-14'0'3276,"14"-6"-3674,25-6-2031,8-8 1980,10-4 449,-11-1 0,-8 0 0,-6 0 0</inkml:trace>
  <inkml:trace contextRef="#ctx0" brushRef="#br2" timeOffset="169376.54">5888 322 6543,'7'-14'3276,"-1"4"0,-17 54-3134,1-13 0,0 4-232,2 9 0,1 2 23,0-8 1,-2 1-1,3-3 1,2-1 0,1-2-1,-3 6 1,0-1 0</inkml:trace>
  <inkml:trace contextRef="#ctx0" brushRef="#br2" timeOffset="170636.54">6062 955 12300,'37'3'1092,"0"0"0,-2 0 0,0 0-482,13-2 1,4-2-1704,-4-2 1,2-1 0,-4 0-547,-6 0 1,-1-1 1091,-1 1 1,2 0 0,-6 0 0,1-1 0,-17 5 0</inkml:trace>
  <inkml:trace contextRef="#ctx0" brushRef="#br2" timeOffset="170966.54">6347 682 7533,'-26'-14'1638,"-4"33"0,-2 12-218,8-4 0,-2 5-1728,2-4 1,-3 3 0,-2 1 0,2-2 607,-2 0 0,1-2 0,-1-2 269,1-2 1,0-1 0,3-3 2141,-12 11-1991,55-20-890,7-8 0,8-1-923,6 7 1,6 4 0,-3 0 1085,5 4 1,-1 2-1,-11-4 1,0 2 0,-5 0-1,-9 1 1,0 0 0</inkml:trace>
  <inkml:trace contextRef="#ctx0" brushRef="#br2" timeOffset="173336.54">6955 508 7533,'-13'-39'3276,"6"15"-2145,2 13-457,11 35 1,4 12-1032,0-4 476,-2 4 1,0 9 0,-1-1-274,-3-9 0,-3-2 1,0 3 40,-1-1 1,-1 4 0,0-1-1,-2 0-217,0 5 0,-2-1 1,0 1-451,-3 4 1,-1 1-1,1-7-704,1-7 0,1-4 1484,0 3 0,1-8 0,-1-20 0,-1-12 0</inkml:trace>
  <inkml:trace contextRef="#ctx0" brushRef="#br2" timeOffset="173466.54">6979 892 7533,'6'-20'3276,"11"3"-1245,8 12-3560,13 3-46,1-13 1,0-3 1574,0 6 0,-6-9 0,-4-4 0,-9-1 0</inkml:trace>
  <inkml:trace contextRef="#ctx0" brushRef="#br2" timeOffset="173626.54">7326 533 9422,'-14'11'3276,"-8"30"-2711,16 4 1,4 8-866,-4-8 0,-1 3 1,2 0-768,2-2 1,1 1 0,0 1 1066,-1-3 0,1 2 0,-1-2 0,0-5 0,0-1 0,-1-2 0,-2 11 0,0 0 0</inkml:trace>
  <inkml:trace contextRef="#ctx0" brushRef="#br2" timeOffset="174006.54">7661 298 7982,'-13'-21'3276,"-5"4"-1065,-6 28-1642,1 16 1,-2 12 0,2-3-210,0-2 0,5 1-1350,8 8 1,5 5 0,12-15-630,38-23 1619,1-12 0,2-9 0,-9-14 0,-4-5 0,-4 6 0,-1-1 0</inkml:trace>
  <inkml:trace contextRef="#ctx0" brushRef="#br2" timeOffset="176216.54">19152 12704 8162,'-14'-14'2519,"14"3"-1170,19 6-765,15-1 1,8-1 164,3-4 1,4-2 0,-1 1-987,-10 4 1,-1 1-1,4-1 381,-1-1 0,6-2 0,1 0 0,0 0 0,-5 2 6,5-1 0,-3 2 0,1-1-465,-2 0 0,2-1 0,0 1 0,-3-1-647,2 0 0,-3 0 0,-3 0 962,-1 1 0,-7-1 0,1-8 0,-20 6 0</inkml:trace>
  <inkml:trace contextRef="#ctx0" brushRef="#br2" timeOffset="-205220.19">18966 17067 7533,'-26'0'449,"3"0"-269,5 0 3096,-7 0-1874,10 0-1043,-1 0 631,16 0 449,16 0-1079,-1 0 90,15 0 179,6 0-89,1 0 0,3 0-450,-13 0 0,-1 0-362,15 0 1,0 0 450,-12-3 1,1 0 0,17 2 0,4 1-240,-12-2 0,0 0 0,0 0 60,11 2 0,-2 0-90,-2 0 0,-7 0 1,-17 0 89,7 0 269,-16 0 451,-6-5-450,-2-2 0,-5 0-180,-11-4-270,-25 4 360,6 0-630,-10 3 0,0 3 733,7 1-778,-15 4 0,-1 3-2782,10 1 3318,4-2 1,-1 0-177,9 0 0,1-1 97,0-1 0,-1-1 173,-4 1 0,0-1 89,3 0 1,1 0 45,-17-3 900,7 0 174,6 0 545,18 0 1387,2-6-2223,16 5-317,18-10-287,16 9-269,-9-3 0,2-1-271,5 3 1,1-1-45,2-1 0,1-2 45,0 1 0,-1 0-945,-2 2 1,-1 1 224,-6 0 1,0 0-830,-3 3 1,-1 0-1639,11 0 3095,-7 6 0,-14 1 0,-4 5 0</inkml:trace>
  <inkml:trace contextRef="#ctx0" brushRef="#br2" timeOffset="-160440.19">22152 15555 8252,'0'-21'3276,"0"4"0,0 12-2272,0 20-554,6-11 269,-5 31-269,-1 13-450,-1-11 0,-4-8 0,-1 0-270,-1 8-630,1-9 1,-1-1-2378,1 14 2724,6-5 1,6-30 0,7-13-1</inkml:trace>
  <inkml:trace contextRef="#ctx0" brushRef="#br2" timeOffset="-159860.19">22363 15542 15628,'6'7'720,"12"-1"-720,-3-6-180,14 0 90,-16 0 0,11 0-90,-10-6 360,-2 5 629,-1-5 451,-10 17-181,-1 19-1304,-2-5 0,-2 2-1034,-3 7 0,1 0 449,2-4 1,1-2-676,0 0 1,1-2 1484,2 11 0,-6-5 0,-1-2 0</inkml:trace>
  <inkml:trace contextRef="#ctx0" brushRef="#br3" timeOffset="-106280.19">2021 18256 13882,'-13'29'1446,"6"-6"-1509,2 12 0,-1-10 1,-1 0-1</inkml:trace>
  <inkml:trace contextRef="#ctx0" brushRef="#br2" timeOffset="-90940.19">10363 17773 7533,'-22'0'3276,"7"0"0,39 0-1638,4-5 0,3-1-1302,9-2-186,-9 0 0,6 0 0,-3 0 29,-3 3 1,0 2-1819,13-1 1,-1 3 1535,-16 2 1,-3 5 372,-2 8 0,-4 6 674,-12 11 1,-4 6-271,2 6 1,-3 5-1251,-8-1 0,-4 3 0,0-3 621,3-1 0,-1-1-465,-7 0 0,-3 4 0,3-5-1219,4-3 1,2-3-1,-4-1 1,3-2 1575,5-3 1,6-8 0,7-15-1,6 2 1</inkml:trace>
  <inkml:trace contextRef="#ctx0" brushRef="#br2" timeOffset="-90710.19">11144 18294 10321,'-7'12'3276,"1"17"-6096,12 10 2730,-5-5-48,9-7 0,2-3 0,-2-7 0,13 12 1</inkml:trace>
  <inkml:trace contextRef="#ctx0" brushRef="#br2" timeOffset="-80440.19">12124 17897 7533,'-13'-30'3276,"1"9"-2325,-1-2 129,1 10 539,-17 7-1349,13 6 179,-9 8 1,-1 7 89,-3 17 1,1 8-90,4-8 0,0 2 0,0 3-230,0 6 0,0 2 1,3-1 198,6-3 1,3-1 0,2-2-375,1-1 0,7-4 45,13-4 0,7-7-360,5-15 0,5-6-225,11 1 1,3-4-361,6-11 1,-2-4 449,-6 2 0,-3 1 945,-5 3 0,-3 3-540,1 5 2248,-17 48-1394,-17-10 1,-3 4-405,-3 9 0,-1 2-1543,2-16 1,0 0 0,1-1 436,-2 5 1,2-3-1,2 2 1,6-14 0</inkml:trace>
  <inkml:trace contextRef="#ctx0" brushRef="#br2" timeOffset="-79410.19">11838 17414 12030,'-3'36'959,"-1"1"1,-1-3-1,-1 2-1274,3 4 1,0 0-1325,-1-10 1,1-3 1490,3 11 0,7-27 1,5-18-1</inkml:trace>
  <inkml:trace contextRef="#ctx0" brushRef="#br2" timeOffset="-79140.19">11987 17463 13289,'36'-6'2249,"8"-6"-1889,2 11-270,-9 6 270,-25 26-450,-16-7 0,-4 3-1350,1 5 1,-1-1 1439,-2-4 0,2-3 0,2 12 0,6-18 0</inkml:trace>
  <inkml:trace contextRef="#ctx0" brushRef="#br2" timeOffset="-77960.19">12347 17550 10051,'0'40'1034,"-2"-8"1,-2-2-765,-3-5-45,2 9 0,-2 1-135,-5-10-270,5 6 0,1-1-90,-1-12-2069,-4 28 1980,10-31 359,-5 3 0,6-13 0,0-5 0</inkml:trace>
  <inkml:trace contextRef="#ctx0" brushRef="#br2" timeOffset="-77810.19">12396 17748 8072,'18'20'3239,"7"-8"-3239,-4-7-3277,19-10 0,-24-2 2833,13-5 1,-11-6 0,2-1-1</inkml:trace>
  <inkml:trace contextRef="#ctx0" brushRef="#br2" timeOffset="-77680.19">12632 17587 7803,'-11'31'1638,"4"-9"0,0 4-3277,-5 13 1,-1 2 1551,3-10 1,1 1-874,2 4 1,1 3 0,1-5 1127,-2 11 1,4-9 0,1-1 0,2 2 0</inkml:trace>
  <inkml:trace contextRef="#ctx0" brushRef="#br2" timeOffset="-76930.19">13437 18009 7533,'-8'6'3276,"4"6"0,33-11-3532,20 5-104,-6-6 0,-9-3 1,1 0-2789,10 2 3148,-5-5 0,-11 0 0,-23 0 0</inkml:trace>
  <inkml:trace contextRef="#ctx0" brushRef="#br2" timeOffset="-76740.19">13574 18046 7533,'-25'34'3276,"0"6"-4911,9 6 0,2 3 1725,6-20 0,1 1-90,-3 15 0,-1 6 0,4-5 149,5-5 0,1-2-1109,-4 2 1,-2 2-1,3-6 1092,3-9 0,0-3 0,-4 13 0,5-31 0</inkml:trace>
  <inkml:trace contextRef="#ctx0" brushRef="#br2" timeOffset="-76590.19">13474 18467 7533,'24'-12'3276,"-9"5"0,31-4-3082,-1 4-1813,-14-1 0,1-2 1619,-2 4 0,-3-1 0,5-11 0,-16 5 0</inkml:trace>
  <inkml:trace contextRef="#ctx0" brushRef="#br2" timeOffset="-76140.19">12930 18616 9871,'-7'43'2879,"1"-16"-2879,6 13-810,-27-8 630,14-5-944,-13-3 0,-4-2 1124,1 0 0,8-7 0,-1 0 0,-8 3 0</inkml:trace>
  <inkml:trace contextRef="#ctx0" brushRef="#br2" timeOffset="-75420.19">14132 17946 8252,'-26'-6'2429,"-3"0"-360,-2 34-1709,9-16-1,-1 19 1,1 6 0,0 5-540,8-14 0,3 1-270,5-1 1,6-4-181,13-2-2518,28 2 3148,1-24 0,-15-5 0,1-3 0,14-11 0</inkml:trace>
  <inkml:trace contextRef="#ctx0" brushRef="#br2" timeOffset="-74930.19">13636 17599 7533,'-6'-13'2788,"5"2"-1259,-10 11-809,9 22-540,-9-5-180,7 10 0,1 3 90,-3 1-900,0-3 1,1 2-2430,3 8 3239,-3-5 0,10-4 0,2-17 0</inkml:trace>
  <inkml:trace contextRef="#ctx0" brushRef="#br2" timeOffset="-74410.19">13859 17587 7982,'-26'0'1889,"2"0"-2158,12 17 179,0-8 180,5 20-90,-4 7 89,9-12-89,2 10 180,18-22-180,-3-5-90,14 4-269,-9-4 89,-7 6 270,-2-1-540,-33 22 630,11-16-90,-10 3 0,-3-2 270,-4-5-180,2-2 0,10-6 90,27-39-90,-3 19-225,5-12 0,3-4-45,2 4 0,1 2 90,4-13 45,-1 6 0,-5 0 135,-20-8 180,13 10 0,-27-4 90,-13 38-990,7-4 630,-12 28 0,23-13 0,-1 13 0</inkml:trace>
  <inkml:trace contextRef="#ctx0" brushRef="#br2" timeOffset="-74110.19">14330 18455 8972,'0'19'2788,"-5"4"-2653,-6 1 0,-2-1-1124,-3 4 719,-2-1 0,1-2 270,4-4 0,-5-1 0,5-1 0</inkml:trace>
  <inkml:trace contextRef="#ctx0" brushRef="#br2" timeOffset="-73670.19">15197 17748 8162,'-15'23'1092,"-1"0"0,-6 20 0,2-1-50,-2 0-1862,7-10 1,-4 8 0,1 1 0,3-7 571,4-6 1,0-1 367,-8 14 0,-3 5 0,1-2-974,1 1 1,3-3 538,6-12 1,-1-1-942,-7 9 0,5-9 1256,13-22 0,-5-7 0,6-7 0</inkml:trace>
  <inkml:trace contextRef="#ctx0" brushRef="#br2" timeOffset="-73490.19">15024 17984 7533,'37'-2'3276,"-11"4"0,9 32-2370,-21-1 1,-2 2-1425,1-7 0,0 1 518,-4 2 0,-2 2 0,0 1-1093,0 5 1,-1 0 0,-1-2 77,0-1 0,-1-1 265,2 4 1,0 3-1,-7-10 789,-21-4 0,11-3 1,-18-15-1</inkml:trace>
  <inkml:trace contextRef="#ctx0" brushRef="#br2" timeOffset="-73360.19">15011 18319 7533,'6'-31'3276,"6"5"-2415,2 7-141,9 8-2699,24 5 1170,-20-1 809,9-1 0,1-2 0,-13-3 0,0 4 0,-1 0 0</inkml:trace>
  <inkml:trace contextRef="#ctx0" brushRef="#br2" timeOffset="-72990.19">15507 17810 9691,'-35'4'2699,"18"0"-2699,-16 30 0,25-18 0,-5 24-180,8-25-90,5 9 90,11-12 90,-8-5 540,24 4-360,-17-10-90,19 21 0,-15-18-180,-2 24-90,-12-9 180,-7-3-809,-22 11 629,13-19-1979,-30 5 2249,30-8 0,-19-5 0,16 0 0</inkml:trace>
  <inkml:trace contextRef="#ctx0" brushRef="#br2" timeOffset="-72440.19">15160 17488 8072,'-12'-7'2699,"-1"7"-1890,7 12-764,-6 16 0,1 3-135,7-3 180,-7 5 0,0 2-1889,10 2 1080,-5-14 719,12 10 0,1-31 0,5 3 0</inkml:trace>
  <inkml:trace contextRef="#ctx0" brushRef="#br2" timeOffset="-72140.19">15371 17463 9152,'-25'6'3148,"-5"23"-2878,9-11-450,-2 22-989,16-27 989,1 0-810,23-8 630,-13-5-359,29-16 359,-23 6 180,19-19 0,-21 21 1350,9-3-1,-16 16 90,4 19-539,-10-8-316,2 9 1,-1 1-135,-8 3-1619,5 20 1349,1-7 0,1-14 0,-2 0 0</inkml:trace>
  <inkml:trace contextRef="#ctx0" brushRef="#br2" timeOffset="-71380.19">17342 17637 7533,'-25'5'3276,"6"19"-2126,11 13 1,4 8-837,-2-1 1,0 2-552,4-5 1,0 2-1,0 1 297,-2 5 0,0 0 0,-1-4-390,-1 0 0,0-3-30,3-6 0,1 1 0,0-5-2366,-4 5 2726,12-29 0,1-11 0,5-21 0</inkml:trace>
  <inkml:trace contextRef="#ctx0" brushRef="#br2" timeOffset="-71120.19">17342 17649 7533,'11'-19'3276,"3"12"-76,16 14-2751,-3 7 1,0 2-270,10 12-559,-4-1 0,-2 4 469,-16-6 0,-3 2-495,4 8 0,-7 4 75,-13-2 0,-8 3 1,0-4 239,1-2 0,-4 0-442,-5-3 0,-6 3 0,-2-1 0,4-6 532,2-3 0,-3-2-30,-11 8 0,-6 3 0,6-4-105,12-10 1,1-1-361,-19 9 0,3-2-764,17-6 1259,11-11 0,30-16 0,13-11 0</inkml:trace>
  <inkml:trace contextRef="#ctx0" brushRef="#br2" timeOffset="-70790.19">18049 17687 7533,'-41'16'3276,"17"-1"-1638,-4 16 0,0 7-1336,10-3 0,1 3-152,1-2 0,-2 4 0,3 1 7,4-5 0,1 2 1,1-1-1,1-2-67,-4 12 0,5-2-180,9-6 0,4 1 1,3-10 998,9-8-1089,17-10 0,4-7 1,-6-18-835,8-10 0,-2-6 834,-9-10-150,-12 7 0,1-7 1,-3 2 239,-4-1 0,-4 0 0,0 3 0,-2-3 0,-2 0-184,-3 3 1,-3-1-1,-2 4 364,-4 3 0,-4 2-183,-1-4 0,-5 11-1346,-11 36 0,-1 12 1439,-2-5 0,9 11 0,6 1 0,11-3 0</inkml:trace>
  <inkml:trace contextRef="#ctx0" brushRef="#br2" timeOffset="-70630.19">18012 18083 7533,'-14'6'3276,"-3"1"0,16 16 0,-4-2-1321,10 14-2720,8-11 1,3 0 224,7 18-1099,-2-14 1,0-2 1481,-2 0 1,-7-3 0,-6-10 0</inkml:trace>
  <inkml:trace contextRef="#ctx0" brushRef="#br2" timeOffset="-70410.19">18409 18058 7533,'-14'-19'3276,"3"7"-76,11 6-1851,0 6-989,5-6 180,2 5-360,6 1-1979,-1 13 1889,0 0-90,-5 5 0,4 0 0,-4 1 0</inkml:trace>
  <inkml:trace contextRef="#ctx0" brushRef="#br2" timeOffset="-70280.19">18421 18319 7533,'-19'12'3276,"1"6"0,11 1-1463,7 6-1543,7 0-270,11 5 0,1-4 0,6 5 0</inkml:trace>
  <inkml:trace contextRef="#ctx0" brushRef="#br2" timeOffset="-69320.19">19152 17984 7982,'-13'-14'2879,"-5"-8"-541,-6 19-1978,-3-2 404,4 24 1,0 7-495,-6 7-1268,7 1 0,-3 8 1,3-3 1401,6-9 1,1 0 254,-7 13 1,-1 5 0,5-5 78,8-13 1,3-1-470,-2 5 1,0 4 0,5-7-90,10 1-495,9-2 1,4-4-46,6-16-1035,14-7 1,1-6 945,-1-12-811,2-10 1,-1-2 719,-4-4-315,-9 1 1,-2 3 495,-4 10 1519,2-5-1250,-16 27 2518,-13 35-1168,-2-8-1113,-1-1 1,-2 7-1,2-4-147,0 14-690,1-12 1,-1 4 0,3-7-481,5 0 1170,1-1 0,0-2 0,1-9 0,5 9 0</inkml:trace>
  <inkml:trace contextRef="#ctx0" brushRef="#br2" timeOffset="-68280.19">18991 17488 10321,'-4'27'659,"1"0"1,-2 9 0,-1 1-615,0-7 0,-1-2-495,0-4 0,1 1-854,-1 11 0,1-4 1304,1-16 0,5 13 0,0-16 0</inkml:trace>
  <inkml:trace contextRef="#ctx0" brushRef="#br2" timeOffset="-68040.19">19077 17575 7533,'-7'-7'3276,"7"-4"-2505,24 4-861,-8 0 90,24 2-269,-13 16 89,-7-3-270,-3 26 45,-21-10 0,-3 2-270,0 6 1,0 1 674,0-4 0,0-1 0,-9 19 0,9-22 0</inkml:trace>
  <inkml:trace contextRef="#ctx0" brushRef="#br2" timeOffset="-67830.19">19437 17699 10051,'-14'5'3059,"-2"13"-2700,14 3 136,-3 4 0,-1 2-945,-1 3 405,4 10 0,0 0-1214,-8-1 314,9 2 1,2-1 224,-5-10 720,5 16 0,5-32 0,2 4 0</inkml:trace>
  <inkml:trace contextRef="#ctx0" brushRef="#br2" timeOffset="-67680.19">19487 17909 10411,'34'0'-1349,"-16"-5"1349,16-2 0,-16-5 0,2-1 0</inkml:trace>
  <inkml:trace contextRef="#ctx0" brushRef="#br2" timeOffset="-67540.19">19685 17736 7533,'-7'19'1638,"-3"2"0,-2 4 0,1 14 0,2 2-2171,-2-7 1,1 3 130,1 6 1,1 4-1,3-5 1,4-9 0,0-1-1,-1 16 1,-1-1 0</inkml:trace>
  <inkml:trace contextRef="#ctx0" brushRef="#br2" timeOffset="-66760.19">18719 18963 7533,'-26'0'2338,"8"11"-2158,12-2 3096,28 25-2504,-5-23 172,22 3 1,7-7-1384</inkml:trace>
  <inkml:trace contextRef="#ctx0" brushRef="#br2" timeOffset="-66760.19">18806 19049 15386,'29'-4'-400,"10"-6"-100,1-3-1,-1 2 561,2 3 0,-1 0 0,4-2-240,-4-1 0,5-2 0,1-2 0,-2 1 1,-3 2-914,3 0 1,-3 1 0,-1 1 838,-1 1 0,-2 0 0,0 3 0,15 0 1,-7 6-1,-14 7 0</inkml:trace>
  <inkml:trace contextRef="#ctx0" brushRef="#br2" timeOffset="-44830.19">18632 5007 7533,'5'-13'2158,"2"2"-988,11 27-720,-4-6-3727,15 30 2422,-14-24 1260,1 4 0,3 0 1221,12 6-1312,-12-5 1,1 1 0,1 1 0,1 4-90,2 14 0,-1 2-125,-5-12 1,-1 1 19,-2 1 0,1 4 0,-1-2-30,1 3 0,0 1-30,-4-8 0,0 0 0,1 0 74,8 13 1,1-1 0,-3-2 0,0-2-45,5-1 0,0-1 0,-4-1 0,-1 2 90,3 1 0,-1 2-90,-1 4 0,-3 2 0,-7-14 0,-2 1 0,0 0-301,2 2 1,1 2-1,-3-1 301,-3 0 0,-1 1 0,1-1-30,2-2 0,2 1 0,-2-1 0,-2 0 0,-1 0 0,1-1-30,2 0 0,2-1 0,-1 0 60,1 13 0,1 1 45,-1 2 0,1 0-90,2-5 0,0 0 854,-3 2 1,1 0-810,0-2 0,-1-1 0,1 0 0,-2 1-45,-1-1 0,-2 1 0,2-3 0,-1-1-103,0-2 1,0-2 147,0-2 0,1 0-90,-1-3 0,0 0 0,0-3 0,0 0 284,1 0 0,-1-1-194,-3-2 0,1 0-90,1 0 0,1-1 179,-3 1 1,1 0-135,2 0 0,0-1 90,0 4 0,1 0-45,-1-3 0,0 0-90,-2 6 0,-1-1 0,3-2 0,-1 1 0,-4 1 0,-1 2-45,5-1 0,1 0 90,-2 0 0,-1-1-135,3 1 0,1 1 90,-1 1 0,0 1 406,-2 3 1,-1 0-317,2 1 0,1 0 314,-3 5 1,1-1-270,2-1 0,0 0 116,0-1 0,1 1-161,-1-1 0,0 0 44,-3-3 1,1 0-135,1-2 0,1-1-45,-3 0 0,1-1 45,2 1 0,0 0-45,0-2 1,1-1 133,-1 6 1,0-1 0,-3-4 0,1-1 90,1 3 0,1 0-135,-2-3 0,-1-1 136,0-1 1,1-1-182,2 2 0,-1 0 0,-5-4 0,1-1 0,5 6 0,-1-1-45,-4-4 0,-1-1 90,6 3 0,0-1 45,-5 23-90,4-25 0,1-1 90,-5 26-45,4-25 0,1-1-135,1 26 135,-4-25 0,1 0-225,7 19 270,-4 4-90,-1-23 0,0-1 45,1 2 0,-1-1-45,0 6 0,0-1 45,0-5 0,1 1 0,-1 4 0,0 1-45,0-6 0,0 0 45,1 6 0,-1-1-90,0-4 0,0-1 90,0 3 0,1-1-45,-1-2 0,0 0 45,0 2 0,0 1-45,1-3 0,-1 1 135,0 1 0,0 1-135,1-3 0,-1-1 0,-3 1 0,1 0 0,1 2 0,1 1 449,-1 3 1,2 0-45,2 4 0,1-1-1014,0-2 1,0-1 473,-2 3 0,1-1 180,1-8 0,-2 0-90,-1 6 0,0-1 0,2-4 0,0-1-45,-2 2 0,-2 1 45,2 0 0,-1-1 90,0 1 0,0 0-90,0 1 0,1-1 180,-1 2 0,0 1-45,0-3 0,0 0-90,1 3 0,-1 0 135,0 0 0,0 0-90,0 3 0,1-1 45,2-3 0,0-2 0,-3 3 0,1-1-45,2-5 0,0 0 320,4 19-635,-6 4 91,4-4 179,-10-17 0,-1 1 45,3-3 0,-1 1-90,1 4 0,0 1 134,0-6 1,1 0-45,-1 6 0,1-1-135,7 15 45,-10-15 1,-1 0-136,11 15 180,-7-18 0,-1 1-45,3-3 0,1 0 135,-4 0 0,0-1-45,3 1 0,-1 0 134,-3 25-134,3-26 0,1 1-135,-2 0 0,-1 0 90,0 0 0,1-1-135,1 1 1,1 0 44,-5 19-90,5 4 270,-1-4-90,-4-17 0,-1 1 135,3-2 0,0-1-1,-3 6 1,0-1-45,0-5 0,0 1 0,0 4 0,0 1-45,0-6 0,0 0-45,0 3 0,0-1-90,0 23 90,0-6-180,0-1 360,0-6-180,0 6 180,-6-5 555,5-1-735,-10-1-90,10-4 0,-10 5-90,9 0 0,-9 0 0,10 1 90,-10-1 90,9 0-89,-9 6-1,10-5 0,-4 5 90,-1-6 0,5 0 0,-5 6 180,1-5-180,3 5 0,-3 0 0,-1-5-90,5 5-180,-10-11 0,9 4 519,-9-5-429,10 1 270,-10 9 0,4-7-45,-1-11 0,-2 2 45,-4 19 180,-9 0-55,16-20 1,0 0-306,-11 15-180,6 3 100,-1-10-100,7 4 180,-5-5 0,4 12-90,0 1 270,1-19 0,1 0 0,-2 19 0,-6-2 0,1-4-90,0-1 90,-1-6-90,1 5 90,-1-10 90,-4 16 0,3-9-225,4-9 0,2 0 135,1 15-180,-4 9-90,4-9 360,-5 3-180,-1 1 270,1-5-1,-1 10 361,1-9-131,0 9-230,-1-4-358,1-5 89,5 2-540,1-15 90,1-1-359,4-7 269,-10 0-1529,9-4 1170,-9 9-1078,4-9-632,0 4 810,2-6-450,5-5 2249,5-7 0,2-12 0,6-8 0</inkml:trace>
  <inkml:trace contextRef="#ctx0" brushRef="#br2" timeOffset="-44400.19">19896 16001 11760,'-1'18'2249,"2"6"-1350,11 8 91,1 11-91,-6 1-932,-4-17 1,-1 1 167,1 2 0,0 2 45,-3 2 0,1 1 44,5 2 1,-1 0-45,-4-2 0,-1-1 90,6-2 0,0-2 78,-3-5 1,0 0 101,10 17-180,5-10 89,-5-2 91,11-11-90,-5-1-90,6-11 90,0-7 322,0-18-682,-1-13-1215,-6 7 1,0-2-425,-2-4 1,1-2-1,9 0 1,2 1 1479,-2-1 1,-1 2 0,-2 7 0,0 2 0,-3 3 0,1 0-1</inkml:trace>
  <inkml:trace contextRef="#ctx0" brushRef="#br2" timeOffset="-26770.19">20305 18281 7533,'-19'-6'3058,"-4"-6"-1349,3 11-180,-21 12-1349,17 4 404,-5 14 1,2 6-759,17-8 1,2 1 487,-13 8 1,2 2-45,16-1 0,3-2-1079,-4 1 611,19-14 0,5-5-521,3-10-406,9-12 1,-1-6 225,0-11-181,1-12 1,-1-3 764,-15 16 0,-3-2 15,1-6 0,1-5 1,-3 5 119,8-9 584,-10 5 1,-2 2-315,-1 10 540,-2 9-630,-5 14 2339,-5 38-2070,-2-10 431,3 12 1,1 8-761,-2-9 0,-1 1 0,0-1-259,3-8 1,1 0 0,-1 2 318,-3 6 0,-1 6 0,-1-2 0,0-8-180,-1-5 0,-3-2 180,-1 8 0,-3 2 0,-1-8 134,-18-1 136,9-12 0,0-6 564</inkml:trace>
  <inkml:trace contextRef="#ctx0" brushRef="#br2" timeOffset="-26770.19">20099 19049 12962,'0'-10'164,"15"-10"-794,9-5 0,4-3 495,-10 9 1,0 0-1505,16-16 1,2 2 938,-15 17 0,0 3 700,3-5 0,0 0 0,12-5 0,-5 3 0</inkml:trace>
  <inkml:trace contextRef="#ctx0" brushRef="#br2" timeOffset="-26470.19">20591 18418 7533,'-20'-7'3276,"-3"12"-1245,15 15-1402,-4 11-269,24 7-1079,1-12-181,18-8-449,6-41 1079,-15 6-90,-6-14 0,-5-2 180,-9 3 675,2 0 0,-3 2-315,-6 12 1079,-8-12-989,0 27-1619,-11 12 1349,16 4 0,-3 15 0,11-5 0</inkml:trace>
  <inkml:trace contextRef="#ctx0" brushRef="#br2" timeOffset="-25960.19">20901 18294 7533,'-25'-9'3276,"0"11"-1638,6 20 0,2 8-545,-5 14-1048,9-11 0,3 0-405,10 16 360,7-27-1978,16-6 1618,-8-28-2159,20-19 1980,-15 4 269,-7 3 0,-1 1 90,6 1 1979,-12-7-1889,-1 22 1799,-5 13-1529,0 8 2788,0 21-4587,0 4 990,0-12-1890,11-4 450,3-29 2069,5-1 0,-1-17 0,-5-2 0</inkml:trace>
  <inkml:trace contextRef="#ctx0" brushRef="#br2" timeOffset="-25810.19">21234 17897 10501,'-9'35'819,"0"-1"0,0 0 0,3-5 0,-1 2 0,-4 10 0,-3 11 0,-1 1 0,4-7-1912,6-10 1,2-3 0,0 2 950,0 13 0,0 4 0,4-6 1,4-9-1,5-7 0,20 4 1</inkml:trace>
  <inkml:trace contextRef="#ctx0" brushRef="#br2" timeOffset="-23060.19">18880 18963 7533,'-36'0'-360,"14"0"90,-7 0 1259,17 0 91,5 0-900,7 0 629,34 6-269,7-3 0,3 1-450,-8-1 0,1 0-170,8-2 1,4-3 0,0-2 139,-5-5 0,-2-2 0,-1 1-120,-6 2 0,-1 1 0,2-2 60,-1-2 0,3-2 0,-1-1 0,-5 1-225,0-4 0,-2 1 180,-1 2 0,-1 0 225,11-13-180,-82 26 90,21 1-150,-8 4 0,-9 5 0,-1 1-975,-1 3 0,-2 3 0,2-1 1035,7-1 0,2-1 0,-3 1 0,-3 1 0,-4 0 0,1 0 0,4-2-948,-5 2 0,3-2 993,-1 0 0,2-1 554,1-3 0,12-2 390,22-5-719,5 3 89,18-5 1,12-5-180,-1-1 0,3-1 0,0 2 755,7 0 0,3 0-1025,1-5 0,5-2 0,-2 1-510,-9 4 0,-1 0 1,-1 0 419,11-4 0,1 2 180,-8 4 0,2 3 0,-7 3 0,1 13 0,-11-2 0,0 1 0</inkml:trace>
  <inkml:trace contextRef="#ctx0" brushRef="#br2" timeOffset="-21430.19">1301 15691 7533,'-5'-19'1439,"3"1"270,-9 0-270,-7-1-270,-8 5-584,1 10 0,-4 8-181,-3 14 1,1 11 15,5-2 0,0 5 0,3 2-191,-1 8 1,3 4 0,2 0 69,4 0 1,2 1 0,5-1-180,5-5 0,4-1 0,6-4-525,11 0 1,8-9-361,12-14 0,5-13-45,2-18 1,-1-9 269,-1 1 1,-5-3 1348,-9-2 1,-8 13 809,-9 40-1124,-13 13 0,-6 7-525,1-5 0,-1 2 0,1 1-720,0 0 0,2 0 1,1-2-890,5 8 1,2-5 1214,-2-14 0,4-4 0,18 0 0,-5-17 0</inkml:trace>
  <inkml:trace contextRef="#ctx0" brushRef="#br2" timeOffset="-20960.19">1487 15344 8792,'-7'-14'2968,"2"20"-2518,4 16 0,2 10-630,-4 10 0,0 5-510,1-7 1,0 3-1,-1-1 280,0-2 0,-2-2 1,1-1-1,0 5 1,1-3-1,0-13 0,1 0 1</inkml:trace>
  <inkml:trace contextRef="#ctx0" brushRef="#br2" timeOffset="-20790.19">1562 15604 11400,'26'-14'-72,"0"-1"0,6-7 0,-6 4 0,0 0 1</inkml:trace>
  <inkml:trace contextRef="#ctx0" brushRef="#br2" timeOffset="-20660.19">1797 15356 7533,'-11'30'1092,"-1"0"0,1 6 0,1 3-835,1-3 0,1 3 0,0-2-617,2 10 1,0-2 0,0-1 0,1-4 0,-2 8 0</inkml:trace>
  <inkml:trace contextRef="#ctx0" brushRef="#br2" timeOffset="-20410.19">1897 15988 7068,'-14'0'3276,"3"0"0,33 6-1638,8-5 0,6-1-1805,6 3 0,3 0-100,-11-3 1,2 0 0,0 0-827,2-2 1,1 0 0,-3 0-291,-4 2 1,-1-1 1382,6-1 0,-3-2 0,-10-1 0,-6-2 0</inkml:trace>
  <inkml:trace contextRef="#ctx0" brushRef="#br2" timeOffset="-20130.19">2145 15827 7533,'-11'-25'3276,"-9"11"0,-22 36-2775,11 4 1,0 6-652,5-4 0,1 3 1,0 0-151,1-1 0,0 0 0,1-2 750,-4 5 0,5-4 269,9 7-989,49-13-1124,0-10 0,4-1 1394,-8-2 0,1 1 0,-1 0 0,7 2 0,-1 0 0,-9-1 0,0-1 0</inkml:trace>
  <inkml:trace contextRef="#ctx0" brushRef="#br2" timeOffset="-19840.19">2678 15765 7533,'0'-13'1638,"0"34"0,0 18 0,-2 7 0,-2 3-1097,2-11 0,0 0 0,-1 5-739,1-6 0,-2 3 0,1 2 0,-1 0 0,0-4-895,-3 10 1,0-3 0,1 1 1040,2-2 1,1 2 0,0-1 0,0-5-1,-4 10 1,2-8 0,5-3 0</inkml:trace>
  <inkml:trace contextRef="#ctx0" brushRef="#br2" timeOffset="-19710.19">2678 16286 7533,'43'-25'1638,"-17"13"0,3-1-1605,8-9 0,0-3 0,-11 8 0,-2-1 0,1-9 1,1 0-1</inkml:trace>
  <inkml:trace contextRef="#ctx0" brushRef="#br2" timeOffset="-19570.19">3061 15777 10141,'-18'43'655,"0"0"0,6-9 1,1 2-1,0 4 0,2 0 0,2-1 0,1 2 1,2 1-1,-1 0 0,0 1-908,-1 1 1,0 2 0,-1 0 0,2-1 0,0-2 0,1 0 0,1-2 0,0-1 0,1-1 0,-3 2 0,1 1 0,0 0 0</inkml:trace>
  <inkml:trace contextRef="#ctx0" brushRef="#br2" timeOffset="-17340.19">3433 15579 7533,'-41'-13'3276,"18"7"-1638,-14 30 0,1 14-867,21-10 1,2 3-922,-5 6 0,-1 4 0,4-4 150,6-9 0,5-1-1439,8 6 0,9-4 1439,12-19 0,5-5 0,-2 4 0,0 0 0,11-7 0,0 1 0</inkml:trace>
  <inkml:trace contextRef="#ctx0" brushRef="#br2" timeOffset="-17060.19">3644 16286 7533,'-27'-7'3276,"5"1"0,27 6-1830,20-2 0,7-1-1176,9 1-150,-5 1 0,7-1 0,-1 0-1213,-3 0 1,-1 0 0,0 1-25,10 0 0,0 0 97,-6-1 1,2-2 0,-4-1-620,-6-1 1,-2 0 1214,-2-1 1,-1 0 0,-2-2 0,-3 0 0,-5-3 0</inkml:trace>
  <inkml:trace contextRef="#ctx0" brushRef="#br2" timeOffset="-16740.19">4053 16013 6431,'-30'-11'3276,"-12"8"-620,13-8-317,-17 22-3978,24 8 1,1 4 1547,3-5 0,1 1 91,-9 14 0,-1 4-288,5-9 0,0 2 0,1-4 243,4-2 0,0 0 87,-5 5 1,-3 2 0,4-7 2116,1-2-1529,0 3 809,9-14 180,33-5-1259,-5-5 1044,9 8 0,6 4-2214,8-1 1,0 2 1936,-8 2 0,1 1-1127,-1-2 0,3 1 0,-5 0 0,-5 3 0,-3 1 0,9 5 0,-1-1 0</inkml:trace>
  <inkml:trace contextRef="#ctx0" brushRef="#br2" timeOffset="-13810.19">18991 12778 7533,'17'7'3276,"-7"-7"-2184,23-3 0,16-4 0,0-1-2022,-9-1 0,-1-3 0,3 1 1289,2 2 1,4 0 0,1-1 0,2 0-121,-10 1 1,4-2 0,0 1 0,-1-1 0,-1 1 0,-3 2-195,-1-1 0,-4 2 0,0 0 0,4-1-60,1 0 0,5-1 0,1 0 0,-1 0 0,-4 1 0,-8 0 105,1 1 0,-2-1-135,3 1 0,6 0 0,-1-1 0,-9 1 1466,11-6-2006,-3 3 1,-4 2-226,-14 1 990,-3-4-3457,-46 9 0,9 2 3202,-7 2 1,0 3 0,-6 13-1,-5 1 1</inkml:trace>
  <inkml:trace contextRef="#ctx0" brushRef="#br2" timeOffset="-12960.19">4983 16100 7533,'-26'-12'2698,"-2"4"-719,-3 3-810,-13 27-1762,19-5 1,-1 5 951,-8 12 1,2 6-30,13-10 0,3 2 0,-1 0-61,-2-1 1,-1 0 0,4 2-30,3 1 0,3 1 0,1-1-60,-2 5 0,4-1-178,7 2 0,5-1-497,3-10 0,4-2 180,4-3 0,5-4-531,3-5 0,2-5 36,1-3 1,2-3-585,5-2 0,0-4 960,12-9 1,-19 8 0,-1-2 0,6-13 0</inkml:trace>
  <inkml:trace contextRef="#ctx0" brushRef="#br2" timeOffset="-12710.19">5256 15926 7533,'0'-13'3276,"0"2"-975,0 11-1492,-6 27-539,-1 2-360,-1-3 0,-2 3-630,1 7 1,-1 0 179,0-11 0,1-1-449,2 7 0,1-3 989,1-8 0,10-9 0,2-11 0</inkml:trace>
  <inkml:trace contextRef="#ctx0" brushRef="#br2" timeOffset="-12380.19">5280 15902 8972,'0'-14'3276,"0"3"-1785,11 11-1581,3 0-449,28 5 628,-19 2-1528,11 6 180,-32 16 1529,-15-7 90,-13 19 1259,-11-9-1080,11-6-808,8-3-451,29-10 450,4-7-629,21 0 269,-15-1 0,2-3 720,-27 20-90,1-13 360,-15 8 0,-4 1-270,4 2-675,-7-2 1,-1 0 494,10 3 90,-13 3 0,22-7 0,1 2 0</inkml:trace>
  <inkml:trace contextRef="#ctx0" brushRef="#br2" timeOffset="-12130.19">5615 16447 11850,'35'3'1092,"-1"0"0,-6 0 0,2 0-505,5 0 0,3-1 0,2 0-1680,5 1 1,1-1 0,-3-2 41,3-1 1,1-3 690,3 0 0,4 0 1,-9 0 577,-18 0 0,-1-1-1857,18-3 1,-2 0 1400,-7 1 0,1 0 1,-18 2-1</inkml:trace>
  <inkml:trace contextRef="#ctx0" brushRef="#br2" timeOffset="-11810.19">6124 16249 7533,'-13'-13'2608,"1"-5"-1708,5 10 989,-4-3-1440,4 11-179,-11 16-270,-1 11-45,2-1 0,-2 3-362,-2 0 0,-2 0 497,-1 5 0,-3-1-135,-6-4 0,0-1-45,6-3 0,1-1 450,-1-1 0,-1-3 809,-9 6-90,12-2 1,13-18-630,7 6 539,21-11-539,-6 10-405,16-5 0,4 0 45,-4 8-1665,13 4 1,2 4 1512,-16 0 1,-2 1-1,6 3 1,-1 1-1,-7 0 1,-1 0-1</inkml:trace>
  <inkml:trace contextRef="#ctx0" brushRef="#br2" timeOffset="-9900.19">6694 16422 7533,'-27'-7'0,"-1"2"3276,27 5-1785,-5 5-1131,6 13-270,0 3 45,3 7 0,0 2-135,-2 7-808,-3 9 0,-1 0 628,0-6-675,-5 6 1,-1-1-45,2-13 889,3-5 0,2-2 1,2-11-1,6-3 0</inkml:trace>
  <inkml:trace contextRef="#ctx0" brushRef="#br2" timeOffset="-9510.19">6794 16261 7533,'0'-19'3276,"0"1"0,5 11-2453,13 2-823,3 5-269,25 0-1800,-6 10 0,-7 21 2024,-36-2 0,-11 4 539,-10 6 1,-5-1-495,2-5 0,-1-2 450,-3-3 0,6-3-90,16 0-540,4-11-90,34 2 90,-6-9 0,3 1 0,1 2 180,0 3-270,9 16 270,-22-14 270,-9 31 270,-23-15 0,-9 0-226,-2 5 1,-3 1-345,5-11 0,-2 0 0,2-4 120,1 0 0,1-6-2518,-8-11 2428,38-18 0,-4-18 0,11 0 0</inkml:trace>
  <inkml:trace contextRef="#ctx0" brushRef="#br2" timeOffset="-9210.19">7363 16038 8792,'-12'-19'2788,"-6"6"-629,-13 19-2204,6 12 0,1 5-315,-12 9 360,8-4 0,5 2 0,13 1-90,-6-4-359,27-4 269,19-5 270,-1-5-405,-5-2 0,-1 2-584,3 12-271,-18 12 721,-5-4-1,-20-9 0,-6-1 450,-6 10 0,10-14 0,1-1 0,-5 13 0</inkml:trace>
  <inkml:trace contextRef="#ctx0" brushRef="#br2" timeOffset="-8980.19">7375 16633 7533,'29'0'1638,"0"0"0,4 6-546,-3-4 0,6 0 0,0 0-1762,1 2 0,0 1 1,2-1-171,9-3 1,3 0-1,-1-2 20,-10 0 1,0-1 0,0 0 0,-4 0 810,12-1 1,-7-2-1,-9-3 1,-7-1-1,-13 2 1</inkml:trace>
  <inkml:trace contextRef="#ctx0" brushRef="#br2" timeOffset="-8640.19">7748 16447 7533,'0'-33'2878,"-6"9"-1529,-17 35-1169,1 5-360,-8 10 0,-4 6-130,0-1 0,-2 2 430,8-7 0,-1 0 0,2-1 13,-6 5 0,2-3 317,7-6 0,8-2 1169,21 0-810,36 6-809,-3-6-360,7-6 1,3 3 359,-11 7 0,-3 2 0,-2-6 0,-3 0 0,-3 7 0,-1 0 0</inkml:trace>
  <inkml:trace contextRef="#ctx0" brushRef="#br2" timeOffset="-7130.19">8740 16336 7533,'-39'-27'3238,"-8"15"-2699,20 25 1,-1 8-540,2 0 0,-2 3 0,1 1 194,-1 6 0,2 2 0,1 0 225,2-2 1,2 0 0,9 0 7,11 8 0,13-4-67,13-11 0,9-5-241,-3-4 1,2-2 0,-2 1-221,6 5 0,-13 4 416,-29 10 0,-12 2-270,-2-7 0,-6-1-796,-4-5 0,-6 1 0,-2-1 0,4-2 751,-9 7 0,3 0 0,9-6 0,0 3 0,3-2 0,-3 6 0,1-1 0</inkml:trace>
  <inkml:trace contextRef="#ctx0" brushRef="#br3" timeOffset="15009.81">18768 17798 9014,'-30'0'-540,"9"6"1828,-2 0-410,11 18-753,5-9 273,7 14-92,17-13 1,6-2-212,3 8 76,8-1 1,6-2-208,-3-5 0,0-2-150,-6-1 1,1-1-57,1-1 0,3 0 0,-2-5-111,11-10 1,-1-3 134,-7 6 1,1-4 109,-1-6 1,1-5 0,-4-3 65,-9-4 1,-4-3-1,-1 1 65,11-4 0,-2-3 31,-7-3 1,-2-4 0,-6 5-28,-4-10 119,-3 14 0,1-4 0,-7 1 235,-18-5 1,-4 2-433,12 1 1,-3 1 215,-10 7 0,-7 1 0,0 5 478,-6 1 0,0 4-520,2 0 0,-2 3 128,3 5 1,-4 3 0,1 7-75,-4 13 0,-1 9 0,2 0-461,7-8 1,0 0 0,0 5 304,0 1 1,-2 5-1,-1 3 1,3 1 0,6 2-706,5 7 0,6 3 0,2 1 0,-1-2 411,-9 5 1,-1-1-1,7 1 1,10-7 0,3 3-1,4-2 1,3-6-1,9 1 1,0 0 0</inkml:trace>
  <inkml:trace contextRef="#ctx0" brushRef="#br2" timeOffset="16039.81">20429 17340 7533,'0'-43'1529,"0"4"-720,0 2-179,0 12 90,0 7-271,-5 11-359,-2 2 90,-6 21 0,-4 11 0,-3 17-433,10-17 1,1 1 387,0 0 0,0 0-90,2 6 0,2 0 89,-2-3 1,1 1 0,2 2 0,1-1-180,0 1 0,1 0-45,2-5 0,0 0-11,0-1 0,0-1-349,0 15 0,0-10 91,0-7-91,0-7-90,-11-11 774,-3-2-1313,-11-5-246,-5 0 1325,4 0 0,1 0 0,7 0 0</inkml:trace>
  <inkml:trace contextRef="#ctx0" brushRef="#br2" timeOffset="16299.81">20144 17562 9332,'11'-13'2428,"8"2"-2338,19 5-180,6-1-399,-17 2 1,1-2-52,0-2 1,0 0 539,4 0 0,-2-1 0,16-10 0,-5 2 0</inkml:trace>
  <inkml:trace contextRef="#ctx0" brushRef="#br2" timeOffset="17119.81">20628 17575 10771,'36'-7'0,"-3"1"-450,-2 1-2158,15-2 2608,-28 0 0,16-4 0,-21 5 0</inkml:trace>
  <inkml:trace contextRef="#ctx0" brushRef="#br2" timeOffset="17289.81">20814 17401 9332,'-14'39'1394,"2"-8"0,2 1-1394,7 5-585,-7 9 1,-2 0-133,4 0-408,1 4 1,1-2-1296,1-15 2420,5-3 0,0-4 0,0-12 0,0 4 0</inkml:trace>
  <inkml:trace contextRef="#ctx0" brushRef="#br2" timeOffset="17809.81">20566 17575 7533,'-38'-13'2338,"18"1"-449,3 0-1529,17 5 899,17 2-899,-8 5 989,37 5-989,-23-4-495,4 7 0,-1 1 315,-4-1-2249,23 10 900,-28-6-360,17-5-450,-25-2 1979,2-5 0,-17 6 0,-1 1 0</inkml:trace>
  <inkml:trace contextRef="#ctx0" brushRef="#br2" timeOffset="17939.81">20578 17687 7533,'-38'24'3276,"13"-5"-1785,14-1-502,38-11-809,-9-1-720,15-5 1,3-2-361,-4 1 900,2 1 0,1-2 0,-1-10 0,-10 4 0,0 0 0</inkml:trace>
  <inkml:trace contextRef="#ctx0" brushRef="#br2" timeOffset="18569.81">21086 17401 7533,'-6'-25'1259,"5"12"810,-16-9-1619,9 19 1169,-27-8-1260,19 11 901,-30 16-1080,25-6 224,-3 14 1,1 3-225,-4 4 0,8 3 0,2 2-270,3-1 180,8-5 0,1-2-630,5-6-899,17 13 899,-2-27-989,26-8 989,-14-8-90,-2-13 1,-3-4 359,0 0-90,-1-14 1,-2-2 179,-4 9 180,-2-9 0,-3 2 0,-3 14 1529,-1-15-1439,-6 33 1259,0 23-1169,0 1 269,-3 16 1,0 3-629,2-3-300,-3-2 0,-3 7 0,1-5 119,-2 14 240,-2-8 0,-3 8 1,2-6 74,3-14 0,-1 1 75,-6 12 0,-4 6 0,3-7-30,5-15 0,-2-1 119,-6 6 1,-4 2 0,2-4 150,-9 2-90,4-13 0,0-4-90,-1-6-180,3-28 180,11 5-315,16-10 0,5-4 225,7 1-135,8 1 0,1 0-134,5 2 269,2 5 0,2 2-990,2 5 450,0 0 1,0 3-810,1 9 224,-4-5 1,-1 0 1124,-8 6 0,17-9 0,-20 4 0</inkml:trace>
  <inkml:trace contextRef="#ctx0" brushRef="#br2" timeOffset="18759.81">21234 17699 9691,'39'-6'1079,"-10"6"1,0-1-1260,1-4 180,5 2 0,-1 0 0,-4-4 0,17-5 0</inkml:trace>
  <inkml:trace contextRef="#ctx0" brushRef="#br2" timeOffset="18949.81">21532 17414 7533,'-38'23'3276,"2"9"0,16 1-3675,5 3 1,1 2 578,5 2-1200,1-7 1,0 5 0,2-5 839,4 6 180,0 8 0,-1-3 0,-3-12 0,3-6 0,-1 0 0</inkml:trace>
  <inkml:trace contextRef="#ctx0" brushRef="#br2" timeOffset="19329.81">21780 17315 7533,'0'-28'3276,"0"6"0,0 50-2453,0 17-643,-6-11 0,-2 4 0,0-1-592,3-1 1,-1 1 561,-6 5 0,-3 4 0,2-3-60,2-5 0,1-2-45,0 1 0,1-2 30,1-4 1,5-11-976,25-47 900,-5 14-450,7-22 1,4-5-1,-3 18 0,1 2 810,0-4 0,0 3 719,17 5 181,-25 56-1171,-19-4 1,-3 3-225,2-4 1,1 1 86,-4 15 1,4-4 0,14-17 0,6 10-1</inkml:trace>
  <inkml:trace contextRef="#ctx0" brushRef="#br2" timeOffset="20169.81">21619 18021 7713,'-14'-6'2788,"3"0"-179,17-12-1980,6 4 1080,29 2-810,-4 8 1,1 2-720,-7 2 0,1 0-120,3 3 0,3 1 0,-2 0-15,4 0 0,-1 1 0,-3 1 0,1 0-495,2-3 0,-4-1-1619,-7-2 990,-31-5 1079,-10 3-315,-24-1 0,-7 1 315,-1 7-184,10-1 1,-5 0 0,0 1 1082,-9 4 1,0 1-630,5-3 0,0 0 764,-2-1 0,7-1-314,18-5 1169,9 0-1035,32 0 1,16 0-181,11-2 1,4-2-933,-18 2 0,1 0 1,1-1-43,12 1 0,2 0 0,-2 0-793,-11-1 1,-1 1 0,-2 1 77,11 0 1,0 2 1014,3 6 0,-9 2 0,-22 1 0,0 14 0</inkml:trace>
  <inkml:trace contextRef="#ctx0" brushRef="#br2" timeOffset="22469.81">21979 18219 7533,'-29'2'1092,"1"0"0,-4 17 0,3 9-167,6 14 1,6 6-836,7-14 0,2 2 0,7-1 44,15 11 1,8-6 45,11-4-90,11-42 0,3-17 30,-22 1 0,-4-6 0,-1-3 11,3-7 0,-2-3 1,-4-1 227,-4 2 1,-3 0 0,-10 4-1170,-19-4 1,-11 11 809,2 22 0,-1 10 0,-6 10 0,4 9 0,13 5 0,0 0 0</inkml:trace>
  <inkml:trace contextRef="#ctx0" brushRef="#br2" timeOffset="26139.81">20640 18108 7533,'-12'-7'899,"5"-4"-539,1 10 180,6-5-181,6 6-448,1 0 448,38 0-269,-13 0 135,10-2 0,3-1-45,-1 1-180,-3-1 0,-1 1 90,-5 2 0,-8-3 0,-2 0 0,-4 2 0,2-5 90,-16 6-1,-1 0-89,-6 0-90,-6-5-180,-1 3 91,-27-3-1,10 5-45,-9 0 0,-2 0 45,3 0 90,-5 0 0,1 0 0,11 0 90,-4 0 0,1 0-90,12 0 359,-13 0-359,16 0 180,6 0-180,2 0 180,16 0 90,19 5-270,-1-3 45,3 1 0,0-1-45,-2-2 0,1 0 0,1 0 90,-3 0-90,12 0-90,-22 0-90,-7 0 180,-6 0 90,-17 0-90,-3 0-135,-13 3 0,-3 0 135,-9-2 0,7 4 0,-5 2 0,3-2 0,8-4 0,0 0 180,-8 3 0,-4 0 0,5-1 180,-11-3-46,11 0 1,3 0 585,9 0 359,3 0-809,12 0 359,29 0-898,-1 0-46,14 0 0,3 0 225,1 0-210,-6 0 0,6 0 0,-6 0 120,2 0-330,-5 0 0,7 0 0,-6 0 150,7 0-225,-4 0 1,-1 0 314,-6 0 90,7 0-90,-27 0 1079,-3 0-899,-17 0 270,-29 0-270,10 0 45,-11 0 0,-1 0 45,9 0 90,-9 0 0,1 0-90,17 0-1,-15 0-269,33 0-269,18 6 269,10-5-1080,17 2 1,5 0 899,-17 0 0,2 0 22,8 0 1,6 1-1,-5 1 1,-8 1 0,-2 2-1,12 1 1,-1 0 0</inkml:trace>
  <inkml:trace contextRef="#ctx0" brushRef="#br2" timeOffset="30429.81">4761 17327 5575,'-13'-41'3276,"1"12"0,-1-13-599,6 29-617,2 2-1520,5 16 1259,-6 24-1440,5 0 271,-7 11 0,-1 1-621,7 5 21,-4-12 0,-3 6 0,2-5 150,-2 11-300,3-11 0,-3 5 0,1-6 300,-6 6-1529,5 3 0,0-1-1350,2-11 1060,4-4 1,1-2-1639,2-10 3377,5 2 0,2-12 1,6 2-1</inkml:trace>
  <inkml:trace contextRef="#ctx0" brushRef="#br2" timeOffset="30669.81">4983 17401 7533,'0'-19'3276,"5"-4"0,2 9 0,17-9 0,7 9-1899,13-10-1507,-17 17 0,1 1 175,1-1 0,-1 1 0,0 2 0,0 3-225,22 6 315,-13 13 585,-17 14-675,-13-6 0,-3 3 352,-11 4 1,-3 3-263,1 9 0,-3 2-522,-1-14 0,-2 0 1,1 1 26,2 1 0,1 1 1,1 0 119,-3-1 0,0 0 0,3-1-1399,2 14 1,2-2 1314,-1-13 1,3-1 0,6-5-1,2-2 1,2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33:49.542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  <inkml:brush xml:id="br2">
      <inkml:brushProperty name="width" value="0.12095" units="cm"/>
      <inkml:brushProperty name="height" value="0.12095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17888 10150 0,'-36'-16'960,"-3"12"678,16-4 0,-3 0-391,-21 4 0,-5 8-588,9 3 1,-1 5-1,-3 1-126,8-2 1,-2 0 0,-2 1 0,-1 3 0,0 5-125,8 1 1,-2 3-1,0 3 1,-1 3-1,0 0 1,2 0 0,0 0-1,2-3-127,-2 2 1,1-1 0,1 0 0,1 0 0,0 2 0,1 2-91,0 3 1,-1 3 0,0 2 0,1 0 0,2 1 0,3-1-1,5-3 100,0 10 1,4-2-1,5-1 1,3 1 526,0-1 0,3 0 0,4 0 0,7 0-272,10-3 0,6 1 1,5-1-1,2-1 1,0-4-234,1-2 1,2-3 0,2-2 0,4-1-482,-3-5 0,3 0 0,3-1 1,0-1-1,1-3 0,-2-2 167,2-3 0,0-3 0,1-3 0,-1 0 0,1 0 0,0 0 0,1 0 0,0-1 0,0-1 0,1 0 12,1-1 1,0-1-1,1-1 1,1 0-1,3 0-12,-3-1 0,1 0 0,2 0 0,1 0 0,2-1 0,0 1 0,0-1-40,-7 0 0,2-1 0,0 1 0,0-1 0,1 0 0,1 0 0,-1 0 0,0 1 1,-1 0-132,0 0 0,0 0 1,-1 0-1,1 0 1,0 1-1,-1-1 1,1 1-1,0 0 0,0 0 141,0-1 0,0 1 0,1 0 0,-1 0 0,0 0 0,1 1 0,0-1 0,-1 1 1,2 1-11,0 1 0,2 0 0,-1 0 0,0 1 0,1 1 0,0-1 0,-1 0 0,1 0 0,-1 0 109,1-1 1,-1 0 0,1 0 0,-1 0 0,0 0 0,1 0 0,-1 0 0,1 0 0,-1 0-10,1 0 0,0 1 0,-1 0 0,1 0 0,0 0 0,0 0 0,-1-2 0,1 0 0,0-2-96,-4-1 0,1-1 0,-1 0 1,2-1-1,-2 0 0,1-1 1,-1-1-1,-2-2 0,0-1 0,-2-1 36,7-4 0,-1-2 0,-2-3 0,-1 0 0,0-2 0,-1 1 0,0 0 0,-1 1 0,-1 0 0,1 1 0,-1-2 0,-1 0 0,-1-1 0,-1-2 0,4-4 0,0-2 0,-1-2 0,-3 0 0,-2-1 0,-4 2 0,0-2 0,-4-1 0,-3 1 0,-2-1 0,4-8 0,-3 0 0,-4-2 174,-4-2 0,-3-3 0,-8 0-174,-5 2 0,-7 0 0,-5 0 0,-3 8 0,-4 0 0,-4 0 0,-4 2-116,-1 5 1,-3 1 0,-3 0 0,-2 2 0,-1 1 115,0 2 0,-2 1 0,-1 2 0,-2-1 0,0 1 0,-1 1 63,1 0 0,0 1 0,-1 0 1,-1 1-1,-1 0 0,0 0 0,0 0-63,3 2 0,-1 0 0,0 0 0,-1 0 0,0 1 0,0 0 0,-1-1 0,1 1-162,-3-1 0,0 0 1,0 1-1,0-1 0,-1 0 1,0 1-1,0-1 0,0 0 112,3 0 0,0 1 0,-1-1 0,1 0 0,-1 0 0,0 0 0,0 1 0,0 0 1,-1 1-31,0 1 0,0 0 0,-1 0 0,0 1 0,0 1 0,0-1 0,0 1 0,-1 0 0,0 0-131,4 1 0,0 1 0,0-1 1,-1 0-1,1 1 0,-1 0 0,0 1 1,0-1-1,0 2 0,0 0 175,0 0 0,0 1 0,0 1 0,0 0 0,-1 0 0,1 1 0,0 0 0,-1 1 0,1-1 0,-1 1 9,0 0 0,0 1 0,0-1 0,0 1 0,0 1 0,0-1 0,0 1 0,0 0 0,1 0 0,0 0 57,-3 0 0,0 0 0,0 0 0,1 1 0,0 0 0,-1-1 0,1 2 0,1-1 0,-1 1-43,1 0 0,0 0 0,0 1 0,0-1 0,1 2 0,-1-1 0,2 1 1,0 1-1,0 0-257,-6 2 0,0 1 0,1 1 0,1 0 0,1 1 1,0 1-1,1 1-277,-3 2 1,-1 0 0,1 0 0,2 3 0,3 2 0,3 4-110,1 7 1,3 5-1,4 3 1,2 0 0,2-3 357,2-3 0,2-2 0,4 1 0,6 3 0,6 4 0,5 4 0,5-1 0,1-5 1,8 5-1,-1 0 0</inkml:trace>
  <inkml:trace contextRef="#ctx0" brushRef="#br0" timeOffset="4954">22884 10064 7533,'-12'-28'3276,"5"34"0,1 34-2621,4-4 1,1 10 0,0 3-1,0-7-1300,-2 5 0,-1 1 752,0-6 1,0 7 0,-1 3 0,0-1 0,-1-7-403,0 0 1,-1-5-1,0 1 355,-2 4 0,1 1 0,0-1 389,-1 2 1,1-1 0,7-14 192,11-20-597,18-30 0,8-17-375,-8 3 0,1-3 1,2-1 261,-3 5 1,3-1-1,-1 2 1,-1 7 471,10-4 1,-8 20 464,-16 32 1,-9 19 0,-3 2-691,-7 1 1,-5 2 0,1 2-1000,2-5 1,0 3 0,1-2 0,6-3-274,5-2 1,4-4 0,2-5-547,3-4 1,5-9 1509,25-16 1,2-12 0,-4-11 0,-13 1 0,-1 0-1</inkml:trace>
  <inkml:trace contextRef="#ctx0" brushRef="#br0" timeOffset="5367">23826 10126 8432,'-30'22'1092,"0"0"0,-3 11 0,3 9-273,11-4 0,2 7 0,2 1 0,0-2-980,-1-2 1,1-1-1,0 5 415,4-7 1,-2 6 0,0 3 0,1-2 0,1-2 0,2-7-75,0 13 0,3-2-180,4-8 0,0 6 0,3-2 0,2-7 364,5-7 0,5-3-1414,8 1 1,7-1 0,-1-6 1049,-5-8 0,3-5 0,24 4 0,-1-8 0,-5-15 0,-13 4 0,-1 0 0</inkml:trace>
  <inkml:trace contextRef="#ctx0" brushRef="#br0" timeOffset="5916">24049 10522 7533,'-21'-14'3276,"-1"26"0,15 4-2505,1 19 1,0 4-412,-7 1-773,7-4 0,0 6 0,1-5 593,-4 5-30,3-9 0,0 5 0,2-7 462,2 1-1062,-3 9-179,38-57 449,-14-8-600,3-1 1,6-7-1,-3 3 339,-7 5 0,1 1-99,3-7 0,3-4 1,-2 5 629,12-6-45,-14 13 0,-1 8 3231,-1 25-2053,-6 5-144,-11 14 1,-4 4-451,-5 3-811,-2 4 1,0-1 181,0-3-900,3-1 1,1-3-90,5-9-2288,6 16 2612,1-27 0,5 0 0,1-8 0</inkml:trace>
  <inkml:trace contextRef="#ctx0" brushRef="#br0" timeOffset="6100">24607 10386 7533,'26'-20'3276,"3"30"0,-21 8-1638,0 25 0,-5 5-1521,-4-22 1,-3 2 181,-1 17 1,-1 7 0,-1-5-714,-2-9 1,-3-1 278,0-1 0,-3 6 0,-1 0 0,1-7 180,-2 0 0,-3-2-810,-3 0 1,-6 4-1,-1 0 1,3-6 674,0-3 0,-1-3 90,-3 3 0,-4 1 0,2-4 0,2-5 0,0-3 0,-4 1 0,1 1 0</inkml:trace>
  <inkml:trace contextRef="#ctx0" brushRef="#br0" timeOffset="6618">23429 8900 7533,'-7'-14'3276,"1"8"-1425,6 52-1312,0-3-1354,1-3 1,1 6 0,1-3 904,0-7 0,1 2-23,-1-3 1,2 6-1,0-1 1,0-6 347,1-3 1,1-1-281,6 18 0,3-4 45,11-16 648,4-5-873,-4-45 0,-1-11-225,-2 1-481,-5-5 0,2-10 0,-4 0-342,-7 8 1,-1 0 0,-1 2 801,3 4 1,0 0 0,-1 1 0,0-20 0,-2 7 0,-2 21-1</inkml:trace>
  <inkml:trace contextRef="#ctx0" brushRef="#br0" timeOffset="6767">23516 9184 0,'-42'18'2669,"19"-4"607,-6-1-153,23-3-1084,28-8-1949,-5 3-945,13-1 1,3-2 44,10-1 608,-8 3 1,2-2 0,-11-4 0,-1-2 0,2 1-1,1-1 1</inkml:trace>
  <inkml:trace contextRef="#ctx0" brushRef="#br0" timeOffset="7300">24136 9085 10501,'-14'11'3276,"3"25"-1605,11-5-1491,0 4 0,0 4-90,-3 2 0,0-1-223,3-5 0,-1 0 178,-5 8 0,1-5 225,4-11-214,-5-15-596,18-34 1,9-18 119,-5 12 0,2-1 0,0-2-65,4-6 0,0-1 0,1 3 575,5-6 0,-1 9 540,2 10-540,-22 34 629,-6 13 1,-2 2-450,-6 7-765,3 11 0,1 0 495,-3-6-1639,10 0 1,3-2 818,2-8 1,8 5 0,-4-21 0</inkml:trace>
  <inkml:trace contextRef="#ctx0" brushRef="#br0" timeOffset="8519">25648 10473 7533,'-25'5'3276,"-5"13"-1638,8 3 0,1 1-635,-14 8-2239,4 4 0,-1 0 1326,-4-4 59,12-7 1,-3 5 0,2-4-105,4-5 0,0 0 585,-13 13 0,3-1 574,3-9 55,-1 13-622,23-27-816,22 8 358,1-9-224,13-3 0,3-1-1484,4 8 1140,4-7 0,-1-1-2310,-2 10 2699,-5-5 0,-3 2 0,-8 9 0,7 5 0</inkml:trace>
  <inkml:trace contextRef="#ctx0" brushRef="#br0" timeOffset="8683">25201 11191 6150,'-19'-5'3276,"1"-7"0,28 3-347,-1-2-1670,20 7 1,6 3-1890,3-1-12,-5 2 0,4-1 0,-3 2-2635,13 7 3194,-9-3 1,-1 2 0,0 5 0,1 0 0</inkml:trace>
  <inkml:trace contextRef="#ctx0" brushRef="#br0" timeOffset="12016">26107 10597 7533,'-6'-14'2158,"5"3"-628,-5 16-541,6 35-405,-5 1 1,-1 5-525,3-3 0,1 3 0,-1-1 60,-3-3 0,-1 0 0,2-2-300,0 12 0,9-19-269,25-55-496,-4-14 1,2-8 854,-4 9 0,1-2 0,-1 4 674,4-4 1,-3 16 944,0 48-630,-21 5 1,-2 5-765,3 5 0,8-8-585,11-26 1,4-8-136,9-9 0,0-7 225,-3-10 1,-2 7 1618,5 28-540,-37 34-1214,-6-6 1,0 2 494,5-12 0,3-4 0,7 6 0,17-23 0</inkml:trace>
  <inkml:trace contextRef="#ctx0" brushRef="#br0" timeOffset="12150">26752 10262 7533,'-28'-7'3276,"0"13"-2685,22 30-591,4 10 0,2-17 0,2-1 0,10 20 0</inkml:trace>
  <inkml:trace contextRef="#ctx0" brushRef="#br0" timeOffset="12350">26752 10770 7533,'-27'7'3276,"-2"21"-346,16 10-2975,6 1 0,1 2-1349,2-4 0,3-1-91,4-4 1,5-8 1484,11-18 0,7-22 0,5-20 0</inkml:trace>
  <inkml:trace contextRef="#ctx0" brushRef="#br0" timeOffset="12567">26801 10894 7533,'19'-26'3276,"-6"25"0,-13 27-2812,4 8-1724,19-20 226,-2-26 0,3-8 674,5-1 0,0 0 405,-2-4 0,-5 12 2474,-2 42-1935,-16 0 1,-4 3-585,-1 7 0,0-1 0,3-9 0,3-3 0,15 3 0</inkml:trace>
  <inkml:trace contextRef="#ctx0" brushRef="#br0" timeOffset="13100">27482 10609 7533,'-23'-25'3276,"-3"28"-1638,1 16 0,1 10-1544,9 1 1,2 5 0,2 2-785,-2 5 0,1 2 1,5-2-404,5-4 1,4-1 0,3-4 792,4 1 0,4-8 0,25-9 0,-8-24 0</inkml:trace>
  <inkml:trace contextRef="#ctx0" brushRef="#br0" timeOffset="13333">27594 10733 10141,'-26'37'869,"0"0"1,14-8 0,10-5-1770,35-5-404,-4-27 0,1-10 719,-3-4 0,-8-3 1845,-25-19 808,-35 43-2338,16 9 1,3 5 269,-2 21 0,33-5 0,16-17 0</inkml:trace>
  <inkml:trace contextRef="#ctx0" brushRef="#br0" timeOffset="13600">27916 10671 7533,'-26'13'3148,"-14"4"-2608,24-3 179,-19 15-719,27-14-450,-3 20 91,16-20-541,8 14 91,12-15 629,-10 3 450,1-4-1,-16 5 91,-16 12-675,4-8 1,-2 0-451,-8 2 0,0-2 765,-12 9 0,6-14 0,15-17 0</inkml:trace>
  <inkml:trace contextRef="#ctx0" brushRef="#br0" timeOffset="13750">27941 10770 10141,'24'-9'-180,"-1"0"0,8-3 1,1 0 179,-4 1 0,0 1 0,2-2 0,-3 1 0,-2-2 0</inkml:trace>
  <inkml:trace contextRef="#ctx0" brushRef="#br0" timeOffset="13900">28226 10398 7533,'-22'19'1092,"-1"0"0,-5 17 0,4 9 0,7-4 0,2 6 0,3 1-1912,1-6 1,2 3 0,1 0 0,1-2 409,-1 6 0,2-1 1,2-2-1,3-8 1,1-2-1,4-7 0,14 2 1</inkml:trace>
  <inkml:trace contextRef="#ctx0" brushRef="#br0" timeOffset="14233">28797 10436 7533,'-28'0'819,"1"1"0,-1 16 0,0 11 0,0 4 0,1 4 0,1 6 0,0 3 0,3 3-755,6-10 0,0 2 1,1 2-1,1 0 1,3 1-1,2-2-532,2 6 0,1 0 1,4 0-1,2-1 0,5-3 468,4 4 0,5-1 0,3-3 0,3-6 0,7-4 0,4-5 0,1-6 0,13-4 0,0-1 0</inkml:trace>
  <inkml:trace contextRef="#ctx0" brushRef="#br0" timeOffset="15083">28994 10746 9781,'-10'42'655,"0"0"0,0 0 1,1 1-1,0 0 0,1-1 52,-1 0 0,1-1 0,0-3-662,0 6 0,4-8-225,4-7-90,18-53 1,9-19 29,-5 11 0,3-2 0,0-1 352,-3 4 1,0-2-1,2 1 1,-1 4 606,17-15 1,-6 23 224,-21 43 1,-7 15-1095,-4 0 0,-5 5 0,0 2-670,3-7 1,1 2 0,0-1 0,0-3 387,-1 17 0,6-7 0,10-16 0,3-9 0,6-9 1</inkml:trace>
  <inkml:trace contextRef="#ctx0" brushRef="#br0" timeOffset="15650">29677 11377 7713,'12'-8'3276,"-11"26"-1155,-13 22-2121,-9 0-450,2-13 0,-3-3-2827,-6-7 3174,-2 6 0,18-17 1,6-6-1</inkml:trace>
  <inkml:trace contextRef="#ctx0" brushRef="#br0" timeOffset="16183">30197 10807 7533,'-44'11'1638,"22"3"0,2 3-417,-7 23-1491,10-2-899,33-3-360,23-33 809,-10-12 1,0-9 224,1-10 0,-4-6 450,-5-5 0,-5 1 495,-3 8 0,-8 11 1169,-16 27-960,3 19 1,2 15 0,-1 0-511,-1-2 1,-1 1 0,0 3-806,3-4 1,0 3-1,0 2 1,0-2 0,1-5 527,1 0 0,0-3 0,-1 1-22,-3 14 0,-1 2 0,-3-9 60,-6-15 0,-2-4 45,-1 5 0,-3-7-45,-26-26 90,24-13-495,15-17 1,11-5-271,19 7 0,8 0 345,-7 2 1,3-1-1,0 2-442,10-5 1,1 5 861,3 2 0,-5 3 0,-6 1 0,5-1 0</inkml:trace>
  <inkml:trace contextRef="#ctx0" brushRef="#br0" timeOffset="16500">30507 10844 7533,'-37'10'1638,"20"11"0,3 6-1387,2 1 0,4 1-207,2 6 1,7-3 45,22 4-629,10-29 449,0-14-405,-10-16 0,-6-6 360,-11 2 1,-2-1 89,6-4 0,-3 0 449,-15 3 1,-6 6-225,-20 8-1709,-6 20 989,10 6 540,25 24 0,17-16 0,7 6 0</inkml:trace>
  <inkml:trace contextRef="#ctx0" brushRef="#br0" timeOffset="16816">30768 10820 7533,'-30'18'3238,"-2"12"-2564,16-6 1,0 2-675,-9 9 0,17-8 0,4-3-720,4-9 451,7 3-991,16-23 1080,-2-3-1439,15-27 1350,-15 13-271,7-14 1259,-19 17-359,2 7 900,-11 12 628,-11 29-628,2-6-1260,-3 13-900,7-18 450,10-11-1708,13-13 2158,-3-2 0,14-16 0,-10 5 0</inkml:trace>
  <inkml:trace contextRef="#ctx0" brushRef="#br0" timeOffset="17033">31176 10336 7533,'-20'33'655,"-1"0"0,0 1 1,1 1-1,1 1 0,2 4 164,1 3 0,2 3 0,1 2 0,1-2-1639,2-5 1,2-2 0,0 0 0,1-2-1,-3 3 0,1-1 1,4-4-396,8 7 1,5-11 2173,2-22-4107,30-21 3148,-18-4 0,-2-4 0,1-1 0,11-11 0</inkml:trace>
  <inkml:trace contextRef="#ctx0" brushRef="#br0" timeOffset="17233">31387 10448 7533,'0'-19'3148,"11"1"-270,8 11-2248,2 7 494,-3 17 1,-1 6-676,-2 8-1542,-6 5 1,-1 8 0,-2-4 440,-1-6 0,-3 1 787,-1 6 0,-2 7 0,-1 4 0,-2-3-337,-2 0 0,-4-1 0,0 0 1,1-1-69,2-6 0,1 0 0,-1-1 0,-4 3-386,-3 1 1,-3 4-1,-1 0 1,-1-3 0,2-8-265,-5 3 0,-2-5 793,2 1 0,-3 1 0,1-4 1,-1-4-1,2-4 0,0-3 1,1 0-1</inkml:trace>
  <inkml:trace contextRef="#ctx0" brushRef="#br0" timeOffset="24183">28251 12034 7533,'-20'-6'3276,"-2"0"-886,53 17-1536,3 0 1,7 3-465,0 0 0,4 1 0,2 0-859,-7-3 1,1 1 0,1 0 0,-1 0 220,0 0 1,0-1 0,0 1 0,-3-2-623,4 1 1,-2-2-1,-2 0-769,5 3 1,-7-3 1423,0-3 0,-41 4 0,-16-4 0</inkml:trace>
  <inkml:trace contextRef="#ctx0" brushRef="#br0" timeOffset="24350">28462 12419 7533,'-25'7'1349,"1"4"180,10-10 1259,19 10-2068,16-4-136,18 2 1,3 0-135,6-1-1543,-5 1 1,7 1 0,-6-1 1079,-16-5 1,0 1-618,18 5 1,6 3-1,-7-1 413,-17-5 0,-1 1-876,10-1 1,5 2 0,-7-2 973,4 6 1,-10-10 0,0 1 0,-5 1 0</inkml:trace>
  <inkml:trace contextRef="#ctx0" brushRef="#br0" timeOffset="24586">29081 12109 7533,'-1'-32'3276,"19"24"-1638,8 21 0,3 10-462,-7-6 1,0 4-2270,8 14 1,3 7 0,-5-4 827,-11-11 1,-1 1 399,2 2 0,2 5 0,0 1 0,-4-5 476,-3-2 1,-2 1-612,3 7 0,1 5 0,-4-5 90,-6-12 0,-2 1-90,0 18 0,-6-2-990,-11-11-494,-15-4 0,-5-3 315,-6-9 1169,0-7 0,-8 0 0,5-1 0,14 0 0,0-1 0,-6-2 0,0 0 0,0 0 0</inkml:trace>
  <inkml:trace contextRef="#ctx0" brushRef="#br0" timeOffset="25217">30483 12282 7533,'-31'-13'1638,"7"16"0,0 10-546,5 13 0,3 9 0,-1-1-1585,-9 5 1,1 5 649,9-1 1,1 8-1,1 1 1,1-8-746,-1-2 1,-1 0 587,2-8 0,-2 6 0,-2 2 0,1-3 0,3-5-135,-4 2 0,0-1-180,0 1 0,-3 5 0,0-1 1,3-8-91,2-8 0,1-1-1034,-5 16 0,2-4 1044,5-20 395,6-9 0,17-25 0,3-13 0</inkml:trace>
  <inkml:trace contextRef="#ctx0" brushRef="#br0" timeOffset="25366">30334 12580 7533,'34'-8'3276,"-1"31"-2184,-26 7 0,-7 9 0,0-1-1085,6 3 0,1 3-827,-3-2 1,1 8 0,0-1 0,-1-8-801,-1-5 0,2-1 870,2 10 1,1 5 0,-1-8 754,1 4-5,-1-9 0,-1-5 0,-6-17 0,-7 1 0</inkml:trace>
  <inkml:trace contextRef="#ctx0" brushRef="#br0" timeOffset="25500">30185 13051 7533,'-27'-14'3276,"-1"-2"-1515,38 9-1581,31-11-360,3 4-913,-6 3 1,6-1 0,-5 1 807,-7 0 1,-2-1 0,3 1 0,2-1 0,-3 0-1,-8-1 1,1 1 0</inkml:trace>
  <inkml:trace contextRef="#ctx0" brushRef="#br0" timeOffset="25667">30818 12208 7533,'-20'0'3276,"2"22"-1721,14 4 0,2 3-1375,-2-4 0,2 1-1819,9 24 1,3-2 194,-1-4 49,10-2 1,2-3 1290,-5-9 0,-1-6 1,-1-2-1,-2-3 1</inkml:trace>
  <inkml:trace contextRef="#ctx0" brushRef="#br0" timeOffset="25833">31089 12245 7533,'-41'11'1638,"10"2"0,0 4-173,-2 14 0,0 6-2558,8-6 1,0 1 0,2 0-547,3 5 1,2 0-1,0 9 1,2-6 1519,2-17 1,-9 12 0,3-23 0</inkml:trace>
  <inkml:trace contextRef="#ctx0" brushRef="#br0" timeOffset="25933">30656 12617 7533,'-7'-26'2698,"2"-3"-1618,5 15 269,33-9-989,-8 9-1999,21 7 1,5 2 156,-24-1 1,0 1 1481,11 3 0,5 3 0,-3-2 0,-8-1 0,-1-1 0,14 3 0,0 0 0</inkml:trace>
  <inkml:trace contextRef="#ctx0" brushRef="#br0" timeOffset="26500">31710 12803 7533,'-32'0'1349,"4"8"0,-2 6-135,-6 17 1,2 4-1834,2-10 1,2 4 978,2 10 0,2 8 0,5-8-180,-1 4-1,13-10 1,1 5 0,2-7-270,0-5 23,20-1 0,5-5 67,6-13-315,18-19 0,1-9 45,-4-5-120,-10-1 1,3-8-1,-5-1-30,-11 6 0,-5 0 1,2-1 329,10-12 0,-4 0 0,-13-1 0,-9 6 0,-18 12 360,-9 20 0,-2 5-450,-6 4-180,1 12 0,3 4 360,15 3-957,-9 20 957,38-22 0,8 4 0,13-12 0</inkml:trace>
  <inkml:trace contextRef="#ctx0" brushRef="#br0" timeOffset="26702">31908 12827 14009,'6'20'90,"6"20"-270,-5-2 0,0 2-180,-2-8 1,-3 3-708,-6 9 0,-3 6 1,-6-1 706,-5-7 0,-4-1 0,0-2 300,5-2 0,1-1 0,-2 0-300,-6 8 1,-1 1-1,5-9 471,5-4-111,-1 14 0,21-51 0,2-3 0</inkml:trace>
  <inkml:trace contextRef="#ctx0" brushRef="#br0" timeOffset="26917">31958 13013 7533,'12'-24'0,"6"-17"1979,-4 17 629,15-16-2158,-9 32 0,27-3-810,-7 33 180,-7-11 90,-21 18 0,-7 4 90,-12-2-405,-9 12 0,-8 1 0,-9-9 1,-3-4 151,8 3 0,-2-3-467,-11-1 1,2-8 719,12-13 0,7-5 0,16-16 0</inkml:trace>
  <inkml:trace contextRef="#ctx0" brushRef="#br0" timeOffset="27067">32218 12915 12840,'26'0'404,"-1"-2"1,1-2-3682,21-8 3223,-21 3 1,0-2-1,-1 0 1,-3-3 0,3-11-1</inkml:trace>
  <inkml:trace contextRef="#ctx0" brushRef="#br0" timeOffset="27250">32466 12530 8702,'-20'43'819,"0"0"0,3 0 0,-1 3 0,2 1 273,2-3 0,1 0 0,2 3-1912,1-5 1,2 3 0,-1-1 0,1-2-1,-3 4 0,-1-3 1,6-4-620,7 11 0,9-20 1639,16-45 1,2-3 0,-14-6 0,1 0 0</inkml:trace>
  <inkml:trace contextRef="#ctx0" brushRef="#br0" timeOffset="27383">32603 12568 7533,'0'-20'3276,"0"8"-1425,-11 23-1671,8 4-180,-3 10 0,1 2 0,5 3 0,0 17 0</inkml:trace>
  <inkml:trace contextRef="#ctx0" brushRef="#br0" timeOffset="27567">32578 12915 7533,'-26'12'3238,"-3"11"-810,15 14-2203,4-5 0,2 4-765,4 5 1,1 1-676,0-3 1,1-1 1105,2 11 0,0-21 1,0-21-1</inkml:trace>
  <inkml:trace contextRef="#ctx0" brushRef="#br0" timeOffset="28083">32615 13125 8792,'-26'18'3276,"8"7"-4123,18 1-862,12-7-180,2-8 2069,4-16 629,0-7 360,-4 3 1,4-2 359,-12 11-180,0 6-1259,-6 6-1979,11-4 0,8 3 90,13-16 2339,-11 3 1799,-5 2-2070,-16 2 1171,-5 9-181,3-4-1439,-3 5-899,5 0 449,5-4 90,-3-3-1259,9-10-809,7-24 2608,-3 5 0,-3 1 0,-1-1 0,2-8 0</inkml:trace>
  <inkml:trace contextRef="#ctx0" brushRef="#br0" timeOffset="28233">33085 12654 11760,'-15'35'409,"0"0"1,0 1-1,0-1 1,1 1-1,1 2 1,-1 2 0,2 0-1,1 1-93,1 6 0,0 1 1,2 1-1,1-1 1,1-1-682,0 3 1,0-1 0,3-1 0,1-4 0,3 0 0,1-3 0,5-9 0,16 3 0</inkml:trace>
  <inkml:trace contextRef="#ctx0" brushRef="#br0" timeOffset="72500">4995 7040 0,'-30'-29'1590,"-1"7"1686,-1-3-783,2 14 265,22 11-1229,20 0-425,15 0 1,6 0-431,5 0 1,3 0-435,-8 3 0,3 1 0,-1 0 852,1 1 0,1-1 0,0 1-917,5 2 1,2-1 0,0 1-363,-7-3 1,0-1 0,1 0 0,0-1 388,2-2 1,1-2-1,0 0 1,0 0-68,-3 2 0,0-1 0,-1 1 0,0-1 44,9-3 1,-1-1 0,-1 2-181,-4 6 0,-2 2 1,1-1-30,2-3 0,0-1 0,0 1 30,0 1 0,1 1 0,0-2-90,2-1 0,0-1 0,-1 1 120,-1-1 0,-1 1 0,0 1 0,0 0 0,0 2 0,0-1-150,0 2 0,0 1 0,1-1 90,1-1 0,0-1 0,1 0 120,2 0 0,0 0 0,-1-1 0,-5 1 0,-1 0 0,1 0-60,1 1 0,-1 1 0,0 1-120,-4 1 0,-1 1 0,0-1 0,4 0 0,0-2 0,1 0 90,-3 0 0,1 0 0,0-1 120,2-2 0,1-2 0,0 1-90,0 0 0,1 0 0,-1 0-60,3 0 0,0 0 0,-1 0 0,-1 0 0,0 0 0,0 0 0,-4 2 0,-1 0 0,-1 0 22,14-2 0,-2 1 277,-2 2 1,0 0-225,1-3 0,0 0-45,3-1 0,-1 2-135,1 1 0,0 1 90,-1-2 0,1 0 75,-14 0 0,1 2 0,0-2 0,0-1 0,1 0 0,-1 0-60,1 1 0,0 1 0,-1 0-60,0 0 0,0 0 1,-1 1 118,-2 1 1,0 1 0,-3-1-30,3-1 0,-1 1 0,9-1 0,1-1 0,-6-1 0,2-2 30,-3 0 0,2-2 0,1 2 30,1 0 0,0 1 0,0-1 0,-1-1 0,0 0 0,0 0-30,-4 2 0,0 1 0,0-2-30,14-1 0,1-1 45,-1 0 0,1-1-135,-15-1 0,0-2 0,0 1-60,-2 2 0,1 0 1,-1-1-121,2-3 0,0 0 0,0 0 0,0 2 0,0 0 0,0-1 135,12-5 1,1-1 104,-14 5 0,1 0 0,-1-1-15,13-4 0,-1 2 225,-1 3 0,-2 2 81,-5 1 0,-1 4-171,-7 7 0,0 1 370,-2 0 1,-1 0-326,1-1 0,1 0 201,4 0 1,1-1-427,1-1 0,-1-1-118,3 0 1,1 1 27,-1 1 0,0 1 90,-5-3 0,-1 1 135,3 2 0,-1 0-45,-2-2 0,0-1-180,3 0 1,1 0 44,-1-3 0,0 0 135,0-2 0,0-2-45,0-1 0,-1-2-90,-1-4 0,0-3-270,8-6 0,-2-3 135,-5-4 1,-1-2 299,-7 7 0,0-1 0,-2-1 149,7-16 1,-3 0-90,-1 2 0,-3 0-45,-2-4 0,-4-1 0,-6 2 0,-3 1-90,0-1 0,-5 0 0,-9-2 0,-5 1 45,3 3 0,-4 2-45,-7 1 0,-5 3-360,-7 3 1,-4 5-181,-5 4 1,-3 5 373,8 6 0,-3 2 0,-1 1 211,-6 0 0,-1 1 0,2 1-230,-1 1 0,1 1 320,3 0 0,-2 0 0,1-2-45,-5-3 0,-1-1-45,8-1 0,-3-1 0,0 0 0,-3-3 0,1-1 0,-1 0-60,-1-1 0,0-1 0,1 0-30,0-1 0,0-1 0,0 1 45,8 5 0,0 2 0,-1 0 0,0 0-45,-2 1 0,0 0 0,-1 1 1,-1 1-136,-2 1 0,-1 1 0,-1 0 0,0 2 243,6 1 0,-1 2 0,-1 0 0,2 0 0,2 0-396,-9-1 1,3 0 0,-2 1 354,4-1 1,-3 1 0,1-1-1,2 1 23,-2 1 0,2 0 0,-2-1 22,0-2 1,-2 0 0,-1 0-1,-1 1-166,7 1 0,-1 0 0,-1 1 1,0 0-1,1 0 180,-2 0 0,0 0 0,1 0 0,-1 0 0,0 0-54,1 1 0,1 0 0,-1 1 0,0-1 0,0 1 36,0 0 0,-1 1 0,1 0 0,0-1 0,0 0 0,2 0 0,1 0 0,0-1 0,0 0 0,1 0 18,-1 1 0,0-1 0,0 0 0,1 0 0,-1 0-19,0 0 1,0 0 0,1 0 0,-1 0 0,0 0-18,-9 1 0,0-1 0,0 1 0,0 0-96,2 1 0,-1 1 0,1-1 0,0 0 96,3-1 0,0 0 0,0-1 0,1 1 22,3-1 1,1 1-1,0-1 1,0 0 66,-10-1 1,1 0 0,-1 0-10,1 0 0,-1 0 0,2 0-80,2 0 0,0 0 0,0 0-120,-3 0 0,0 0 0,0 0 150,1 0 0,1 0 0,-1 0 60,-2 0 0,1 0 0,-1 0-90,1 0 0,-1 0 0,0 0 45,12 0 0,-1 0 0,1 1 0,-1-2-8,1 0 0,1-1 0,-1 1 1,1 0-8,-13 1 0,0 0 0,1-2 30,3-2 0,0-2 0,2 0 245,2 0 0,0 0 0,2-2-245,2 0 0,1-1 0,0 0-30,2 1 0,0-1 0,0 1 123,2 2 1,0-1 0,0 2-19,-17 1 0,1 2 179,2 1 1,0 2-180,1 1 0,0 2-135,2 6 0,1 4 0,10-3 0,0 1 0,1 2 135,-10 7 0,1 3-105,11-3 0,1 2 0,2 0-30,-5 7 0,3 3-90,3 8 0,2 3 150,7-15 0,1 0 0,1 2 180,1 3 0,2 1 0,-1 0 89,-1-3 1,-1-1 0,1 1-180,4 2 0,2 1 0,0 0 164,-2 9 1,2 0-45,4 5 0,3 0-135,5-5 0,3 0-675,-2 2 1,4 0-1100,8-4 1,2-3 1284,-9-6 1,2-3 0,7-4-1,2-3 1,5 7 0</inkml:trace>
  <inkml:trace contextRef="#ctx0" brushRef="#br0" timeOffset="80267">5020 6941 7533,'-37'5'3276,"17"-3"-886,20 3-770,42-5-1216,-11 5 1,3 1-225,14-2 0,1 1-661,-6 4 1,-2 0 570,3-5 0,-2-1-45,-8-3 0,-1 0 361,10-1 1,-2 0-48,-12-2 1,-1 0 224,3 7 1,-3 4 765,-4 11-541,-6 2-629,6 2 703,1-17 1,4-5-1109,8-3 1,2-1 448,3-1 1,0-1 360,-1-1 0,-2 0-2988,10 6 2673,-18 1-720,-13 5 270,-11-6-3058,9 0 3238,3-6 0,8-6 0,3-8 0</inkml:trace>
  <inkml:trace contextRef="#ctx0" brushRef="#br0" timeOffset="81866">18978 2095 8162,'-5'-38'3276,"3"12"-525,-3 8-2301,5 13 719,5 22-90,-3 31-584,-1-12 0,-2 5-16,-4-6 1,-2 1 0,1-1-165,1 3 0,0-3-270,-4-3 0,2-6 134,7-14-538,11-28-361,3-12 0,2-5 270,5-8 1,3-3 179,-4 10 0,2 0 0,-2 1 456,6-6 0,-1 4-96,-6 12 0,0 3 449,15-9 181,-2 21 629,6 8-360,-19 23 1,-6 12-271,-7 11 1,-5 4-780,1-11 0,-1 1 0,-1-2-646,-7 11 0,3-4 526,5-8 0,9-11 161,21-25 1,7-9 0,6 3-1,-1-17 1,1 1 0</inkml:trace>
  <inkml:trace contextRef="#ctx0" brushRef="#br0" timeOffset="83116">15049 1934 7533,'-7'-20'3276,"-21"8"-1965,1 17-951,-5 14 0,-2 9-91,8-1 1,1 3 0,1 1-150,1 1 0,3 1 0,2 1-60,1 6 0,4 2 0,7-4-15,13 3 0,11-5-135,3-9 0,5-2 0,1-3 0,14 0 0,-2-1-1549,-13 6 1,-6-1 1563,-2 3 149,-41-2 1,-17 4-817,11-9 0,-5 1 0,-2 0 0,3-2 742,-2 0 0,1-1 0,-1 1 0,0 1 0,-3 1 0,2 0 0,4-4 0,2-4 0,-1 0 0</inkml:trace>
  <inkml:trace contextRef="#ctx0" brushRef="#br0" timeOffset="84350">15222 2343 7533,'-33'7'3276,"4"-7"-2235,39-13-771,16-12-210,2 7 0,8-2 0,1-1 0,3-2 0,1-1 0,2 0-332,-8 4 0,2 1 0,0-1 0,0 1 317,-1 0 0,2 0 0,-2 1 0,-2 3 225,0 4 0,-2 2 0,-1 1 119,9-5 1,0 4 105,-2 10 0,0 4-450,-6-2 0,0 1 45,11-3 0,1-1-270,5 0 0,0-1 180,-4-5 0,0-1 45,-1 3 0,-2 1-45,-10 0 0,-2 1 0,0 1 0,0 2 45,6 1 0,1 1 90,1-2 0,2 0-91,6 4 1,1 1 90,0-5 0,2-1-105,-14 2 0,0 1 0,1-2-95,-2-2 0,1-2 1,-1 1 109,9 1 0,0 1-90,3-4 0,-5 2 45,-2 8 135,0 1 0,2 4 45,-15 4 0,0 1 44,7-1 1,3-2-45,3 3 0,0-3 0,-6-9 0,-1-2 0,-1 1 0,0 0 224,15-1 1,1 2-45,-12 2 0,0 0-135,13-2 0,2 0-225,-6 5 0,-4-1-90,3-7-315,-10 2 0,1 0-585,-6-3 1,1 0 251,3 0 0,2 0-72,0 0 1,-1 0 809,10 0 0,-18 0 0,-7 0 0</inkml:trace>
  <inkml:trace contextRef="#ctx0" brushRef="#br0" timeOffset="84683">18371 1785 7533,'-19'16'3276,"29"22"-1638,1-16 0,5 2-147,14 9 0,2 0-682,-2-2 1,-2 0-180,-5-3 0,-7 2-46,-15 9 1,-13-1-855,-9-11 0,-10-3 0,-3 1 270,-4 2 0,-5 0 0,-2-1 0,3-1 0,-1-1 0,1-1 0,-1-1 0,7-5 0,0 0 0,1 0 0,-1 1 0</inkml:trace>
  <inkml:trace contextRef="#ctx0" brushRef="#br0" timeOffset="87883">19797 2020 7533,'-21'-45'1638,"32"10"0,11 1-1879,12 6 1,5 2 60,-10 6 0,1-2 0,4 1-225,2 1 0,4 1 0,0 0 1,-6 1 560,-2 0 0,1-1-921,1 1 0,6-2 1,0 0-1,-7 4 765,-8 3 0,-2 1 0,16-11 0,-2 0 0,-7 4 0</inkml:trace>
  <inkml:trace contextRef="#ctx0" brushRef="#br0" timeOffset="88102">20516 1277 7533,'11'-13'3276,"8"1"-1638,9 7 0,4 3-455,17-4-1408,-10 10 1,-1 4-1415,-8 3 1,-3 2-1639,13 9 2975,-21 5 1,-9 3-689,-21 6 585,0-4 1,-4 2-273,-8-3 1,-4 0 676,-4 3 0,0 0 0,5-4 0,0-2 0,-1-1 0,0 0 0</inkml:trace>
  <inkml:trace contextRef="#ctx0" brushRef="#br0" timeOffset="88354">20107 2033 7533,'-26'-7'3276,"8"1"0,34 28-1373,23 0-1723,-17-6 0,3 0-476,4-2 1,4 0 0,-3-2-155,-4-1 1,0 0-489,11 4 1,5 1-1,-5 0 308,-5 0 1,0 1-241,-1 0 1,3 2 0,-4-1 856,-5-1 1,-4 0-1,2 2 1,-4-2 0,-1 1-1</inkml:trace>
  <inkml:trace contextRef="#ctx0" brushRef="#br0" timeOffset="88633">20715 2206 8252,'18'29'1092,"1"-1"0,-3-2 0,-1-3 2184,10 4-1912,-7 0-1454,-11-19-180,-7 10-765,-23-10 1,-10-3 1034,-9 4 0,-2-1 0,-2-1 0,-2 0 0,2 2 0,-1 0 0</inkml:trace>
  <inkml:trace contextRef="#ctx0" brushRef="#br0" timeOffset="88933">20020 2306 11400,'14'35'1092,"0"1"0,4 5 0,3 1-895,-3-12 1,2 0-1,0-1-1203,2 0 1,0 0 0,1-1 870,7 6 0,2-1 90,-1-4 0,1-1 263,-6-7 1,-1 1-1858,8 10 1,-3 0 548,-13-8 1,-3 0 1089,5 7 0,-3 0 0,-10 6 0,-13-13 0</inkml:trace>
  <inkml:trace contextRef="#ctx0" brushRef="#br0" timeOffset="89422">20032 2677 7533,'-13'-7'1638,"17"34"0,8 13 0,-1-11 0,2 4-1909,2 6 0,2 6 0,-1-3 361,0 0 0,-1-1-343,0-3 0,1 3 0,0-3 253,4 0 0,0 1-270,-4-7 0,2 4 0,-1 0 0,-2-5-585,4 5 1,-2-2 854,-2-1 0,0 3 0,-5-6 0,-3 6 0,-1 4 0</inkml:trace>
  <inkml:trace contextRef="#ctx0" brushRef="#br0" timeOffset="89700">20132 3471 0,'-21'17'1092,"0"0"0,10 15 0,4 4-136,0 3 0,3 1-866,7 2 0,9-2 568,9-14 1,6-2 0,0-4-614,4-4 0,1-3-90,3 4 0,1-5 538,0-13 1,-5-9-674,-13-33-450,-5 5 1,-3-5 629,-7 8 0,-4-2 0,-2 1 0,-2-7 0,-2 1 0,0 4 0,1 0 0</inkml:trace>
  <inkml:trace contextRef="#ctx0" brushRef="#br0" timeOffset="90683">20479 3446 10771,'18'27'1638,"-7"9"0,-3 7-871,-6-9 0,-3 2 0,-3 0-648,-2 2 1,-3-1 0,-7-3-1050,-11-6 1,-6-4 0,0-5 382,-2-4 1,-1-6 0,-12-5 0,3-3 0,1-1 0</inkml:trace>
  <inkml:trace contextRef="#ctx0" brushRef="#br0" timeOffset="91520">21098 1053 10861,'0'27'819,"0"0"0,3 11 0,1 5 0,0-7 2457,-1 11-2672,0-11 1,2 4-1,-2-6 296,-3 1-541,0-6-898,16-51 89,2-10 0,2-4 270,-1 2 0,3-2 30,-3 3 0,2-1 1,-2 6 59,9-7 1799,1 8-540,-17 54-899,-5-9-720,-3 12 0,-3 4-737,-1 12 557,-2-13 1,-1 2-1010,2 2 1,1-1-1382,-6 12 3020,8-20 0,2-3 0,2-12 0,7-2 0</inkml:trace>
  <inkml:trace contextRef="#ctx0" brushRef="#br0" timeOffset="91750">21656 818 11490,'-14'-7'3276,"3"2"-255,0 27-3066,0 5 0,-2 6 45,-1 0 0,-2 2 0,1-1 0,-5 11 0,0-2 0,0 1 0,-1-1 0</inkml:trace>
  <inkml:trace contextRef="#ctx0" brushRef="#br0" timeOffset="113267">19735 2516 7533,'7'-40'899,"-2"11"1170,-10 18-180,3 26-900,8 28-719,7 1 0,4 6-611,-2-8 0,3 2 0,0 2 273,-2-8 1,1 1-1,1 0 1,0 0-23,0 1 0,1-1 0,-1 0 0,1-1 22,-1-2 1,0-1 0,1-1-1,1-1 98,7 4 0,2-2 0,0-1 246,0-3 0,0-1 1,1-1 292,5-3 1,0 0 0,0 1-211,-1 7 1,-1 2 0,1-1-469,-7-7 1,2 0-1,0 0 1,2-3-95,1-1 1,2-2 0,2-1-1,2-4 23,6-2 0,2-3 0,1-3 1,2-4-149,-7-3 1,2-3-1,1-2 1,0-1-1,-1 2 292,0 1 0,0 0 0,0 1 0,-2-1 0,-1 0 6,10-3 0,-3-1 0,-1 6 90,-4 8 0,-1 6 0,-2 0 350,-8-2 1,-2 1-1,2 0-320,11 3 0,4 1 0,1-3-45,-9-5 0,1-1 0,2-2 0,-1-1-103,2 0 1,1-2 0,-1 0 0,1-1 102,-1-1 0,0-1 0,1 0 0,-1 0-68,4 2 1,1 0-1,-1 0 1,-4 1-8,-3-2 0,-3 0 0,2 2 30,-3 2 0,3 2 0,-1 1 0,-4 1-90,13 6 0,-3 1 45,-1 0 0,1 0 105,-6-2 0,2-1 0,-5-3 30,-9-6 0,-1-1 60,10 0 0,6 0 0,-1-1-31,2-2 1,1-2 0,-2 1-75,8 0 0,1 0 45,-2-1 0,4 0 0,-5 3 0,0 8 0,-3 2-45,-1-5 0,1 2 105,-10 3 0,1 3 0,-1-1 149,0-2 1,-2-2 0,0 0-165,7 1 0,1-2 45,2-1 0,3-2 0,0-3 59,-5-3 1,0-3 0,-1 1-120,-5 0 0,-1-1 0,3 1 82,1-1 1,2 0-1,2 0 1,-2-1 156,8-2 1,-1 0 0,-1 1-300,-8 1 0,-2 2 0,4-1 75,1 1 0,4-1 0,0 0 0,-2 0 194,6 0 1,-2-1 0,-1 0-401,-4 2 1,-1 0-1,3-2 71,2-2 0,4-3 0,0 0 0,-3-1-420,3-3 1,-2 0-1,-1 0 90,-3 2 0,-1-1 1,1 1-61,5-4 0,-1 1 0,-4 3-330,-9 6 1,-3 1 539,-2-2 0,0 1 153,2 5 1,1 0-1613,6-4 1,2-3 1474,6-4 0,1-3 0,-15 3 1,0-2-1,-1-1 0,7-11 0,1 0 1</inkml:trace>
  <inkml:trace contextRef="#ctx0" brushRef="#br0" timeOffset="114400">26317 3756 7533,'-20'-20'3276,"20"8"-346,37 12-2705,-7 2 0,3 3-135,6 2 0,-2 4 45,-3 2 0,-4 4 224,-10 5 1,-9 5 270,-19 14 0,-13 4-780,2-10 0,-3 1 0,-3 0-943,-4 3 1,-2 0 0,2-2 1076,-2 3 0,4-3 0,5-9 1,5-5-1,10-11 0</inkml:trace>
  <inkml:trace contextRef="#ctx0" brushRef="#br0" timeOffset="115167">27321 3532 7533,'-30'-26'3276,"-13"19"-2216,7 27 1,-1 13-612,10-4 1,0 3 0,2 3-330,1 5 0,1 2 0,6-1-210,5-5 0,4-1 0,10-6-990,15-4 1,10-12-270,13-21 0,3-16 719,-14-1 0,-1-5 1,-1-3 303,-1-4 1,-1-2-1,-3 0 776,0-8 0,-7 4 2826,-8-6-2218,-7 84 0,-3 27-968,-2-18 0,-1 3 0,-1 5-405,2-14 1,0 3 0,0 3 0,-1-1 0,0 1 0,-1-2 134,-3 5 0,0-1 0,-1 0 0,-1-1 0,-2-2 180,0-4 0,-1 0 0,-2-2 0,-1-1 0,-1-4-30,-10 13 0,-3-5 0,0-14 30,-7-20 0,7-17 0,18-22 0,13-12-300,9 6 0,8-3 1,6 0-521,2 7 1,4 0 0,3 1 0,-1 4 506,-1 1 1,1 3 0,0 2 0,4 0 0,0 3 0,-4 3 0,-8 5 0,0 1-1</inkml:trace>
  <inkml:trace contextRef="#ctx0" brushRef="#br0" timeOffset="115450">27631 3632 7533,'-30'-4'3276,"-2"41"-1766,16-3 0,6 5-1735,8 1 0,8-3-1304,22-6 899,0-42 1,0-15 944,-5-10 0,-6-6 89,-3-4 1,-10 2 314,-13 11 1,-7 10-1799,-13 23 1079,-1 18 0,30 17 0,14-17 0</inkml:trace>
  <inkml:trace contextRef="#ctx0" brushRef="#br0" timeOffset="115783">27991 3656 7533,'-37'14'1092,"-1"0"0,2 1 0,3 4 546,6 11 0,9 2-2434,17 9-1812,46-40 1528,-12-15 1,0-7 1708,0-4 1,-4-2 1439,2-10 1207,-42 64-255,0 18-3606,1-10 0,7-2-2692,28-6 1638,2-32 1,2-10 1340,-1-6 1,-2-5 0,3-4 0,-4-2 0,-10 5-1,0-1 1</inkml:trace>
  <inkml:trace contextRef="#ctx0" brushRef="#br0" timeOffset="115934">28425 3309 7533,'8'9'3276,"-9"2"-2184,-8 12 0,-7 10 0,-1 3-273,0-1 0,-2 3 0,-1 2 0,2 1-738,3-2 1,0 1 0,0 1-1,2 0 1,2-1-902,0 8 1,2 0 0,1-1 0,3-4 202,-1 2 0,1-2 1,12-11 616,22-11 0,5-13 0,8-16 0,-12-5 0,0 1 0</inkml:trace>
  <inkml:trace contextRef="#ctx0" brushRef="#br0" timeOffset="117050">21904 4003 7533,'-19'3'1638,"3"30"0,3 16-819,4-15 0,-1 4 0,1 2 0,0 2-1081,0-1 1,-1 2 0,1 2 0,0-1-1,0-1 532,-1 5 0,-1 0 0,1-2 0,3-4-420,-2 6 0,2-4 0,10-20 127,17-30 1,7-14-128,0-5 0,1-7 1,1-1 89,4-4 0,0-3 0,-1 4 299,-3 5 1,0 2 0,-7 18 1290,-3 52-1171,-22 5 1,-9 6-990,2-13 1,-1 0-1,5 0 630,6-3 0,4 0 0,1-4 0,0-5 0,4-5 0,14-8 0,1 1 0</inkml:trace>
  <inkml:trace contextRef="#ctx0" brushRef="#br0" timeOffset="117233">22562 4276 7533,'-44'12'819,"1"1"0,10 10 0,1 6 0,4 6 0,8-1 0,3 4 0,2 3 0,1 0-159,0 4 1,1 1-1,2 1 1,7-2-1481,4-5 1,5-1 0,3-2 0,2-3 315,8 15 1,7-11 0,2-16 0,2-9-1,12-15 1</inkml:trace>
  <inkml:trace contextRef="#ctx0" brushRef="#br0" timeOffset="117534">22698 4561 7533,'-26'29'1092,"1"0"0,7 3 0,4 2 546,4 3 0,9-2-2344,30 2-553,-5-45 0,3-9 1304,0-1 0,0-1 989,-1-2 1,-4 10 2023,2 42-2744,-19-6 1,-4 5-675,3 13 1,-2-1 359,-2 5-1979,0-7 1979,5-39 0,2-8 0,6-12 0</inkml:trace>
  <inkml:trace contextRef="#ctx0" brushRef="#br0" timeOffset="117717">23218 4413 7533,'10'39'655,"1"0"0,0 0 1,-3 0-1,-2 2 0,-1 4 0,-3-4 0,-1 4 1,-2 2-1,-1-1 0,-4-2-611,-3 3 0,-3-3 1,-3 0-1,-2 0-44,-1-6 0,-2 2 0,-2-2 0,-1-3 0,-1-3 0,-9 4 0,-3-5 0,-2-4 0,-3-8 0,-1 0 0,1 1 0</inkml:trace>
  <inkml:trace contextRef="#ctx0" brushRef="#br0" timeOffset="119983">22648 4648 7533,'-13'-5'1439,"2"3"-540,11-3 91,0 5-810,0 0 1349,0 5-900,0 2 541,0 27-810,0-10 89,-5 8 1,-1 5-225,-1-2 0,0 0-180,-3-1 0,0 0 90,4 3 0,0-4-585,1-12 90,5-5-1979,16-49 1710,-6 19 44,6-19 0,2-1-44,3 9 449,-4-5 0,2 2 990,7 6 89,-1-2 1260,-2 19-1620,-9 5 271,4 11 0,-6 8-720,-5 7-540,4 16-2608,-10-9 1618,5-1 1440,-6-3 0,5-16 0,2 5 0</inkml:trace>
  <inkml:trace contextRef="#ctx0" brushRef="#br0" timeOffset="129717">19400 682 7533,'-26'9'1092,"-1"0"0,-1 8 0,4 7 238,11 13 0,5 6-1180,1-8 0,0 1 0,4 2-540,3 2 0,4 1 1,3-3-961,3 10 1,6-7 1349,2-14 0,2-6 0,18-10 0,-8-18 0</inkml:trace>
  <inkml:trace contextRef="#ctx0" brushRef="#br0" timeOffset="129950">19561 843 7533,'-22'30'1638,"0"0"0,-10 6 1292,20 10-4459,41-44 584,-3-12 1,0-9 629,3-10 0,-4-6 1169,-8-4 1,-9-1-495,-11 8 0,-9 8-630,-38 24 270,27 23 0,2 15 0,33-15 0</inkml:trace>
  <inkml:trace contextRef="#ctx0" brushRef="#br0" timeOffset="130100">19834 645 7263,'-14'5'0,"9"-4"0,12 5 0,5-6 0</inkml:trace>
  <inkml:trace contextRef="#ctx0" brushRef="#br0" timeOffset="130350">19859 669 7533,'-24'36'3276,"-2"-3"-2864,5 10-412,5-12-450,32 11 90,5-15 405,-3-9 0,1 0 135,8 12-180,-21 8-450,-19 6-225,-5-21 1,-2-2 44,-7 5 630,-13-9 0,25-29 0,-9-1 0</inkml:trace>
  <inkml:trace contextRef="#ctx0" brushRef="#br0" timeOffset="130500">19921 669 10501,'26'-6'-697,"0"0"0,15-7 0,-23 1 0</inkml:trace>
  <inkml:trace contextRef="#ctx0" brushRef="#br0" timeOffset="130667">20119 285 7533,'-22'41'819,"0"0"0,8-6 0,2 3 0,1 1 273,0 3 0,0 1 0,3-1-1762,2-6 0,2-2 0,0 3-200,-1 13 1,0 3 0,4-7 104,5-9 1,3-2 133,3 12 0,5-3 631,0-20 0,3-6 0,19-5 0,-7-15 0</inkml:trace>
  <inkml:trace contextRef="#ctx0" brushRef="#br0" timeOffset="130900">20380 335 0,'-29'-18'3276,"7"20"-1638,0 11 0,2 10-819,8 10 0,4 10 0,2 3 0,1-3 200,-1 4 0,3-1 0,2 2-1675,2-8 1,2 3-1,0 1 1,3-3 0,0-7-984,7 9 1,5-8 1371,7-6 0,2-8 0,-1-8 0,4-1 0</inkml:trace>
  <inkml:trace contextRef="#ctx0" brushRef="#br0" timeOffset="131517">20528 434 7533,'-24'16'3276,"10"21"-1811,9-4 0,4 3-1465,7 0 0,1 0 0,-4-3 0,2-4-360,12 1-359,-5-63 494,7-3 0,3-5 675,-4 2 0,0 1 314,7-3 1,-2 17 404,-3 42-1574,-13 8 0,-3 6-1234,-4 9 1,0 1 1091,2-3 1,1-3 0,0-9 0,1-4 0,9 6 0</inkml:trace>
  <inkml:trace contextRef="#ctx0" brushRef="#br0" timeOffset="131700">20876 657 14459,'-20'41'135,"9"-19"0,-1 2-1774,2 4 1,1 0 1287,-5 5 1,-3-5 0,11-21 0</inkml:trace>
  <inkml:trace contextRef="#ctx0" brushRef="#br0" timeOffset="132017">20962 384 13110,'-14'13'1638,"6"10"0,5 4-2846,8 12 578,-3-5 1,3-7-1440,13-24 1260,7-31 1348,-12 5 1,0-1 450,17-13 2286,-10 54-2055,-8 24-2615,-6-10 0,-1 1-245,-1-6 1,-1-2 973,4 1 0,4-14 0,-4-11 0</inkml:trace>
  <inkml:trace contextRef="#ctx0" brushRef="#br0" timeOffset="132150">21222 198 9242,'-26'18'697,"8"13"0,12-4 0,6 9 0</inkml:trace>
  <inkml:trace contextRef="#ctx0" brushRef="#br0" timeOffset="132366">21334 149 11131,'0'25'1638,"2"0"0,1 2 0,1-1 0,-1 1-1041,2 20 1,-3 3-1228,-5-14 1,-3 1-1,-2 1-463,-4 7 1,-3 0 0,-2-2 742,2-9 1,-1-1 0,-1-1-1,-2 1 1,-2-2 0,2-3-1,0-6 1,1 0 0</inkml:trace>
  <inkml:trace contextRef="#ctx0" brushRef="#br0" timeOffset="144383">21755 1425 7803,'-12'-13'3276,"38"-9"-2846,0 11 1,6 2-341,14-4 0,4 6-180,-10 13 0,0 6 0,-2 1 450,4 2 0,0 5 59,-7 5 1,2 4 0,1-5-450,1-9 0,3-6 0,1 0 165,-5 1 0,3-1 0,-1-1 0,1-2 22,-3-2 0,1-2 1,-1-1-1,0 1-195,9 1 1,-1 2 0,-1-1 97,-6 0 0,-2 0 0,2-1 0,2-1 0,1 0 0,0 1 60,2 0 0,0 1 0,0 1 150,0 2 0,-1 1 0,0 1-31,-6-1 1,0 1 0,0 0-150,2 0 0,0 1 0,4-3-252,-2-4 0,5-2 0,2 0 0,-1-1 0,-4 2 27,-2 2 0,-3 0 0,0 2 1,2-1 224,1 0 0,2-2 0,1 2 0,-4 2 0,-7 5 689,-2 10 1,-7 4-1,-1 2-389,-2 0-1,0 0 1,1 0-240,5-2 0,2 0 0,2-4-90,5-2 0,3-2 0,1-2-90,4 1 0,2-2 0,0 1 180,-2 1 0,0-1 0,-1 2 0,-2 0 0,-1 1 0,2 0 126,-1-2 0,2-1 1,0 0-1,-3 2 113,4 3 1,-2 2 0,1 1-300,-3-1 0,1 2 0,1 0 0,-2 0-45,-4-2 0,0-1 0,-2 1 0,-1 0-15,3 6 0,-2 1 0,2-2-165,5-4 1,2-3 0,-2 0 44,-8-4 0,-2 0 0,-1-2 360,15 5 0,-2-1 172,1 3 1,-2 3-263,-8-1 0,1 1-330,-6-4 0,1 0 1,0 1-1,0-1 0,-1 0 0,2 0 120,3 0 0,2-1 0,0 0 120,-2-2 0,-1 0 0,-1 1 0,9 8 0,0 2-210,-8-3 0,1 1 0,-1-1-1519,8 2 1,-2-1 1214,-3 3 0,-2-7 0,12-16 0,-34-15 0</inkml:trace>
  <inkml:trace contextRef="#ctx0" brushRef="#br0" timeOffset="144767">26801 2938 7533,'14'33'1092,"-3"-4"0,3 6 0,0 2-273,3 1 0,1 2 0,0 2 0,-4 0 0,-3-1 0,0 0 0,-6 1 0,-10-3-231,-11-4 1,-10 0 0,-6-1 0,-2-4 0,4-4-589,-4 1 0,0-6 0,-4-3 0,0-4 0,-6-3 0,-1 0 0,1-2 0,7-1 0,-6 0 0,-1 1 0</inkml:trace>
  <inkml:trace contextRef="#ctx0" brushRef="#br0" timeOffset="145717">23441 310 7533,'0'-34'3276,"0"23"-1638,-1 37 0,-3 23-983,-5-9 0,-3 8 1,-2 3-1,2 1 0,2-5-77,2 1 1,0-1 0,5-3 0,8-5-1672,13-1 1,9-6 0,1-11 796,6-14 1,3-13 1114,-3-9 0,5-11 0,-2 5 0,-12 17-922,-16 31 1,-12 17-1,2 1 103,8-2 0,1 0 0,-2 0 0,-9 6 0,-3-1 0,11-10 0,19-18 0,0 0 0</inkml:trace>
  <inkml:trace contextRef="#ctx0" brushRef="#br0" timeOffset="145933">24222 471 7533,'-31'0'655,"0"0"0,5 23 1,0 13-1,2 7 0,5 0 164,8-1 0,5 2 0,2 1 0,-1 1-935,-2-6 0,-1 2 0,0-1 0,3-2 0,4-2 0,8 7 0,4-3 1,6-14-1,24-15 0</inkml:trace>
  <inkml:trace contextRef="#ctx0" brushRef="#br0" timeOffset="146250">24384 632 15898,'-10'47'546,"0"1"0,1 0 0,-1-1 0,0-11 0,0-3 0,5 0-619,7 10 1,5 0-1,6-20-1366,19-46 0,5-8 3077,-6 37 0,-2 10-1028,-6 7 1,-5 7-1704,-11 2 1,-7 6 0,-2 0 545,-3 4 1,-4 0 0,1-9 0,3-4 0,-2-23 0</inkml:trace>
  <inkml:trace contextRef="#ctx0" brushRef="#br0" timeOffset="146416">24928 446 7533,'-21'38'364,"-1"0"0,0-1 0,3-11 0,1 0 0,0 13 0,0 6 0,3-9 0,-4 2 0</inkml:trace>
  <inkml:trace contextRef="#ctx0" brushRef="#br0" timeOffset="147184">23466 434 7533,'26'-25'1092,"-29"52"0,-14 29 0,0 3-437,8-21 0,0 1 1,0 3-1,-1-1 0,0 1 0,-2 6 0,-2 1 1,0 1-1,1-4 0,1-5 386,-1 5 1,1-4-1,10-23-2030,21-47 606,-2 0 1,5-9 0,2-2 0,0 5 591,2 1 1,2 3 0,2 6 1004,18-3 1,-7 21-2308,-25 34 1,-8 17 0,-3 1 703,1-8 0,-2-1 1,-3 2-1,-5 11 0,-4 3 1,7-11-1,19-1 1</inkml:trace>
  <inkml:trace contextRef="#ctx0" brushRef="#br0" timeOffset="147700">25152 620 16707,'-3'40'409,"0"1"1,0 0-1,1-1 1,-13 0-1,-4 0 1,-4 0 0,-1 1-1,3-1-849,1 3 1,1 0 0,0 0 0,-1-1 0,-4-2 141,-4-1 0,-3 0 0,-1-2 0,-1-3 0,3-4 0,-6 0 0,2-4 0,1-3 1,-4 1-1,1 0 0</inkml:trace>
  <inkml:trace contextRef="#ctx0" brushRef="#br0" timeOffset="148517">24371 756 8432,'-5'-14'3276,"3"9"-1638,-12 27 0,-5 18-192,7 2 1,1 3-1267,-7-2 0,-1 2 419,5-2 1,0 4 0,2-8 164,1-14 1,0-2-1260,-6 17 0,9-14-2782,19-37 824,0-2 1583,7-10 1,7-6-1,-1 2 735,1 2 0,0 0 1619,9-6 1,1 5 134,13 13-1799,-38 47 0,-6 15-913,3-14 1,1 2 0,-2 0 545,-5 14 1,0-3 0,7-7 0,2-11 0,3-23 0</inkml:trace>
  <inkml:trace contextRef="#ctx0" brushRef="#br0" timeOffset="150683">23503 99 7263,'-14'0'2159,"-2"0"-1260,20 6-719,-8-5 719,15 5-629,-10-1-3547,10 2 1883,-9 5 1980,-4 20 0,-2 4-137,-4 1-356,1-5 1,-2 6 0,1-5 265,-5 10-507,4-2 1,0-1 327,-4 3 90,6-2 0,-1 7 0,0-6-180,1-18 0,-1 2 89,-1 11 1,-2 10 0,0 0 0,2-11 0,-8 6 30,2 1 0,-2 8 0,4-10-210,2-11-135,-5 9 0,4-5-225,11-25 776,-5 8-596,6-17-360,6-17 271,-5 8-271,14-18 0,3-2 450,-5 8 64,7-8 0,8-7 0,-3 6-154,8-6 389,-4 5 1,5-6 0,-5 7 420,4-1 314,-1 8 1,-2 6-765,-15 11-127,20 34 127,-20-16 1022,-2 22 0,-3 5-572,-3 0-794,-6-3 1,-1 6 0,-1-5-1816,0 7 1034,4-3 1,5-9-2333,2-25 3316,14-7 0,2-5 0,-1-9 0,-1 2 0,-1-1 0</inkml:trace>
  <inkml:trace contextRef="#ctx0" brushRef="#br1" timeOffset="164519">1276 18467 17033,'-27'-40'-1093,"-1"-1"1,-2 0 0,16 9 1710,53 18 1,-24 13 0,30 9 0</inkml:trace>
  <inkml:trace contextRef="#ctx0" brushRef="#br2" timeOffset="169283">19772 2318 8927,'0'-26'2991,"-6"2"-1515,-17 34-680,8 13 1,2 7-292,2 9 0,2 2-349,1-1 1,6-1 366,15 5 0,9-3 139,2-9 1,3 0-510,-9-1 0,-1 3 1,1 0 175,3 2 1,0 0 0,-3-1-180,-6-2 0,-3-1 0,1-2 30,4 11 0,3-3 269,5-6 1,2-4-270,7 7 180,1-8 0,-1-3-90,-7-13-91,0 10 1,3 2 380,11 4-560,-16-2 0,2 0 269,3-5 1,-1-2 90,7 13 0,3-19-180,-6-8 0,4-3-225,6-3 0,4-1-165,-5 3 0,2 0 0,-1 4-399,-5 3 1,0 4 0,-3 0 608,4 5 0,-5 4-45,-10 9 0,-2 3 239,0-6 0,3-3 211,8-2 0,3-3-270,-6-4 0,1-3 134,14-5 1,1-1-180,-13-1 0,0 3-90,7 5 0,1 6-360,-1 6 1,-1 3-1,4 0 0,-1-2 428,-4-4 0,2-4-158,6-7 1,5-4 89,-11-5 0,1-3 0,1 3-172,0 6 1,0 2 0,0 2 51,6 2 0,1 2 0,0 3 210,-4 6 0,0 2 0,2 0 44,-8-8 1,1-1 0,1-1 0,2-2-81,-2-4 0,1-1 0,1-2 0,0-1 0,2-1-278,2-2 1,2-2 0,0-1-1,0 0 1,1 0 115,-1-1 0,1 0 0,0-1 0,-1 2 1,-1 1-141,4 3 1,-1 2-1,-2 0 1,-3 1 187,-5 0 0,-3 0 0,-1 4 30,-1 8 0,-2 5 0,-5-4-355,5 4 655,5-2 0,2-4 90,-1-10-226,9-1 0,1-3 316,-2-4-211,-11 0 1,6 0 0,-5 0-105,-9 0 0,0 0-75,11 0 0,5 0 0,-5 0-60,-11 0 0,1 0-120,7 1 0,6 1 0,-6 1-15,-8 0 0,-1 0-45,12 0 0,5-1 1,-5 1 134,-7 0 0,-1-1-45,12-2 0,5-2 0,0-1 90,-3-3 0,-1-1 0,0 2-30,-6 1 0,0 2 0,2-2 299,9-3 1,2-2 0,-7 3-180,7 4 0,-7 2 0,-2 0-360,-10 2 436,0 7 1,1 4-617,9 8 405,-18-8 0,1 0 135,3 0 0,1-3 450,17-3-271,-4-2 46,-7-6 0,3-3-315,1-2 0,1-1 433,-4 4 1,1-2-569,12-3 0,-1 0-180,-16 4 0,-2 1 225,-3-3 0,2-1 405,14-3 0,-2-3 45,-1-8-240,-6 8 0,6-1 0,-4 0-165,-8 0 0,0 1 134,10-1 1,4-1 0,-6 2-359,12-7-136,-3 3 0,-1-1-944,-6-8 899,7 6-928,-25-13-1899,-18 6 3026,-2 5-2628,13-17-398,21 13 1248,-3 4 2029,5-11 0,-27 25 0,-1-10 0</inkml:trace>
  <inkml:trace contextRef="#ctx0" brushRef="#br3" timeOffset="169533">26169 3718 7533,'-42'0'3276,"4"0"-1065,36 6-412,24 6-675,15 1 0,5-1-899,-12-2 0,2 1 45,7 0 0,4 2 0,-5 3 179,-8 4 1,-5 4-135,5 5 0,-9 5-540,-24 8 0,-16 1-868,-8-6 1,-9-2 0,-2-2-1,5-6 1,-1-3 0,-3 1 974,-2 0 0,-4 1 0,0-1 0,5-3 0,-7-1 0,2-1 0,5-2 0,0 0 0,-1 0 0</inkml:trace>
  <inkml:trace contextRef="#ctx0" brushRef="#br3" timeOffset="170283">21879 4028 7533,'-19'-26'3276,"7"30"-2441,7 25 1,4 14-567,-2 0 1,0 6 0,-2 3-714,-1-10 0,-2 3 0,-1 1 0,0 0 0,0 0 462,0-1 0,-1 1 0,1 0 0,-1-2 0,0-1 4,-4 5 1,0-1 0,1-3-1,3-6 400,-2 8 0,11-19-827,28-47 1,11-21 104,-10 9 0,2-3 0,0-1 390,-4 6 0,0-2 0,0 1 0,-2 4 315,12-15 0,-6 18 1168,-6 35-1483,-19 11 0,-5 8-1170,0 10 1,0 3 1079,8 2 0,1-3 0,-5-15 0,1-2 0,19 15 0</inkml:trace>
  <inkml:trace contextRef="#ctx0" brushRef="#br3" timeOffset="170533">22586 4289 7533,'-31'2'1638,"0"0"0,-14 6-578,14 18 1,4 11-1449,12-5 0,2 3 0,1-1 522,-8 10 1,1 3-23,10-12 1,1 3-1,2 1 1,0-3-211,3 0 0,1-2 0,1 1-772,-3 10 1,1 3-1,4-3 870,5-9 0,2-2 0,0-2 0,-4 1 0,3-6 0,22-5 0</inkml:trace>
  <inkml:trace contextRef="#ctx0" brushRef="#br3" timeOffset="170916">22624 4611 7533,'-27'-14'3276,"4"3"-706,16 33-1761,4 4 1,1 3-810,1 7 0,2 1-45,-2 8 0,2-3-360,-1-12 1,5-9-316,24-25-45,-1-16 1,0-7 809,2-6 0,1 0 719,3-1 1,-2 13 854,0 31 0,-14 31-1754,-14-2 1,-3 3-1261,-1-3 1,0-2-245,3-7 1,0-4 1198,-2 4 0,10-19 0,-4-11 0</inkml:trace>
  <inkml:trace contextRef="#ctx0" brushRef="#br3" timeOffset="171133">23243 4450 9602,'11'47'1638,"-7"-13"0,0 7-819,0-4 0,0 5 0,-1 2 0,-2 0-888,-2 0 1,-2 0 0,-2 0 0,-2 0-630,-2 1 1,-2 0 0,-2-2 0,-4-1-123,-5-2 1,-5-1 0,-1-3 0,0-2 673,1 1 1,0-4-1,-3-2 1,-4-5-1,-3-2 1,4-4-1,5-2 1,0-1-1</inkml:trace>
  <inkml:trace contextRef="#ctx0" brushRef="#br3" timeOffset="171984">24880 4834 7533,'-7'-14'3276,"-15"14"-2184,-7 20 0,-8 13 0,0 0 0,-2-8 0,-1 0 0,5 6-273,10 3 0,2 5 0,4 3 0,8-1-300,7 7 0,10 1 0,7-5-489,6-13 0,5-4 0,2 1-1123,6 7 1,1 2 0,-7-9 272,-7-6 1,-6 9 0,-8-14 0</inkml:trace>
  <inkml:trace contextRef="#ctx0" brushRef="#br3" timeOffset="172117">24433 5491 7533,'16'33'252,"0"1"0,-1-1 0,13 4 0,4 0 0,0 1 0,-7-7 0,-1 2 0,1-2 0,1-1 0,10 2 0,0 1 0,1-1 0</inkml:trace>
  <inkml:trace contextRef="#ctx0" brushRef="#br3" timeOffset="173366">19859 1983 7533,'-39'-5'3276,"3"-2"-1335,23-6-862,2 1 450,32-9 0,13-3-1034,-9 5 0,2 0-420,4-3 1,4-3-1,2 1 554,-1 3 1,2 0 0,2 0 0,-1 0-411,3-3 0,-1 0 0,2 0 0,1 0 33,-2 2 0,2 0 0,0 0 0,1 0 0,-1 2-37,-3 1 1,1 1 0,-1 0 0,0 2 0,-2 0 73,2 0 1,-1 2 0,-1 0 0,-2 3 10,0 1 0,-1 2 0,-3 1-121,-1 1 1,-6 1-629,-8 0-2828,-7 3 0,-4-9 2754,-5 10 1,-9 6 0,-13 9 0</inkml:trace>
  <inkml:trace contextRef="#ctx0" brushRef="#br3" timeOffset="174017">21557 1214 7173,'41'5'269,"-10"-8"1,4 4 0,3-2 0,3-13 0</inkml:trace>
  <inkml:trace contextRef="#ctx0" brushRef="#br3" timeOffset="174167">21780 992 7533,'-20'40'164,"1"0"1,-1-1 0,1 1 0,3-8 0,1-3 0,1 3-414,1 4 0,-2 5 0,3-2 1,2-7-1,-3 17 0,7-20 0,0 1 1</inkml:trace>
  <inkml:trace contextRef="#ctx0" brushRef="#br3" timeOffset="175367">21966 1512 7533,'-35'-18'1638,"0"0"0,57-15-546,14 16 0,15 3 0,5 3-437,-10 4 0,3 2 1,3 2-1,-1 0 0,-2 0-332,-8-1 0,-1 0 0,-1 0 0,1 1 0,1 1-99,1 2 1,2 1 0,0 1 0,1 2 0,-3 0 0,-2 2 134,5 4 1,-4 2 0,0 1 0,3 0-615,-3-2 0,1-1 0,3 1 1,0 0-1,0 0 0,0 1 360,0 1 0,0 0 0,-1 1 0,1 0 0,0 0 0,-2 0-255,-1-1 0,-1 2 0,0-1 0,-1 0 0,0 0 0,-1 0 114,3 0 0,0 0 0,-1 0 0,-1-1 1,0 2 192,7 3 0,-1 0 1,0 1-1,-2 0-112,-1 2 0,-2 0 0,0 1 0,1-2 27,-5-4 0,1-1 0,1 0 0,-1 0 0,0 1 89,0 1 1,-1 1 0,0 0 0,0-1 0,-1 0-162,7 1 0,-1-1 0,0 0 0,0 0-90,2-1 0,0 0 0,-1 0 1,-2 2 565,3 5 1,-3 2-1,3 0-386,-1-4 0,2-1 0,1 1 0,1 0 0,-8-4 0,1 0 0,0 0 0,0 1 0,-1 1-152,0 1 0,0 1 0,-1 1 1,1 0-1,1 0 367,2 1 1,2-1 0,0 0 0,0 1 0,-1 0 17,-2 0 1,0-1 0,0 1 0,-1 1 0,0 0-1,1 2 1,-1 0 0,0 1 0,1 0 0,-1-1-324,1-2 0,-1 0 0,0 0 0,0-1 0,-1 0 0,-2 0 0,1-1 0,-2 1 0,-1 0 0,-3 1-45,0 4 0,-3 2 0,-1 0 0,-2-3-1048,5 1 1,-2-2 0,-5-2 935,-3-3 0,-6-4 0,-8-9 0,-9-33 0</inkml:trace>
  <inkml:trace contextRef="#ctx0" brushRef="#br3" timeOffset="178250">25499 5776 7533,'0'-32'3276,"22"2"-1638,7 8 0,8 3-546,-7 6 0,3 3 0,2-2-1912,2-1 1,2-2 0,1 1 0,-3 2 515,11 0 0,0 2 723,1 0 1,3 0 0,-5 3 897,-8 5 0,-1 3-808,-3 0 1,1 1 0,-2 0 462,-1 1 0,-4 3-343,7 11-2878,-19-4-1028,-10 5 2457,-7-5 1,-12 11 0,-7-5 0</inkml:trace>
  <inkml:trace contextRef="#ctx0" brushRef="#br3" timeOffset="178750">26838 5640 7533,'-13'-19'3276,"18"6"0,32 8-3494,4 1 0,3 2-637,-15 1 1,1 1 854,21-6 0,-6 0 0,-20 5 0,15-4 0</inkml:trace>
  <inkml:trace contextRef="#ctx0" brushRef="#br3" timeOffset="178900">27185 5354 9422,'-19'28'546,"1"1"0,0-1 0,-1 3 0,0 4 0,1 0 0,0-3-235,1 0 0,1-2 1,0 3-537,-2 8 0,-2 4 0,3 0 0,3-5-185,5 0 0,1-2 1,-1-5-1,-1 1 1,2-3-1,5-1 0,0 0 1</inkml:trace>
  <inkml:trace contextRef="#ctx0" brushRef="#br3" timeOffset="179400">27730 6135 7533,'-7'-37'3276,"2"16"-76,16-1-1851,15 19 0,6 5-719,9-2-300,-5 2 0,6 2 0,0 2-1088,-5 3 0,-1 2 1,0 0 877,-2-2 0,-1 0 0,2 0 509,11 4 1,3 0 0,-1 3-171,-3 3 1,-1 2 0,-2-2-310,-7-6 0,-1-2 0,3 3 161,-1 2 0,2 1 1,3 3-1,-1-1 1,-2 0-133,4 3 1,-2 1 0,-1-1 0,1-1-180,-2-1 0,-1-2 0,0 1 0,1 2 0,-1 0 0,1 2 0,0 0 0,-1 1 0,-4-1-439,4 5 0,-3 0 0,-2-2 439,-2-3 0,-2 0 0,1 0 0,6 8 0,0 2 0,-3-6 658,-7-8 1,-2-2-2298,15 11 1,-3-2 679,0 0-2318,-8 9 2927,-38-9 0,-8 5 0,-13 0 0</inkml:trace>
  <inkml:trace contextRef="#ctx0" brushRef="#br3" timeOffset="-131877.73">7338 16174 7533,'-25'-12'899,"1"-6"-3681,4 4 3592,8 2 2128,6 6-690,6 56-2308,0-11 0,0 9 1,0 3-1,0-6 90,0-6 0,0-4 0,0 5 24,0 3 0,-2 7 0,0 0 0,3-5 0,2-12-2471,14 0 1878,-7-6-151,13-48 0,10-28 1,-5 5 824,-15 17 0,1-1-46,14-17 1,7-5 0,-8 26 1709,-11 45-1020,-6 13 1,-2 13 0,-2-4-825,-3-4 0,-1 2-765,-2 0 1,-2 6-1,2 0 1,2-7 945,9-2 1,0-3-1,-6 4 1,1-1 0,9-6-1,-1 1 1</inkml:trace>
  <inkml:trace contextRef="#ctx0" brushRef="#br3" timeOffset="-130943.73">7264 16385 7533,'-16'-22'1529,"0"0"0,-3-10-720,13 42-269,13 20 0,4 13-211,-5-1 1,-1 6 0,-1 1-128,1-8 1,1 1-1,-2 0 1,-1 0-1,-3-3 0,-1 0 1,-1-1-1,0-4-112,0 18 0,1-23-1349,7-68 719,4 8 1,6-6-117,-3 2 1,4-7-1,1-2 1,0 1 0,-2 7 544,2 2 1,-1 5-1,2-2 231,9-19 0,1-2 0,-5 29 1095,-8 49 1,-5 17-1081,-2-15 0,0 4-791,-2 4 1,0 8-1,1 3 1,0-1 0,0-8 647,3 8 1,3-4 0,1 2 0,4 2 0,1-12-1,17-9 1</inkml:trace>
  <inkml:trace contextRef="#ctx0" brushRef="#br3" timeOffset="-129963.73">9743 15963 7533,'-31'-32'3276,"-5"8"-2145,-1 35-501,-2 21-136,16 6 1,3 8-1287,6-10 0,2 2 1,1 2 881,3 3 0,1 2 0,1 1 22,1-9 0,1 1 1,0 1-1,1-2-180,2 8 1,1-1 0,1-1 67,-1-4 0,-1-1 0,2 0 47,1 0 1,0 0 0,-1-1-273,-2 5 0,-2-2-135,1-1 1,-3-2-451,-7 0 1,-6-2-181,-3-11 1,-2-3 1209,1-2 1,-2-6-221,-24-13 0,17-21 0,0-16 0</inkml:trace>
  <inkml:trace contextRef="#ctx0" brushRef="#br3" timeOffset="-129828.73">9247 16744 7533,'13'-26'3276,"21"-3"-886,12 10-2785,-14 12 1,4 0-821,12-4 1,1 0 1038,-12 7 1,0 0 0,6-7 0,-2-2 0,-13 4 0,-1-1 0</inkml:trace>
  <inkml:trace contextRef="#ctx0" brushRef="#br3" timeOffset="-129611.73">10153 16212 7533,'-40'-2'3276,"4"36"-2184,13-11 0,-3 2 0,3 3-763,5 4 1,4 3 0,-1 1-106,1-1 1,-1 1 0,2 1 0,2 0-225,1 8 0,3-1 0,3 1-660,2 0 1,3 0-1,5-3-420,7-6 1,4-1 0,3-7 1079,11-1 0,4-10 0,0-8 0,-1-8 0,-7-11 0,0 0 0</inkml:trace>
  <inkml:trace contextRef="#ctx0" brushRef="#br3" timeOffset="-129295.73">10314 16447 9512,'-25'30'1638,"12"-2"0,1 3 0,2 5 0,1 0-1368,2-3 1,2 0-271,1 6 0,2-3 180,2-8-989,6 8 719,0-23-1709,29-30 1619,-17 1-1100,13-20 0,0-3 830,-12 5 270,10-8 0,-1 4 270,-17 20 810,22-15-181,-31 43 1696,9 14-1785,-9 5 0,-4 4-855,0 12 0,-1-1 225,2-13 0,1-1-1639,-2 9 1,4-4-1639,4-14 3071,7 4 1,-1-14-1,1-11 1</inkml:trace>
  <inkml:trace contextRef="#ctx0" brushRef="#br3" timeOffset="-129078.73">10649 16236 7533,'33'-21'3276,"7"27"0,-20 38-1638,-7-21 0,-1 3-1064,-4 21 1,-3 3-485,-1-16 0,-3 1-60,-3-1 0,-4 3 0,-2 1-90,-8 8 0,-3 2 0,0-4-795,0 0 1,-2 0 34,-2-5 1,-5 4 0,0-1 0,5-7 272,5-6 1,1-3 0,-13 17 0,3-4 0,9-9 0</inkml:trace>
  <inkml:trace contextRef="#ctx0" brushRef="#br3" timeOffset="-128761.73">11392 16397 7533,'-42'-7'3276,"15"7"0,34 7-2865,19-2 1,10-3-2051,3-1 1,2-2 1494,8-1 1,0-3 0,-8 0-1,-4-2 1,4-5 0</inkml:trace>
  <inkml:trace contextRef="#ctx0" brushRef="#br3" timeOffset="-128611.73">11417 16645 7533,'-21'6'3276,"21"-5"0,15 5-1638,27-5 0,7-2-1608,-15 1 1,0 0 0,-1-2 0,3 0 0,-2 0-1,-1-1 1,0-1 0</inkml:trace>
  <inkml:trace contextRef="#ctx0" brushRef="#br3" timeOffset="-125163.73">12347 16087 7533,'-47'11'1638,"24"2"0,-1 5 0,-8 8 0,2 4-597,7 4 1,8 3-1357,7-5 0,9-1 0,8-6 0,8-7-989,9-18 0,4-10 89,3-14 1,-2-9 1094,-11 7 0,0-3 1,-4-1 388,1-13 1,-2 9 1259,1 20-225,-13 38 1,-6 16-886,3 1 1,0 6 0,0 2-831,1-6 1,-1 1 0,0 1 0,-1 0 297,0-1 1,-1 1 0,0-1-1,-4-1-337,-3 7 0,-3-1 1,-2-5-181,-7 5 1,-5-11 224,-3-22 0,1-13 405,2-41-315,29 4 1,12-4-136,3 7 0,6-1 0,3 3 64,2 3 0,2 3 0,0 1 1,11-7-1,-1 4 0,-9 7 0,0 0 1</inkml:trace>
  <inkml:trace contextRef="#ctx0" brushRef="#br3" timeOffset="-124913.73">12843 16112 7533,'-25'-12'3276,"-11"38"-1638,16 11 0,2 11-819,5-13 0,-1 3 0,2 2 0,1 0-975,1 4 1,2 1-1,2 1 1,3-2-520,1-2 1,2-1-1,4-2 1,5-5-965,16 6 1,7-10 1119,-4-13 1,1-9 0,5-16 0,-5-9-1,-4-8 1</inkml:trace>
  <inkml:trace contextRef="#ctx0" brushRef="#br3" timeOffset="-124596.73">13028 16273 7533,'-13'22'1092,"0"0"0,0 7 0,2 3 546,6 13 0,3 0 0,-1-8 0,6-11-4180,26-25 922,-9-27 1,0-11 1259,0 11 1,2-2-1,-2 1 720,3-15 0,0 9 2068,13 27-790,-28 26 0,-4 10-1702,0 9 0,-2 1-1575,-3 2 1,2-3 1333,4 5 0,2-22 0,5-22 0</inkml:trace>
  <inkml:trace contextRef="#ctx0" brushRef="#br3" timeOffset="-124396.73">13363 16038 7533,'25'-2'3276,"-1"43"-1638,-9-1 0,-5 8-546,-5-4 0,-3 4 0,0-1-367,0-9 1,1-1-1,-4 1-1445,-6 8 1,-5 1-1,-4-3-373,-3-8 1,-3-2 0,1-2 827,4-2 0,1 0 0,-2-1 0,-5 1 0,-1 0 0,2-4 0,-9 12 0</inkml:trace>
  <inkml:trace contextRef="#ctx0" brushRef="#br3" timeOffset="-123946.73">13946 16336 7533,'-9'0'3276,"38"0"-1638,4-5 0,5-2-2023,-4 3 0,3 0 0,-1-1 6,8-5 0,-2 0 1,-7 2-1,-6-1 0,-5-4 1</inkml:trace>
  <inkml:trace contextRef="#ctx0" brushRef="#br3" timeOffset="-123746.73">14219 16063 7533,'-16'29'819,"0"1"0,5 0 0,1 3 0,1 2 273,-1 9 0,2 3 0,1 1-1335,2-9 1,2 1 0,0 0-1,0-1 243,0 9 0,1-1 0,1-4 0,4-2 0,1-6 0,9 3 0</inkml:trace>
  <inkml:trace contextRef="#ctx0" brushRef="#br3" timeOffset="-123396.73">14628 15678 7533,'-15'25'819,"0"0"0,3 5 0,2 3 0,0 5 0,1 3 0,1 4 0,0 2 0,1 1-255,1-5 1,1 2 0,0 0 0,0-1 0,1 0-700,1 5 0,1 1 0,1-3 0,1-2-165,-2 7 0,2-3 0,8-21-841,23-30 631,-11-19 1,0-14-1,0-1 420,-3 3 0,-1-3 0,0 0 0,1 3 506,7-8 0,2 2 0,-1 12 574,19 8 179,-34 49 0,-8 16-1559,-1-9 1,-3 3-1,1 0-703,-1 1 1,1 0 0,2-3 594,4 2 1,4-5-1,17 5 1,5-28-1</inkml:trace>
  <inkml:trace contextRef="#ctx0" brushRef="#br3" timeOffset="-123163.73">15284 15827 7533,'-25'25'655,"1"-1"0,-1 0 1,-1 11-1,3 3 0,3 5 164,6-2 0,3 4 0,2 1 0,3-1 0,1-1 0,2 0 0,2-1 0,4-3-1723,6 4 0,4-4 0,4-5 904,10-3 0,4-10 0,14-18 0,-10-23 0</inkml:trace>
  <inkml:trace contextRef="#ctx0" brushRef="#br3" timeOffset="-122846.73">15445 15976 7533,'-11'36'1092,"-1"0"0,4 7 0,1 2 546,-4 3 0,4 0 0,6-4 0,7-12-1842,19-24-1435,-3-28 1,0-12 173,1-10 1,0-2 1913,1 6 1,0 6 2339,8 9 487,-13 65-2261,-12-7 1,-3 2-1601,-1 7 0,0 0 585,2-7 0,2-5 0,7 5 0,4-20 0</inkml:trace>
  <inkml:trace contextRef="#ctx0" brushRef="#br3" timeOffset="-122646.73">15830 15852 10771,'30'15'1638,"-12"13"0,-4 10-546,-4-1 0,-1 4 0,-2 2-273,-1 0 0,-1 2 0,-3 2 0,-2-1-287,-6 1 0,-3 0 1,-2 1-1,-3-2-532,0-7 0,-1 0 0,-2-1 0,-2-2 0,1-2 0,-3 0 0,0-3 0,-2-1 0,0-2 0,-11 5 0,1 0 0,-1 0 0</inkml:trace>
  <inkml:trace contextRef="#ctx0" brushRef="#br3" timeOffset="-107580.73">16970 16051 9422,'-23'18'1092,"0"1"0,-15 6 0,-4 3 0,6-4 0,-3 1 0,0 0-536,6-4 0,-1 0 0,0 0 1,3 0 402,-4 5 1,2 0-1,4-2 212,-6 2 1,16-4 357,48 2-1124,6-12 0,7-1-765,-5-1 0,2 1 1,0 0-734,1 2 1,0 2 0,-2 1 623,-6 0 1,-3 1 0,-2 0 0,3-1 0,-5 1 0,4 12 0</inkml:trace>
  <inkml:trace contextRef="#ctx0" brushRef="#br3" timeOffset="-107446.73">16549 16769 7533,'-27'6'3276,"54"6"-1638,14-2 0,8-1-1274,-11-2 0,3-1 0,-2 1 0,-1-1 0,0 0 0,-2 0 0,2 0 0,0 0 0</inkml:trace>
  <inkml:trace contextRef="#ctx0" brushRef="#br3" timeOffset="-106377.73">17714 16174 7533,'-16'-22'1092,"0"0"0,-3 3 0,-3 6 546,-2 14 0,-2 8 0,-6 17 0,1 10-1137,9-4 1,2 3 0,4 1-502,5 1 0,3 1 0,7-4-1304,8 7 0,12-13-270,18-25 0,7-17 614,-14-3 1,-2-6-1,-1-3 540,1-6 0,-3-3 1,-3 0 1048,-1-9 1,-6 5 360,-4 8 2286,-17 68-2629,6-5 0,0 8 0,-1 5-662,-2-5 0,-2 7 0,0 2 0,-1 2 0,-1-2 0,0-4-97,-1-4 0,0-2 0,-1-1 0,-1 0 0,-1 1 202,0 10 0,-1 5 0,-1-2 0,-2-7 0,-4-16-90,-14-11 0,3-18-225,8-26 0,12-13 15,13 7 0,8-4 1,4 1-884,6-2 1,5 1 0,4 3 686,6 3 0,4 3 1,-2 4-1,6-1 0,-2 4 1,-8 6-1,1-1 0</inkml:trace>
  <inkml:trace contextRef="#ctx0" brushRef="#br3" timeOffset="-106112.73">18297 16137 7533,'-37'7'1638,"16"23"0,5 13-546,2 0 0,1 5 0,2 3-406,4-7 0,2 3 1,0-1-1,2 0-1384,0-5 1,0 0 0,1-2 0,4-3-396,4 1 1,2-3 0,3-6 792,17 8 1,2-44 0,-12-24 0</inkml:trace>
  <inkml:trace contextRef="#ctx0" brushRef="#br3" timeOffset="-105828.73">18396 16385 11760,'4'41'819,"-1"-1"0,-3 4 0,-2 3 0,4-7-1936,13 7-592,6-7 1664,0-68 0,2-17 674,-4 11 1,1 13 1529,10 32-1709,-19 9 0,-4 7-2089,-2 18 1,-3 2 1359,1-18 1,-1-2-1,-1 2 1,-2-7 0,1-16-1</inkml:trace>
  <inkml:trace contextRef="#ctx0" brushRef="#br3" timeOffset="-105628.73">18744 16137 7533,'30'4'1638,"-16"15"0,-2 9-546,-2 4 0,-1 7 0,-3 2-273,-3-2 0,-2 4 0,-1 1 0,-3 0-522,-1 5 0,-2 0 0,-3 1 0,-2-2-953,-1-9 1,-2-1-1,-2 0 1,0-1 0,-1-3 290,-6 10 1,-1-4 0,-3-3 0,0-6 0,-2-3 0,1-5 0,0-5 0,1 0 0</inkml:trace>
  <inkml:trace contextRef="#ctx0" brushRef="#br3" timeOffset="-105212.73">19201 16534 7533,'-8'-7'1638,"44"0"0,18 3 0,-29 3 0,2 0-1195,10-3 1,10-2 0,0 0 0,-7 0-991,0 2 1,-3-1 0,5-7 0,-3 0 0,7 0 0</inkml:trace>
  <inkml:trace contextRef="#ctx0" brushRef="#br3" timeOffset="-105045.73">19586 16224 7533,'-32'38'1638,"11"-1"0,1 8-819,8-7 0,3 6 0,0 3 0,0 1-741,2-5 1,0 3-1,0-1 1,1 1-1,0-3 1,0 4 0,-1-2-1,1-1 1,2-1-1,2-4 1,1 0 0,0 0-1,-1 0 1</inkml:trace>
  <inkml:trace contextRef="#ctx0" brushRef="#br3" timeOffset="-103696.73">14702 16918 7533,'-20'-14'270,"-19"-2"1439,12 9 179,-12-6 1171,14 7-1080,58 0-1170,-3 10 1,6 3-271,10-4 1,5-1 0,-2 1-614,-14 1 0,-2 1 0,4-1 343,9-2 1,5-1 0,2 0 0,-4 0-150,-1 1 0,-2 0 0,2 0-75,0-1 0,3 1 0,0 0 0,-3 0 74,2 0 1,-4 0 0,-2 1-30,5 0 0,-8-1 630,-5-7-450,-25-2-810,-33-11-225,-9 10 1,-4 2 412,10-1 0,-4 2 14,-4 2 1,-6 3 0,-3 0 0,3 3 6,-3 1 0,1 3 0,-2-1 308,0-1 1,-1 0 0,-1 0-1,0 1 630,1 1 0,0 2 1,1-1-1,4-1-487,4-2 0,2-1 0,2 0 1229,-19 5 0,8-1 1440,14-7-1530,27 10-2487,30-8 1,14-5 1227,-14 5 0,3 0 0,2-3 0,4-1 0,4-1 0,-2-1-121,3 0 1,0-2 0,1 0-1,-1 0 121,1 1 0,-1 1 0,1-1 0,2 0 0,-1 1 0,4-1 0,0 0 0,-3 0 0,-4 1-30,1 2 0,-4-1 0,-1 0-458,2-3 1,0-1 0,-7 1 487,6 0 0,-17-22 90,-66 13-180,16 0 30,-4 10 0,-9 4 0,0 4-330,0 7 0,0 5 0,2-1 120,4-5 0,0 0 1,0 1 89,-12 8 0,-3 3 0,10-5 658,2-2 62,19-4-720,31-18-240,13 0 0,11-2 0,1 2-673,4 1 1,2 2 0,0-1 800,-4-2 1,-1 0 0,2 3 0,4 3 0,0 3 0,-4 2 0,-9 3 0,0 0 0</inkml:trace>
  <inkml:trace contextRef="#ctx0" brushRef="#br3" timeOffset="-101263.73">5268 6668 7533,'-34'16'-210,"0"-1"0,-2 0 0,-2 2 30,8-4 0,-1 1 0,0 1-913,-1 2 1,0 0 0,1-1-236,-5 1 0,1 0 2740,-1 6 1,3-1 1015,-5 5-2068,10-7 2007,6 2-2367,49-20-90,-9 3 314,18-3 1,8-4-405,-9-1 0,1-1 1,-1 0-84,10 3 0,2-1 263,-10 0 0,3-1 0,2-1 0,-1 2 193,-2 1 1,0 2 0,0-1 0,-1 0-74,5 0 0,-2 0 0,3 0 60,-3 0 0,3 0 0,2 0 0,0 0 0,-1 0-378,-3 0 1,0 0-1,0 0 1,-1 0 0,-1 0 242,4 0 0,-2 0 0,2 0 0,2 0-194,-2 0 1,4 1 0,1-1-1,0 1 1,0 0 0,-2 2 76,0 1 0,0 2 0,-2 1 0,0-1 0,-1 0 72,-3-2 0,-2-1 0,-1-1 0,2 2 0,2 1-30,3 2 0,2 2 0,2 0 0,0 1 0,-1-2 0,-1 0 48,1-3 0,-1 0 0,0-1 0,-2 0 0,0 0 18,-4 1 0,-2 0 0,0 1 0,1-1 0,3-1 15,-2-1 0,3-1 1,2 0-1,0-1 1,1 1-1,-1-2 1,-2 1 8,2-1 0,-1-1 0,-1 0 0,0-1 0,0 1 0,-1 0-200,3 1 0,-2-1 0,1 1 0,0 0 1,4 0 126,-4-1 0,2 1 0,2-1 0,1 1 0,0 0 1,-2 0-1,-1 2-62,-1 0 0,0 2 0,-2 0 0,0 1 0,-1-1 0,-1 0 93,3 0 0,-1-1 0,-1 0 0,1 0 0,3 1 33,-2-1 0,2 2 1,3-1-1,-1 1 1,1-1-1,-2 0 1,-2-1 91,6 1 1,-1-1 0,-2-1 0,0 0 0,-1 0-3,-1 0 1,-2-1-1,0 0 1,1 0-1,3 1-64,-6-1 0,1 0 0,2 0 0,1 0 1,-1 1-1,0 0 0,-3 1-107,2 1 0,-1 0 0,0 1 0,-2 1 0,0-1 0,-1 0-6,2-1 0,-3 0 0,1 1 0,0-1 0,3 2 23,-3 0 0,2 2 0,1 0 1,1 0-1,-1 0 0,0 0 0,-3-1-77,5 0 0,-1 0 0,-1-1 0,-1 0 1,0 1 156,6 0 0,-3 0 1,2 0-1,2-2 8,-7-2 0,2 0 0,1-1 0,1-1 0,-2 0 0,-2 0-71,9-2 1,-3-1 0,0 0 0,-2 0 17,-5 0 1,-2 0-1,1 0 1,1 1 41,1 0 1,3 0-1,1 0 1,-2 2-1,-4 1-124,7 4 0,-3 3 0,-1-1 30,-4-2 0,0-1 0,1 1-150,6 5 0,2 2 1,-3-3-824,-11-5 0,-2-3 0,-1 0 823,10 1 0,0-1 180,8-5 0,-3-6 0,-21-5 0,-2-3 0,4-2 0,0 0 0</inkml:trace>
  <inkml:trace contextRef="#ctx0" brushRef="#br3" timeOffset="-100095.73">20404 16187 7533,'-35'-7'3276,"-9"18"-1811,12 7 0,2 7-1525,0 7 0,2 6 509,4-1 1,2 4 0,2 2-1027,2 1 0,4 1 0,0-1 786,2-6 1,1-1 0,2 0 90,4 5 0,3 1 0,4-7-187,12 8-1058,9-9 1,6-6 44,8-14-193,-5-9 1,6-2 0,-4-3-2001,14-8 3093,-4 0 0,-1-4 0,-20 0 0,-2-3 0,3-2 0,1 1 0</inkml:trace>
  <inkml:trace contextRef="#ctx0" brushRef="#br3" timeOffset="-99794.73">20999 16013 7533,'-36'28'819,"-1"1"0,4 2 0,-2 3 0,7 0 819,11-3 0,1 4-2234,-2 0 0,-4 7 0,0 0 0,4-5 1001,2 0 0,2 1-203,3 0 0,0 6 1,0-1-1,3-7 337,-1-4 0,5-2-1169,9 15 1,5 6-1,3-10 450,12-4-600,-2-12 1,7 3-1,-2-8 793,16-12 1,-9-4 0,0-2 0,8-9 0</inkml:trace>
  <inkml:trace contextRef="#ctx0" brushRef="#br3" timeOffset="-98696.73">21185 16298 9781,'-7'28'2969,"1"-10"-2385,3 13 1,1 7 224,-1-1 1,-1 1-720,0-4 0,1 1 0,0 10 0,1-3 90,2-2 90,0-9-1620,11-31 91,8-34 0,3-13 854,-4 19 0,1-2 23,-1-1 0,1-6 0,1 0 0,-1 5 697,8-8 0,-2 5-270,-2 1 0,0 4 1124,11-4 90,-28 57 1,-5 11-451,5 2-958,-8-1 0,-3 7 0,1-5 329,1 10-690,-3-15 0,-1 4 1,3-1-1124,9 5 1,0-3 1452,-7-5 0,1-2 180,11 4 0,2-6 0,-3-14 0,8 4 0</inkml:trace>
  <inkml:trace contextRef="#ctx0" brushRef="#br3" timeOffset="-98496.73">21730 16720 10591,'14'18'3276,"-3"12"0,-11-8-2864,-4 4 0,-3-1-232,-1-7-990,-7 9 1,-4 2-830,-3-11 1,0-1 1303,4 2 1,0 0 0,-22 10 0,27-16 0</inkml:trace>
  <inkml:trace contextRef="#ctx0" brushRef="#br3" timeOffset="-98110.73">22016 16310 7533,'-14'-8'3276,"-3"21"0,16 9-1638,-1 7 0,-1 5-1021,0 9 1,0 1-952,2-9 1,1 2 3,-2-2 0,0 2 1,0-6-70,2 5 399,6-1-1709,6-62 899,6-9 1,0-4 809,-7 5 0,1-2-90,4 2 0,2-2 0,-1 6 2159,11-10-1259,4 4 1784,-9 37-1470,-15 23 1,-4 7-855,3 16-694,-3 0 0,-2 6-26,-4-2 1,-2-1 449,4-13 0,-1 1-1093,-1-2 1,-1 2 0,2-7 449,7-1 1,1-4-1,5-21 1</inkml:trace>
  <inkml:trace contextRef="#ctx0" brushRef="#br3" timeOffset="-97930.73">22475 16087 10951,'-14'-7'3276,"-8"19"-1811,9 9 0,1 6-1555,-10 17-218,1-1 0,2 1 0,4-1 0,3-14 0,0 1 1</inkml:trace>
  <inkml:trace contextRef="#ctx0" brushRef="#br3" timeOffset="-97479.73">22636 16013 9602,'0'-14'3276,"16"25"-1638,1 17 0,-2 11-734,-3 4 0,-1 7 0,1-2-1915,0-10 1,2-2 0,-5 5 1122,-4 5 1,-3 5-1,-3 2 1,-3-4-226,-3-7 1,-2-2-1,-1-1 1,0 0 112,0 9 0,-1-1 0,-5 1-656,-1-10 1,-4 2-1,-2-1 1,1-3 0,1-6 331,-5 3 0,-1-5 0,-3 3 1,-3 2-1,2-5 0,3-5 1,-1-1-1</inkml:trace>
  <inkml:trace contextRef="#ctx0" brushRef="#br3" timeOffset="-95812.73">23193 16546 7533,'-14'0'3238,"3"0"38,33 0-2689,7-2 0,9-2 0,0-1-587,3-4 0,0-2 0,1 1 0,0 2 0,1 1 0,-4-1 0,3-10 0,0 1 0</inkml:trace>
  <inkml:trace contextRef="#ctx0" brushRef="#br3" timeOffset="-95645.73">23540 16124 7533,'-16'36'819,"1"0"0,2-2 0,1 3 0,1 3 0,3-1 0,1 2 0,1 3 0,1-1-1093,-2 6 1,0 2 0,1-1 0,1-3 0,1-7 0,1-2 0,0-1 0,0-1 0,2 4 0,-1 1 0,0-1 0</inkml:trace>
  <inkml:trace contextRef="#ctx0" brushRef="#br3" timeOffset="-94911.73">24024 15976 7533,'0'-10'1092,"-3"33"0,-1 27 0,0-4 546,3-12 0,-1 3-1222,-1 0 1,-2 5-1,-1 5 1,-1 0 0,1-3-215,-2 4 0,0 0 1,0-3-1,0-2-352,-1-1 0,1-4 1,2-1-751,-2 19 1,10-22-46,18-60 1,10-21 1243,-3 9 1,3-1 0,1 17 1338,1 24 0,-1 15-3051,4 14 0,-8 11 1413,-15-4 0,-6 4 0,0-2 0,-1 9 0,5-14 0,13-30 0</inkml:trace>
  <inkml:trace contextRef="#ctx0" brushRef="#br3" timeOffset="-94662.73">24657 16100 7533,'-27'36'819,"0"0"0,6 2 0,2 5 0,1 4-164,5-9 0,0 3 1,1 2-1,3 1 0,4-1-1311,4 2 1,5 2-1,3 0 1,0-2 0,0-3 335,-1 6 1,1-3 0,7-6 0,8-6 0,7-4-1,-3-14 1,10-29 0</inkml:trace>
  <inkml:trace contextRef="#ctx0" brushRef="#br3" timeOffset="-94311.73">24904 16236 7533,'-17'43'819,"0"-1"0,5-9 0,0 0 0,3 0 819,4 10 0,3 0 0,-4 6 0,5-6-3551,23-11 609,-6-46 0,2-15 914,4-4 0,1-7 0,0 2 600,-4 3 0,-1 0 0,2 8 1428,3 8 0,-2 14-546,-8 32 0,-7 22 0,-1-2-1208,-2-12 1,-2-2 0,0 3-978,1 14 1,0 4 0,0-11 272,-1-1 1,10-42 0,-4-14 0</inkml:trace>
  <inkml:trace contextRef="#ctx0" brushRef="#br3" timeOffset="-94146.73">25375 16001 7533,'-27'38'364,"0"-1"0,5 3 0,3 2 0,5-6 0,1 2 0,3-2 0,1 4 0,1 0 0</inkml:trace>
  <inkml:trace contextRef="#ctx0" brushRef="#br3" timeOffset="-93896.73">25573 15827 10051,'26'40'546,"1"0"0,-18-4 0,-2 6 0,-2 3 0,-2 2 0,-1-1 109,0 1 0,-1-1 1,-1 2-1,-2 0 0,-3 2-492,-1-7 0,-2 2 1,-1 2-1,-1-1 0,-2-1 1,-1-4-1,-1-4 0,-5 2 1,-3-5-1,-1-2 0,-1-2 1,-10 5-1,1 0 0,-1 0 1</inkml:trace>
  <inkml:trace contextRef="#ctx0" brushRef="#br3" timeOffset="-80129.73">17416 17067 7533,'-6'-7'1079,"-5"1"-89,9 6 539,-9 17-225,26 7 0,13 0-944,0-9 0,4-3-181,6 5 1,5 0 0,0-6-822,2-11 1,0-6-1,-2 1 642,7 1 0,-2-1-90,-13 0 0,0-2 0,-2 2 90,6 1 0,-2 1 135,2-1 0,0 2 404,2 9 1,-3 3 359,-10-3 1,-1 1-720,7 5 0,4-1-45,9-9 0,5-5-325,-11 0 0,2 0 0,0-2 10,1-3 0,1 0 0,-2 1 180,-5 4 0,-2 2 0,2 1 270,5 4 0,1 2 0,-2 0-31,-9-1 1,-2 0 0,5-1-240,1-1 0,5 0 0,2-1 0,-1 0 0,-4-1-120,8 1 0,-4-2 1,2 0 96,-3-1 1,2 1-1,0-1 1,0 0 677,-3-2 1,1-1 0,-1 0 0,-1 1-776,6 1 0,-2-1 0,1 1 30,2-2 0,0 0 0,-2 2 0,-9 3 0,-2 2 0,1-2 0,4-2 0,1-1 0,-2 0 90,8-1 0,2 0 120,-4-4 0,2-2 0,-4 2-120,-9 2 0,-3 3-135,2 5 0,0 4 135,-8 1 0,3 1 180,4 1 0,5 0 0,-1-2-360,8-1 0,2-1 180,-8 0 0,2 1 0,-1-1 90,6-3 0,-2-1 206,-1 3 0,-1 0-251,0-2 0,0-1 45,-2 2 0,-1 1 0,-3-3 0,1 1 0,-4 2 0,0 0-90,0 1 0,-2-1-90,6 1 90,4-4 0,0-1 180,1-2 0,1 0 0,1 0-180,-16-2 0,-1-1 0,2 0 0,1-1 89,-3-2 1,0-1-90,1 3 0,3 1 135,13 0 0,0 1-270,-13 1 0,0 2-45,9-2 1,-1 2 628,6 10-359,-4-14 585,-8 1 0,2 3 404,-4 8 0,2 1 559,15-5 0,4-3-2731,-11 1 1,1 1 0,-2-3 1062,11-1 0,-3-5 0,2-9 1,-6-3-1,-1 0 0</inkml:trace>
  <inkml:trace contextRef="#ctx0" brushRef="#br3" timeOffset="-79146.73">19350 17649 7533,'-21'-19'1092,"0"0"0,-3 5 0,-2 8 546,-8 20 0,0 12-867,3 10 1,3 7-502,9-8 0,2 2 0,4 0-180,1 7 0,11-6-720,15-12 0,8-11-989,9-25 0,3-14 779,-5 2 1,2-4 0,-3-3 539,-2-4 0,-3-2 0,-2 0 705,3-12 0,-5 6 1124,-3 3-450,-14 57 0,-4 15-629,2 6 0,0 7 0,0 3-648,1-11 1,0 1-1,0 1 1,-2 2-1,-1-2 288,-2 2 0,-1 2 0,-2-2 0,-1 0 0,-1-2 22,-1 3 1,-1-1-1,-3-3 1,-3-4-83,-8 0 0,-3-5 0,-2-13 60,-4-19 0,4-15-45,9-8 0,11-8-1125,15-1 1,11-4-1,5 2-13,9 0 1,7 2 0,2 2 811,-4 5 1,2 3 0,0 0 0,1 1 0,2 0 0,-4 2 0,-3 1 0,0 1 0</inkml:trace>
  <inkml:trace contextRef="#ctx0" brushRef="#br3" timeOffset="-78913.73">19822 17810 7533,'0'-49'3276,"0"16"-76,-11 31-2571,-4 30 1,-1 16-300,1-5 0,-1 5 0,2 1-538,2-6 0,1 1 0,1 1 1,3-1-843,0 8 1,3-1-1,8-4 1050,14 1 0,8-9 0,-3-16 0,4-9 0,5-10 0,0-1 0</inkml:trace>
  <inkml:trace contextRef="#ctx0" brushRef="#br3" timeOffset="-78612.73">20020 17934 7533,'-6'-38'3276,"0"24"-1638,-3 31 0,0 13 0,-2 10 0,2 5-1526,4-9 0,0 2 0,2-3-247,-4 10 0,8-14-2563,23-30 1303,0-27 1,1-13 1124,-6 11 0,1-2 1,0 2 538,12-17 1,-2 15 2968,2 34-2024,-21 19 1,-5 8-1395,-7 15 0,-4 3-1459,4-9 1,1-3 1591,1-6 1,3-8 0,5-16 0,8-16 0</inkml:trace>
  <inkml:trace contextRef="#ctx0" brushRef="#br3" timeOffset="-78446.73">20442 17649 7533,'0'-13'3276,"0"7"0,-6 46-2775,-2-14 1,-2 2-502,0 7 0,0 0 0,-3-6 0,1-3 0,-6 10 0</inkml:trace>
  <inkml:trace contextRef="#ctx0" brushRef="#br3" timeOffset="-78230.73">20690 17488 7533,'31'8'1638,"-16"15"0,-5 10-546,-2 5 0,-4 7 0,-3 2-273,-4-7 0,-1 1 0,-3 2 0,-1 0-787,-1-3 0,-2 2 0,0 0 0,-2-1 1,0-4-1,-6 10 0,-2-4 0,-1 0 1,-4-2-1,1-1 0,-1 1 0</inkml:trace>
  <inkml:trace contextRef="#ctx0" brushRef="#br3" timeOffset="-59596.73">26181 16261 7533,'-21'-14'3276,"10"3"0,18 11-2093,17 0-329,1 0 1,3 0-945,17 0-360,-3-2 1,2-1-1190,-8-3 1,-1-1 41,-4 0 0,-2 1 1597,-1-1 0,-3 1 0,-7 1 0,-6 5 0</inkml:trace>
  <inkml:trace contextRef="#ctx0" brushRef="#br3" timeOffset="-59444.73">26255 16459 7533,'-20'25'3276,"47"-5"0,1-3-2184,1-12 0,8-4 0,0 0-893,-2 1 0,-1 0 1,-1 0-1,12-2 1,0 0-1,1 0 1,0 0-1</inkml:trace>
  <inkml:trace contextRef="#ctx0" brushRef="#br3" timeOffset="-57861.73">27321 15616 7892,'-12'32'546,"-1"0"0,5 1 0,-1 8 0,0 2 0,1 1 0,1-5-974,-1 3 0,1-3 0,-2 6 479,2-4 0,-1 7 1,0 3-1,-1 2 1,0 0-1,1-4 1,1-5 37,-1 2 1,1-4 0,0-2 0,0 3-54,0 0 0,0 3 0,1 0 0,0-2 0,0-6 424,-5 24 0,11-26-685,22-48 0,7-17-105,-4 0 0,1-4 1,2-2 261,-3 6 1,1-2-1,0 1 1,0 5 516,17-10 1,-4 20 180,-17 35 0,-9 15-211,-11 3 1,-9 7 0,0 0-863,3-7 0,0 2 0,1-1 0,3-1 443,4 5 0,4-2 0,2-6 0,3 0 0,7-10 0,16-21 0,0 1 0</inkml:trace>
  <inkml:trace contextRef="#ctx0" brushRef="#br3" timeOffset="-57477.73">28214 15902 7533,'-28'-27'2788,"-10"21"-1889,21 30 1,2 15-518,1-8 0,-2 4 1,0 2-1,0 3-657,2 2 1,1 2 0,0 3 0,1 0 0,-1 0 378,3-5 1,-1 1 0,1 0 0,1 0 0,0-1 0,2-1-339,0 1 0,1 0 0,2-1 1,1-2-1,4-1-859,5 15 1,5-4 0,2-8 661,0-11 1,6-9 430,20-9 0,2-13 0,-10-19 0,-5 1 0,1 1 0</inkml:trace>
  <inkml:trace contextRef="#ctx0" brushRef="#br3" timeOffset="-57211.73">28475 16249 7533,'-7'-14'3276,"-4"8"0,4 24-2093,0 3-1003,1 4 360,6-13-450,0-7 180,-5-5-270,3-5 0,-9-2-360,10 1 180,-5-6-1079,1 11-2018,4-5 3016,-5 6 1,12 6 0,0 1 0</inkml:trace>
  <inkml:trace contextRef="#ctx0" brushRef="#br3" timeOffset="-56178.73">27718 15493 7533,'-23'-20'3276,"-15"36"-1721,8 10 0,-2 9-1166,5 2 1,0 6 0,0 3-709,5-6 0,1 1 0,0 3 0,2 0 427,5-7 0,0 2 0,1 0 0,2 0 0,0 0 94,-1 8 0,2 0 1,2 0-1,2-1-179,2-2 1,2 0 0,2-1 0,1 0 66,2-3 0,2 0 0,0-2 0,-1-2 0,1 14 0,0-2-60,1-9 0,1 2 0,-3-2 0,-5-3 0,-3-1 0,-2 2 15,-1 0 0,-1 3 0,-2 1 0,-1-2-248,-2 0 1,0 0-1,-2 0 1,-2-3-488,-7 8 1,-2-1-1,0-6-949,-6 1 1,1-9-212,-6-5 1908,20-53 0,17-13 1,0 9-1,0-1 0</inkml:trace>
  <inkml:trace contextRef="#ctx0" brushRef="#br3" timeOffset="-55994.73">27085 16658 7533,'-26'-27'3276,"8"-7"0,46 8-1638,5 4 0,8 1-1077,1 8 1,4 3 0,4 0-1218,-12 3 1,2 1-1,2-1 1,-2 2 0,-1 0 290,10 0 1,-2 1 0,0 1 0,2-1 0,-1 0 0,-6 0 0,-14 1 0,-1-1 0</inkml:trace>
  <inkml:trace contextRef="#ctx0" brushRef="#br3" timeOffset="-55294.73">26986 16633 7533,'-20'0'2878,"14"0"-2069,27-9 1,16-4-855,6 1 0,5 2-1048,-3 1 1,4 0 0,0 1 1068,-2-2 0,0 0 0,-2 2 0,-7 5 0,-2 1 0,-2-1 0,7-6 0,1 0 0</inkml:trace>
  <inkml:trace contextRef="#ctx0" brushRef="#br3" timeOffset="-54861.73">27805 15592 7533,'-24'-25'3148,"-7"11"-2654,4 15 1,-1 9-315,-10 17 0,1 12-799,13-10 1,0 5 0,1 2 0,0 2 689,5-3 1,0 2 0,1 1 0,1 2 0,1 0 18,1 2 0,0 2 0,1 0 0,1 0 0,3 1-72,3-3 0,1 0 0,1 1 0,2-1 0,1-1-18,3 7 0,1-1 0,1-1 0,1-1-98,0-2 1,1-1 0,-1-1 0,0 0-143,1 9 0,0 0 0,-6-1 136,-5-4 1,-6-1 0,-2-2-137,-1-5 0,-3-1 0,-4-3-660,-3-7 1,-2-3 0,0-4 899,0 3 0,0-8 0,-20-14 0,27-13 0</inkml:trace>
  <inkml:trace contextRef="#ctx0" brushRef="#br3" timeOffset="-54711.73">27061 16620 7533,'-2'-20'2518,"42"3"-1799,5 13 1,9 3-720,-9-1 0,4 1 0,1 0 0,-2-2 0,2-2 0,-2-2 0,1 1 0,-7 1 0,0 0 0,0 1 0,1-1 0</inkml:trace>
  <inkml:trace contextRef="#ctx0" brushRef="#br3" timeOffset="-54211.73">28524 16212 7533,'-7'-7'2518,"2"1"-719,-1 33-1080,0 2 1,0 4-330,0 4 0,-1 4 0,0 0-181,-1-1 1,-1 0 0,2-2 0,1-1 0,1-2 0,2-7-210,3-4-900,17-43 1,7-17 329,-5 9 1,1-3-1,0 1 480,3-3 0,1 1 0,0 4 225,5-2 0,-3 15 2833,-1 50-2338,-20 0 0,-5 7-1380,-1-7 0,-3 3 1,2-1-556,2 9 1,4-5 1304,4-11 0,4-7 0,15-7 0,9-24 0</inkml:trace>
  <inkml:trace contextRef="#ctx0" brushRef="#br3" timeOffset="-54027.73">29044 16013 7533,'0'-20'3276,"-11"-3"0,-8 66-3944,1-12 1,-2 4 667,7 1 0,0 4 0,1-1 0,-4 5 0,1-3 0,3-7 0,1 1 0</inkml:trace>
  <inkml:trace contextRef="#ctx0" brushRef="#br3" timeOffset="-53744.73">29342 15691 7533,'33'5'1638,"-16"18"0,-5 11-546,-7 2 0,-4 7 0,0 2-763,0 0 0,0 4 1,-2 2-1,0 1-194,-2-12 0,-1 1 0,0 1 0,-2 0 0,0 0 0,0 0-414,-2 1 0,1-1 1,-2 1-1,0 0 0,-2-1 1,-2 0-269,-2 1 1,-3 1 0,-1-1 0,-1 0 0,0-2 0,2-2 329,-3 7 1,1-3-1,-1-1 1,-1-2 0,-3-1-1,-3 0 1,1-3 0,2-4-1,-3 2 1,0 0 0</inkml:trace>
  <inkml:trace contextRef="#ctx0" brushRef="#br2" timeOffset="-6180.73">1574 18120 15724,'-19'-29'-483,"1"-1"1,2 8 0,0 1-1218,-9-21 2490,13 58 1,17 3 0,9 28-1</inkml:trace>
  <inkml:trace contextRef="#ctx0" brushRef="#br2" timeOffset="-5547.73">1438 18294 17973,'0'-20'-235,"0"2"0</inkml:trace>
  <inkml:trace contextRef="#ctx0" brushRef="#br2" timeOffset="-5147.73">1264 18368 15020,'-15'-22'-1639,"0"0"1,-6-10 2356,3 37 1,13 6-1,5 25 1</inkml:trace>
  <inkml:trace contextRef="#ctx0" brushRef="#br0" timeOffset="-1847.73">14516 15369 4789,'-25'-38'270,"12"23"905,2 33-1265,11 12 135,0-2 0,0 4 69,-2 3 0,0 4 0,0 2 335,1-1 1,1 2 0,0 2 0,0 3-425,-1-5 0,0 2 0,-1 2 1,1 2-1,0-1 0,1 0 35,1-1 0,1 1 0,0 0 0,1 0 0,-1-1 0,-1 0-168,0 6 0,-1-1 0,0 0 0,1-2 1,0-2 14,2-1 0,0-1 1,1-3-1,-3-3-717,-3 11 1,-1-8 809,1-1 0,-3-30 0,5-11 0</inkml:trace>
  <inkml:trace contextRef="#ctx0" brushRef="#br0" timeOffset="-1397.73">14603 15418 7533,'41'-29'149,"-1"0"1,-2 1 0,6 2 255,-2 12 0,8 2 0,1 1 0,-6 0-964,-9 0 1,-3-1 0,4 1 719,3 1 1,5 0 0,2 0 0,1 1 0,-1 1-232,-3 2 1,0 1 0,-1 2 0,1-1 0,0 1 141,0 1 0,0 0 0,0 1 0,1 0 0,1 1-132,-1 0 0,2 1 0,0 0 0,0 0 0,-4 1 0,-4 1 60,4 1 0,-5 0 0,1 2 90,4 1 0,2 1 0,-7 4 135,-3 8 0,-5 3-180,-2-4 0,-4 4 224,-6 12 1,-4 8 0,-6-1-117,-7-6 1,-5 1 0,-2 3-10,0 3 0,-1 6 0,-1 3 0,0-2 0,0-4-365,-1-5 0,0-4 0,0 0 0,-2 5 310,1 0 1,-2 4 0,0 2 0,0 0 0,0-1 0,1-3 22,0 8 1,2-3 0,-1-2-1,1 1-135,-1-3 1,0 0 0,0-1-1,1 1 90,0 3 1,0 1-1,1-2 1,-1-2-708,1-3 1,0-3 0,0 0 129,1-3 0,2 0 1,-4-1-584,-5 3 1,-2 0 0,1-8 1027,-9 3 1,-1-22 0,-2-5 0,-12-13 0</inkml:trace>
  <inkml:trace contextRef="#ctx0" brushRef="#br0" timeOffset="-1230.73">14752 17265 7533,'8'-38'819,"0"0"0,12 13 0,8 2 0,8 5-351,-1 9 0,7 3 0,5 2 0,4 3 0,0 0 0,-2 0 0,-4 0-1124,1-2 1,-4 1-1,0 0 1,3 0 0,5 0 357,-11 0 0,4-1 0,3 0 0,3 0 0,1 0 0,0 0 0,-1 0 0,0 0 1,-4 1-1,-2 0 0,-6 1 146,9 1 1,-6 1 0,-3 0 0,1 1 0,5-2 0,-2 1-1,4-1 1,1-1 0,2 1 0,0 0 0,-2 0 0,-3 1-1,-4 0 1,3 2 0,-1 0 0,1 0 0,0 0 0</inkml:trace>
  <inkml:trace contextRef="#ctx0" brushRef="#br1" timeOffset="-563.73">19908 15505 8568,'-13'-28'-399,"-1"1"0,-8-17 1163,17 68 1,4 12-358,0 7-695,0-9 1,-1 7-1,0 5 1,1 0 721,1-6 1,0 2-1,0 0 1,0 0 0,0-2-343,0 4 0,0-2 0,0 1 0,0 5 46,0-7 1,0 3 0,0 4 0,0 0-1,0-1 1,0-3 0,0-4-164,1 4 1,1-5-1,-1 0 1,1 3 95,-1-2 1,0 4 0,1 1-1,-1 0 1,0-3 0,0-5-26,0 8 0,-1-5 1,0 1-346,1 4 0,-1 0 0,-2-5-1139,-7-5 0,0-3 722,5-2 0,0-1-288,-13 16 990,16-43 0,-10-20 0,4-15 0</inkml:trace>
  <inkml:trace contextRef="#ctx0" brushRef="#br0" timeOffset="535.27">19908 15802 7533,'10'-42'569,"0"0"1,-9 10 0,6 4-31,29 5 1,13 6-1360,-14 4 1,4 1 0,0 0 0,-1 1 624,1 0 0,-1 1 1,4-1 343,-4 1 1,4-2 0,3 0 0,2 0 0,-1 0 0,0 3-210,-2 0 0,1 2 1,1 1-1,-1 0 1,-1 0-1,0 0 96,3-2 0,-1 0 0,0 0 0,1 0 0,4 0-59,-7 2 1,2 0 0,2-1 0,2 1 0,0 0-1,-1 1 1,0 0 0,-1 0 9,1 1 0,0 1 0,-1 0 0,0 1 1,0-1-1,-1 1 0,-1-1-17,2-1 0,-2 0 0,0 0 0,0-1 0,2 1 0,2 0 10,-8 1 0,2 0 0,2 0 0,0 0 0,1-1 0,0 1 0,-1 0 0,-2 0 0,-1-1-149,9-1 1,-2 0-1,-2-1 1,0 1 0,0-1-1,-1 1 184,-4 1 0,0-1 0,-1 1 0,0-1 0,2 1 0,1-1 18,-3 0 1,2-1 0,1 0 0,1 0 0,0 0-1,-1 0 1,-1 0 0,-2 1-52,10-1 0,-3 0 0,0 1 0,-2 0 0,1 0 36,-2-1 0,-2 1 0,1-1 0,0 1 0,2 0 50,-2 2 1,2 0 0,0 0 0,1 0 0,-2 1-1,-3 0-46,7 0 1,-1 1 0,-3-1-1,0 2-22,-3-1 0,-2 1 0,0 0 0,3-1 144,-1-1 0,2-2 0,1 0 0,-1 0 0,-1 2-87,2 0 0,-1 2 0,-2 0 0,0-1-57,-5-2 0,-1 0 0,1 0 0,1 1 67,10 0 1,3 1 0,-1 2-1,-4 1 23,-4 2 0,-3 3 0,0-2-60,-4-2 0,-1-1 0,1 3 433,7 5 0,0 2 1,-4 0-599,-1 1 0,-4 0 135,-1 0 0,0 0 478,3 5 1,-3-1-209,0 4-270,-7 3 180,2 0-90,-25-10 2225,19 9-2405,-3 7-90,-4-7 1818,-3-2 0,-2 3-1388,-5 1 0,-3 0-70,5 23-30,-6-16 0,-1 6 0,-1 0-1065,-1 6 0,0 1 0,-1-1 945,1-7 0,-1-1 0,1 4 149,1 3 1,0 3 0,0 2 0,-1-4-547,-2 5 1,0-3 0,1 0 456,1-5 0,0-1 0,-3 3 3,-2 1 1,-3 4 0,-1 1 0,0-3 153,0-6 1,-1-2-1,1 0 1,-1-1-188,-2 7 0,1-1 0,-1 2-15,1 0 0,-1 2 0,1 1 0,2-6-403,1-5 0,2-3 0,0 0 328,-1-1 0,0 0 0,0 0 60,1 6 0,1 1 0,-1-5 44,-2-3 0,2-3-119,4-2 0,0-2 1370,-18 19-1775,2-41 450,0 8-138,-4-11 0,-3-6-357,-10-4 0,-1-3 315,7 5 0,-2-1 575,-10-2 0,-6-2 1,-1 3-509,9 5 1,-1 2-1,-2 0 1,-3 0-141,3 0 0,-3 0 0,-3 0 0,0 0 0,1 0 0,2 0 253,-1 1 0,3-1 0,1 1 0,-2-1 0,-3 1-13,4 0 0,-3 1 0,-1-1 1,-2 1-1,1-1 0,-1 0 0,2 0-319,2-1 1,0-1 0,0 1 0,0-1 0,1 0 0,0 1 0,1 0 316,-2 1 0,2 1 0,0-1 0,0 1 0,-2 0 0,-4-1-130,10-1 0,-2 1 1,-2-1-1,-1 0 1,0 0-1,-1-1 0,0 1 1,0 1-1,2-1 1,1 1 65,-5 0 0,1 1 0,1 0 1,0 0-1,0 1 0,1-1 1,1 0-1,-1 0 66,-2-1 0,2 0 0,0 0 0,1 0 1,-2 0-1,0 1 0,-3-1-67,3 1 0,-2 0 0,-1 0 0,-2 1 0,1-1 0,-1 0 0,2 1 0,1 0 1,3 0 1,-3 0 1,2 1 0,1 0 0,1 0 0,0 0 0,2 0 0,-1-1 47,0 1 0,1-1 0,0 0 0,1 0 0,-2 0 0,-1 1 30,3 0 0,-2 0 0,-2 1 0,0-1 0,1 1 0,0-1 0,2 1 0,3-1 13,-9-1 0,3 1 0,2-1 0,0 0 0,1 0 166,2 1 1,1 0 0,0 1 0,-1-1 0,-1 0-15,1-1 0,-3 1 0,-1-1 0,1 0 0,4 0 0,3-1 535,-3-1 0,5 0 0,0 0-580,-3 0 0,-1 0 0,3-1 368,-3-2 1,9-2-3637,16-6 1709,3 7 1439,33 6 0,-5 6 0,19 7 0</inkml:trace>
  <inkml:trace contextRef="#ctx0" brushRef="#br0" timeOffset="1402.27">15346 15542 7533,'-16'-29'899,"-1"0"1,-6-8-1,17 21-1528,23-1 539,-2 2 0,10-15 0,8-9 269,-8 12 1,3-3 0,1-1 0,-2 2-514,0-2 0,-2 0 0,5-2 498,-4 6 1,4-1 0,1-2 0,2 0 0,1 1 0,0 2-322,0 3 1,2 2-1,1 1 1,0 1 0,0 0-1,-2-1 157,2-2 0,-1 0 0,-1 0 0,2 0 0,4-1 45,-3 5 0,2-1 0,3 0 0,1 0 0,1 0 0,0 1 0,0 0 0,-2 2-310,5-1 0,0 2 0,0 0 0,0 1 0,-1 1 0,0-1 1,-1 0 294,1 0 0,-3 0 0,0 0 0,1 0 0,1 1 0,3-1-163,-9 3 1,2 1 0,2-2 0,1 1 0,0 0 0,1 0 0,0 1 0,-1 0 0,-2 1 0,-1 1 157,8-1 1,-1 2 0,-1 0 0,-1 1-1,-1 1 1,0-1 0,0-1-113,4-1 0,-2 0 1,0 0-1,0 0 1,1 1-1,3 0 236,-8 2 1,1 0 0,2 0 0,0 0 0,1 0 0,0 1 0,-1 1 0,-1 0 0,-2 1 55,4 1 1,-3 1 0,0 1-1,-1 0 1,0 1 0,0-1 0,-1 0-147,4-1 1,-1-1 0,-1 1 0,1 0 0,1 1 0,1 0 52,-3 2 1,1 0-1,2 1 1,0 0-1,1 1 1,-2 1-1,-1 0 1,-3 0 36,3 3 1,-2 1 0,-1 0 0,-2 1 0,1 0 0,-2 0-96,5-1 0,-2 0 0,-1 0 0,2 1 0,0 2 111,1 1 0,2 1 0,0 2 0,0 0 0,-2 1 0,-3-1 127,4 6 0,-5 0 1,0 1-1,-1-1-247,-1-3 0,-1-2 0,0 2 0,1 1 216,-1 1 0,0 2 0,1 1 0,-1 0 0,-2-1-104,-1 0 1,-1-1-1,-1 0 1,-2 0-68,6 5 0,-1 0 0,1 0-68,-2-2 0,3 0 1,-1 0-1,-5-2-45,6 7 1,-3-2 22,1-4 0,0-1-270,-3-1 0,-3-4 51,2-6-860,-11-5 1277,1-7-3475,-21-40 0,4 19 2621,-3-7 1,-4 0-1,-3 7 1,-2-9 0</inkml:trace>
  <inkml:trace contextRef="#ctx0" brushRef="#br0" timeOffset="1854.27">21421 14662 7533,'10'-34'2878,"-1"11"-2608,25 41 404,-8 4 1,3 5 74,-1-4 1,2 2 0,1 3-1418,1 6 1,1 3-1,-2-2 818,-4-10 0,-2-1 0,-1 1 209,-3 5 1,-2 2 0,-7-3 223,-9 18-224,-6-2-160,-29-24 1,-16-7-425,14-9 0,-3-2 0,-4-1 1,-1 0 224,3 1 0,-2 0 0,-3 0 0,1 0 0,-1 0 0,3 0 0,-3 0 0,1-1 0,0 1 0,1 0 0,-1 0 0,-1 0 0,1 1 0,0-1 0,0 1 0,-1 0 0</inkml:trace>
  <inkml:trace contextRef="#ctx0" brushRef="#br0" timeOffset="4335.27">12334 6780 7533,'-35'0'0,"13"0"1169,-7 11 0,22 8-854,20 2 0,12 1-225,2-6 0,5-1 0,3-1-463,0 1 0,3-1 1,1-1-1,2 0 409,-3-2 0,2-1 0,0-1 0,1 0 0,-2 2 54,9 3 0,-2 0 0,1 1 0,1 3 59,-9-3 1,1 2 0,1 0 0,-1 2 0,1 0 0,-3 1 48,5 4 0,-1 1 0,-1 1 0,0 1 0,0 1-265,-4-3 0,0 1 0,0 0 1,1 2-1,-1 0 0,0 1 182,-2-1 1,0 0 0,0 2 0,0 0-1,-1 0 1,-1-1 0,-1 0-8,2 4 0,-2-1 0,-1 0 0,1 1 0,1 2-64,-5-5 1,2 1 0,0 2 0,1 0 0,0 1 0,-1 0 0,-1-1 0,-2-1-60,2 5 0,-3-2 0,-1 0 0,0 0 0,0 1 1,2 1-247,1 0 0,0 0 1,1 1-1,1 0 0,-1 0 1,0 1-1,-2-1 209,-2-2 1,-1 0-1,-1 0 1,1 0 0,-2 0-1,1 0 1,0 0 21,2 3 0,1 0 0,-1-1 0,-1 1 0,1 2 0,0 1 30,-4-4 0,0 1 0,0 2 0,1 0 0,-1 1 0,-1-1 0,1 0 0,-2-1 25,2 2 1,-2-1 0,0-1 0,-1 1 0,1-1-1,1 2 1,0 0-193,1 0 1,0 0 0,1 2 0,1-1-1,-1 1 1,1-1 0,0 0 0,-1-2 191,1 2 1,0-1 0,1 0-1,-1-1 1,0 0 0,0 0-1,0 0-13,0 1 1,0-1 0,0 1 0,-1-1 0,1 1 0,-1-1 0,-1-1-58,3 4 0,0-1 0,-1-1 0,0 1 0,-1 0 1,-1 1 95,-3-2 0,0 1 1,-1 1-1,-1 0 1,0-1-1,0-1 0,-1-4-51,3 9 0,0-5 0,-1 1 0,1 3 45,-2-2 0,1 3 0,0 2 0,0 0 0,-1-2 0,-1-4-23,1 1 1,-1-5-1,0 0 1,1 5-140,-1-5 1,0 4-1,2 3 1,-1 0 0,1 1-1,0-2 1,-1-1 161,0-2 0,0 0 0,0-2 0,0 1 0,0 0 0,1 1-20,-1-2 1,0 2 0,1 0 0,0 0-1,0 0 1,0-2 0,0-1 28,3 6 0,0-2 0,-1-2 0,1 1 0,1 1 20,-1-3 1,0 1 0,1 1 0,0-1 0,-1 0 0,-2-2-8,4 7 1,-2-2 0,-1-1-1,1 3 41,0-3 0,0 3 0,0 0 0,-2-3 0,-1-4-78,-1 0 0,-1-5 0,-1 1 120,3 3 0,0-1 0,1-5 213,7-7 0,0-5-498,-7 0 0,0 1 745,10 3 0,0 2-1465,-10 2 1,-3 0 674,-1-7 0,0 2-180,4 19 0,-3 1-270,-8-18 1,0-2 449,2 3 0,1-1-341,2 4-2756,0-51 3196,-17-1 1,4-25 0,-11 10 0</inkml:trace>
  <inkml:trace contextRef="#ctx0" brushRef="#br0" timeOffset="4668.27">16686 14055 7533,'-31'30'3276,"22"7"-1065,38-3-1732,-1-18 1,7 1 0,1-4-1108,8-1 0,4-2 785,-5 2 1,7 2-1,0 0 1,-4-3 21,-6-3 1,-3-2 0,4-2 126,-3-2 0,4 0 0,1-1 0,0-2 0,-5-1-620,3-2 1,-4-2 0,0-8 834,-5-4 1,1-5 0,-1-5 0,-1-3 0,-3-1-927,-2-8 0,-3-4 0,-3-3 0,0-1 0,0 4 405,-1 5 0,-1 2 0,0 0 0,-1-2 0,-1-2 0,-2-1 0,0-3 0,0-3 0,-1 0 0,-2 1 0,0 4 0,-3 6 0,1-6 0,-3 6 0,0-2 0,0-3 0,0 0 0,0-1 0,0 1 0</inkml:trace>
  <inkml:trace contextRef="#ctx0" brushRef="#br0" timeOffset="8418.27">26181 16224 7533,'-25'-6'944,"0"-1"1,-8-5-496,10 0 451,17 5 179,34-4-494,4 17 0,4 3-451,-10-7 1,1 0 45,9 5 0,4 2 0,-3-2 0,3-2 0,-1-3-336,0 2 0,2-2-249,6-7 0,-2-1-180,-17 2 1,-4 0-766,16-14-439,-7 11 1789,-37 1 0,-3 17 0,-12 3 0</inkml:trace>
  <inkml:trace contextRef="#ctx0" brushRef="#br0" timeOffset="8635.27">26305 16484 7533,'-25'10'1259,"-1"0"0,-6 2 270,16-1 720,54-10-1754,-4 2 0,3 0-540,-3-3 0,2 0-15,-1 0 0,3 0 0,-2 0-795,7-3 1,-3 0 449,-9 3 0,1-1-1234,10-2 1,-5 1 1338,-21 2 0,13 0 0,-17 0 0</inkml:trace>
  <inkml:trace contextRef="#ctx0" brushRef="#br1" timeOffset="9018.27">26144 16310 9082,'-25'-12'1574,"11"0"-73,47-6-900,3 10 1,6 2-433,-4 0 1,3-1 0,1 2-601,0 2 0,0 0 0,-1 2-494,-4 2 0,-1 1 0,-4 1-374,-1 0 0,-4 2 1255,7 8 1,-23 3 0,-4-2 0</inkml:trace>
  <inkml:trace contextRef="#ctx0" brushRef="#br1" timeOffset="9201.27">26280 16608 8443,'-38'19'3276,"18"-6"-106,60-19-3998,-1 5 1,6-1 195,1 0 0,4 0 0,-2 1 163,-13 2 1,-1 2 0,-1 0 0,19 2 0,-6 2 0,-9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48:02.973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  <inkml:brush xml:id="br2">
      <inkml:brushProperty name="width" value="0.09071" units="cm"/>
      <inkml:brushProperty name="height" value="0.09071" units="cm"/>
      <inkml:brushProperty name="color" value="#FF0000"/>
    </inkml:brush>
    <inkml:brush xml:id="br3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8058 2380 7533,'17'-20'1169,"1"0"0,15-9-480,5 38 1,9 14 0,-1 0-510,-9-8 0,-1-1 0,6 0-556,-1-3 1,6 1 0,3 0 0,3-1 0,-1-2 0,-2-2 390,-4-4 0,-1-1 0,-1-3 0,2 0 0,0-1 0,1-1-4,-5 1 0,2-1 0,1-1 1,0-1-1,0 0 0,0 0 0,0 0 1,-2 0-77,2-1 1,0 0 0,0-1 0,-1 0-1,-1 1 1,-1-1 0,0 2 82,8-1 0,-2 0 0,0 2 0,-2-1 0,-1 1-41,-1 1 1,-1-1-1,-1 2 1,0 0 426,-1 1 1,0 1 0,-1 1 0,-3-1-195,-2 0 0,-2 0 0,3 0-139,5 0 0,5 0 0,0 0 0,-4 0 109,-4 2 0,-1 0 0,2 0-252,-2-2 0,4 0 0,1 0 0,0 0 0,-3 1-63,0 0 0,-2 0 0,0 1 1,3-1 26,3 0 0,4 0 0,1 0 0,0 0 0,-1 1 252,-4 0 0,1 1 0,-1-1 0,-1 1 0,0-1 13,6 1 0,-1 0 1,1-1-1,3-1 262,-4-2 1,2-1 0,2-1 0,0 0 0,-1-1 0,-3 0-223,-2-1 1,-3 0 0,0-2 0,1 1 0,3 0-41,-5 1 0,4 0 1,1 0-1,1 0 1,1 0-1,-1 0 1,-2 1-1,-3 0 202,10-1 1,-3 1 0,-2 0 0,1 1 0,1 1-90,-3 0 0,2 2 0,0 1 0,-1-1 0,-1 1 0,-1 0-414,-2 1 0,-2 0 0,-1 0 0,0-1 0,1-1-432,3-2 1,2-2-1,-1-1 1,0 0 0,-2-1-245,3 0 1,-1 0 0,-2-2 0,-2-1 350,4-4 1,-3-2 0,-7-1 0,-6-2 0,-12 0 0,-18-7 0</inkml:trace>
  <inkml:trace contextRef="#ctx0" brushRef="#br0" timeOffset="467">10500 2578 7533,'-26'-12'3276,"8"21"-1638,14 29 0,8 11-1064,-2-16 0,0 1 1,1 4-1231,-1 2 1,1 6-1,-1 2 1,1 0 0,-1-4-165,0-5 1,0-2 0,-1 0 0,1 1-1,1 11 1,0 4 0,0-3 0,-1-6 272,-1-1 1,-1-5 0,3 0 0,0-7 0,-3-13 0</inkml:trace>
  <inkml:trace contextRef="#ctx0" brushRef="#br0" timeOffset="634">10401 3285 2225,'-18'20'1092,"0"0"0,0 23 0,3 4 546,0-5 0,4 2-682,7-5 1,5 1 0,7-6-184,11-9 1,6-10-595,17-23 1,3-12-658,-12 8 1,-3-6 297,-1-9 0,-2-7 0,-3-3 180,-2-7 0,-4-3 0,-3 2 0,2-2 0,-2 0 0,-2-1 0,0 0 0,0 0 0</inkml:trace>
  <inkml:trace contextRef="#ctx0" brushRef="#br0" timeOffset="1384">9768 4078 7533,'-22'42'655,"-1"-1"0,1 1 1,4-5-1,2 0 0,3 3-103,4 3 1,4 4 0,1 0 0,2-6-1356,0 9 0,9-9 668,21-8 0,7-15 180,-8-22 0,1-10 15,1-5 0,1-6 0,-3-2-30,-7-4 0,-3-3 0,-2 1-30,0 1 0,-1 0 0,-7-2 359,-11-9 1,-9-3 0,-3 8-90,-4 12 0,-4 4-60,-7 1 0,-5 1 0,1 9-255,-9 18 0,3 10-404,5 3 0,8 7 449,15 12 0,13 1 0,24 3 0,3-21 0,1 1 0</inkml:trace>
  <inkml:trace contextRef="#ctx0" brushRef="#br0" timeOffset="1667">10165 4115 7533,'-26'0'3148,"8"0"-2878,23 0 179,26-5-89,3 3 180,9-3 539,-2 16-449,-29 20 0,-7 12-301,-1 0 1,-2 6 0,-3 4-986,-2-9 1,-3 4-1,-1 1 1,-1 1 0,1-3 395,0-6 1,0-1 0,0 0 0,0-1 0,0 0-561,-2 10 1,-1 1 0,1-4 0,1-7 176,2-7 0,0-7 0,-5 9 1,4-34-1</inkml:trace>
  <inkml:trace contextRef="#ctx0" brushRef="#br0" timeOffset="1900">10314 4152 0,'16'-25'2399,"-6"12"877,19 2-2569,-3 23 0,0 9-2054,7 14 1302,-6-5 0,-7 3 165,-16-3 1,-8 0-76,-8-1 0,-6-1 0,-6 0 0,-3 0-90,2-3 0,-2 0-315,-14 3 1,0-3 738,16-9 1,1-3 0,-20 5 0,28-26-1</inkml:trace>
  <inkml:trace contextRef="#ctx0" brushRef="#br0" timeOffset="2068">10599 4189 1375,'-26'11'3276,"8"3"0,18 6 0,12-8-3540,17-11 1,6-8-1376,4-11 1,2-5 1597,-7 8 1,1-1 0,-2-1 0,6-13 0,-4-2 0,-12 8 0,1 0 0</inkml:trace>
  <inkml:trace contextRef="#ctx0" brushRef="#br0" timeOffset="2234">10884 3656 7533,'-26'27'1638,"9"-7"0,0 5-2309,5 4 1,2 4 0,0 0 1120,-1 0 0,0 1 0,0 2-293,1 0 0,0 3 1,1 0-1,2-1 197,1 2 1,2-1 0,0 0-985,1 1 1,0-1-1,4-1-629,8 9 0,5-4-315,1-11 0,3-8 1336,6-11 0,2-9 0,13-23 1,-4-13-1</inkml:trace>
  <inkml:trace contextRef="#ctx0" brushRef="#br0" timeOffset="2383">11032 3731 3649,'-32'11'3276,"3"8"0,9 18-4915,13-4 1,2 0 1613,5 17 0,3-19 0,1-3 1,8 2-1</inkml:trace>
  <inkml:trace contextRef="#ctx0" brushRef="#br0" timeOffset="2538">11045 4189 7533,'-27'25'3276,"4"5"0,16 2-2812,2 0-2103,6-6 1,3 0-1112,8 5 2750,2 10 0,10-29 0,-5-6 0</inkml:trace>
  <inkml:trace contextRef="#ctx0" brushRef="#br0" timeOffset="3017">11119 4326 12750,'-7'25'-810,"13"-6"-1528,13-23 1708,7-6 1439,-1-9 1170,-13 2-899,-6 22-91,-6 1-719,0 8-990,5 9 361,-3-14-1081,14 2-1078,3-33 1798,2 11 540,3-18 90,-17 22 360,4 1 1439,-10 12-629,4 1 1708,-16 16-1978,9-8-720,-9 9-720,16-17-809,13-2 1169,-3-10-450,9-2-899,-12-22 270,0-4-360,-5-6 540,10 3 1169,-9 12 0,10-1 0,-6 0 0</inkml:trace>
  <inkml:trace contextRef="#ctx0" brushRef="#br0" timeOffset="3220">11503 4041 7533,'0'-27'-300,"0"1"0,2-8 0,2-1 615,2 6 0,0 1 359,-2-2 1,1 1 45,11-14 449,-14 21 540,-2 31-270,-7 5-899,-2 7 0,0 6-1,-1 10 1,-1 5 0,1-2-1769,-1-2 0,0 2 1273,2 0 1,0 6 0,0-1 0,2-5-315,1 0 1,4-1-824,1-2 1,3 1 0,2-4 1030,17 11 0,11-17 0,-2-28 1</inkml:trace>
  <inkml:trace contextRef="#ctx0" brushRef="#br0" timeOffset="4450">11627 3917 8522,'-19'0'3276,"1"0"-4123,11 16-682,18 33 1529,-6-16 0,5-4 0,2-2 0,-6-8 0</inkml:trace>
  <inkml:trace contextRef="#ctx0" brushRef="#br0" timeOffset="4620">11627 4189 7533,'-26'32'3276,"3"9"-975,16-7-3471,13-3 451,2-2-1080,10-4 1799,-6 1 0,0-1 0,1-7 0</inkml:trace>
  <inkml:trace contextRef="#ctx0" brushRef="#br0" timeOffset="5150">11727 4239 8162,'-14'0'3276,"-3"-6"-3044,22 5 578,18-10-4087,22-7 3122,-3 3 1,-18 4 0,-3-1 0,-1-1 0</inkml:trace>
  <inkml:trace contextRef="#ctx0" brushRef="#br0" timeOffset="5317">11888 3842 7533,'-25'24'1638,"6"8"0,2 6-398,5 1 0,2 3-2290,3 3 1,0 4 0,3-4 83,3-2 1,4-3 965,3 5 0,6-9 0,7-16 0,6-10 0</inkml:trace>
  <inkml:trace contextRef="#ctx0" brushRef="#br0" timeOffset="5567">11950 4264 7533,'-10'28'1638,"1"0"0,-4 17-1226,19-21-233,8-13-2697,21-33 1079,4-5 1888,-6-6 2160,-15 48-1260,-30 33-959,-3-9 0,-4 8 0,-1-1-1483,-1-2 1,-2 0 0,1-1 804,0-5 0,0-1 0,1-2 1,-6 9-1,2-8 0,0-12 1</inkml:trace>
  <inkml:trace contextRef="#ctx0" brushRef="#br0" timeOffset="6350">12583 4103 7533,'-23'25'655,"1"0"0,0 0 1,0 12-1,1 2 0,6-3 405,7-4 1,8-3-1511,11 5 0,7-9 180,8-22-30,-1-19 0,3-11 1,-6 1-61,-11 1 0,-3-3 300,3-5 0,0-4 0,-11 7 420,-17 8 0,-7 6-720,0 5 0,-1 6 360,-1 13 0,1 6-900,5 4 1,6 1 540,13 0 359,2-2 0,22-21 0,4 3 0</inkml:trace>
  <inkml:trace contextRef="#ctx0" brushRef="#br0" timeOffset="6584">13003 3681 8432,'-20'18'819,"1"0"0,0 11 0,2 7 0,2 4-357,5 2 1,4 6 0,1 1 0,-1-1-996,-1-3 0,0 0 0,1 1 0,0 3 413,1-6 0,0 4 0,0 1 0,1 0 0,-1-2 1,1-4-448,-1-2 1,1-2 0,-1-2 0,0 0 116,-2 14 0,-1-1 1,-4-6 449,-4-5 0,-3-13 0,-8-20 0,-3-12 0</inkml:trace>
  <inkml:trace contextRef="#ctx0" brushRef="#br0" timeOffset="6701">12682 4487 7533,'30'-13'3276,"13"-4"-4150,-18 7 1,1 0 873,-1 1 0,1-1 0,-2-1 0,0-1 0,13-8 0</inkml:trace>
  <inkml:trace contextRef="#ctx0" brushRef="#br0" timeOffset="6967">13462 3879 8522,'-21'-13'3276,"-1"24"-2184,13 15 0,3 13 0,-2 1-938,-7 1 1,-2 2 0,-1 2-815,4-2 1,0 4-1,0-1 1,-3-1-16,-2-6 0,-1 1 1,-1-4-1,2-4 675,-2 2 0,1-6 0,-9 2 0,31-62 0</inkml:trace>
  <inkml:trace contextRef="#ctx0" brushRef="#br0" timeOffset="7117">13313 4140 7533,'32'-28'3276,"-2"17"0,-5 47-2640,-14 8 1,-3 9-667,-1-9 0,-1 4 0,-1 0-790,-1-8 1,-1 1 0,0-1 0,0-1 384,0 3 0,-1-1 1,0-4-1,-1 1 1,-2-6-1,-6-9 1</inkml:trace>
  <inkml:trace contextRef="#ctx0" brushRef="#br0" timeOffset="7250">13264 4425 12750,'37'-10'-142,"0"0"1,0 0 0,1-5-1,-3-2 1,-3-1 0,0-1-1</inkml:trace>
  <inkml:trace contextRef="#ctx0" brushRef="#br0" timeOffset="7434">13747 3731 7533,'-13'38'3276,"7"11"-2184,9-16 0,4 6 0,1-3-2608,2 9 0,1-3-58,1 3 0,0-5 1574,6 3 0,-5-19 0,-1-12 0</inkml:trace>
  <inkml:trace contextRef="#ctx0" brushRef="#br0" timeOffset="7584">13933 3855 7533,'0'-14'3276,"-5"20"-1638,-6 15 0,-2 6-545,-3 11-2186,1-6 1,-4 5 0,2-4 853,0-3 1,-1-2-1,-3 10 1,-2-2-1,5-12 1,1-1-1</inkml:trace>
  <inkml:trace contextRef="#ctx0" brushRef="#br0" timeOffset="7734">13611 4078 7533,'11'-25'3276,"30"6"-1638,-8 11 0,5 4-2293,-6 1 0,3 1 0,-2 1 655,5 1 0,-3 0 0,-1 0 0,-4 0 0,-6 0 0</inkml:trace>
  <inkml:trace contextRef="#ctx0" brushRef="#br0" timeOffset="9067">15445 2479 0,'-27'-12'649,"-1"1"1,4-2 0,3-1 2626,-11-17-1714,52 17 0,15 3-1233,2 6 1,6 4 0,0 0-284,0-1 0,1 0 0,5 2-31,-10 1 0,3 0 0,3 2 0,1-1 0,0 0 0,0 0-227,1-1 1,2-1 0,0 0-1,0 0 1,0 0 0,-2 0 211,-3 1 0,-2-1 0,0 0 0,1 0 0,2 0 0,3-1-69,-7 0 1,3 0-1,2-1 1,2 0 0,1 0-1,0 0 1,-1 0-1,0 0 1,-3 0 0,-2 0-48,3 1 0,-2-1 1,-2 1-1,0 0 0,0 0 1,2-1-1,2 1 176,-1-1 0,1 0 0,3 1 0,0-1 0,0 0 0,1 0 0,-1 0 0,-1 0 0,-1 0 52,0 0 0,-1 0 1,0 0-1,-1 0 1,0 0-1,-1 0 1,-1 0-1,-1 0 23,7-1 0,-2 1 0,0 0 0,-2 0 0,-1-1 0,0 0-268,0-2 1,-1 0-1,-1 0 1,-1-1-1,-2 2 178,3-1 0,-2 0 0,-2 1 0,-1 0-45,2 1 0,-2 1 0,0 0-322,6 0 1,0 0 0,-2 1 321,0 0 0,-1 2-120,-3 1 0,3 1 1,-2 3 288,10 5 1,-1 2 160,-8-1 0,2 1 0,-1 1 149,3 4 1,-1 1 0,-3-1 108,1-1 1,-1 0 40,3 9 1,1-1 224,-2-7 1,-2-3-720,-8 2 0,3-1 15,7-1 0,6-2 0,1-1-31,0-2 1,1-1 0,-1-1 68,-5-1 1,0-1-1,3 1-26,-4-1 0,4 1 0,1-1 0,-2-1 0,-7-1-72,7-2 0,1-1 197,-7 1 1,7 2 0,2 0 0,-3 0 0,-5-2-108,6-1 0,1 0 215,-5-1 1,7 0 0,3 1 0,-3-2 0,-7 1-216,6-4 0,-1 1-252,-8 0 0,6 1 0,2-1 0,-3 1 0,-7-1 117,2 0 0,-1-1-1138,11 2 1,6 0 0,-10 1-2108,2 1 2764,-8 0 0,-4 0 436,-14 0 0,-3 5 0,-13 2 0</inkml:trace>
  <inkml:trace contextRef="#ctx0" brushRef="#br0" timeOffset="9867">21036 1190 7533,'-36'0'1439,"9"0"1169,-9 5-989,28-9-870,25-9 1,24-8 0,2-1-346,-8 1 1,2-2 0,2-1 0,3 0-662,-3 2 0,3-1 0,2-1 0,1 0 0,-1 1 0,-1-1 242,-5 3 0,0 0 0,0-1 0,0 1 0,-1 1 1,1 0-376,1 1 0,0-1 0,1 1 0,-1 1 1,-2 1-1,-2 1-327,2 0 0,-2 1 0,-1 1 0,-1 0-243,12-3 1,-1 0 0,-7 4 959,7 1 0,-22 6 0,-22 6 0</inkml:trace>
  <inkml:trace contextRef="#ctx0" brushRef="#br0" timeOffset="10067">22103 446 7533,'25'-15'1092,"1"-1"0,15 1 0,6 5 0,-9 6 0,1 4 0,1 2-668,0 3 1,-1 3-1,-5 4-469,1 10 0,-14 7-900,-29 13 1,-18 2 944,0-15 0,-7-1 0,0-1 0,0 0 0,-1 1 0,0-2 0,1-4 0,0 0 0,0 0 0</inkml:trace>
  <inkml:trace contextRef="#ctx0" brushRef="#br0" timeOffset="10950">22872 620 7533,'-32'0'3238,"7"5"-2698,29 2-1440,39 0 585,-11-12 0,2-7-225,0-4 1,-4-6 359,-9-8 0,-12-3 1259,-16 4 1,-11 5-271,-8 7 1,-5 10 44,-5 21 1,2 13-405,1 9 0,10 6-780,14-8 0,6 1 0,6-2-1309,14 9 1,10-8 1454,7-11 1,5-10 0,2-10-1,-1-7 1,-7-6 0,0 0 0</inkml:trace>
  <inkml:trace contextRef="#ctx0" brushRef="#br0" timeOffset="11517">23503 149 7533,'-28'8'1092,"0"0"0,-5 25 0,5 10-445,9-4 0,2 4 0,2 3-1185,3-2 0,1 4 0,0 0 0,1 1 358,1-9 0,1 0 0,-1 1 0,1-1 0,1-1-45,-2 3 0,2 0 0,-1-1 1,0-3-126,-2 7 1,1-3 0,-4-6 349,-4-7 0,-2-7 0,-1-7 0,-4-34 0</inkml:trace>
  <inkml:trace contextRef="#ctx0" brushRef="#br0" timeOffset="11633">23057 793 187,'5'-24'3276,"19"-7"-1638,5 15 0,8 0-1623,-2 2 1,4-1 0,0 2 0,-7 1 0,0 1 0,0 1 0,3-2-1,0 0 1,0 0 0</inkml:trace>
  <inkml:trace contextRef="#ctx0" brushRef="#br0" timeOffset="11867">23850 174 7533,'-46'0'1638,"22"13"0,1 7 0,-10 13 0,4 8-2536,12-1 1,5 5 0,2 2 739,3-7 1,0 1 0,2 0 0,1 1-361,0 0 1,2 0 0,0 0 0,-1 0 224,-1-3 1,1 1 0,-2-2 0,-1-1 52,-4 7 0,-3-1 0,-2-4-108,-8 6 0,-5-8 348,1-14 0,-2-10 0,-10-21 0,11-24 0</inkml:trace>
  <inkml:trace contextRef="#ctx0" brushRef="#br0" timeOffset="11967">23367 979 7533,'2'-27'1092,"1"-1"0,11-3 0,7 0-841,10-1 0,7 1-661,-9 9 0,2 1 1,-1 2-1,13-4 1,-3 2-1,-7 3 0,-1 0 1</inkml:trace>
  <inkml:trace contextRef="#ctx0" brushRef="#br0" timeOffset="12117">23925 260 7533,'-33'-14'1799,"9"20"-1799,24 15 0,7 16 0,6 0 0</inkml:trace>
  <inkml:trace contextRef="#ctx0" brushRef="#br0" timeOffset="12267">23912 508 7533,'-15'24'1092,"0"0"0,-2 6 0,2 2 103,3 11 0,4 1-1195,6 2 0,4-2 0,1-10 0,3-4 0,6-7 0,0 0 0</inkml:trace>
  <inkml:trace contextRef="#ctx0" brushRef="#br0" timeOffset="12567">24160 632 7533,'-42'11'1638,"16"2"0,2 4 0,3 10 0,2 3-2306,0 2 1,8 1-972,13-6 1,7-3 1287,13 5 1,10-29 0,-9-7 0</inkml:trace>
  <inkml:trace contextRef="#ctx0" brushRef="#br0" timeOffset="12700">24272 335 7533,'-11'-26'3276,"-3"24"-3764,-5 45 488,12-14 0,2 2 0,1 2 0,2-2 0,2 16 0</inkml:trace>
  <inkml:trace contextRef="#ctx0" brushRef="#br0" timeOffset="12867">24260 669 7533,'-25'37'1638,"17"-14"0,2 3-2287,-2 4 1,5 2-567,10-5 1,3-1 1214,-1 17 0,20-32 0,-10-18 0</inkml:trace>
  <inkml:trace contextRef="#ctx0" brushRef="#br0" timeOffset="13250">24322 843 7533,'7'-14'3276,"4"3"-2685,1 6-1670,2-8 90,-2-6 1798,-17 11 1350,-15 26-810,-6 16-1888,7 5-1440,30-16 180,5-23 1169,15-13 900,-13 0 449,-11 0 721,-2 13-1,-5 13-989,-5 0-900,3 0-2827,8-8 2859,2-5 1,10-10-1,-6-4 1</inkml:trace>
  <inkml:trace contextRef="#ctx0" brushRef="#br0" timeOffset="13367">24471 781 7533,'30'-37'1638,"-7"18"0,2 0-2062,1 0 0,0 1 424,6-1 0,-2 1 0,-7 2 0,-1 0 0,13-14 0</inkml:trace>
  <inkml:trace contextRef="#ctx0" brushRef="#br0" timeOffset="13517">24793 310 7533,'-37'33'655,"1"0"0,17-4 1,2 4-1,2 4 0,1 2 0,2 1 0,2 5 1,1 1-1,3 0 0,3 0-684,4-3 1,2 2 0,3-2 0,1 0 0,0-4 0,1 14 0,2-5 0,6-7 0,19-11 0,0 1 0</inkml:trace>
  <inkml:trace contextRef="#ctx0" brushRef="#br0" timeOffset="14334">25921 149 7533,'-32'5'1092,"0"1"0,-2 21 0,1 9-630,8-11 1,-1 3 0,0 1 0,3 3-720,2 6 0,3 3 1,2 2-1,1 1 459,2 1 1,1 3-1,3-1 1,0-1-203,4-7 0,0-1 0,1-1 0,2 0-693,1 8 1,3-2-1,-3-3-521,-3 6 0,-3-5 1214,1-13 0,-2-5 0,-17 6 0,0-23 0</inkml:trace>
  <inkml:trace contextRef="#ctx0" brushRef="#br0" timeOffset="14466">25375 769 7533,'20'-19'1092,"0"0"0,16-1 0,8 3-1069,-3 7 0,5 2 0,-1 0 0,-6 0 1,-2-1-1,1 2 0,1 3 0,1 0 0,-1 0 1</inkml:trace>
  <inkml:trace contextRef="#ctx0" brushRef="#br0" timeOffset="14883">26280 384 7533,'-19'-25'3276,"7"12"-1335,6 13-1941,17 47 0,-3-9 0,1-6 0,0 1 0</inkml:trace>
  <inkml:trace contextRef="#ctx0" brushRef="#br0" timeOffset="15034">26268 694 7533,'-28'17'1092,"-1"1"0,2 2 0,5 5-1426,9 9 0,5 1 334,-2 12 0,28-13 0,2-28 0</inkml:trace>
  <inkml:trace contextRef="#ctx0" brushRef="#br0" timeOffset="15267">26429 731 9242,'-10'28'299,"-1"-1"1,1 2 0,4-1-1379,11 17 629,2-9 990,0-24 179,-1-1-809,-17 7-1709,-25 14 1799,6 1 0,4-17 0,-1-2 0,-5 4 0</inkml:trace>
  <inkml:trace contextRef="#ctx0" brushRef="#br0" timeOffset="16734">26752 669 10321,'5'13'1979,"-4"21"-1799,2-3 0,0 0-225,-3-6 0,0 1-90,0 19 0,0-4-405,0-17-269,5-6 134,17-38 1,2-14 404,-2-7 240,-2 14 0,5-2 0,-3 5 479,11-3 1,0 18 630,-10 30-1035,-17 11 0,-6 4-1305,-6 8 1260,8-9 0,0-3 0,0-15 0,10 12 0</inkml:trace>
  <inkml:trace contextRef="#ctx0" brushRef="#br0" timeOffset="16984">27197 744 8522,'-18'23'1092,"0"0"0,4 6 0,1 0-706,-1-2 0,3 0-611,6 3 0,10-8-944,42-24 854,-25-9 0,0-5 45,10-13 0,-4-5 270,-12 8 0,-7-1 630,-10-5 0,-9 6 89,-23 11-854,5 20 0,0 6 135,-7 14 0,19 18 0,29-20 0</inkml:trace>
  <inkml:trace contextRef="#ctx0" brushRef="#br0" timeOffset="17285">27470 657 7533,'-32'18'3276,"13"12"-3070,11-3 0,5 1-386,8 21-45,-4-21 0,0-3 45,4-5-90,1-15 45,9-25 0,4-11 180,-4 8 1,1 0 268,14-11 1,-1 1-45,-7 3 630,5 30 179,-31 41-1034,1-15 0,-1 2 45,1 12 0,-2 0 0,-6 7 0,11-7 0</inkml:trace>
  <inkml:trace contextRef="#ctx0" brushRef="#br0" timeOffset="17450">27743 806 11311,'36'2'-630,"-1"1"0,15-1 630,-17-2 0,-1 0 0,5-7 0,0-6 0</inkml:trace>
  <inkml:trace contextRef="#ctx0" brushRef="#br0" timeOffset="17984">28276 731 7533,'-33'20'1169,"8"-2"0,-1 4-539,3 8 0,1 1-585,0-6 0,2 2 269,-3 13 1,6-1-1214,10-4 989,7-3-720,24-27-90,5-31 1,2-11 330,-8 17 1,0-3 185,-1-4 1,1-6 0,1-3-1,-2 1-617,-4 1 1,-2-1 0,-1 0 0,1 2 636,4-7 1,0 1 0,0-2 159,-1 0 1,0-3 0,-2 0 0,-3 6-152,-2-4 1,-2 4 802,3 4 1,-2 3 719,-6-7-585,-15 57 1,-2 11-585,1 5-66,-1-2 0,-2 8 1,0 0-205,1 3 0,0 0 0,2-1 608,3-7 1,0-2 0,0 2-1216,-1 4 0,-3 4 0,2-1 0,3-4 697,4 4 0,3-4 0,-3 4 0,1-3 0,5-15 0,1 1 0</inkml:trace>
  <inkml:trace contextRef="#ctx0" brushRef="#br0" timeOffset="18601">28499 868 8522,'26'0'-270,"9"0"90,-9-17 0,0 13 91,-8-29 448,-12 18-179,-12-10 0,-12 13 1169,-19 12-539,8 12-1,3 3 1,1 6-585,13 9 0,2 2-180,-3-11 0,1 2-270,2 17 0,9-2-2743,34-7 2428,-13 6 308,27-21 0,-17-21 0,2-2 1</inkml:trace>
  <inkml:trace contextRef="#ctx0" brushRef="#br0" timeOffset="18867">28797 769 9422,'-22'9'2158,"5"1"-1708,-3 8 0,-1 5-585,4 5 0,2-1-45,-5 10 270,8-7 0,7-3-2878,16-12 1978,3 3 810,5-13 0,5-16 0,-5-2 0</inkml:trace>
  <inkml:trace contextRef="#ctx0" brushRef="#br0" timeOffset="19100">28895 719 7533,'-5'25'3276,"4"21"-2864,-4-15-457,5-3 0,0 2-495,-6 8 540,5-5-810,-5-9 271,6-36 449,0 3-180,11-31-3007,19 1 3128,-7 5 0,-3 15 0,0 4 0,-1 2 0</inkml:trace>
  <inkml:trace contextRef="#ctx0" brushRef="#br0" timeOffset="19735">29069 905 7533,'-20'12'2338,"3"-5"-1078,10-1-1800,12-12-90,4-1 1,19-16-1170,-1-3 1529,-7 5 360,-3 5 539,-28 16-539,3 5 1709,-27 13 450,2 14-1889,5-5 270,1 7-1440,26-14 90,1-6 91,17-3-2648,21-22 2146,-4 2 771,-10-1 1,-1-3 359,3-6 0,-7 5 90,-2 3 2158,-16 11-1798,5 0 1979,-12 0-1080,-1 5-1169,-5-3 90,5 14-720,2-2-450,5 0-89,0-3-1080,11-11 1799,-9-6-359,20-1 269,-8 0 270,0 2 540,-3 5 899,-11 5-1079,0-3 1079,6 9-270,0-4-1348,1 0 448,4-2-1348,-4-5 360,0 0-811,-1-5 1620,-6-19 0,0 2 0,0-14 0</inkml:trace>
  <inkml:trace contextRef="#ctx0" brushRef="#br0" timeOffset="20101">29379 545 9152,'0'-13'3058,"0"2"-2878,5 49-1080,-3-23-134,3 17 0,1 4-1485,1 4 2069,0 0-179,-2-1 899,-5-8-270,0-9 989,0 13 630,0-16-1349,0-5 270,6 2-630,12-15-180,2 5 90,16-12-90,-4 5 360,-12 1 1079,8 18 630,-25 24-989,8-6-316,-11 0 1,-6 3-1170,-10-1 1,-2-1-375,9 1 0,-2-1 1049,-10 3 0,-3-3 0,9-12 0,0-2 0,-5-1 0,1 0 0</inkml:trace>
  <inkml:trace contextRef="#ctx0" brushRef="#br0" timeOffset="21434">30160 434 8522,'-19'22'1638,"1"6"0,1 4-1162,7-2 0,-2 4-1132,-1-1 1,-5 7-1,-1 3 1,0-2 0,3-4 430,1-1 0,3-4 0,-4 5 75,1-4 0,-2 4 0,-2 2 0,0 2 1,-1 0-1,1-1-330,1 1 1,-1 2 0,0 0-1,0-1 1,1-1 0,1-3 479,-2 4 0,0-3 0,1 0 0,-2 2 0,1 2 0,-2 3 0,-1 0 0,3-4 0,4-8 0,3-7 0,-1 1 0</inkml:trace>
  <inkml:trace contextRef="#ctx0" brushRef="#br0" timeOffset="22334">30173 1165 7803,'-20'-7'2518,"8"18"-1528,6 37-990,6-9-456,-2-8 1,-1 1 815,-4 17-450,-1-13 0,-2 2 90,3-10 0,0 0 102,-1 10 0,-2-7-372,-2-16 151,11-4-1051,13-56 930,5 16 0,4-4 1,0 1-1358,2-8 0,0 1 1657,-2 7 0,1-1 0,0 5-60,-2 5 0,1 5-275,23-4 275,-10-2 1170,1 41-271,-29 6 1,-5 4-810,4 17-95,-6-15 1,-3 0-446,-3 12-359,-5 4 539,5-5 1279,1-5-1009,23-34 0,-2-8 0,15-12 0</inkml:trace>
  <inkml:trace contextRef="#ctx0" brushRef="#br0" timeOffset="22567">30570 1326 8792,'0'32'1259,"0"-4"1,0 2-631,0 18-629,-2-22 0,4-1-90,20 15-90,-11-32-45,16-7 1,2-7-46,-10-9-45,8-11 0,-3-6 495,-16 3 0,-6-2 90,2-1 0,-2 0-46,-6 3 1,-6 4 135,-32 0-360,19 35 0,0 1 0,24 25 0</inkml:trace>
  <inkml:trace contextRef="#ctx0" brushRef="#br0" timeOffset="23150">31226 1227 7533,'-19'18'764,"8"6"1,4 4-316,-1 10 1,3 2-405,1-4 0,1 2-879,0 10 1,1-4 923,2-14 287,0-3 1,0-3-468,0-8 393,0 2-483,11-46 0,-3 3 135,9-15 0,1-1 225,-2 2-1,4 4 1,0 2 90,-5 10 1240,14 0-1151,-21 17 541,9 17-540,-16 3-91,10 22 1,-9-14-360,3 23 90,-5-28-1124,0 8 0,0 1 944,0-8-1459,0 8 1,0-1 1625,0-14 0,6 16 0,1-20 1</inkml:trace>
  <inkml:trace contextRef="#ctx0" brushRef="#br0" timeOffset="23634">31561 1425 7533,'-26'20'1979,"8"3"-720,18-4-1079,7-5-360,16-8-180,-2-8 315,-1-13 0,1-3-495,1 6 315,-1-13 1,-2-1 44,-9 9-90,6-23 180,-16 25 450,-16-3 90,-5 13 539,-16 21-180,9 6 1,2 5-181,5 8 1,1 1-495,-3-6 0,3 1-90,7 7 0,8-3-1214,16-6-1800,15 8 1485,3-34 0,3-10 1484,1-7 0,-1-5 0,-2-3 0,-2-3 0,-5-2 0,0 0 0</inkml:trace>
  <inkml:trace contextRef="#ctx0" brushRef="#br0" timeOffset="23883">31772 1475 8522,'-14'6'2699,"3"0"-1890,16 7-1259,2-6 360,17-7-89,-9-7-1,19-16-360,-19 7-270,3-12 720,-12 19 450,-12-7-90,-1 14 270,-22 8-360,7 2 89,-1 11 1,0 2-90,0-3-495,8 4 1,2 1 314,6-8-2789,7 9 2789,12-17 0,7 4 0,6-5 0</inkml:trace>
  <inkml:trace contextRef="#ctx0" brushRef="#br0" timeOffset="24267">32069 1413 7533,'-26'15'1092,"0"-1"0,-1 13 0,0 1-617,0-9 1,2 1-206,1 14 0,8-1-90,9-16-630,1 17-269,12-26 89,12 3 540,-3-16-360,25-24 270,-18 6-180,2-11 1,-1-1-7,-1-2 186,-7 8 0,2-4 0,-4 2-113,-4 6 0,-1-1 203,6-12 0,3-6 0,-3 5 0,-5 11 0,-1 1 180,4-10 0,3-5 0,-2 7-180,2-4 1034,-3 8 1,-1 4-765,-4 13 2428,-1 9-2248,-12 17 404,-2 20 1,-2 5-585,1-14 0,-2 3-846,-3 17 0,0 10 0,0-6 666,3-13 0,0 1-158,2 1 1,0 6 0,0 0 0,2-7 27,2-3 0,2-2-650,0 7 1,2 4 0,5-10-391,15-6-404,9-10 0,3-8 1574,-6-14 0,0-6 0,11-3 0,-1-5 0,-10-1 0,0 0 0</inkml:trace>
  <inkml:trace contextRef="#ctx0" brushRef="#br0" timeOffset="24834">30383 2120 7533,'-19'-20'1349,"1"-3"720,11 15-1979,2-4 359,16 29-359,-3-2 0,4 20 0,0 5-90,-4 1-790,-4-2 0,0 7 0,-1-6 745,-2-12 0,-2-1-45,-5 12 0,-2 6 0,0-7 180,-3 7-387,-6-8 1,-1-5 386,10-17 450,-8-9-540,14-26 45,9-13 0,3-4-45,-3 9 0,2-2-400,7-6 0,3-4 1,-1 5 309,-5 8 0,3 3 150,5-2 0,4-1 0,-3 5-960,10 0 127,3 6 0,-1 3-126,-5 6 898,18 2 0,-21 10 1,4 2-1</inkml:trace>
  <inkml:trace contextRef="#ctx0" brushRef="#br0" timeOffset="25134">30743 2244 7533,'-12'19'899,"-6"10"271,4-14 269,7 14-1709,9-21-450,32-2 360,-5-13-90,3-12 1,0-2 89,4-4 45,-3-6 1,-3-2 134,-12 5-225,1 1 0,-5 1 225,-18 10 810,-14-12-540,-4 32 854,-9 8 1,-1 5-855,0 14-108,8-5 0,-3 5 0,4-2 197,10-6 1,2 0 495,-14 21 0,4-1-765,13-8 224,11-4 1,5-4-1484,8-10-135,17-4 0,3-4 315,2-9 1029,-5-4 0,-1-3 0,10-7 0,-20 1 0,0 1 1</inkml:trace>
  <inkml:trace contextRef="#ctx0" brushRef="#br0" timeOffset="25604">31114 2194 7623,'-8'0'1349,"15"-6"-1439,19 0 180,-5-7-90,-5 6 90,-16 2 1079,0 5-899,-5 0 719,-13 16-629,3-6 540,-14 30-900,15-18 0,2 3 0,1 2 0,2 2 90,3 0 0,1 0-90,5-6 0,2 3 0,2-1-90,3-8-270,16 6 180,-2-17-180,20-17 180,-13-8-135,-4-7 1,-2-2 224,1-9-90,-4-5 0,-4-2 270,-12 13 0,-3 1 90,4 0 0,-4 1 44,-12 0 1,-5 7-45,0 14-180,-8 3 0,-1 5-180,8 12-90,-5 2 1,1 2-1,12 12 270,-1 13 0,24-20 0,6 2 0</inkml:trace>
  <inkml:trace contextRef="#ctx0" brushRef="#br0" timeOffset="25883">31412 2157 7533,'-19'5'3276,"6"-3"-2595,8 3 39,16 0-720,-3-3 0,32 3-90,-17-5-360,4 2 1,-1 2 359,-4 3-450,7 27 450,-22-10-670,-13 19 0,-5 5 760,4-25 0,-2 2 112,-4 7 1,-2 6-1,-1 1 1,2-5-68,-1 1 0,-1-1 90,1-1 0,-2 5 0,0-1 0,3-6-360,2-4 0,1-2 45,-11 15 0,4-5-1169,9-15 1349,4-18 0,12-18 0,5-21 0</inkml:trace>
  <inkml:trace contextRef="#ctx0" brushRef="#br0" timeOffset="26117">31536 2231 8702,'5'-14'2878,"19"-2"-2968,-2 14 540,25 2-900,-20 7-89,9 17 359,-17-9 135,-13 9 0,-5 3-135,-2-2 225,-16 12 0,-6 0 135,-7-5-727,5-8 1,-5 3 0,3-4 726,-11 2-585,2-1 0,3-3 831,11-13-1326,4 4 720,25-24 180,12-1 0,11-12 0,2 0 0</inkml:trace>
  <inkml:trace contextRef="#ctx0" brushRef="#br0" timeOffset="26387">31858 2244 7533,'-12'19'3276,"-11"21"-436,7 0-2480,-2-6-1080,30-1 720,3-32-539,32-12 539,-19-4-1305,0-10 1,-3-2 315,-9 2 314,-3-4 1,-4 2 1393,-9 16 900,-27-12-899,9 29-91,-13 10 1,-1 3-90,1 5-497,1 13 0,2 1 407,12-12-825,0 8 1,4-1 104,11-15-2518,12 17 2158,-1-28 630,14-5 0,3-4 0,-3-11 0,0 4 0,-1-1 0</inkml:trace>
  <inkml:trace contextRef="#ctx0" brushRef="#br0" timeOffset="26651">32082 2281 8702,'-21'40'1638,"11"-11"0,3-2-1406,7-9-1311,0 27 989,0-35-1260,6 12 1081,-5-20-451,16-14 360,-14-3 810,19-26 809,2 8 450,4 1-899,2 42-1710,-17 30 271,-8 3 629,-5-13 0,0-4 0,6-11 0,1 8 0</inkml:trace>
  <inkml:trace contextRef="#ctx0" brushRef="#br0" timeOffset="27283">32565 2429 7533,'-26'40'1034,"8"-7"1,2 2-496,7-5 1,3-1-405,-5-1 0,4-1-45,9 4 0,7-6 90,6-16-540,26-4 360,-13-17-225,-4-5 0,-1-2 135,-1-10 0,-4 1 0,-2-2 270,-8 1 270,-2-17-270,-13 25 179,-22-3-89,7 18-450,-25 6 90,25 6-1079,-12 18 540,25-14-1350,4 17 1979,12-24 0,11 8 0,1-11 0</inkml:trace>
  <inkml:trace contextRef="#ctx0" brushRef="#br0" timeOffset="27850">32590 2429 6633,'-19'6'3276,"1"1"-1785,11 33-1086,2-6 0,-1 6-165,1-2 0,-1 2 0,-1 2-227,-2 2 0,-2 1 0,-1-1 47,2-2 0,-1-1 0,-1-5-494,-2 2 1,4-18-1186,15-49 899,11-11 1,5-7 599,-3 8 0,1-3 0,2 2 540,1 3 0,1 1 0,1 4 29,7-2 1,0 6 224,-8 8 1,-2 10 855,4 38-991,-21 8 1,-8 9-420,-1-6 0,-2 2 0,0 1-630,1 1 0,1 1 1,0-4-1130,-5 8 1,9-15-1639,30-31 3094,-5-23 1,-5-7 0,-2-3-1,1-7 1</inkml:trace>
  <inkml:trace contextRef="#ctx0" brushRef="#br0" timeOffset="28084">32874 2628 6004,'-5'45'1638,"5"-11"0,-1 1 1638,-4 13-3134,3-22 0,4-1-592,14 10-360,10-51 541,-4 6-46,-3-15 0,-5-3 45,-11-1 405,3 0 0,-1 0 764,-16-5-449,-14 2-2429,-3 38 1979,3 10 0,20 14 0,12-12 0</inkml:trace>
  <inkml:trace contextRef="#ctx0" brushRef="#br0" timeOffset="28467">33135 2628 7533,'-31'33'1092,"0"0"0,6-2 0,4 2 103,4 5 0,4-1-1780,7-10 1,7-3-315,16 6-181,21-57 450,-13-4 1,1-9 239,-7 3 0,0-6 1,-1-2-431,-3 5 1,0-4 0,-2 2 0,-1 2 510,-1 1 1,-3 3 0,1 0 638,1-3 0,1 0 0,-5 9-241,-4 3 2430,3 15-1889,-10 24-1,-4 14 1,0 7-211,1 0 1,-1 3 0,0 2-1296,-3 6 0,-1 2 0,0-2 786,4-4 0,1-2 0,-1 0-420,1 0 1,-1 0-1,3-4 288,1-2 1,3-4 221,2 17 0,7-17 0,5-28 0</inkml:trace>
  <inkml:trace contextRef="#ctx0" brushRef="#br0" timeOffset="28767">33296 2677 7533,'-30'36'3276,"15"3"-166,20-6-6168,39-26 1484,-17-20 0,0-6 1214,1 0 0,-6-3 2069,-21-15-1709,-7 25 854,-15 19 1,-3 10 2383,-4 21-3418,11-16 0,3 2-1619,7 24-629,21-16-91,12-7 2519,-1-13 0,-8-12 0,-4-7 0</inkml:trace>
  <inkml:trace contextRef="#ctx0" brushRef="#br0" timeOffset="29067">33519 2665 8972,'-13'19'2159,"1"-1"-2699,18 0 540,-5-4-450,-1 9 360,-1-4 540,-5 1 180,6 3-810,12-4 90,-10-5-180,9 8-180,-16-13-1079,-30 25 1529,16-17 0,-6-3 0,-1 0 0,0-1 0</inkml:trace>
  <inkml:trace contextRef="#ctx0" brushRef="#br0" timeOffset="95184">22276 12952 7533,'-20'-7'3276,"3"1"0,23 6 0,6 0 0,24 17-1688,-16-3 0,0 3-1762,6 14 1,-3 6 758,-2 5 0,-4 4-717,-6-10 1,-1 1 0,-1 2 341,-2 1 0,-1 2 0,0 0-30,0-2 0,1 0 0,-2 0-360,0-3 0,-1 0 0,0 0-305,-1 13 0,0-2-325,3-12 1,-1-2-830,-1-2 1,-1-3-1639,4 2 2824,4-13 0,-4-18 0,6-7 0</inkml:trace>
  <inkml:trace contextRef="#ctx0" brushRef="#br0" timeOffset="95387">22735 13063 7533,'-12'-19'3276,"5"7"0,-4 6 0,-7 34 0,-3 6-1638,-1 1 0,-3 3-1778,1 2 1,-3 1-11,6-11 0,-3-1 0,1 0-279,-4 4 0,1 0 0,-1-1-501,0 0 1,-1 0 0,1-2 509,4-6 0,0-1 1,-1 1 331,-4 8 1,-1 0 0,3-3-1,7-10 1,1 0 0,-5 10-1,1 0 1</inkml:trace>
  <inkml:trace contextRef="#ctx0" brushRef="#br0" timeOffset="106284">24990 12927 7533,'-20'-14'3276,"9"19"-3382,19 16 0,7 7 286,-4 16-494,1 2 1,-2 0 492,-10-2 630,-2-1 0,-1 1-495,-1-16 1,1-2-405,-4 19 360,1-17-1440,23-49 1,5-13 630,-1-2 149,2 3 0,6-5 0,-1 4 480,-4 5 0,0 3-90,1-1 0,1 4 540,14 7 1709,-26 45-1800,-2-11 1350,-1 27-1799,-4-30 450,5 14-720,1-21 360,-1 20-270,-5-18 90,-2 30-719,-5-18-1080,-5 25 1349,4-31-879,-5 12 1419,23-60 0,-2 2 0,0-4 0,0 0 0</inkml:trace>
  <inkml:trace contextRef="#ctx0" brushRef="#br0" timeOffset="106433">25610 12629 7533,'-26'-21'3276,"-3"0"0,21 19-204,-3 8-3252,11 2-3097,11 38 2709,-8-22 0,7 0 0,2-1 1,2 2-1</inkml:trace>
  <inkml:trace contextRef="#ctx0" brushRef="#br0" timeOffset="106800">25635 13051 7533,'-12'12'3276,"-6"12"-3578,-1 18 1022,5-11-1484,7 1 1,3-2 223,4-12-631,0 22-2106,16-32 0,5-19 2005,5 5 2082,-2-27 2068,-12 30-1798,-5-8 2196,-1 17 0,-6-5 0,11 5-2587,-3-12-869,21-17 180,-14 6 90,19-12-90,-24 23-180,12 6 810,-21 29-360,5-6-540,-8 6 0,-2 0 180,3-6 90,-4 17 0,16-32 0,2 3 0</inkml:trace>
  <inkml:trace contextRef="#ctx0" brushRef="#br0" timeOffset="107403">26330 12741 7533,'-13'-21'3276,"-10"-1"-1425,8 21 218,-25 17-1620,18 6 270,4 4 1,-3 6 0,2-3-1058,3-3 0,2 2 608,-1 6 0,0 8 0,-1 0 0,4-6-180,0 0 0,2 0-225,1 1 0,1 7 0,1 0 0,2-8 301,3-5 1,2-2-1260,4 6 1,2 3 0,2-7-497,14 4 1589,14-11 0,3-6 0,1-11 0,-5-8 0,0 0 0</inkml:trace>
  <inkml:trace contextRef="#ctx0" brushRef="#br0" timeOffset="107734">26789 12840 7533,'-32'0'3276,"-4"6"-4012,12 7 1,0 3 735,-6 7-224,1 8 0,1 1-46,6-1 859,4 2 0,0 2-319,-1 7 0,7 2 180,23 1-450,-2-28 90,10 3 0,2 0 89,12 6-268,0 0 2317,-4-2-2587,-22 10-1,-23 0 360,-1 5-450,-13-12 0,-3-3-1349,1-6 160,5 3 1,2-2 1619,11-11 0,3 8 0,11-8 0</inkml:trace>
  <inkml:trace contextRef="#ctx0" brushRef="#br0" timeOffset="107900">26974 13534 10861,'-14'0'3276,"-3"6"0,11-5-1823,-12 16-3971,9-14 809,-18 24 1709,23-17 0,-17 13 0,14-11 0</inkml:trace>
  <inkml:trace contextRef="#ctx0" brushRef="#br0" timeOffset="108237">27383 12890 7533,'-37'-26'3276,"5"13"-1638,8 24 0,1 7 1638,-6 7-2184,8 5 0,-2 8 0,4-4-1140,6-13 1,1 2 77,-4 16 0,-1 7 0,5-6 427,3 7-547,5-2 0,3-3 180,8-13-1079,22 5 719,-7-27-1369,9-15 1,1-6 1047,5-10-432,-4-1 1,-1-3 842,-9 5 1,-2 2-91,-1 1 0,-1 1 1169,11-6-449,-17 31 1259,-8 9-900,-9 10 1,-3 2-90,-1 4-495,-1 3 0,0 1-315,2-5-1215,4-3 1,1-2-45,2-4 1349,11-3 0,-3-13 0,10-5 0</inkml:trace>
  <inkml:trace contextRef="#ctx0" brushRef="#br0" timeOffset="108453">27792 12605 7533,'7'38'1638,"-1"-4"0,-1 1 1638,-3 9-2184,1-7 0,1 7 0,0-4 113,-3-7 1,-1 2-1476,0 3 0,-2 6 0,1 1 1,-1-6 672,-1 0 0,-3-1-673,-2 2 0,-4 5 0,-1-1 1,1-6 269,-2-3 0,-3-2-820,0-2 1,-5 5 0,0-1 0,2-5-178,-1-3 0,-2-2 997,-3 3 0,-3 1 0,3-4 0,-16 2 0,16-12 0,-1-1 0</inkml:trace>
  <inkml:trace contextRef="#ctx0" brushRef="#br0" timeOffset="108734">28127 13125 7533,'0'-27'3276,"0"5"0,6 22 0,17 0-2400,-1 0-1731,9 0 1,2 0 854,4 0-290,-2 2 1,0 1 0,5 4-1,8 5 1</inkml:trace>
  <inkml:trace contextRef="#ctx0" brushRef="#br0" timeOffset="108884">28189 13336 7533,'-14'-6'3276,"9"11"0,28-10-1733,5 11-3182,8-8 1,4-2-1,-15 4 1,1-1 1624,12-4 0,1-1 1,-14 3-1,0-1 0,-1-2 1,1 0-1</inkml:trace>
  <inkml:trace contextRef="#ctx0" brushRef="#br0" timeOffset="109300">29056 12754 7533,'-19'-14'3276,"-10"14"0,14 8-2370,-3 16 1,2 8-727,4 0 0,3 2-714,-4 10 0,1 2 848,4-5 1,4-2-45,4-8 0,5-2 179,9-2 1,3-4-270,11 5-405,9-12 1,1-5-136,-5-10-1279,10 0 1,-1-2 237,-10-5-238,0-3 1,-1 0 1243,-3-5 0,2-4 0,-12 5 0</inkml:trace>
  <inkml:trace contextRef="#ctx0" brushRef="#br0" timeOffset="109450">29267 12964 7533,'-36'30'3276,"14"-3"-1638,-3 6 0,-1 2-385,14-13 1,1 2-954,-6 11 0,-2 7 0,3-3-975,2-6 0,0 4 675,2-1 0,-1 8 0,-1 3 0,1-1 0,2-7 0,0-4 0,1-3 0,-1 3 0,-2 11 0,0 0 0,0 0 0,0 0 0</inkml:trace>
  <inkml:trace contextRef="#ctx0" brushRef="#br0" timeOffset="111667">22933 12134 7533,'-6'-27'2338,"0"-1"-1168,-1 19-900,2-2 1439,5 17-1350,0 6 46,0 14 0,0 6-270,0-2 0,0 2-135,-2 2 0,0 3 1,0 1 88,0 6 1,0 3 0,-1-5-45,0 0 0,0-2-105,0-3 0,1 3 0,1-10-29,1-8-541,11-4 450,2-25-270,13-21 0,1-7 270,-12 15 1,1-1-382,6-11 1,3-4-1,-3 5 471,7 0 374,-9 9 1,1 4-375,-2 12 1259,-6 40-989,-8-10 270,-6 19 0,-3 1-1249,-3-4 799,1 6 0,-1-1-720,1-13-161,4-3 0,4 0 881,4-9 0,12-2 0,2-12 0</inkml:trace>
  <inkml:trace contextRef="#ctx0" brushRef="#br0" timeOffset="111883">23516 12097 7533,'-27'0'3276,"-2"27"-706,10-9-2182,-1 22 0,-1 11 451,5-13 1,1 2-1,0 2-1620,3-4 0,0 4 1,1-1-1,1-1 631,-2 4 0,0-1 1,5-1-631,6-2 0,4-2 1,1-7 355,6-2-1015,14-12 0,3-5 1439,-8-7 0,26-10 0,-25-2 0</inkml:trace>
  <inkml:trace contextRef="#ctx0" brushRef="#br0" timeOffset="112200">23243 12754 7533,'-14'0'3276,"-3"0"-975,16 0-862,-10 16-900,10 32-449,-5-9-1349,5 0 0,2 2 1259,-1 5 0,2-20 0,2-1 0,2 17 0</inkml:trace>
  <inkml:trace contextRef="#ctx0" brushRef="#br0" timeOffset="112734">23838 12295 7533,'-19'-7'2968,"-10"1"-809,-8 23-1979,14 0 0,0 3-91,0 3 1,2 1-45,6-2 0,5 0-45,5 18-539,28-20 359,-6 5 180,5-12 0,1-2 0,-6-3-270,17 14 180,-20-8 90,-7 5 180,-20 5-180,-7-11-405,-4 2 0,1-1 46,-1 1-631,-2-3 1,1 0 179,9 0 810,-13-5 0,17-7 0,-1-7 0</inkml:trace>
  <inkml:trace contextRef="#ctx0" brushRef="#br0" timeOffset="113017">23962 12158 7533,'25'18'1638,"-9"1"0,-2 4 0,-2 11 0,-3 6-546,-3-3 0,-1 3 0,-4 1-1446,-4-4 0,-3 0 1,-3 1-1,-2 0-466,-3 5 1,-3 0 0,-2-1 0,0-2 491,2-4 0,-1-1 0,-1-2 1,-1-1-1,-6 5 0,-1-3 1,1-2-1,2-2 0,0-1 1</inkml:trace>
  <inkml:trace contextRef="#ctx0" brushRef="#br0" timeOffset="115100">24334 12431 7533,'-7'-28'3276,"2"6"-526,21 28-1580,10 34-496,3-14 1,3 2-346,-7-2 1,0 2 0,1-1-390,1-1 0,1-1 0,0-2 15,10 6 0,-8-1 45,-16-4 0,-12 0-90,-26-1 1,-13-4-481,1-1 0,-4-2 0,-1 0 387,-3 0 1,0-2 0,2 2 0,9-2-1,1 0 1,5 0 0,4 2 0,0-1-1</inkml:trace>
  <inkml:trace contextRef="#ctx0" brushRef="#br0" timeOffset="124867">24916 13522 7533,'-19'0'3276,"7"0"-526,23 16-1850,26-1-541,-2-4 1,9-2-833,-9-6 1,6-1-1,2-2 1,0 0 0,-3 0 681,6 1 1,-3-2 0,5 0-45,-4 0 0,6-1 0,3-1 0,0 1 0,-3 0 0,-7 1-137,0 0 1,-5 1 0,6-1 180,-2 0 1,7-1 0,3 0 0,1 0 0,-4 0 0,-6 0-90,4 1 0,-6 1 0,7 0 26,-10 0 0,6 1 0,4-1 0,2 1 1,0 0-1,-2-1 0,-4 2 0,-6-1-86,12 1 0,-7 0 0,7 2 4,-8-1 0,6 1 1,4 1-1,1 0 0,0 0 1,-4 1-1,-4 0 26,4 3 0,-4 1 0,-2 0 0,1 0-68,2-2 1,1 0-1,-1 0 1,1 2 138,-5 1 1,1 2 0,0 0 0,-2 0 0,-5-1-162,0 1 0,-4-2 0,1 1-30,6 1 0,2 0 0,-4 0-285,4 5 1,-7-3 224,-12-13-3187,12 9 0,-26-11 2779,-2-5 0,-18-7 0,-8-8 1</inkml:trace>
  <inkml:trace contextRef="#ctx0" brushRef="#br0" timeOffset="125751">26924 11687 7533,'-5'-27'3276,"-2"32"0,-5 13-1740,2 28 0,2 5-2302,2-27 0,-1 1 1013,-1 9 0,-1 8 1,-1 1-1,2-7-157,0-4 0,0 0 45,-2 3 0,-1 5 0,0 1 0,3-8-46,3-5 1,0-2 180,-9 19 0,1-3-90,10-15 408,-8-4-1307,16-23 494,8-17 0,3-11-645,4 0 1,4-2 0,-1 0 669,-2 3 0,0 1 0,1 0 140,5-6 0,1 0 0,-1 10 780,11 13-181,-13 12-404,-17 20 0,-5 6 135,-3 9 1214,-4 5 0,-3 0-854,-1-4-495,1 1 0,2 0 1099,-1-10-4511,6 17 2686,6-28-2686,11-6 2457,-1-8 1,13-16 0,-10-3 0</inkml:trace>
  <inkml:trace contextRef="#ctx0" brushRef="#br0" timeOffset="125951">27284 11576 7533,'-13'-40'3276,"7"11"0,0 34-294,6 9-1633,6 33-2114,2-16 1,1 1 449,-1-4 1,0 0-1036,6 8 1,1-4-180,-7-10 1529,8 7 0,-9-16 0,6-1 0</inkml:trace>
  <inkml:trace contextRef="#ctx0" brushRef="#br0" timeOffset="126134">27520 11551 7533,'-27'0'3276,"-13"17"-1638,21 0 0,0 3 0,-1-6 0,0 2-1200,-8 18 0,3 0-798,3-10-900,-1 5 1,1 0 90,5-7-2108,-23 7 2814,25-22 1,-8-2-1,10-5 1</inkml:trace>
  <inkml:trace contextRef="#ctx0" brushRef="#br0" timeOffset="126267">27160 11687 14998,'36'4'1638,"-1"-1"0,15 3-2422,-4-5 1,0-2 385,-17-2 1,-2 0 0,7 3 0,-1-1-1,15-5 1</inkml:trace>
  <inkml:trace contextRef="#ctx0" brushRef="#br0" timeOffset="132934">27916 11799 7533,'-35'0'1638,"7"19"0,0 6 0,4-7 0,0 3-1271,-4 15 1,2 6 111,9-7 1,1 2 0,3-3-300,1-1 0,0 2 135,0-2 0,-2 6 0,0 1 0,3-4-345,3-1 0,3-3 0,2 2-570,0 7 0,3 1 0,7-5 600,17 2 0,8-9 0,-4-15 0,2-8 0,8-14 0,0 0 0</inkml:trace>
  <inkml:trace contextRef="#ctx0" brushRef="#br0" timeOffset="133267">28239 12072 7533,'-37'-7'1092,"1"0"0,3 7 0,1 5 546,-3 8 0,3 6 0,10 2 0,5 3-1785,2 7 0,7-1-213,8 4-90,14-12 1,6-3 314,2-8 0,3-3 135,12 1 0,0 1 90,5 8 0,-4 0-45,-58-1 0,-14 2-90,7 1 0,-3 0-1048,-9-6 1,-5-1 0,4-2-225,4 2 0,3-2 1236,-2-6 1,8-5-1,20-5 1,2-2 0</inkml:trace>
  <inkml:trace contextRef="#ctx0" brushRef="#br0" timeOffset="133551">28499 11873 9242,'36'-6'3276,"3"22"-1638,-19 0 0,-2 7-546,-5 7 0,-3 7 0,-2-2 308,-3-2 0,-3 1-981,-5 8 1,-4 6 0,-7-2-623,-3-12 1,-6-1 0,-2-1 0,1 0-382,0 1 1,1-1 0,-1 0 0,-2 1 583,-7 4 0,-4 1 0,1-1 0,3-6 0,5-7 0,3-4 0,-1-1 0,-9 5 0,0-1 0</inkml:trace>
  <inkml:trace contextRef="#ctx0" brushRef="#br0" timeOffset="136200">28276 3818 7533,'0'-33'2069,"0"9"-720,0 19 1259,0 49-2068,0-17-486,0 5 0,0 8 1,0 3 244,0 5 1,0 3 0,0-2-434,0-7 0,0 0 0,0 2 188,-1-4 0,0 4 0,0 1 0,0-3 0,0-6-9,0 3 0,0-2-15,-4 8 0,-1 6 0,1-9-30,2 3 90,-6-11 0,1-5-1,7-15-178,-5-25 178,12-11-359,9-22 1,4-4 44,-4 20 0,1 1 45,5-9 0,4-5 0,-1 7 270,-4 11 0,1 4 180,12-7 0,-1 5-90,-3 9 269,-2 12 1,-3 5-90,-7 9-1088,-2 10 1,-1 4 997,-8 9 45,-2 9 0,-2 1 596,-2-7-1676,0 6 1,0-2 584,0-12-1459,7-4 1,3-4-932,-1-10 2570,20-3 0,-10-16 0,6-2 0</inkml:trace>
  <inkml:trace contextRef="#ctx0" brushRef="#br0" timeOffset="137083">28611 3818 7533,'5'-48'1709,"2"19"-270,6-6 810,5 45-3880,-10 19 0,-3 6 1676,2-11 0,-1 2-405,-2 8 0,-1 5 0,1-3-1279,5-2 1,0-3 538,0 17-539,7-24 1,2-10 1486,-3-19 1,9-7 0,-6-8 0</inkml:trace>
  <inkml:trace contextRef="#ctx0" brushRef="#br0" timeOffset="137217">28920 3756 9062,'-38'17'1638,"8"5"0,3 3-1226,-4 13-802,9-13 0,-3 5 0,3-4 300,-3 11-1349,-6 1 0,1-2 899,12-11 540,1-3 0,-1-4 0,0-11 0,-1-1 0</inkml:trace>
  <inkml:trace contextRef="#ctx0" brushRef="#br0" timeOffset="137337">28599 4003 7533,'30'-5'3276,"-9"3"-1875,24-3-1221,-27 10-495,15-4 0,1 0-134,-2 4 449,11-8 0,1-5 0,-1-5 0,-10 0 0,-1 1 0</inkml:trace>
  <inkml:trace contextRef="#ctx0" brushRef="#br0" timeOffset="138067">29441 3855 9332,'-11'34'655,"1"1"0,-1-1 1,-1 8-1,-1 2 0,-3 4-527,1-10 1,-2 4-1,-2 3 1,0 0 0,1-2-1,1-3-948,0 2 1,2-4 0,-1 1 0,-2 4 710,1-1 1,-3 5 0,-1 4-1,0-1 1,1-1 0,2-5-1,3-7-11,1-1 0,2-7 0,0 3-375,-1 6 1,-2 4-1,2-1 1,3-7-1,6-7 0,0-3 495,-4 8 0,5-6 0,14-14 0,3-6 0</inkml:trace>
  <inkml:trace contextRef="#ctx0" brushRef="#br0" timeOffset="138921">29615 4264 7533,'-21'-7'1529,"4"-4"-180,17 9-270,0-3-629,0 5 180,0 22-360,0 0-450,0 11 0,0 4 270,0-9 0,0 0-315,0 14 0,0-1 45,0 1-90,0 3-179,6-31-181,-5-2 360,5-12-450,10-40 631,-6 14-226,12-13 0,1-2 45,-5 10 83,2 4 0,0 1 187,-6 7 809,9 7-719,-9 6 1169,-1 23-449,-2-2 89,-10 21-449,5-16 90,5-2-540,-3-12-90,15-6-90,-9 0-360,15-6 450,-14 5-269,14-4 359,-15 10 0,4 13 0,-11 2 449,-2 11-449,-5-7-90,0 1 180,0-5-975,0-8-374,0-6 360,0-6 899,6-6 0,1-6 0,5-8 0</inkml:trace>
  <inkml:trace contextRef="#ctx0" brushRef="#br0" timeOffset="139071">30135 3991 7533,'0'-19'3276,"0"6"-1605,0 19-1311,0 2-900,0 21 540,0-8 0,6 15 0,1-10 0,5 4 0</inkml:trace>
  <inkml:trace contextRef="#ctx0" brushRef="#br0" timeOffset="139617">30210 4350 7533,'-6'31'3276,"5"-11"-1785,-5 15-1491,6-20 630,-5 19-1170,4-24 450,-5 18-1619,6-20 270,0 10 899,0-11-269,0-2 269,0-5-540,6 0 721,-5-5 359,10-13 0,-4 3 0,5-14 0,1 15 629,-6-9-539,4 14 900,-10-7-631,4 14 1530,-5-3-1529,0-1 270,0 5-540,0-4 360,6 5-181,1 0 181,0 0-360,4 0 360,-4 11-360,0-3 90,-2 26-180,-5-17-360,0 28 270,0-34-540,0 17 540,0-27-449,6-1 269,6-18 90,2-8 90,4 0 450,-6-3 179,1 21 1,-1-3-90,-5 16 180,-2 19-361,-5-2-269,0 24-90,0-23-1439,6 5 720,-5-15 809,10-6 0,-9 4 0,3-4 0</inkml:trace>
  <inkml:trace contextRef="#ctx0" brushRef="#br0" timeOffset="140767">30830 4189 8162,'-25'11'1574,"2"7"1,-1 6-766,0 14 1,2 5-1903,2-7 1,0 1 0,3-1 440,-1 4 0,4 0-113,5 3 0,7-8 1182,9-24-1586,33 11 1169,-15-33 0,22-3 0,-22-10 0</inkml:trace>
  <inkml:trace contextRef="#ctx0" brushRef="#br0" timeOffset="141016">30965 4363 7533,'-5'30'1979,"-2"-9"-630,-11 19-899,10-24-91,-3 24-89,11-25-180,16 3-630,-6-12 271,35-17-361,-27-3 45,6-3 1,-2-2 314,-13-3 360,8-12 90,-23 26 179,-28-9-269,9 21 270,-9 1 0,-1 3-180,11 7-630,-16 14 360,33-21-2338,24-3 2428,-1-12 0,25-10 0,-9-2 0</inkml:trace>
  <inkml:trace contextRef="#ctx0" brushRef="#br0" timeOffset="141270">31275 4252 7533,'-33'32'1638,"4"-6"0,2-1-777,8-1-501,-7 2 0,1 0-90,9-4-540,-1 13 360,11-27-1529,23 8 1439,-8-14-990,31 3 720,-23-5-269,23 0 719,-31 0-180,8 11 269,-17-2 91,-17 20-270,2-9-180,-8 1 0,-1-1-90,1 2-45,-3-6 1,1-3 44,8-6 180,-12-1 0,23-17 0,0-3 0</inkml:trace>
  <inkml:trace contextRef="#ctx0" brushRef="#br0" timeOffset="141434">31313 4338 7533,'0'26'3276,"0"-2"-1695,0-12-2481,11-5 810,2-1-2518,29-17 2158,-13 2 360,12-9 0,-16 0 1,0-1-1</inkml:trace>
  <inkml:trace contextRef="#ctx0" brushRef="#br0" timeOffset="141587">31524 4078 7533,'-35'34'2428,"12"-5"-1919,4 0 1,-2 7 0,3-3-970,6-6 0,0 1 879,-5 15 1,-2 7 0,4-5-195,9-15 0,1 0-285,-3 8 0,-1 4 0,4-6 150,11 8-90,8-10 0,6-4 0,11-15 0,-5-7 0,1 0 0</inkml:trace>
  <inkml:trace contextRef="#ctx0" brushRef="#br0" timeOffset="144001">31772 3731 7533,'-3'49'39,"1"0"0,0 0 1,0 1-1,0-1 1,0 0-1,-1 1 1,1-1-1,0 0 1,0 0-1,0 1 1,0-1-1,-1 0 1,1 1-1,0-1 1,0 0-1,0 0 1,-1 1-1,1-1 1,0 0-1,0 1 1,0-1-1,0 0 1,-1 0-1,1 1 0,0-1 1,0 0-1,0 1 1,0-1-1,-1 0 1,1 0-1,0 1 1,0-1-1,0 0 1,0 1-1,-1-1 1,1 0-1,0 0 1,0 1-1,0-1 1,0 0-1,-1 1 1,1-1-1,0 0 1,0 0-1,0 1 1,-1-1-1,1 0 0,0 1 1,0-1-1,0 0 1,0 0-1,-1 1 1,1-1-1,0 0 1,0 1-1,0-1 1,0 0-1,-1 0 1,1 1-1,0-1 1,0 0-1,0 1 1,0-1-1,-1 0 1,1 0-1,-1 13 1,1-5-1,-1-4 1,1-3-1,0-3 0,0-3 1,0-1-1,0-1 1,0-1-1,0 0 1,0 0-1,0 2 1,-1 2-1,1 2 1,0 2-1,-1 5 1,1 3-1,-1 5-37,1-27 0,1 2 0,-1 2 1,0 1-1,0 3 0,0 1 0,0 2 1,0 1-1,0 2 0,-1 1 0,1 2 1,-1 0-1,1 3 0,-1 0 0,1 1 1,-1 1-1,1 1 0,-1 1 0,0 1 1,0 0-1,1 1 0,-1 1 0,0 0 1,0 0-1,0 1 0,0 0 0,1 0 1,-1 1-1,0-1 0,0 1 0,0-1 1,0 0-1,0 0 0,1 0 0,-1-1 1,0 0-1,0 0 0,1-2 0,-1 0 1,0 0-1,1-2 0,-1 0 0,1-1 1,-1-1-1,1-2 0,-1 0 0,1-2 1,0-1-1,0-1 0,0-2 0,0-1 1,0-2-1,0-2 0,1-1 0,-1-2 1,0-2-1,1-2 0,0-1 0,-1-3 1,1-2-1,0-3 0,0-1 0,1-3 1,-1-3-1,1-2 0,-1-2-2,0 48 0,2-37 0,1-28 0,3-4 0</inkml:trace>
  <inkml:trace contextRef="#ctx0" brushRef="#br0" timeOffset="144634">31623 3879 7533,'-1'50'30,"0"0"1,0 0 0,0 0 0,1 0 0,-1 0 0,0 0 0,0 0 0,0 0 0,0-1 0,0 1 0,1 0-1,-1 0 1,0 0 0,0 0 0,0 0 0,0 0 0,1 0 0,-1-1 0,0 1 0,0 0 0,0 0 0,0 0-1,0 0 1,1 0 0,-1 0 0,0 0 0,0 0 0,0-1 0,0 1 0,1 0 0,-1 0 0,0 0 0,0 0 0,0 0-1,0 0 1,0 0 0,1-1 0,-1 1 0,0 0 0,0 0 0,0 0 0,0 0 0,1 0 0,-1 0 0,0 0-1,0 0 1,0-1 0,0 1 0,0 0 0,1 0 0,-1 0 0,0 0 0,0 0 0,0 0 0,0 0 0,1-1-1,-2 3 1,1 1 0,0 0 0,0 2 0,0 0 0,0 0 0,0 2 0,-1 0 0,1 0 0,0 1 0,0 0 0,-1 1-1,1-1 1,0 1 0,-1 0 0,1 0 0,0 0 0,0 0 0,-1 0 0,1 0 0,0-1 0,-1 0 0,1-1-1,0 0 1,-1 0 0,1-1 0,0-1 0,-1-1 0,1 0 0,0-1 0,-1-1 0,1-2 0,0 0 0,0-1 0,-1-2-1,1-1 1,0-1 0,0-1 0,0-2 0,-1-2 0,1-1 0,0-2 0,0-1 0,0-2 0,0-2 0,0-2-1,0-2 1,0-2 0,0-2 0,0-3 788,-2 35 0,1-18 0,-1-4 0,0 10-455,0-5 0,0 4 0,0 4 0,-1 2 0,0 2 0,1-1 0,0 0 0,0-2 0,0-2-369,0 2 1,1-1 0,0-1 0,1 0 0,-1-2 0,1 1 0,-1-1-231,1 3 1,0-1-1,0 0 1,0 0-1,0 0 1,0 3-14,0-5 1,0 3-1,0 1 1,0 0 0,0 0-1,0-1 1,1-2 0,0-3-409,1 6 1,0-2-1,0-3 1,0 0 0,1 0-55,-1 7 0,0-1 0,1 0 0,0-2 215,2 2 0,-1 1 1,2-5-1,1-14 762,8-7 0,4-19 1,-5-33-1</inkml:trace>
  <inkml:trace contextRef="#ctx0" brushRef="#br0" timeOffset="145667">31462 10572 9332,'-6'25'-675,"5"2"0,1 4 630,-1-2 0,2 2 855,1 15 0,2 0-676,0-13 1,-1-1 142,1 13 1,-2 2 201,-5-10 1,-1 1 0,0-1-602,0 8 1,0 2 345,-2-10 1,-2 4 0,-1 1 0,3-2 45,0 5 0,1-2 0,1 3-91,-1-2 1,0 3 0,0 0 0,2-2-180,-1 4 0,2-3 0,2 2 112,2-9 1,1 0-1,0 1 1,0-3-203,0 6 0,0-3 0,-1 3 90,1-3 0,1 2 0,-1 0 0,0-2-60,0 2 0,-1-1 0,-2 1 195,-1-4 0,-2 2 0,0-1 0,-1-2 15,0 3 0,0-2 0,-2 0-288,-1 5 0,-2 1 1,1-2-73,3-4 0,0-2 0,1-5 30,-7 17 180,11-59 0,-6-18 0,3 2 0,-1-1 0</inkml:trace>
  <inkml:trace contextRef="#ctx0" brushRef="#br0" timeOffset="146950">27371 5429 7533,'-35'19'-720,"30"-6"1350,49-13-406,1-1 1,8 0-180,-17 0 0,3 0 0,3-1 0,0 1-527,1 1 0,0 0 0,2 0 0,2 0 1,0 0 436,-1-1 0,2-1 0,1 0 0,0 0 0,1 0 0,0 0-153,-4 0 1,1 0 0,0 0 0,0 0 0,1 0 0,0 0 0,0 0 230,-4 0 1,0-1 0,0 0 0,0 1-1,1-1 1,-1 1 0,1-1 0,-1 2 81,6-1 1,0 0 0,0 0-1,-1 1 1,1 0 0,0 1-1,-1 0-25,0 2 0,0 0 0,-1 0 0,1 1 0,-1 0 0,1 1 0,-1-1-65,0-1 1,0 1 0,0 0 0,-1 0-1,1 0 1,-1 1 0,1-1-231,-2 1 0,1 1 0,-1 0 1,0-1-1,1 1 0,-1-1 1,0 0 204,-2-1 0,1 0 0,0 0 0,0-1 0,-1 0 0,0 1 0,0-1-84,4 0 0,1 0 1,-1 0-1,-1 0 0,0 0 1,-1 0 65,3 1 0,-1 1 0,0-1 0,-2 1 0,0 0-6,5 1 0,-1-1 0,-2 1 0,-1 0-314,-6 0 1,-2 0 0,-1-1-1,-1 2-82,6 1 1,-1 2-1,-3-2 420,-1 0 0,-5 0 0,-4 1 0,-7 2 0,-9 2 0</inkml:trace>
  <inkml:trace contextRef="#ctx0" brushRef="#br0" timeOffset="149887">27346 10932 7533,'-21'0'449,"-1"0"91,15 0-180,0 0 270,2 0 269,38-6-719,-8 4 90,19-3 0,4-1-481,-22 5 1,0 1 390,20-2 0,8 0 0,-5 1-691,-6 1 0,2 0 547,-7-1 0,7 0 0,2 0 0,-2 0 0,-5-1-351,0 0 0,-3 0 0,4-1 360,-4 1 0,6 0 0,3 1 0,0-1 0,-3-1 0,-5 1-15,4-2 0,-6 0 0,6-1 194,-3 2 1,5 0 0,3 0 0,0 0 0,-3 0 0,-6 1-165,3-1 0,-5 0 0,5 0 156,4 0 0,5-1 0,3 0 0,-2 1 0,-7 1 23,-6 1 1,-4 1 0,3-1-25,5 0 1,5-2 0,2 0 0,-2 1 0,-7 0-81,9 2 0,0-1-27,-10-1 0,5 0 0,3-1 0,-3 0 0,-6 2-198,8 0 0,-1 0 67,1 0 1,6 0 0,0-1-1,-6 1 68,-2 1 0,0 0 67,-4-1 1,5-1-1,0 1 1,-7 0-113,-1 0 0,-1 0 60,11-1 0,4 0 0,-6 1-15,-14 1 0,-1 0-75,12-3 0,6-2 0,-6 2 30,-12 1 0,0 1-210,9-4 0,4-2 0,-5 2 165,-11 4 0,-1 1-810,21-3 1,-2 1 584,-10 2-1349,12 0-90,-27 5 1709,-8 18 0,-18 5 0,-7 14 0</inkml:trace>
  <inkml:trace contextRef="#ctx0" brushRef="#br0" timeOffset="154317">29193 11303 7533,'-19'-7'1169,"1"7"2069,-11 29-1979,7 0-225,1 8 1,0 2-1388,1 5 772,9-12 1,1 6 0,2-5-60,-1 14-61,6-14 1,1 5 0,2-6-120,7 7 225,18-3 0,6-3-226,4-11-179,5-6 0,7-9-90,-1-20 1,-1-7 89,-12 12 0,0-5-1085,1-12 0,1-9 1,-6 2 1039,-13 11 0,-4-3-75,2-10 0,-1-7 0,-5 0 270,-8 1 0,-5 0 0,0 1 74,4-11 1,-7 2 374,-14 6 1,-7 1 0,0 10-420,6 16 0,-3 6-420,-6-1 0,-6 3 1,4 8-1394,-4 18 0,5 8 1138,8-9 1,2 3 494,-1 11 0,10 0 0,25 6 0,2-1 0</inkml:trace>
  <inkml:trace contextRef="#ctx0" brushRef="#br0" timeOffset="164502">28982 10002 7533,'-19'-30'3276,"6"14"-1425,13-6-1042,18 15-224,13 1 0,3 0-495,13-6 59,-15 8 1,5 2 0,-3 1-1789,-2 0 1,-3 2 746,1-3 0,-2 5 582,12 25-50,-55-8 1,-8 4 269,7 18 150,-10-19 0,-8-2 0,3-1 389,8-3 1,2-1-360,-6-1 0,4 2 990,12 11-226,35-17 1,10-2-496,7 10-59,-10-11 0,5 1 0,-5 3 104,-2 9 1,-4 0-270,0-7 0,-4 3 135,-9 16 0,-13 1-405,-25-9 0,-8-3-45,10 2 0,-4-1 272,-6-4 1,-5-2-1,2-2-92,-6-1 0,2-2 0,1-1 0,1-1 0,4-2 0,0 1 0</inkml:trace>
  <inkml:trace contextRef="#ctx0" brushRef="#br1" timeOffset="165468">27147 9928 8077,'-6'-14'683,"0"-9"-401,12 21 644,28-15-2565,6 13 1,5 1 1713,-7-3 1,3 0 134,-5 3 1,4 2 0,2 0 0,1-1-480,6-1 0,1 0 1,0 0-1,-2 1 312,-7 0 1,-2 0 0,1 1 0,4-1-155,-5 1 1,3-1 0,1 1 0,3-1 0,-1 0 0,0 0 0,-2 0 215,5-1 0,-1-1 1,0 0-1,-1-1 0,0 1 1,-1 1-57,4-1 1,-2 2-1,-1-1 1,3 0 0,2-1 28,-9 1 0,2-1 0,2 0 0,1-1 1,-1 1-1,1-1 0,-2 0 0,-3 1 403,6-1 1,-2-1 0,-2 1 0,0-1 0,0 1 0,-1 0-393,3 0 1,-2 1-1,0-1 1,1 1 0,3 0 55,-5 0 0,3 1 0,1-1 0,0 1 0,-1-1 1,0 2-1,-4 0-313,4 1 0,-3 1 0,-1 0 1,-1 1-1,1-1 153,7 0 1,-1 0 0,1 0 0,2 0-116,-10 0 0,2 1 0,1-1 1,0 0-1,-3 0 0,-3-1-500,9-2 1,-4-2-1,0 2 480,1 2 0,-1 1 1,-1-2-492,-3-3 0,-1-1 0,-6 1-1428,8-2 540,-9 0 1529,-14-4 0,-17 4 0,0-5 0</inkml:trace>
  <inkml:trace contextRef="#ctx0" brushRef="#br1" timeOffset="166250">26974 8763 11671,'-14'0'46,"3"0"569,39 0 11,3 0 0,5 0-809,-3 0 0,4 0 420,-4 0 1,5 0 0,1 0 0,2 0-786,6 0 1,4 0-1,-1 0 1,-1 0 631,-8 0 1,-3 0 0,2 0 0,5 0-17,-7 0 0,4 1 0,2 0 1,1 0-1,0 0 0,0 0 0,-1-1-155,2 2 0,0-1 1,-1 0-1,0 0 1,2 0-1,2 0 252,-2 0 1,2 0-1,1 1 1,2-2 0,-1 1-1,0 0 1,-2 0 0,-1-1-125,3 1 1,-3-1 0,0 0-1,-1 0 1,2 0 0,1-1 32,-6 1 0,3-1 1,0 1-1,0-1 0,1 0 1,-1 0-1,-2 0 1,-1-1-221,4 1 1,-2-1 0,-1-1-1,-1 1 1,-1 0 0,1 0 110,4 0 0,-1 1 1,0 0-1,1-1 1,2 1 92,-7 0 0,2 0 1,2 0-1,0 0 1,-1 0-1,-2 1 1,-3 0-291,9 1 0,-3 0 1,-1 1-1,-1-1 61,0 0 1,-1-2-1,0 1 1,3 2 171,-4 0 0,2 1 0,1 1 1,-1 0-1,-1-1-229,2-1 1,-1 0 0,-2 0 0,0 0 142,-5 1 1,-1 0 0,1 1 0,1-1-56,9 0 0,4 0 0,0 0 0,-5-1-24,-2-2 0,-3 0 1,-1 1 82,-6 1 1,-1 0-1,0-1 69,8 0 0,2-1 0,-6-1 127,-4 1 1,-3 0-82,-3 0 1,-1 0 140,7 0 1,-6 0-2425,-12 0 271,1 0 1978,-28 12 0,-9 7 0,-17 13 0</inkml:trace>
  <inkml:trace contextRef="#ctx0" brushRef="#br0" timeOffset="174301">28599 9110 7533,'-20'0'1619,"-3"0"-720,9 0 1440,-4 0 179,22 0-629,43-11-1439,-1 3-270,-15 2 0,5-1 0,-4 2-45,-7 1 0,-1 1-180,19 4 0,1 4 0,-14 2 0,-1 5-270,1 4 0,-3 5 225,-8 1 0,-7 0 270,-14 11-90,-18-3 0,-7-3-90,-9-3 120,9-2 0,-4 5 0,2-1 419,-2 4 1,2-1-270,1-2 0,3 0 449,9-2 1,10-5 89,38-15 1,11-8-630,-19 3 0,2-2-165,7-3 1,5-4-1,2-1 1,-2 0-706,2-2 1,-2 1-1,1-1 394,6 0 1,1 1 0,-2 1-1,-7 3 1,-2 1 0,-2 3-1,-1 6 1,0 1 0</inkml:trace>
  <inkml:trace contextRef="#ctx0" brushRef="#br1" timeOffset="176434">27185 7635 9633,'-40'-26'-1667,"5"-3"3325,23 10-1153,5-6 1126,34-5-922,11 17 0,10 5-515,-12 3 1,4 1-1,2 2 1,3 1-589,0 1 1,2 2 0,2 1 0,1 1 0,1-1 403,-9 0 0,0 0 0,1 0 0,0 0 0,2 0 0,-1 0 0,2 0-107,-2-1 0,0 0 0,2 0 1,-1 0-1,2 0 0,-1 0 0,0-1 1,1-1 180,1 1 1,0-1-1,0-1 1,1 0-1,0 0 1,0 0-1,-1-1 1,1 0 68,0 0 1,0-1-1,1 0 1,-1 0-1,0-1 1,0 0 0,0 1-1,0-1-200,-3 1 1,0 0 0,0-1 0,-1 1 0,1-1 0,-1 1 0,0 0 0,0 0 35,0 1 1,-1-1-1,0 0 1,0 1-1,-1-1 1,1 1 0,-1 1-1,0-1 40,5 1 0,-2 1 0,1-1 0,-1 2 0,1-1 0,-1 1 0,0-1-150,-1 1 0,-1 1 0,1-1 0,0 1 1,-1 0-1,0 0 0,0 1 156,5 0 0,0 1 0,-1 0 1,0 1-1,0-1 0,-1 1 77,-3-1 1,0 0 0,0 0-1,-1 1 1,0-1 0,-1 1-80,6 0 0,-1 0 0,0 0 0,-2 0 0,-1 0 343,4-1 1,-1 1-1,-2 0 1,-3-2-420,-1-1 0,-3 0 0,-5 1-489,14 14-1107,-68 0 1,-15 2 1436,15-4 1,-2 0 0,-5 2 0,-4 1-1,4-1 1,7-1 0,-1 0 0</inkml:trace>
  <inkml:trace contextRef="#ctx0" brushRef="#br0" timeOffset="181267">29056 7610 7533,'-24'-12'3276,"-7"11"-1766,7 10 0,0 5-970,-11 15-211,13-8 1,-3 5 0,3 3-1423,1 9 1,3 5 0,-1-3 657,1-8 1,0-2-1,1 3 495,-2 10 0,1 4 0,2-3 437,2 1 1,4 0-558,4-4 0,1 2 0,2-3 15,-2 6 0,4-1-135,6-8 0,4 1 0,6-9 394,16-12 1,6-12-485,10-15 0,2-8 88,-8 7 1,-2-7 1,-9-10 0,-1-7 0,-9 0 315,-12 2 0,-5 0 90,5 5 0,-6 2 1413,-25 2 0,-12 10-1321,6 19 1,-4 9 0,0 0-498,-9-6 0,1 3 180,9 9 0,0 5 0,9-1 0,4 12 0,13-9 0,1 0 0</inkml:trace>
  <inkml:trace contextRef="#ctx0" brushRef="#br0" timeOffset="191567">28574 6718 7533,'-38'-30'3276,"12"9"0,8-2-1553,41 16-1184,5 3 1,6 2-360,-3 3 0,4 2 0,0-1-210,3-3 0,1 1 0,-2 2-420,13 7 1,-6 4-1,-18-2 0,-8 4 135,-17 11 0,-9 3 765,-10 3 0,-4 0-180,1-1 0,3 1 44,6-1 1,6-1-405,14 3 45,12-12 0,7-2-90,1-6 1,1 0 89,-1-1 0,-2 2-225,0 0 0,-11 1 0,-28 5 0,-13 1-585,-4 0 1,-7-1 34,5-2 1,-4 1 0,-2-1 0,4-1 455,-12 5 1,1-3 0,10-4-1,-1-1 1,4-1 0,-12 4 0</inkml:trace>
  <inkml:trace contextRef="#ctx0" brushRef="#br0" timeOffset="192384">27073 6433 7533,'-26'11'3276,"30"-3"-2450,19 0 1,14-2 0,2-2-317,5-2 0,2-2 0,5-1-767,-7 1 0,4 0 0,3 0 0,0 0 0,-1-1 496,-9 0 1,1 0 0,0 0 0,0 0 0,0-1 0,-1 1-135,1 0 0,0 0 0,-1 0 0,1 1 0,0-1 0,2 0-30,4 0 0,3 0 0,1 0 0,-2 0 0,-1 0 0,-4 0-75,0 1 0,-3 0 0,0 0 0,2-1 89,-4-1 1,2 0 0,2 0 0,-1 0 0,0 0 0,-3 1-508,7 0 1,-2 1-1,-1 0 1,-1-1 439,-4 0 1,-1 0-1,0-1 1,2 1 111,9 0 1,2 1 0,0 1 0,-2-1 205,-10 0 0,-1 0 0,-1 0 1,1 0-139,3 0 0,1 1 1,1-1-1,0-1 180,7-1 0,3-1 1,-3-1-1,-4 2-292,-10 1 0,-4 1 0,2-2 389,7-3 1,2-1 0,-2 0 60,4 3 0,-2 0-540,-3 0 0,1-1 179,-3-1 1,1-1 0,0 0-708,-3 2 1,0-1 0,-2 0 527,8-1 0,0-1-30,-4 1 0,2 0 0,-3 1 26,-3 1 0,-3 1 49,-4 0 0,-1-1 902,6-1 0,-2-1-767,8-1-180,-3 0 114,-10 2 1,0 0-1375,8-2 271,0-6 2225,2 6-3575,-21-4 181,4 10-984,-6-10 3142,6 21 0,1-2 0,6 17 0</inkml:trace>
  <inkml:trace contextRef="#ctx0" brushRef="#br0" timeOffset="201137">28785 5528 7533,'0'-33'2158,"-6"4"1118,-12 22-3044,9 13 128,-11 14 0,1 7-180,8 16 60,-4-3 0,-4 7 0,2-1-151,8-11 1,2-2 0,0 2 30,-5 7 0,1 2 0,9-5 150,16 6 0,12-11-180,9-17 0,8-9-420,-3-6 0,3-3 0,-1-2-763,-6 0 1,-2-2 0,-1-1 318,9 0 0,-6 0-1658,6 0 1892,-28 6 540,-3 6 0,-11 1 0,0 5 0</inkml:trace>
  <inkml:trace contextRef="#ctx0" brushRef="#br0" timeOffset="201304">29044 5801 7533,'-33'0'3276,"-13"16"-1245,30-6-1087,-10 19 1,1 4-586,8 0-989,-3 6 1,-3 10 0,4-1 629,10-12 0,2-2 0,-2 1 0,-6 7 0,-2 1 0,2-1 0,3 5 0,0-1 0</inkml:trace>
  <inkml:trace contextRef="#ctx0" brushRef="#br0" timeOffset="211467">21954 4636 7533,'-21'-14'989,"-12"-8"-179,23 19 629,-19-8-450,16 11 1260,6 33-1170,25 3-629,-1-3 0,10 1-721,12-10 0,9-4 0,0-2 330,-9-3 1,0-1 0,3-3-173,1-1 1,4 0 0,1-3 0,0-5-136,1-6 1,0-6 0,0-2-1,-3 0 90,-9 2 1,-1 0 0,0-1 0,-1-2 22,7-5 0,0-2 0,-1-2 0,-5-4-68,-7-2 1,-3-3 0,-4-2-1,-2 1 143,-4-1 0,-3-1 1,0-2 396,0 0 0,1-2 0,-3-2 1,-5-2 93,-7 3 1,-5-2 0,-2 0 0,-1-1 0,1 3-163,3-2 1,0 1 0,0 1 0,-4-2-91,-2-1 1,-1-2 0,-3 0 0,-3 2 0,-3 5 337,-10-2 0,-5 4 1,-4 5-1,0 4-360,1 6 1,-2 5-1,-1 3 1,-3 3-452,1 1 0,-3 2 0,-2 3 1,-1 4-1,0 6 316,11 4 1,-2 4-1,0 4 1,-1 2-1,0 2 1,1 1-1,2-1 1,2 0-358,-4 2 0,3 0 0,1 1 0,1 1 1,-1 1-1,0 2 402,2-3 1,-1 1-1,0 1 1,-1 1-1,1 1 1,2 0-1,3 2 1,3 0-203,-1 9 0,5 3 0,2 1 0,3 0 0,1-2 0,0-4-278,-2 2 0,1-4 0,4 0 1,5 4 22,6-2 0,4 4 0,3 2 0,4-1 1,2-4-1,3-5-703,14 6 1,7-8 0,2 0 789,-5-2 0,3 0 0,0-1 0,0-3 0,8-1 0,0-4 0,-1-2 0,2 1 0,1-1 0</inkml:trace>
  <inkml:trace contextRef="#ctx0" brushRef="#br0" timeOffset="212820">20553 5478 7533,'-31'-7'1259,"6"2"-180,1 16 361,11 14-901,6 2 1,1 7 29,2 9 1,0 7 0,1 0-848,1-7 0,-1 0 1,1 3 312,1-7 1,-1 4 0,1 1 0,-1-2 0,1-2-437,1 8 0,0-4 0,0 0 311,1-1 0,-1-1 0,1-3-585,1 3 1,1-5-2603,3 5 3219,-5-28 0,10-21 1,-4-19-1</inkml:trace>
  <inkml:trace contextRef="#ctx0" brushRef="#br0" timeOffset="213183">20442 5491 7533,'-1'-25'1574,"0"-1"0,8-17-315,24 7-872,-5 20 0,8 1 332,10 0 1,7 0 0,-3 2-1275,-13 5 0,-2 1 0,4 0 699,1 1 0,6-1 0,2 1 0,-1 1 0,-6 1-84,0 3 0,-4 1 0,2 0 7,1-1 1,3 1-1,-1 0 1,-2 1 33,-1 2 0,-2 1 0,-1 1-101,17 4 0,-4 2 90,-17-2 0,-1 1-270,9 4 0,-1 1 90,-10 0 0,-2 2 405,5 9 0,-2 3-91,-7-4 1,-5 2 58,-5 11 1,-5 1-105,-5-13 1,-2 2-60,-3 8 0,-3 6 0,1-4 156,2-5 1,-1 1-502,-4 1 0,-2 6 0,0 1 0,2-4-135,0 10 1,1 0 209,-3-5 0,-1 3 0,1-1-660,2-4 1,1 1 0,0-4 499,-2 0 0,-1-1-904,-3 13 0,-1-7 854,1-14-1248,-2-5 0,-2-3 1608,-4-11 0,-14 7 0,11-17 0</inkml:trace>
  <inkml:trace contextRef="#ctx0" brushRef="#br0" timeOffset="213334">20764 6519 0,'-39'7'739,"0"0"1,8 0 0,1-2 898,-2-4 0,3-2 1638,5-5-190,46-6-2322,7-1 1,10 1-609,-4 4 1,5 0 0,4 0 0,0 1-1,-4 1-96,6-2 0,-3 0 0,5 2-540,-5 1 0,5 0 1,3 1-1,0 0 0,-4 1 1,-7 2-614,-4 1 1,-6 3 0,4-1 1041,12 0 1,5 1 0,-1 0 0,-7 2 0,-2 3 0,-4 3 0,-4-3 0,1 0 0,-1 0 0</inkml:trace>
  <inkml:trace contextRef="#ctx0" brushRef="#br2" timeOffset="-211712.73">22313 5565 2532,'-12'-7'3276,"22"24"0,21-1-1638,-2 2 0,6 0-546,2-3 0,4-2 0,1 0 0,-4 0 0,0 0 0,-1 2-637,1 1 1,0 2 0,-7 2 660,-5 7 1,-15 2-1447,-24-5 0,-14 1 1,-4-1-211,-1-3 0,-4 0 0,-1 0 1,0-2 463,2 0 0,-1-1 1,1 0-1,0-1 0,-10 4 1,0-1-1,6-2 0,8-3 1,1 0-1</inkml:trace>
  <inkml:trace contextRef="#ctx0" brushRef="#br2" timeOffset="-209462.73">28797 5367 7533,'-19'-14'-180,"-5"-2"2698,-17 9-1754,9 6 1,-5 6-585,-2 8 0,-2 6 0,-2 7-512,12-4 0,-1 5 1,0 2-1,1 2 0,0 2 422,4-2 0,-1 2 0,2 2 0,0 2 0,2 0 0,1 0-30,1 2 0,0 2 0,1 0 0,3 1 0,4 0 0,3-2-62,5 4 1,3 1 0,4-1-1,5-2 1,6-4 113,12 2 1,8-2-1,7-6 1,4-5-98,-7-10 0,5-4 0,2-3 0,3-3 0,0-2 0,0-2-271,-2-2 0,1-2 0,1-2 0,1-3 0,0 0 1,-1-2-1,-1 0 191,0-2 1,-1 0 0,0-2 0,0-1-1,-1-1 1,-1-1 0,-1-1 94,4-3 0,0-1 0,-1-2 0,-2-1 0,-2-2 0,-4-2-48,-1-5 1,-3-2 0,-3-2 0,-3-1-1,-3-2 252,-3-1 0,-2-2 0,-3-1 0,-5-1 0,-7 1-162,-8-2 0,-6-2 0,-6 1 0,-5 3 0,-3 2-284,-1 9 1,-4 2-1,-3 1 1,-3 3 0,-2 3-1,0 2-103,-5 3 0,-3 3 0,-2 4 1,0 1-1,0 3 0,3 2 205,-3 2 0,2 2 0,0 2 0,1 3 0,3 3 1,-5 4-1,2 4 0,4 2 0,7 1 0,7 7 0,-1 0 1</inkml:trace>
  <inkml:trace contextRef="#ctx0" brushRef="#br2" timeOffset="-161526.73">21966 14501 8792,'-7'-7'3276,"2"1"-975,5 6-592,5 12-3712,8 23 2363,0-4 712,-2 6 1,2 6-354,5-4 1,0-1-630,-7-6 0,1-1 359,14 10 1,5-9-1618,14-22 2338,2 1 468,-15-26 0,-1-10-789,-10-1 1,-3-5-1,0 1-886,6-8 0,0-2 37,-7 8 0,1-4 0,0 0 0,-2 2-120,0-2 0,-1 2 1,0 1 119,5-12 0,-1 1-1639,1-6 1,0 9 1512,5 25 1,1 5 0,5 25 0</inkml:trace>
  <inkml:trace contextRef="#ctx0" brushRef="#br2" timeOffset="-156378.73">23193 14043 7533,'-7'-8'2158,"2"36"-1499,3 12 1,3 12 0,0-4-1345,-1-2 1,0 2 918,-1-4 0,1 8 0,-1 3 0,1-2 0,2-8 5,0-3 1,2-5 0,1 0 30,0 10 0,3 1 0,3-12 1196,23-7-1196,-3-54-120,-18-6 0,-4-10 0,-2 3-463,0 5 1,0-1-3,-1-1 0,0-5 0,0-1 0,-1 7-45,2-1 1,0 2-451,1-4 1,0-3-1,0 7 450,5-9 360,11 1 0,-10 23 0,3 6 0</inkml:trace>
  <inkml:trace contextRef="#ctx0" brushRef="#br2" timeOffset="-156212.73">23267 14501 7533,'-20'0'3276,"3"0"-436,34-5-2660,-2 3-990,10-6 1,2 0 899,9 5-178,-9-2 1,0-1 0,10 0 0,0-1 0</inkml:trace>
  <inkml:trace contextRef="#ctx0" brushRef="#br2" timeOffset="-155246.73">23863 14229 8882,'-11'35'1019,"1"1"1,0 2-1,4 1-974,4 5 0,4 0-90,-2-8 0,0-3-225,0 4 180,12-53 0,3-12-89,3-4 119,0-1 0,4-8 0,1 7 509,3 9 1,1 6-180,0-3 0,-2 12 404,-7 28 1,-6 12-181,-9 14 1,-7 5-1035,0-4 1,0 2-1100,-2 5 1,6-6 1564,24-11 0,-12-10 0,3-3 0,28 3 1</inkml:trace>
  <inkml:trace contextRef="#ctx0" brushRef="#br2" timeOffset="-153846.73">24533 14538 7982,'-14'0'450,"3"0"-360,11 6-90,0 6 0,0 2 0,0 4 0</inkml:trace>
  <inkml:trace contextRef="#ctx0" brushRef="#br2" timeOffset="-153712.73">24520 14774 7533,'-23'30'2338,"8"-4"-2338,2 10 0,15-15 0,10 2 0</inkml:trace>
  <inkml:trace contextRef="#ctx0" brushRef="#br2" timeOffset="-153079.73">25176 14253 9602,'-6'35'655,"0"1"0,1-1 1,-6 10-1,-2 1 0,1 2-373,3-6 1,1 1 0,-1 1 0,0-1-451,-2 1 1,0-1 0,-1-1 0,4-3-163,-1 0 0,3-3 1,7-9-353,17-2 232,5-41 1,5-15 909,3 0 0,2 0 169,0 1 1,-4 12 450,3 41-766,-24 7 1,-5 5-730,-3 9 1,-1 2-1225,5-4 1,3-3 1501,1-12 1,4-4 0,20 0 0,-2-18 0</inkml:trace>
  <inkml:trace contextRef="#ctx0" brushRef="#br2" timeOffset="-152846.73">25797 14402 7533,'-31'-7'1092,"0"0"0,-4 20 0,2 12 0,10 3 0,2 7 0,2 3-1054,2 1 0,1 3 1,2 3-1,4 0-780,3 1 0,3 1 0,3 0 0,3-3-351,5 8 1,4-3 0,5-5 993,11 1 1,6-11-1,-2-17 1,0-7-1,11-10 1</inkml:trace>
  <inkml:trace contextRef="#ctx0" brushRef="#br2" timeOffset="-152446.73">26057 14551 7533,'-5'-14'3276,"-13"8"-1638,-3 24 0,-1 10-1361,-2-5 0,1 3-367,-2 11 0,6 1-90,12-12 0,7-3 180,32 13-90,-7-23 0,2-1 45,-2 4 0,-4 4 135,-11 3 0,-8 3-270,-16 6 0,-9-1-225,-5 0 1,-3-4 404,1-8 0,2-6 0,-8-9 0,25-23 0</inkml:trace>
  <inkml:trace contextRef="#ctx0" brushRef="#br2" timeOffset="-151679.73">26007 14612 7533,'0'-37'3276,"0"6"-796,0 12-1040,0 46-811,-6 10 1,-4 7-331,3-5 1,0 2 0,0 2-164,-1 5 0,-1 1 1,0-3 133,-1 5 0,2-6-97,3-10 0,5-16-712,16-65-91,-5 16 0,2-6 1,0-1 291,1 3 0,0-2 0,1 0 0,0 0 338,6-9 0,0 0 0,1 5 629,2-3 1,1 17 1439,6 37-1350,-26 29 1,-9 14-630,1-8 0,-2 4 0,-1 1-346,0-12 1,0 0-1,0-1 1,3-1-838,5 1 1,3-2 0,4-4 788,5-1 0,7-10 0,10-17 1,2-8-1,-3-3 0,0 0 1</inkml:trace>
  <inkml:trace contextRef="#ctx0" brushRef="#br2" timeOffset="-151196.73">26429 14327 7533,'4'3'1638,"8"20"0,1 13-602,0 3 1,1 6 0,-1 4-1480,-2-4 0,-1 4 0,-2 1 0,-4 1 497,-3-8 0,-3 2 0,-1-1 0,-2 0 0,-2-1-216,-2-2 0,-1-1 0,-2-1 0,-1-1 0,-3-2-603,-5 4 1,-3-3-1,-2-2 1,2-3 764,-9 9 0,0-8 0,3-13 0,4-7 0,6-13 0</inkml:trace>
  <inkml:trace contextRef="#ctx0" brushRef="#br2" timeOffset="-150696.73">27520 14451 7803,'-32'-13'1638,"7"17"0,-3 8-1253,-5 13 1,-2 7-86,4-6 0,-2 3 0,1 0 29,3-2 1,1 1 0,1-1 479,-9 7 1,12-2-90,33 6-720,11-22 0,7-2-900,16 3 1,2 2-740,-2 2 1,-3 2 982,-10-4 1,-3 2-1,7 14 1,-22-17 0</inkml:trace>
  <inkml:trace contextRef="#ctx0" brushRef="#br2" timeOffset="-150562.73">27110 15084 7533,'-14'-13'3276,"25"34"-1638,10-7 0,8 1-1457,8 3 0,6 1 1,-2 0-1,-9-3 0,-2-1 1,2-2-1,9-1 0,0 0 1,0 0-1</inkml:trace>
  <inkml:trace contextRef="#ctx0" brushRef="#br2" timeOffset="-149396.73">27954 14625 7533,'-7'-7'359,"-4"1"991,4 12-361,-2 15 1,0 9-631,1 7 1,2 5-300,1-5 0,0 2 0,3-1 30,3 9 0,3-5-405,-2-9 0,4-12-854,34-37 449,-22-6 1,-1-3 674,10-2 0,1 0 0,-11 2 0,-1 9 2474,7 32-1890,-17-3 810,-6 27-1079,6-27-450,22-11 180,-10 0-809,28-18-360,-25 25 89,-8 11-449,-9 13 1529,-10-7 0,6-21 0,6-18 0</inkml:trace>
  <inkml:trace contextRef="#ctx0" brushRef="#br2" timeOffset="-149196.73">28437 14451 10141,'-7'40'0,"7"-15"0,7 22 0</inkml:trace>
  <inkml:trace contextRef="#ctx0" brushRef="#br2" timeOffset="-148879.73">28475 14798 7533,'-31'29'2338,"16"-12"-2023,3 4 0,2 3-945,9 15 630,-5-5-1439,17 1 90,14-34 1079,-3 3-719,7-20 2068,-11 13-809,-10-8 899,9 11 810,-10 0-1709,5 0 450,0 0-1350,17-6 630,-12 5 0,12-5 0,-17 6 0</inkml:trace>
  <inkml:trace contextRef="#ctx0" brushRef="#br2" timeOffset="-147746.73">28016 14724 7533,'-14'0'2608,"8"6"-2428,13 0 359,14 16 1,4 2-270,6 2-60,-2-6 0,5 3 0,1-3-1303,-1-5 1,0-3 0,0 0 827,-2-1 0,-1 0 0,1 0 295,9 1 0,1 0 0,-3-2-1498,-2-2 0,-3-2 703,-1 1 1,-1-1-572,-3-2 1,-6-3 1335,-9-6 0,-3-8 0,-11-6 0</inkml:trace>
  <inkml:trace contextRef="#ctx0" brushRef="#br2" timeOffset="-147593.73">28351 14551 7533,'-31'-6'2608,"16"5"-1079,9 17-989,26 10 0,7 4-855,-11-8 0,1 1-261,10 6 0,6 2 0,-2 0 576,-5-7 0,0 0 0,0-2 0,11 7 0,0-2 0,1 2 0,0-1 0</inkml:trace>
  <inkml:trace contextRef="#ctx0" brushRef="#br2" timeOffset="-147029.73">29242 14302 7533,'-6'-23'3276,"0"15"-2306,5 36 1,2 20-462,-5-9 1,-3 5 0,2-2-1079,1-6 0,2 0 1,-2 4 770,-2 4 0,-2 4 1,0 1-1,1-2 68,1 4 0,2-1 0,0-2-240,0-3 0,0 0 0,0 0 120,0 4 0,0 0 0,1-9-671,1 1 251,-3-16-526,32-66 286,-11 10 0,2-5 1,-1 2 205,7-6 1,2 0 453,-4 3 0,2-1 0,-1 11 1199,10 16-1169,-7 2 1880,-9 50-1296,-18-2 1,-4 2-630,4-9 0,1 0-810,-4 16 1,2-3-2603,8 0 0,1-6 2561,5-10 1,6-22 0,1-2 0</inkml:trace>
  <inkml:trace contextRef="#ctx0" brushRef="#br2" timeOffset="-146795.73">29577 14302 7533,'-13'-27'3276,"2"5"-1065,27 44-2032,-6-5-584,3 9 1,3 5-46,-1-1 0,0-2 495,-7-3 0,0-1-45,9 6 0,0-4 0,-9-11 0,10 9 0</inkml:trace>
  <inkml:trace contextRef="#ctx0" brushRef="#br2" timeOffset="-146629.73">29801 14278 7533,'-34'11'1638,"1"0"0,-9 6-938,9 8 1,2 7-836,11 0 0,2 0 180,1-5 0,1 1-1349,-3 8 0,3-4 1304,2-4 0,-3-3 0,4-14 0</inkml:trace>
  <inkml:trace contextRef="#ctx0" brushRef="#br2" timeOffset="-146512.73">29478 14526 7533,'6'-26'2788,"6"8"-1709,29 7-1079,-10 9-270,5 0 1,2-1 269,-11 3 0,0 0 0,5 0 0,-1 0 0,-4 0 0,0 0 0</inkml:trace>
  <inkml:trace contextRef="#ctx0" brushRef="#br2" timeOffset="-146179.73">30210 14365 7533,'-41'5'2248,"17"2"-1034,-6 13 1,-2 11-316,9 5 1,3 7-1,0-1-1419,1-10 1,0-1 0,0 4 645,2 2 0,-1 6 0,1 2 0,1-1 0,4-2-1115,3 8 1,5-2 0,-1 0 988,-2-3 0,-1 0 0,7-2-780,8 0 1,6-1 0,8-14-860,23-20 1,5-12 1286,-13 7 0,1-3 0,11-10 0,-4-5 0,-7-9 0</inkml:trace>
  <inkml:trace contextRef="#ctx0" brushRef="#br2" timeOffset="-145762.73">30309 14798 8612,'-14'-6'3276,"3"6"-435,17 23-2257,-5 9 1,-1 2-405,6 13-225,-6-1 0,0-1-225,0-10 360,0 3-1979,5-22 450,24-54 1169,-11 17-180,6-12 1,3-3 718,6 2 631,0 2-91,-4 21 1530,-16 40-2069,-1-6-225,-6 3 0,0 1-3103,7 11 2428,-1-10 630,1-1 0,-1-20 0,0 6 0</inkml:trace>
  <inkml:trace contextRef="#ctx0" brushRef="#br2" timeOffset="-145529.73">30842 14563 11221,'15'25'1638,"0"1"0,6 7-782,-12-3 1,-2 7 0,0-1-2480,0 7 1,-2 0 1622,0-1 0,-3 1-330,-4-6 0,-1 1 0,-3-4 983,-9 11-1746,-6-8 1,-6 5 0,1-6-380,6-11 0,-1-2 1472,-3 3 0,-3 3 0,2-3 0,3-4 0,2-1 0,-2 1 0,0 0 0</inkml:trace>
  <inkml:trace contextRef="#ctx0" brushRef="#br2" timeOffset="-65043.73">21966 16199 7533,'0'-25'3276,"0"6"0,0 1-923,6 11 705,23 29-2294,-12 11 1,0 7-945,1-4 0,1 4 0,-1 0-468,-1 4 1,0 2-1,-1-2-445,-2-7 1,1-1 0,0-3 848,4 0 0,-1-6 0,1-9 0,-8-19 0</inkml:trace>
  <inkml:trace contextRef="#ctx0" brushRef="#br2" timeOffset="-64894.73">22326 16336 6173,'0'-47'3276,"-17"22"0,-20 18-2184,13 25 0,-1 14 0,0 2-819,2-4 0,0 3 0,1 1 0,0 0 0,2-2 0,0 1 0,1 0 0,1-1 0,-4 8 0,1-1 0,-1 0 0</inkml:trace>
  <inkml:trace contextRef="#ctx0" brushRef="#br2" timeOffset="-42446.73">8554 15616 7533,'-24'-13'3276,"9"13"-886,-14 25-591,21 18-990,2-8 1,0 5 0,1-3-1482,4 0 1,1 2 603,-1 0 1,-1 6 0,0-1 0,1-5 112,1-5 0,0 0-195,0 10 0,0 3 0,0-6-570,0-15 1,0-1-920,0 23 1,0-3-1639,0-14 3026,0-2 1,0-42 0,0-19 0</inkml:trace>
  <inkml:trace contextRef="#ctx0" brushRef="#br2" timeOffset="-42063.73">8492 15604 7533,'-7'-27'3276,"1"5"0,45 22 0,-13 0-4076,19 0 1,2 0 619,-1 0-315,1 2 1,-2 1 134,-13 4 70,-2 3 0,-4 3-250,-10 8-45,-11 7 1,-4 2 134,-9 2 510,-6-4 0,-5 6 0,0-6-182,1-7 0,-1-1 631,-9 9 1,-3 5 0,3-5-420,-11 2 629,4-3 1,7 1 90,24-3-990,12-6-90,36 2-540,0-17 1,2-2 494,-19 2 1,-1 2 546,19 4 1,-10 7 127,-31 20-90,-1 2-239,-30-4 1,-9-3 283,17-14 0,-2 0 14,-13 4 1,-6 2 0,5-3-150,11-7 0,1-1-960,-7 2 1,-3 0-1,4-3 1317,-7-3-3814,-5 1 2679,34-29 1,14-9-1,12-10 1</inkml:trace>
  <inkml:trace contextRef="#ctx0" brushRef="#br2" timeOffset="-41846.73">9322 15988 11760,'31'-19'3276,"11"1"-1901,-6 11 1,5 2-2276,7-2 1,2 1-740,-4 3 1,0-1 545,-10 2 1,1 0 0,-7 1 555,8 1 1,-9-2-1,-1-1 1,4-4-1</inkml:trace>
  <inkml:trace contextRef="#ctx0" brushRef="#br2" timeOffset="-41596.73">9867 15641 7533,'17'-1'3276,"-7"2"-1638,16 7 0,4 2 895,-4 4-2533,14 3 0,0 1-180,-8-2 90,3 4 0,-1 0 90,-11-5-315,-3 4 0,-5 2 315,-14-5-315,-14 13 0,-8-1 225,-17-3-877,4-3 1,-7 6-1,1-4 577,8-7 0,1-2 1,-1 1 59,-8 6 0,0 2 0,1-2 8,7-5 0,0 0 0,5-2 0,3 2 1,3-2-1,-14 9 0</inkml:trace>
  <inkml:trace contextRef="#ctx0" brushRef="#br2" timeOffset="-41262.73">10649 15493 12570,'0'41'3276,"5"-7"-2390,-4-3 1,-1 5 0,1 0-2453,1 11 0,1 2 1686,-2-5 0,-1 4 0,-1 1-278,-1-8 1,-1 1 0,0-1-1,0-2-202,1-3 0,-1-2 1,0 1 440,-2 5 1,-2 2-1,1-7-3358,-7 9 168,7-19 3241,0-14 1,1-28 0,-2-3 0</inkml:trace>
  <inkml:trace contextRef="#ctx0" brushRef="#br2" timeOffset="-41009.73">10760 15542 7533,'40'-14'3276,"-20"3"-1638,10 12 0,2 4 1614,-9 2-2623,8 9 1,1 2-270,-2 0 135,0 17 0,-2 3-904,-6-5 679,-11-2 0,-1 8 0,-2-6 0,-2 14 59,-5-9 1,-3 5 0,-2-4-501,-4-6 0,-3-1 321,-2-1 0,-2 3 0,-6-3-420,-9 1 0,-6-2 0,-5-2 270,2-6 0,-4-1 0,-1-1 0,1 1 0,5-2 0,1 1 0,0-1 0,-1 0 0,-3-3 0,0 0 0,0 0 0,0 0 0</inkml:trace>
  <inkml:trace contextRef="#ctx0" brushRef="#br2" timeOffset="-36196.73">7264 17290 7533,'-4'-27'1394,"1"0"0,-3-13 1125,12 57-1710,0 23 1,0 13-631,-3-16 1,0 2 0,-2 2 0,1 2-390,-2-2 0,0 3 0,0 0 0,0 1 0,0-3 277,-1 7 1,1-1-1,0-2 1,-2-4-398,-4 2 0,-1-4 0,9-19-133,17-33 0,6-17 193,-4-5 0,0-8 0,3-1 315,0 6 0,2-2 0,1 0 0,-2 4 45,-1-4 0,-1 3 0,2 6 584,11-2 1,-5 20 45,-21 33 0,-3 7-361,16 1 91,-19 2 0,-5 9 0,-2-2-630,0 11 0,-1-1 225,0-5 0,1 2-1138,3-9 1,2 0 0,2-5 1045,10 5 1,-1-14 0,4-3 0,15-1 0</inkml:trace>
  <inkml:trace contextRef="#ctx0" brushRef="#br2" timeOffset="-35963.73">8194 17141 7533,'-28'17'1092,"1"-1"0,2 20 0,4 8-273,8-10 0,0 3 0,1 2 0,2 1 0,2 6 0,2 2 0,2 0 0,1 0-1195,2-1 1,1-1 0,2 0-1,3-2-717,4 7 1,4-3 0,4-5 768,9 2 1,5-10 0,-5-19 0,-1-7 0,17-12-1</inkml:trace>
  <inkml:trace contextRef="#ctx0" brushRef="#br2" timeOffset="-35796.73">8516 17265 7533,'-15'26'1092,"-1"0"0,2 15 0,3 5 0,5-7 0,2 2 0,2 0-1634,1 2 1,1 0 0,1-2 541,-1 9 0,1-6 0,4 4 0,-5-32 0</inkml:trace>
  <inkml:trace contextRef="#ctx0" brushRef="#br2" timeOffset="-35445.73">8541 17216 7533,'-14'-7'3276,"25"1"0,39 6-2595,-20 1 1,1 4-2321,2 3 1,-10 7 2152,-22 10 0,-11 5 1124,-12 10 0,-5 3-601,8-14 0,-1 1 0,4 0-1172,1 9 0,12-4-630,26-10 1,11-7-271,2-5 1,2-2 629,0 3 0,-7 6 1035,-16 6 0,-12 5 44,-19 7 1,-11 1-1185,6-11 0,-4 0 1,0-3 211,-14 3 0,1-5 0,9-6 0,2-5 0,-2-7 0</inkml:trace>
  <inkml:trace contextRef="#ctx0" brushRef="#br2" timeOffset="-35213.73">8913 16967 7533,'28'7'1092,"0"0"0,0 21 0,-7 12 0,-8 2 0,-6 7 0,0-1 0,0-8 0,-1 0 0,-3 2-273,-4 0 0,-4 1 0,-2 2 0,-2-2-955,-2-4 1,-3-1-1,-3 0 1,-1 2 135,-3 1 0,-2 2 0,-2 0 0,0-1 0,1-2 0,-2 3 0,1-3 0,0-1 0,-2-1 0,-3-3 0,1-1 0,0 1 0,-1-1 0</inkml:trace>
  <inkml:trace contextRef="#ctx0" brushRef="#br2" timeOffset="-34079.73">7127 18133 7533,'-20'0'1799,"3"5"90,39 35-1350,2-3 1,7 2-428,-6-14 1,3 1-1,3-1 1,2-3-491,8-1 0,4-3 0,2-3 0,1-3 270,-5-6 0,2-1 0,1-4 0,1-1 0,-2-3 90,0-2 0,0-2 0,0-3 0,-1 0 1,-1 1 264,7-2 0,-1 0 1,-2 1-1,-2 2 495,1 2 0,-3 1 0,-2 5 7,-4 6 1,-2 4 0,0 0 59,0 1 1,-1 0 0,2 0-460,6 1 0,2-1 0,1-4-103,-7-4 0,1-2 1,1-2-1,-1 0-1067,0 0 1,0 0 0,0-1 0,1-2 708,1-3 0,2-2 0,-1-1 0,-3 0 0,-2 1 0,-3 0 0,0-1 0,-1-2 1,1 0-1,-1 1 0</inkml:trace>
  <inkml:trace contextRef="#ctx0" brushRef="#br2" timeOffset="-32296.73">20653 8118 7533,'-40'20'584,"16"-8"1,2 5-46,7 7 1,4 5-390,4 3 0,4 4 0,3 1-591,6 8 0,5 1 1,8-2 664,6-9 1,6-1 0,4-3 0,2-3-288,1-2 1,3-3 0,2-4 0,4-7 23,-8-9 1,2-3-1,4-4 1,0-3-1,0-2 1,-1-1-1,-4-2-152,8-3 0,-3-3 0,-1-2 0,0-5 1,-1-3 111,-8 3 0,1-3 0,0-3 1,-1-2-1,0-1 0,-3 0 1,-2-1-1,-4 2 115,4-9 0,-2-1 0,-5 0 0,-7-1 0,-7 0 107,-9-5 1,-6-4 0,-8 1 0,-6 6 0,-6 9-36,-3 13 0,-6 5 0,-5 7 0,-4 3 0,-2 4-265,8 4 1,-3 4-1,-4 2 1,-2 3-1,-1 2 1,0 1-1,-1 2 1,1 0-1,2 2 1,3-1 156,-1 2 0,1 2 0,1 1 0,0 2 0,1 0 0,1 1 0,-1 0 0,2 0 0,-1 0 0,-4 2 0,0 0 0,-1 1 0,2 0 0,0 1 0,2-1 0,3 0 0,3 1 0,1 5 0,-1 0 0,1 1 0,0-1 0,0 1 0</inkml:trace>
  <inkml:trace contextRef="#ctx0" brushRef="#br2" timeOffset="-31476.73">8157 18393 8972,'-31'14'1638,"11"23"0,3 15-1243,8-16 0,2 5 1,1 1-1,1 0-550,0 6 0,1 2 1,3-1-1,4-3-115,5 1 0,4-3 1,5-7-136,13 3 0,5-19 158,-1-42 0,-3-16 202,-12 5 0,-12 1 584,-29-3 1,-15 8-600,4 20 0,-4 8 1,0 4-379,1 3 0,0 4 0,2 2 1,-9 9-1,10 2 0,17 3 0</inkml:trace>
  <inkml:trace contextRef="#ctx0" brushRef="#br2" timeOffset="-30676.73">10450 16534 7533,'-26'-13'3276,"36"18"-2184,14-4 0,12 0 0,4-1-273,4 2 0,4 0 0,3 0 0,2-1-1000,-13-2 0,3 0 1,0-2-1,1 0 0,-1 1 1,0 0-90,6 0 0,1 0 0,-2 0 0,0 0 0,-4 0 270,-2 0 0,-1-1 0,-3 2 0,-5 2 0,10 3 0,-10 5 0,-9 16 0</inkml:trace>
  <inkml:trace contextRef="#ctx0" brushRef="#br2" timeOffset="-26175.73">10574 17216 7533,'-19'-7'3238,"-4"1"-360,3 22-1798,-10 22-766,16-12 1,2 6-700,1-1 0,1 4 0,0 1 295,3-2 0,1 0 1,0 1-31,1 1 0,0 0 0,3-1-1454,3 14 0,9-7 1574,9-16 0,4-6 0,15-3 0,-12-21 0,0 0 0</inkml:trace>
  <inkml:trace contextRef="#ctx0" brushRef="#br2" timeOffset="-25941.73">10760 17438 9152,'-12'29'1092,"0"-1"0,3 6 0,4-2 1388,5 4-2929,30-13-541,10-42 675,-13-8 1,-4-7-541,-8-1 1,-4-1 809,-2 5 0,-7 3 404,-21-1 1,-8 12-270,6 26 0,-2 8-1170,-9-6 1,8 3-450,33 30 1529,12-26 0,10-18 0,3-7 0,10-12 0</inkml:trace>
  <inkml:trace contextRef="#ctx0" brushRef="#br2" timeOffset="-25696.73">11107 17277 9332,'-20'13'3276,"-20"16"-2505,17-7 533,-1 3 1,1 2-1395,3 2 270,9-3 0,4 0-1530,7-3-179,34 5 360,2-21-90,13-1 809,-24 5 1799,-30 8-1169,-16 18 404,-2-15 1,-2 0-1170,4 4 1,2-2-315,-12 3 899,15-10 0,27-35 0,2-8 0</inkml:trace>
  <inkml:trace contextRef="#ctx0" brushRef="#br2" timeOffset="-25562.73">11131 17414 9871,'36'-6'1638,"-11"3"0,0-1-1316,16-8-1961,-6 1 1,-1-1-1639,-4-4 3060,-6 5 1,-1-1 0,2-6-1,0-1 1</inkml:trace>
  <inkml:trace contextRef="#ctx0" brushRef="#br2" timeOffset="-25426.73">11429 17067 7533,'-26'22'655,"0"1"0,-1-1 1,0 12-1,0 5 0,6 1 437,6 2 0,5 1 0,2 1-622,-3 3 1,2 0 0,4 0-1011,2-1 0,4 0 1,6-6 539,15-4 0,5-6 0,-7-3 0,4-7 0,8-14 0,0-1 0</inkml:trace>
  <inkml:trace contextRef="#ctx0" brushRef="#br2" timeOffset="-24909.73">11814 17005 7533,'-6'-28'3276,"-23"45"-2325,6 14-1190,4 4 0,-2 9 0,3-1 599,5-10 0,2-1 0,0 4-68,0 5 0,-1 4 1,1 0-1,3-1-112,1 7 0,3-1 0,1-3-510,-1-9 0,2-2 0,4 0 210,5 1 0,5 0 0,3-9-549,25-3 669,-12-8 0,1-5 0,-4-13 0,-1-5 0,19-14 0</inkml:trace>
  <inkml:trace contextRef="#ctx0" brushRef="#br2" timeOffset="-24726.73">12111 16943 7533,'-17'28'655,"-1"1"0,1-1 1,-1 11-1,2 1 0,3-4 2621,-1 10-3583,8-8 0,0 6 0,2-6 172,2-11 0,2 0-705,0 8 1,0 5 0,0-5 619,2 9 220,4-13 0,4-4 0,4-13 0,11-4 0</inkml:trace>
  <inkml:trace contextRef="#ctx0" brushRef="#br2" timeOffset="-24376.73">12062 16992 7533,'-7'-13'3276,"12"7"0,31 13-3089,-10 3 0,0 3-952,0 1 1,-5 4-271,-5 8 1,-8 3 899,-19 11 0,-9 0 45,6-12 0,-2 0 380,-8 14 0,1-4 249,9-9 91,9 12-270,39-16-540,8 0-90,-15-6 0,-3 3 180,-11 24 45,-24-12 0,-9-1-720,-6-2 1,-2-4 764,4-4 0,3-2 0,-7 8 0,28-16 0</inkml:trace>
  <inkml:trace contextRef="#ctx0" brushRef="#br2" timeOffset="-24210.73">12496 17587 9152,'-13'40'1638,"3"-12"0,-3 1-623,-2-6 1,-2-1-1016,1 2 0,-1-1 0,-13 13 0,12-25 0</inkml:trace>
  <inkml:trace contextRef="#ctx0" brushRef="#br2" timeOffset="-24012.73">12632 17079 12570,'0'40'1638,"1"4"0,-2 3-758,-2-11 1,1 2-1284,1 6 1,1 5 0,-1-4-1237,-2-1 1,1-3-1,1-3 1,2-3 982,1-6 1,1-7-1,-1-11 1,3-4 0</inkml:trace>
  <inkml:trace contextRef="#ctx0" brushRef="#br2" timeOffset="-23779.73">12644 17104 7533,'6'-14'3276,"6"3"0,24 11-1553,-7 0-1318,-1 1 0,2 3-181,-6 7 1,-2 2-135,18 9-90,-19 4 0,-8 6-225,-18 9 0,-11 3-868,2-9 1,-4 0 0,-1 0 712,4-4 1,-1 0-1,-4-2-670,-8 1 1,-5-2 0,3-6 908,-12 0 0,16-12 0,2-2 0,-5-10 0</inkml:trace>
  <inkml:trace contextRef="#ctx0" brushRef="#br2" timeOffset="-23562.73">13065 16831 7533,'42'-20'3276,"-19"9"-1638,1 22 0,-3 12 0,-10 17 0,-6 5-346,5-9 1,-3 1-1520,-6 8 0,-5 5 1,-4-2-134,-3-3 0,-5-2 1,-5 2-297,2-8 1,-5 2-1,-1 1 1,-2 0 0,1-2 420,2-3 1,-1 0 0,-1-1 0,0-1 0,-1 0 0,0-2 0,-2-1 0,0-1 0,0-1 0,2-2 0,-7 2 0,0 0 0,0 0 0</inkml:trace>
  <inkml:trace contextRef="#ctx0" brushRef="#br2" timeOffset="-21945.73">11603 18120 7892,'-2'-19'1530,"-2"7"-361,10 1 360,-6 9-1259,0-3 629,-6-1 91,5-1-720,-5-5-540,12-6 270,1 4-90,0 2 270,-2 6 90,-5 6-1170,0 0 1080,-5 0 180,3 0-180,-9 0 180,10 6-1,-10-5-269,9 5 0,-3-6 90,5 0 630,0 0-720,-6 5 0,-1-4-180,1 5-180,0-6 270,1 6 270,3-5 719,-9 5 360,10-6-1169,-5 0 450,6 0-630,6 0-90,1 0 90,27 0-135,-2 0 0,4 0-360,11-1 1,2 2 262,-8 1 1,-2 1-129,4 0 0,-6 7-809,-9 31 899,-9-11 45,-25 4 0,-12 1 405,-8-8 0,-6-2 899,-1 4 1,0 0-856,6-6 1,5-3-315,5-2-89,52-13-91,0-5 0,4 0 0,7 1 0,0 4 225,-2 4 0,-5 5 405,-14 1 0,-9 3-46,-17 6 1,-10 2-90,-10 2 0,-8-1-361,-5 2 0,-7-2-494,9-9 1,-3 0-1,-2-2 1,3 0 469,-2-1 0,2-2 0,-1 0 0,-5 2 0,-2-1 0,4-3 0,5-5 0,0 0 0</inkml:trace>
  <inkml:trace contextRef="#ctx0" brushRef="#br2" timeOffset="-21395.73">13288 17277 11131,'27'-3'-90,"-1"0"0,13-3 0,3 1 90,4-1 0,0-1 0,-1 1 0,-3-1 0,-12-2 0,-1 0 0</inkml:trace>
  <inkml:trace contextRef="#ctx0" brushRef="#br2" timeOffset="-21212.73">13549 16955 7533,'-30'11'1638,"15"16"0,3 10-546,1-2 0,1 6 0,1 2-1667,4-1 0,1 3 1,2 0-1,-1 1-245,1 0 1,0 2 0,1-2 0,1-3 350,-1 0 1,1-2 0,2-4 0,3 5 0,1-9 0,1-15 0</inkml:trace>
  <inkml:trace contextRef="#ctx0" brushRef="#br2" timeOffset="-20862.73">13884 16744 7533,'-19'11'1638,"6"9"0,2 7-546,4 4 0,1 5 0,0 2-1167,-1 0 1,-1 3 0,0 1 0,0 1-241,1 5 0,1 2 0,-1-1 1,1-1-69,1-6 1,-1 0 0,2-2 0,0-4-161,-4 17 1,10-19 3,33-48 973,-12-11 1,1-6 464,7-7 1,1 12 1529,7 36-1890,-28 16 1,-6 8-727,-7 14 0,-3 1-1452,3-6 1,3-5 1512,11 5 1,9-38 0,9-18 0</inkml:trace>
  <inkml:trace contextRef="#ctx0" brushRef="#br2" timeOffset="-20646.73">14367 16918 7533,'-40'28'819,"1"0"0,13-1 0,3 3 0,1 3 0,5 0 0,2 3 0,1 2 0,4 0-146,2-1 1,4 2 0,2-1 0,2-1-1767,3 4 1,3-2 0,6-5 883,11 2 1,5-11 0,17-15 0,-4-29 0</inkml:trace>
  <inkml:trace contextRef="#ctx0" brushRef="#br2" timeOffset="-20462.73">14442 16992 12840,'-11'45'655,"1"0"0,-1 0 1,3 3-1,2 0 0,1 0-1328,0-6 1,1-1 0,2-2-967,1 8 1,2-7 1467,4-6 1,-3-40 0,3-14 0</inkml:trace>
  <inkml:trace contextRef="#ctx0" brushRef="#br2" timeOffset="-20246.73">14454 17030 7533,'7'-14'3276,"15"8"0,4 30-2190,-6-4 1,-1 4-1492,0 8 0,-6 5-225,-13 6 1,-10 0-181,-7 0 1,-6-3-541,-5 0 1,-3-6 781,6-12 0,0-5 1,-9 5-1,14-22 0</inkml:trace>
  <inkml:trace contextRef="#ctx0" brushRef="#br2" timeOffset="-20012.73">14653 16744 7533,'20'-20'1638,"1"-1"0,25 15 0,-16 33 0,-4 14-546,-11-2 0,-4 6 0,-4 2-1002,-3-6 0,-3 1 0,-2 2 0,-3 0-162,-2-5 0,-2 1 0,-1 0 0,-3 0 0,-3-1-584,-2 0 1,-4 0-1,-1-1 1,-1-1 0,2-3 327,-7 10 0,1-3 0,-2-2 1,2-10-1,-1-2 0,-1-1 1,2-5-1,-4 2 0,-1-1 1</inkml:trace>
  <inkml:trace contextRef="#ctx0" brushRef="#br2" timeOffset="-17246.73">20578 10534 7533,'-43'-24'1709,"16"10"-71,-6 17 0,4 11 1638,14 31-3956,16-2 1,9 1 859,0-11 0,9-4-1,10-9 1,12-1 0,4-5 0,-2-4-383,-3-6 0,-1-5 0,2-4 0,3-1-157,-6 0 0,3-2 0,1-1 0,1-2 1,-2-1-1,-1-3-36,5-4 0,-1-3 0,-2-2 1,-1-3-1,-4-2 270,-3-1 0,-2-2 0,-2-2 0,-4-2 0,-6-1 322,-4-10 1,-5-2 0,-8 0-1,-7 2 623,-8 4 0,-7 1 0,-6 2 0,-6 5-431,-2 8 0,-5 2 1,-5 3-1,-2 6 1,-1 5-489,7 6 1,-3 5-1,-1 4 1,-2 2 0,1 3-1,0 3 1,1 0-171,-2 4 0,0 3 0,-1 2 0,2 3 1,1 2-1,2 1 0,4 1 270,-1 5 0,3 3 0,2 2 0,3 1 0,2 0 0,3-2 0,0 0 0,2 1 0,2-1 0,6 0 0,8-3 0,20 6 0,0 1 0,-1-1 0</inkml:trace>
  <inkml:trace contextRef="#ctx0" brushRef="#br2" timeOffset="-16478.73">13859 18133 7533,'-21'0'3276,"-1"16"0,21 32-1638,-4-9 0,-1 5-1556,3-5 0,1 3 0,0 1-1175,0 3 1,-1 1 0,1-2 545,-1 6 1,1-3 0,1-2 0,2-5 0,-1-5 0</inkml:trace>
  <inkml:trace contextRef="#ctx0" brushRef="#br3" timeOffset="-12780.73">9892 17364 11988,'0'-19'-553,"0"6"938,-5-3-778,3 13 348,-9-13 63,4 14 150,0-3-191,-15 16 293,2 7 0,-2 5-129,-2-1 1,-1 1-1,-2 2-8,-4 4 0,-2 2 1,2-1 163,2-2 1,1-1 0,2-1 147,-3 2 0,8-1 611,21 9-998,45-17-18,-14-4 0,2-1-737,7-2 1,0 2-291,-5 7 1,-1 1 439,1 0 1,-2 0 0,-12-3 0,-2 1 0,15 15 0</inkml:trace>
  <inkml:trace contextRef="#ctx0" brushRef="#br3" timeOffset="-11393.73">9582 17451 12414,'-30'-26'-695,"4"30"1563,12 15 1,3 6-594,-2 19-204,14-11 1,3 5 0,2-7-242,10-1-6,8 9 0,9-5 188,4-29 0,2-6-42,-7 8 0,0-4 117,13-15 1,-5-10-107,-21 0 0,-3-2 73,1 2 1,-3-3-75,-5-18 1,-7 1 332,-9 7-109,-6-5 0,-8 6 28,-6 31 0,-3 6-181,6-9 1,-1 5 70,-1 16 0,-1 11 0,5 2-16,5 16 0,5 2-136,-5-8 1,4 1 74,11 12 1,15-11 177,21-34 0,9-12-81,-7-2 0,2-4 1,0-5-806,-4-4 1,1-5 0,-1-2 0,-3 1 699,0-2 1,-3 0 0,-5-3-73,1-9 0,-6-3 1,-16 9-774,-30 10 0,-15 12 99,9 14 0,-2 8 0,0 0 409,-2-5 1,1 1 0,1 8 370,4 13 1,0 10-1,4 1 1,6-5 0,6-8-1,4 0 1,-2 17-1,-1-1 1</inkml:trace>
  <inkml:trace contextRef="#ctx0" brushRef="#br3" timeOffset="-11026.73">9731 18108 8204,'-47'0'3276,"13"6"-2557,28 0 778,17 29-1154,3-17 11,11 9 1,8 2 27,7-8 0,2-2-955,-5 1 0,2 0 621,2-4 0,4 0 0,-5-3 27,-10-2 0,-1-1-50,20 3 1,-3-1 685,-6 0-143,-66 5-921,-6-5 1,-9 0 0,1 0-322,4-3 0,1 0 0,-3 3 681,2 2 1,-4 3 0,-2 2-1,4 0 1,5-3 0,-6 7 0,4 0-1,-2 2 1,-1 1 0,1 0-1</inkml:trace>
  <inkml:trace contextRef="#ctx0" brushRef="#br2" timeOffset="-8946.73">12421 18603 7533,'28'-13'509,"-1"0"1,2 1 0,-1 1-196,-3 4 1,1 2 90,10-4 0,4 0-720,6-3 0,1-1-153,-8 3 0,0-1-132,-5 2 1,3-2-1,-6 2 414,16-4 0,-22 4 0,-1 0 0,12-4 0</inkml:trace>
  <inkml:trace contextRef="#ctx0" brushRef="#br2" timeOffset="-8809.73">13016 18232 7533,'-22'21'1638,"0"-1"0,-10 9-713,21 5 1,5 6-926,2 10 0,2 0 0,2-8 0,0 1 0,0-8 0,0 0 0,0 0 0</inkml:trace>
  <inkml:trace contextRef="#ctx0" brushRef="#br2" timeOffset="1140.27">22028 17526 7533,'-7'-13'3276,"18"17"-2055,-1 4-142,11 12 1,3 2-540,5 1-1705,9 8 1,0 0 1074,1-6 90,-11-2 0,3 4 0,-5-3 0,0 2 0,-3-3 0,0 0 0</inkml:trace>
  <inkml:trace contextRef="#ctx0" brushRef="#br2" timeOffset="1303.27">22450 17401 7533,'-26'29'655,"1"1"0,-1-1 1,1 0-1,-8 3 0,1 3 0,13-6 0,0 6 1,0 3-1,1 1 0,1-2-1475,-3 7 1,2 0 0,0-2 0,1-2 737,-1-2 1,2-2-1,-1 3 82,-2 6 0,-1 4 0,1-1 0,2-8 0,3-10 0,1-3 0,-5 15 0,0-1 0</inkml:trace>
  <inkml:trace contextRef="#ctx0" brushRef="#br3" timeOffset="16556.27">16388 17042 14165,'-24'-21'-1093,"0"-1"1,-1 8 0,-1 1 1753,-3-3 1,1 3 66,1 6 396,61-10-674,-1 10 0,8 1 0,4 0-671,-9 1 0,3 1 0,2 0 0,1 0 1,1 0 298,-2 2 1,2 0 0,0 1-1,2 0 1,-1 1 0,1 0-350,4 0 0,0 1 1,0 0-1,1 1 0,1 0 1,-1 0 361,-6 0 0,0 1 1,0 0-1,0 0 0,1 0 1,0 0-1,0-1-229,2 0 0,1 0 0,0 0 0,0 0 1,0 0-1,0-1 0,-2 1 196,5-1 1,-2 0 0,0 0 0,0 0-1,0 0 1,2-1-15,-2 0 0,2 0 0,2 0 1,-2 0-1,0 0 0,-2 0 1,-4 0-51,-2 0 1,-4 0 0,-1 0 0,1 0-1,3 0-16,4 0 1,4 0 0,1-1 0,1 1 0,-2 0 0,-2 1-328,0 1 1,-2 0 0,0 0 0,-2 1 0,1-1 314,-4 0 0,-2-1 0,1 0 0,1 1 0,1 0 16,3 2 0,1 0 0,2 0 0,1 0 0,-2 0 0,-1 0-155,4-2 0,-2 0 1,0-1-1,-1 0 1,-1 1 163,-6 0 1,-1 1 0,-1 0 0,2-1 0,4-1 21,-4-2 1,3 0 0,2-1 0,1-1 0,1 0 0,-1-1 0,-2 0 0,-2 0-12,1-2 0,-2 0 0,-1 0 1,0-1-1,1 0 0,1 0 67,2 0 0,1 0 0,1 0 0,1-1 0,0 1 0,0-1 0,-2 0-24,0 0 1,1-1 0,0 0-1,0 0 1,-2 0 0,-3 0 0,-2 1-56,5 0 0,-5 0 1,-1 0-1,4-1-93,4 0 1,4-1 0,2-1 0,-2 1-1,-4-1-94,-5 2 0,-3-1 0,-1 0 0,2-1-35,0 2 0,1-2 1,1 1-1,0 0 1,0-1-412,1 1 0,2-2 0,-1 1 1,-2 0-1,-3 2 655,-1-1 0,-3 1 0,1 0 0,10-2 0,1-1 0,-5 1 0,-9 1 0,0 1 0</inkml:trace>
  <inkml:trace contextRef="#ctx0" brushRef="#br2" timeOffset="42389.27">24471 16212 7533,'0'-26'1214,"0"1"0,-12-24 1305,-7 29-1710,-6 24 1,-4 14-570,8 10 0,2 11 0,0 2-599,3-6 1,-1 1-1,3 1 1,3 1-462,5 6 1,5 2 0,2-2 0,3-3 466,1-3 1,2-4-1,5-4 1,14 6-1,5-10 1,17-13-1</inkml:trace>
  <inkml:trace contextRef="#ctx0" brushRef="#br2" timeOffset="42623.27">24768 16385 0,'-20'26'1092,"0"0"0,7 4 0,1 0 546,-5 1 0,10-9-2270,42-31 92,-11-20 1,-3-10 389,-4 6 0,-1-4 0,-11 4 899,-19-6 1,-13 13-660,-12 25 0,-4 14-660,12 2 0,0 4 1,8 4 569,10 10 0,12-1 0,23 2 0,14-35 0,0 0 0</inkml:trace>
  <inkml:trace contextRef="#ctx0" brushRef="#br2" timeOffset="42873.27">25102 16286 8522,'-26'16'1092,"0"0"0,-14 11 0,5 3-347,20-6 1,4 0-1601,-5 3 1,9-3 449,23-7 1,10-5-496,2-8 1,-1-2 809,19 9 1034,-51 10 1,-13 5-675,-15 2 0,-7-1-540,8-5 0,-1 0 0,2-3 270,-3 2 0,5-6 0,1-9 0,35-13 0</inkml:trace>
  <inkml:trace contextRef="#ctx0" brushRef="#br2" timeOffset="44139.27">25052 16273 7533,'-6'-19'1709,"-11"12"-270,3 47-1124,4-1 0,1 5-196,2-7 1,1 2 0,1 0-120,0 0 0,1 0 0,1-4-315,-2 7 1,3-15-406,2-25 270,13-29 1,8-21 479,-6 14 0,1-2 0,0 0 359,1 1 1,0 1 0,1 7 1319,18-4-855,-33 51 1,-6 12-765,-3 14 0,-2 4-855,-1-1 1,5-2-875,9-7 1,6-7 1377,7-2 1,29-26 0,-15-12 0</inkml:trace>
  <inkml:trace contextRef="#ctx0" brushRef="#br2" timeOffset="44406.27">25524 16310 9512,'-24'11'1092,"-1"-1"0,2 3 0,1 3-1291,-2 16 0,4 4-296,4-7 0,7-1-90,14-2 1,7-2-45,17 6 898,9-6 181,-42 17-180,-15-17 0,-7-1-765,-9 1 0,-2-3 495,7-5 0,2-8 0,-12-21 0,28-13 0</inkml:trace>
  <inkml:trace contextRef="#ctx0" brushRef="#br2" timeOffset="44556.27">25598 15976 7533,'-26'0'3276,"-3"33"-3494,26 8 218,0-9 0,2 0 0,9-6 0,2-3 0,9 13 0</inkml:trace>
  <inkml:trace contextRef="#ctx0" brushRef="#br2" timeOffset="44705.27">25673 16373 7533,'-24'42'819,"1"1"0,4-7 0,0 1 0,6-1 196,6 3 1,4 0-1016,2 10 0,2-3 0,2-12 0,4-4 0,16 10 0</inkml:trace>
  <inkml:trace contextRef="#ctx0" brushRef="#br2" timeOffset="45006.27">25958 16397 7533,'-43'-8'3276,"-1"26"-2846,21 2 1,2 6-1061,3 2 1,4 1 269,3-3 0,4-2-269,18 12 1618,10-17-89,5 10-271,-13 3-494,-23-8 0,-9 1-315,-8-1 0,-4-2 180,-2-2 0,0-3 0,4-9 0,2-4 0,-2-5 0</inkml:trace>
  <inkml:trace contextRef="#ctx0" brushRef="#br2" timeOffset="45273.27">26057 16310 7533,'4'-24'3276,"26"5"-3160,2 4 0,5 1-1601,11 1 1,-1 0 937,-12 0 1,-2-1 0,1 0 0,-6-1 0,-9-4 0</inkml:trace>
  <inkml:trace contextRef="#ctx0" brushRef="#br2" timeOffset="45423.27">26305 16013 7533,'-22'40'546,"-1"0"0,1 0 0,3-3 0,1 1 0,1 1 0,3 0 546,3 9 0,3 0 0,1-1-1698,-1-9 0,1 0 0,1 2-214,2 6 1,2 5 0,1-1 0,3-10 659,4-10 0,1-3 0,2 15 0,2-3 1,7-16-1</inkml:trace>
  <inkml:trace contextRef="#ctx0" brushRef="#br2" timeOffset="45689.27">26342 16571 8972,'0'19'2518,"11"-6"-3327,25-8-1800,5-33 1170,-2 5 1529,-50 2 989,-17 30 1,-7 13 12,9-2 0,1 5 0,1 1-265,0 3 0,1 2 0,8-1-1817,12 6 1,12-3 989,13-12 0,8-7 0,0-8 0,1-6 0,1-3 0,1-1 0</inkml:trace>
  <inkml:trace contextRef="#ctx0" brushRef="#br2" timeOffset="45970.27">26628 16596 7533,'-20'23'1092,"0"-1"0,-5 10 0,4 0 1928,11 3-3829,-6 8-541,27-25-1168,25-46 2158,-11 9 0,2-3 405,3-5 0,-2 2 2024,9 5-90,-26 41-1799,-15 9 0,-4 2-90,0 11-1620,3-12 1,4-6 1529,8-15 0,11 12 0,1-15 0</inkml:trace>
  <inkml:trace contextRef="#ctx0" brushRef="#br2" timeOffset="46820.27">26851 16522 8792,'-7'-8'2519,"23"3"-3329,28-6 630,-1 2-1079,-8-4 0,-2-2 1259,-4-1 0,-8 2 0,-1-1 0,5-4 0</inkml:trace>
  <inkml:trace contextRef="#ctx0" brushRef="#br2" timeOffset="46970.27">27110 16100 7533,'-23'40'655,"0"-1"0,0 1 1,5-1-1,1 1 0,0 6-109,4-10 0,-1 5 0,0 2 0,0 0 0,2-1 0,1-5-859,-3 12 0,3-5 0,4 2-507,7-2 1,3 4 0,3-4 0,2-9 562,16 5 1,2-9 0,2-6-1,9-12 1</inkml:trace>
  <inkml:trace contextRef="#ctx0" brushRef="#br2" timeOffset="48904.27">27594 16608 7533,'-14'0'1709,"-2"0"90,14 0-1440,-3 0 1800,21-11-1799,5 8 629,14-8 1,6 0-1130,-13 9 0,2 2 469,12-5 1,6-2 0,-5 2-465,-7 4 0,1 1 90,3-2 0,6-1 0,1 0 0,-7 0 45,-4-1 0,1 1-450,-2 1 1,6 1-1,1-1 1,-6 0-1190,5-4 1,-2 1 1479,3 3 1,-1 2-1,-12 0 1,-5 0-1,0 8 1</inkml:trace>
  <inkml:trace contextRef="#ctx0" brushRef="#br2" timeOffset="49188.27">28437 16273 8522,'31'18'2519,"-11"-4"-1485,6 3 1,-1 1-586,0 4 450,12 1 1,0 0-540,-5-1 90,3-1 0,-1-2-271,-5-4-44,-7 0 0,-3-1-225,-5-5 450,-14 18-900,-19-17-629,-17 12 0,-4 1 269,14-11 0,-2 0 900,-3 3 0,-5 5 0,-2 1 0,6-3 0,-6 4 0,3 0 0,-3 2 0,0 0 0,1 0 0</inkml:trace>
  <inkml:trace contextRef="#ctx0" brushRef="#br2" timeOffset="49956.27">27681 16794 7533,'-25'-5'2968,"11"3"-270,36-14-1844,14 12 1,8 5-975,-3-2 0,4 2 1,3-1-654,-5 0 1,3 1-1,0 0 1,-1 0 772,0-1 0,0 1 0,-1-1 0,-1-1 0,3-3 0,-1 0 0,-3-2 0,-6-3 0,-1 1 0,1 0 0</inkml:trace>
  <inkml:trace contextRef="#ctx0" brushRef="#br2" timeOffset="51121.27">29416 16397 7533,'-19'-7'1799,"-10"13"-1305,11 9 1,-1 6-136,-3 5 1,-1 5 0,0-3-606,-1 2 0,-2 1 470,5 0 1,-3 5 0,0 0 0,3-4-90,-5 2 0,2-2-285,4-3 0,1 1 1,1-2-1246,2-2 1,4-6 854,6-7 595,17-19 0,3-13 0,11-12 0</inkml:trace>
  <inkml:trace contextRef="#ctx0" brushRef="#br2" timeOffset="51439.27">29466 16298 9332,'0'32'899,"0"0"1,0 2-811,0-2 1,0 6 0,0-1-1729,0 12 1,0-1 282,0-4 1,0 1 725,0-2 1,1 2-1,-2-8 629,-5 9 0,4-15 1,-3-3-1,-7-4 0</inkml:trace>
  <inkml:trace contextRef="#ctx0" brushRef="#br2" timeOffset="51573.27">29230 16683 10051,'34'-6'-60,"0"0"0,0 0 0,7-4 0,-1 0 0,4 1 0,-2-1 0,-15 1 0,0 0 1</inkml:trace>
  <inkml:trace contextRef="#ctx0" brushRef="#br2" timeOffset="52053.27">29714 16658 8972,'-13'23'869,"1"1"1,-4 1-1,2 2-824,5 2 0,2 0 225,-4 19-899,18-29-1,22-35-360,-9-18 1,-1-5 854,1 10 0,0-3-430,-5-2 0,0-8 1,0 0-1,-2 2 475,-1 1 0,-1 2 0,0-3 202,1-1 1,1-3-1,0 1 1,-3 3 44,-2 3 0,-1 3 0,-1 2 1147,5-12 1,-5 19 1393,-17 51-2113,1 3 0,0 7-406,1-2 1,0 6 0,-1 0 0,1-1-415,1-2 0,1-1 0,0 4-13,-2 6 1,0 5 0,0 0 0,3-5-968,3 5 1,3-3 584,-1-8 1,-1 2-1,5-7 630,16 8 0,8-35 0,3-26 0</inkml:trace>
  <inkml:trace contextRef="#ctx0" brushRef="#br2" timeOffset="52490.27">30061 16596 7533,'-47'7'1638,"22"2"0,5 4 1022,6 13-2480,7 12-450,8 5 360,6-22-1439,10 1 90,-9-21-360,21-18 1619,-14 7-90,14-25 809,-4 27-359,-10-3 720,2 27 359,-17 0-630,0 8-629,0-6-809,11-11 179,8-12-90,2 2-180,2-8-359,-11 22 719,-5-3-1079,-1 15-90,-6-9 1529,5-12 0,-3-16 0,3-18 0</inkml:trace>
  <inkml:trace contextRef="#ctx0" brushRef="#br2" timeOffset="52623.27">30359 16310 7533,'-7'-8'3276,"-4"27"-4645,9 4 1,2 4 469,0 21 756,2-1 1,9-29-1,-4-5 1</inkml:trace>
  <inkml:trace contextRef="#ctx0" brushRef="#br2" timeOffset="52756.27">30446 16596 7533,'-27'30'1092,"0"0"0,-2 3 0,7-4-411,14-8-681,2 4 0,13-7 0,5-6 0</inkml:trace>
  <inkml:trace contextRef="#ctx0" brushRef="#br2" timeOffset="53053.27">30669 16608 7533,'-40'19'1259,"14"-8"0,1 2 90,-8 17-2068,-6-3 89,14 4 270,20-19-719,23-6-90,13-6 989,-3 0 270,1 0 180,-22 11-180,-2-3 719,-27 15 91,-5-3-1170,-6-7 270,9-1 0,19-12 0,10-12 0,2-1 0</inkml:trace>
  <inkml:trace contextRef="#ctx0" brushRef="#br2" timeOffset="53339.27">30780 16658 8072,'-23'24'2699,"-3"12"-3689,0-3 451,8-1 89,29-14 270,-7-13 180,29-5-90,-23 6 90,7 1-180,-17 11-270,-28 7-179,-12 1 629,14-15 0,1-3 0,-18-2 0,13-13 0</inkml:trace>
  <inkml:trace contextRef="#ctx0" brushRef="#br2" timeOffset="53670.27">30916 16298 11041,'-20'42'-248,"8"-3"1,7 5 0,5-8-1</inkml:trace>
  <inkml:trace contextRef="#ctx0" brushRef="#br2" timeOffset="53839.27">30928 16633 7533,'-11'35'819,"0"1"0,1-1 0,-5 13 0,6-2-773,10-10 0,4-4 1,3 6-1,9-22 1</inkml:trace>
  <inkml:trace contextRef="#ctx0" brushRef="#br2" timeOffset="54206.27">31226 16298 7533,'-26'27'819,"1"-1"0,9 1 0,1 4 0,3 3-172,2 8 0,2 4 0,1-1-1187,0-1 0,0 0 1,3-2-721,3 12 1,7-16 450,7-31 629,25-26 135,-19-5 0,0 5 1754,7 23-360,-20 24-810,-18-3 1,-6 1-360,-4-2 0,-2-4-675,-2-6 1,1-3 404,-7 0-2879,16-22 2969,16 3 0,11-16 0,3 5 0</inkml:trace>
  <inkml:trace contextRef="#ctx0" brushRef="#br2" timeOffset="54406.27">31375 16373 7533,'-9'38'819,"1"1"0,3-7 0,0 2 0,0 0-142,-3 6 0,-1 1 0,1-1-797,1 3 0,1-1 0,1-2-1519,1 0 1,1-4 1276,-2 11 1,5-36-1,0-11 1</inkml:trace>
  <inkml:trace contextRef="#ctx0" brushRef="#br2" timeOffset="54639.27">31375 16819 7533,'18'45'3276,"12"-20"-2685,9-37-1625,-13-8 0,-3-5 764,-5 2 0,-8 0 1619,-16-3 1350,-34 45-1665,12 7 0,4 6-1214,8 3 1,11 0 179,14-10 0,8-5 0,5-6 0,5-6 0,6-11 0,0-1 0</inkml:trace>
  <inkml:trace contextRef="#ctx0" brushRef="#br2" timeOffset="57273.27">24049 17526 7533,'-40'-13'2158,"0"1"-898,26 5-1,-4 1 90,22-5-269,43-3-631,-5 2 1,6 0-360,-6 4 0,3 1 0,0 2 0,-2 1 0,0 1 0,-2 4-180,7 3 0,-8 9 944,-17 11 1,-10 7-1035,-16 11 0,-8 5-570,3-9 1,-2 2-1,1 0 517,1-3 0,2-1 1,0 0-1,0 11 0,3-2 1,5-12-1,1 0 0</inkml:trace>
  <inkml:trace contextRef="#ctx0" brushRef="#br2" timeOffset="58105.27">24978 17451 7533,'-12'-1'3276,"-17"30"-1901,5 9 0,-2 9-1263,8-14 1,-2 3-1,-1 1 1,-1 2-526,3-4 0,-1 1 0,-1 1 0,1 1 0,0-1-105,-3 8 1,-1 0 0,2-1 0,2-2 517,-1 1 0,2-2 0,2-5 0,0-2 0,7-9 0,10-16 0</inkml:trace>
  <inkml:trace contextRef="#ctx0" brushRef="#br2" timeOffset="58256.27">24843 17699 7533,'19'-2'3276,"4"37"-1638,-10 2 0,-1 7-1784,-2 1 1,0 4 0,1 0-675,-2-10 1,1 0 0,-1 0 0,0-1 433,1 6 0,-1-1 0,-2-4 0,1 3 0,-3-7 0,-7-5 0</inkml:trace>
  <inkml:trace contextRef="#ctx0" brushRef="#br2" timeOffset="58373.27">24805 18108 3638,'-19'-41'3276,"34"6"-1970,12 16 0,8 6-1306,4 10 0,3 6 0,2 3 0,-2 3 0,-12 7 0,0-1 0</inkml:trace>
  <inkml:trace contextRef="#ctx0" brushRef="#br2" timeOffset="60853.27">25449 17897 7533,'-38'5'1799,"-4"19"-1125,17 7 1,2 4-495,5-10 0,0 3 59,-2 11 1,-1 7 0,4-6-150,8-15 0,2 0-45,-2 22 0,12-8-585,46-35-45,-17-19 1,2-12 314,-8 0 0,1-7 0,-1-1 1,-2 1-133,-1 1 0,-3 1 0,-1-5 258,-2-2 0,-1-6 0,0-3 0,-2 2 0,-2 4 54,-1 0 0,-3 3 0,0-3 539,-1-2 1,0-5 0,-1 1 0,-1 6-225,2-6 0,-3 7 629,-6 5 1,-2 15 314,-2 64-944,0 0 0,-1 9-270,1-10 0,-2 5 0,0 2 0,1 0-357,1-5 1,1 0 0,-1 2 0,1-2 0,0 0 41,-3 6 0,0-1 1,1-1-1,3-4-60,3 3 0,3-3 1,3-7 419,3-6 0,6-9 0,29-17 0,-6-12 0</inkml:trace>
  <inkml:trace contextRef="#ctx0" brushRef="#br2" timeOffset="61839.27">25784 17885 7533,'-19'-13'2698,"6"6"-1439,2 13-449,5 24-630,-1-1-90,1 6 0,1-1-90,3-8-45,-1 9 0,1-2-45,2-21-990,5 21 811,2-31-721,17-8 181,2-30 539,-10 16 0,-1-1 360,1-7 0,-1 1 180,4 1 1169,-1 26-899,-6 9 269,1 26-629,-1-20-270,1 8-809,4-16-271,-3 4 900,-1-9-809,-8 9-810,-5-4 1889,0-1 0,0-11 0,0-9 0</inkml:trace>
  <inkml:trace contextRef="#ctx0" brushRef="#br2" timeOffset="61971.27">26094 17550 9332,'-25'0'3148,"12"5"-5127,7 30 1979,19 12 0,-7-21 0,1 0 0,2-2 0,0-1 0</inkml:trace>
  <inkml:trace contextRef="#ctx0" brushRef="#br2" timeOffset="62108.27">26131 17984 7533,'-26'38'1638,"11"-14"0,1-1-1136,6 10-502,8 16 0,8-22 0,10 2 0</inkml:trace>
  <inkml:trace contextRef="#ctx0" brushRef="#br2" timeOffset="62405.27">26330 17996 7533,'-24'-7'3276,"4"7"-1335,-11 18-2211,18-2-810,-4 18 541,16-24-181,-5 17 450,6-24-1079,0 14 1619,0-11-450,11 1 810,3 4-540,0-4 180,2 6-181,-14-1 1,3 6 0,-10-5-449,-19 16 359,13-14-1260,-22 9 1260,30-17 0,-8-13 0,11-8 0</inkml:trace>
  <inkml:trace contextRef="#ctx0" brushRef="#br2" timeOffset="62674.27">26466 18046 7533,'-20'0'3276,"-2"11"-2505,20-8-2300,-3 30 360,5-17-90,0 15 539,11-8 540,-3-15 990,10 3 1079,-11-5-1799,-2-5 1349,-5 16-1079,0-15 179,-16 20-899,6-14 181,-19 5-901,15-8 1080,-4-5 0,6-10 0,0-4 0</inkml:trace>
  <inkml:trace contextRef="#ctx0" brushRef="#br2" timeOffset="62820.27">26603 17513 8522,'-7'19'540,"3"6"0,2 1-540,2 6 0,0-5 0,0-1 0,0 5 0</inkml:trace>
  <inkml:trace contextRef="#ctx0" brushRef="#br2" timeOffset="62970.27">26603 17934 7533,'-14'46'1638,"7"-20"0,3 0-597,9 18-2120,-3-9 854,1-6 0,-1-2 225,-2-9 0,6 22 0,1-21 0</inkml:trace>
  <inkml:trace contextRef="#ctx0" brushRef="#br2" timeOffset="63754.27">26851 17488 7533,'-13'-19'3276,"1"12"-2595,5 8-231,3 21 0,3 7-270,1 4-904,-2 3 0,1 8 0,-2-4 814,0-9 0,-1 0-90,1 8 0,1 8 0,-2-1 0,1-6 90,-3-3 0,-1-1-450,3 13 0,0 5 1,0-8 89,0-19 0,1-3 15,0 12 1,1-2-376,2-8-359,0-8 629,0-18-989,11-40 989,-3 14 270,3-5 0,1-1 810,8-1 1943,10 1-1494,-9 25-342,2 10 73,-17 26-630,-1-19-1,-10 28-449,-7-27 90,-5 17 1,-1 1 89,-6-10-585,-1 5 0,-1-3-944,4-13 810,-3 4 719,14-12 0,6-17 0,-2-4 0</inkml:trace>
  <inkml:trace contextRef="#ctx0" brushRef="#br2" timeOffset="63938.27">27036 17612 7533,'0'-20'3276,"-6"20"-2126,0 29 1,0 17-1271,0-13 0,-1 0 0,1 2-627,1 1 0,0 0 0,1 2 207,-2 9 1,0 1-1,1-5 180,2-13 1,-1 0-661,2 10 1,0 4-1,-1-7 1020,-2 9 0,5-16 0,0-2 0,0-10 0</inkml:trace>
  <inkml:trace contextRef="#ctx0" brushRef="#br2" timeOffset="64171.27">27048 18207 7982,'44'21'3276,"-12"-5"-2935,-9-23 0,-1-8-1150,7-12 224,-12 5 0,-2 0 405,2-4 180,-28 3-90,-3 28 1034,-9 7 1,-1 4-675,-1 9 764,-2 8 1,3 3-585,15 5-945,3-5 0,6 0 495,25 5 0,-10-16 0,3-3 0,25 3 0</inkml:trace>
  <inkml:trace contextRef="#ctx0" brushRef="#br2" timeOffset="64505.27">27954 17922 7533,'-14'-18'3276,"36"10"0,-3-3-2432,9 6 0,9 2 1,0 0-1160,10-1 0,0-1-341,-13 0 0,1-2 0,1 2-184,7 0 1,2 1 0,-7 0-421,9-3 1260,-3 3 0,-2 3 0,-13 6 0,12 2 0</inkml:trace>
  <inkml:trace contextRef="#ctx0" brushRef="#br2" timeOffset="64687.27">28016 18120 7533,'-27'3'1638,"1"0"0,23-2 1638,17-1-2552,16-3 0,11-2 1,-3 1-1511,-8 0 0,2-1 538,4-1 1,6-1 0,0-1 0,-6 2 247,-2 1 0,1 0-820,0-1 1,5-2 0,0 0 0,-6 1 690,-6 3 1,-1 0-1,17-6 1,-1-2-1,-6-2 1</inkml:trace>
  <inkml:trace contextRef="#ctx0" brushRef="#br2" timeOffset="64907.27">28698 17575 7533,'-25'-17'3276,"11"13"0,9-12-204,34 27-2172,-6 2-1,14 4 1,0 2-946,-4 9 46,8 0 0,-2 2 90,-9 0-900,-5 4 1,-3 1 809,-9-5-1125,-10 7 1,-6 1 854,-10-1-270,-8-10 0,-6 5 1,1-5-614,0-4 1,-2-2 1152,-5 2 0,-7 3 0,-1 0 0,5-3 0,-2 3 0,0-1 0,-1 1 0,0 0 0,0-1 0</inkml:trace>
  <inkml:trace contextRef="#ctx0" brushRef="#br2" timeOffset="65490.27">29292 17587 7533,'-19'0'3276,"12"6"-526,36-5-2300,11 0 0,5-2-360,-12-2 0,2-1 209,4-1 1,5 0 0,-7 3 150,7 6-91,-24 20 1,-9 10-1304,-16 10 0,-10 4 681,4-10 1,-2 2 0,1-2 0,-5 10 0,4-4 0,11-14 0,0-1 0</inkml:trace>
  <inkml:trace contextRef="#ctx0" brushRef="#br2" timeOffset="66453.27">30235 17860 7533,'-36'-7'2698,"-8"24"-2428,4-1 262,10 17 0,2 9-293,11-14 1,2 3 0,1-1-195,-4 11 0,2 1-255,3-6 0,1 3 1,9-6-826,15-7 1,4-3 44,2 21 990,17-34 0,4-9 0,0-15 0,-7 2 0,1-1 0</inkml:trace>
  <inkml:trace contextRef="#ctx0" brushRef="#br2" timeOffset="66670.27">30346 18095 7533,'-16'23'1092,"1"0"0,-4 6 0,2 0-141,2 0-591,2 1 0,9-3-900,32-9-449,17-12 719,-2-23-405,-11-9 1,-8-6 44,-20-3 810,-10-2-90,-11 20-450,-17 28-1439,36-3 1799,7 5 0,17-13 0,4-7 0</inkml:trace>
  <inkml:trace contextRef="#ctx0" brushRef="#br2" timeOffset="66920.27">30669 18058 7533,'14'-7'3276,"-20"13"-2325,-15 19-906,3-4 0,-1 2 45,-7 11-899,8 6-1,24-32 91,13 3 898,2-11-448,7 6 718,-14 6-449,4-3-270,-16 18-719,-15-1 629,-2-4 360,-19 11 0,18-24 0,-7 9 0</inkml:trace>
  <inkml:trace contextRef="#ctx0" brushRef="#br2" timeOffset="68423.27">30656 18058 7533,'-13'-27'2968,"2"5"-1619,11 66-1124,0-7 0,0 3-135,0-2 0,0 1 60,-1-2 0,-1 1 0,-1-4 119,-9 14-179,3-4-449,-2-22-271,17-40 0,5-13 45,6-7 1,3-3 134,-5 5 0,0-2 1,2 2 718,1 4 1,1 1 0,-1 6 1709,14-5-270,-14 66-1349,-13 3-225,-4 3 0,-2 1-945,-2-12 1,1-2-586,2 4 1,4-1 1394,8 10 0,3-25 0,9-17 0</inkml:trace>
  <inkml:trace contextRef="#ctx0" brushRef="#br2" timeOffset="68773.27">31114 18120 7533,'-23'-13'1638,"1"-1"0,-20 8 213,18 38-2121,13-8 0,2 3-90,3-1 0,5-1-179,25 12 314,-3-23 0,3-5-45,12-2-180,8-1 810,-52 5-270,5-9 0,-38 21-225,11-16 0,-2-1 135,4 2 0,1-2 0,-2-1 0,4-4 0,2-8 0</inkml:trace>
  <inkml:trace contextRef="#ctx0" brushRef="#br2" timeOffset="68906.27">31226 17687 7533,'-35'19'1349,"8"10"-1349,38-3 0,3 0 0,10-3 0</inkml:trace>
  <inkml:trace contextRef="#ctx0" brushRef="#br2" timeOffset="69039.27">31275 18071 7533,'-15'24'1092,"0"0"0,7 2 0,1-1 39,-10 9-2840,28 5 1709,3-31 0,6 4 0,-3-6 0</inkml:trace>
  <inkml:trace contextRef="#ctx0" brushRef="#br2" timeOffset="69323.27">31524 18071 7533,'-20'19'1638,"1"0"0,-2 2-147,-8 19-1941,12-18 0,3 1-989,8 13 450,31-24 449,8 0 1620,-1 0-271,-25 13-899,-32 17-270,3-21 1,-2-2 359,-1 4 0,-1-3 0,-11-6 0,14-10 0</inkml:trace>
  <inkml:trace contextRef="#ctx0" brushRef="#br2" timeOffset="69473.27">31586 17959 7533,'5'0'3238,"25"-16"-3238,5 8 0,2 0 0,-5-6 0,-2-2 0,11-9 0</inkml:trace>
  <inkml:trace contextRef="#ctx0" brushRef="#br2" timeOffset="69639.27">31772 17711 7533,'-20'43'546,"0"0"0,0 1 0,7-8 0,0 0 0,1 2 0,3-1-331,4 1 0,1 0 1,2 0-1,1 0-1308,2 10 1,1-1 0,1-3 436,-3 3 1,2-6-1,15 4 1,-10-39 0</inkml:trace>
  <inkml:trace contextRef="#ctx0" brushRef="#br2" timeOffset="70190.27">31772 18244 10861,'35'0'-1619,"-13"-22"629,7 6 1980,-44-9 449,-7 47-270,2-3 1,2 3-1980,4 7 0,8 0-1078,19 8-541,20-42 1440,5-17 2158,-13-10 1709,-14 20-1169,-11 24-1259,0 9-1260,6-2-179,-5-8-180,5-11-91,-6 0 1,0 5 629,0-14 271,16-10 359,-6-14 0,19-5 629,-10 14 1350,6 0-1079,0 5-900,5-6 0,2-5 0,-6 9 0,-3-2 0</inkml:trace>
  <inkml:trace contextRef="#ctx0" brushRef="#br2" timeOffset="70323.27">32193 17872 7533,'-27'31'819,"1"0"0,11 0 0,4 3 0,1 3-19,1 0 0,0 2 0,3 0 0,5-1-1210,8 6 0,6-2 1,3-4-1,3 9 1,6-11-1,11-25 0,0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4:59:38.5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22388 17141 7533,'-25'-25'2158,"11"6"-1168,25 6-810,11 8 269,21 6 1,12 3-163,-19-2 1,4 0 0,3-1 0,2 0 0,2 1-757,-5-2 1,3 0 0,1 1 0,2-2 0,1 1 0,1 0 0,0 1 481,-7-1 1,1 1-1,2-1 1,0 1 0,1-1-1,0 1 1,-1-1-1,-1 1 1,-1-1 0,-2 0-6,7 0 0,-3-1 1,-1 0-1,0 0 1,-1 0-1,1 0 1,1 0 80,-1 1 1,1 0 0,1 0 0,-1 0 0,1 0 0,-2 0 0,-2 0 0,-2 0 178,5 1 1,-4-1 0,-1 1 0,0-1-1,2-2-118,-1 0 0,0-2 0,2-1 0,-1 0 0,-1 0 0,-1-1-90,3 0 1,-1-1-1,-1 0 1,-2-2-1,-4-2-120,7-7 0,-5-4 0,-8-1-493,-3-6 0,-14 1 553,-38-4 0,-14 32 0,11 11 0,1-1 0</inkml:trace>
  <inkml:trace contextRef="#ctx0" brushRef="#br0" timeOffset="20669">9098 8180 0,'-42'0'330,"3"12"1308,12 16 0,6 12-1285,14 4 1,7 7 0,7 3-193,2-10 1,4 1 0,3 2 0,5 0 0,3-1-73,-1-10 0,4 0 1,3 0-1,2 0 1,2-2-1,1-1 0,1-2 12,0-3 0,1-1 0,3 0 1,0-2-1,2-2 0,0 0 1,2-2-1,-1-2-56,-2-3 0,1-1 0,0-2 0,2-1 0,0-1 0,0-1 1,0 0-1,-1-2 0,0 0 33,4 0 1,-1-1 0,1-1-1,-1-2 1,0 0 0,0-1 0,-1-1-1,0-1 63,3-1 0,-1-2 1,0 0-1,-1-2 1,-1 0-1,0-2 1,-1 0 255,3 0 1,-1-2-1,-1 0 1,-1-1 0,-1-3-1,-2-1-181,4-5 0,-1-2 0,-2-3 0,-1-1 0,-2-1-19,-4-1 1,-1-2 0,-2-1 0,-1-1 0,-2-2-36,-2-2 0,-1-2 0,-3-2 0,-1 0 0,-3-2-109,-2-2 1,-2-2 0,-3 0 0,-2-2 0,-1 0-34,-2 5 1,-1-1-1,-1-1 1,-3 1-1,-1-1 1,-4 0 128,-2-2 1,-4-1 0,-2 1 0,-2-1 0,-2 2 0,-2 0-48,1 5 1,-2-1 0,-1 1 0,-2 0 0,-2 2 0,-2 2 0,-3 2-142,-6 1 1,-3 0-1,-2 3 1,-3 2-1,-2 3 1,-2 2-1,0 4-224,6 5 1,-2 2-1,-1 2 1,-1 2-1,-1 2 1,-1 2-1,0 1 1,-1 2-1,1 1 83,-1 2 0,-1 2 0,0 2 0,0 1 0,-1 2 1,-1 2-1,1 1 0,1 1 0,-1 1 0,1 1 1,7 0 1,-1 1 0,-1 1 0,1 1 0,0 2-1,0 0 1,1 1 0,0 1 0,1 0 0,1 1 0,1 0-1,0 1-73,-3 3 0,0 1 0,0 0 0,2 2 1,0 0-1,2 1 0,1 1 0,1 0 1,2 1-1,2 1 252,1 1 0,2 2 0,0 1 0,2 0 0,2 1 0,2 0 0,1-1 0,2-1 0,2-1 0,-3 11 0,3-2 0,3 0 0,5-1 0,3 0 0,12-5 0,-1 1 0,0 0 0,1 0 0,-1 0 0</inkml:trace>
  <inkml:trace contextRef="#ctx0" brushRef="#br0" timeOffset="23966">25511 5181 7533,'44'-6'1092,"0"0"0,2-1 0,1 1-1645,-8 4 1,1 0 0,-1-1 552,10-2 0,-4-1 0,-15 3 0,-3-1 0,7-8 0</inkml:trace>
  <inkml:trace contextRef="#ctx0" brushRef="#br0" timeOffset="24167">25821 5057 7533,'-26'24'655,"-1"0"0,0 0 1,2 8-1,2 3 0,1 2 77,6-3 1,0 2-1,3 1 1,2 1-869,1 3 0,1 2 0,4 0 0,4-1 46,4-2 0,3-1 0,3-2 0,2-1-600,3 3 1,4-2-1,4-7-939,14 1 1,3-14 1628,-6-18 0,-4-10 0,3-18 0,-24 5 0,1 0 0</inkml:trace>
  <inkml:trace contextRef="#ctx0" brushRef="#br0" timeOffset="24316">25710 5478 7533,'-29'3'1638,"0"0"0,25-2 0,26 1 0,19-4-1376,2-3 0,6-4 0,-2 0 1,-9 2-1,-2 0 0,1-1 1,-1-4-1,0 0 0,0 0 0</inkml:trace>
  <inkml:trace contextRef="#ctx0" brushRef="#br0" timeOffset="25536">26280 5131 8612,'-9'44'674,"-1"0"1,3-4 0,2 1 0,-1 4-586,1-2 1,1 3 0,0 0 0,-1 1-450,-1-1 1,0 1 0,0-1 0,-1-1 239,1 7 0,-1-3 1,0-5 208,-6 3 1,2-21-1071,4-61 411,10-1 1,3-10-1,2-2 318,-3 11 0,1-3 0,1 0 1,0-1-1,1 0 204,2 0 0,1-1 0,0 1 0,1 0 0,0 2 610,2-3 0,-1 0 0,2 2 1,0 4-84,2 4 1,1 2 0,2 7 14,7 2 1,1 12-450,-4 18 0,-2 11-360,-1 9 1,-5 7 104,-11-2 0,-5 5 0,-4-1 60,-4-1 0,-5 0 0,-3-2 300,-3-2 0,-3 0 0,-2-5 524,-11 3 1,0-7 518,8-11 0,4-3-114,11 1-19,37 7-791,-3 1 1,1 5-630,-2 0 1,0 3-1,-1 2-652,-1 2 0,-2 2 1,-2-1 1011,5 8 0,-2-1 0,-6-6 0,-1-3 0,1-6 0</inkml:trace>
  <inkml:trace contextRef="#ctx0" brushRef="#br0" timeOffset="28469">25846 5454 7533,'-23'-20'1638,"-1"0"0,-10 7-1406,34 23-23,9 14 1,7 11 0,4-3-30,3-7 0,2-1 0,5 0-1000,4 3 1,6 3 0,0-2 0,-2-3-6,0-3 1,-2-3 0,2-4 689,-1-4 0,2-3 0,0-2 0,-4-2-854,7-2 1,-5-4 853,-3 1 0,-3-5 43,3-22-1077,-45 2 0,-12-3 809,2 2 0,-2 0 0,-4-2 319,-1-1 0,-4-2 0,-1 0 1,2 4 40,1 0 0,2 3 0,-3 0 0,0 1 0,-2-3 0,0 4 0,4 6 1116,0 9 0,2 5 522,-8 2 0,2 4-57,3 13-682,39 11 1,15 3-1050,5-13 0,7-3 1,4 2-211,2 3 0,5 2 0,1-1 0,-2-1 360,-7-4 0,-2-1 0,0-2 0,0 1 0,2 1 0,2 0 0,-3-1 0,-5-2 0,-2 2 0,0-1 0</inkml:trace>
  <inkml:trace contextRef="#ctx0" brushRef="#br0" timeOffset="28834">27160 5776 7533,'-25'-11'3276,"11"8"-1065,31-8-2122,13 12 1,7 4-1079,5-4 0,3-1 479,-5-1 0,3-1 0,-5 0-868,-2 1 0,-4-1 1378,-1-3 0,-4-1 0,-9 0 0,-6 0 0</inkml:trace>
  <inkml:trace contextRef="#ctx0" brushRef="#br0" timeOffset="29019">27296 5801 7533,'-32'23'819,"-1"-1"0,8 3 0,1 4 0,3 2 217,7 2 1,3 1 0,2 2-1111,-1 5 1,2 3 0,6 0 43,10 1 0,5 0 0,2-6-375,1 0 0,7-7 225,4-14 0,6-3 1,-1-9-1460,5-13 1,-2-8-1,-4 7 1,-2-1 1147,0-8 0,-7-2 0,-9-10 0,-1 3 0</inkml:trace>
  <inkml:trace contextRef="#ctx0" brushRef="#br0" timeOffset="29151">27197 6123 7533,'-22'1'3276,"34"3"-4915,24-13 1,8-3-1,-11 9 1,0 1 1485,12-8 0,-3-2 1,1 5-1,1-5 0</inkml:trace>
  <inkml:trace contextRef="#ctx0" brushRef="#br0" timeOffset="29634">27644 6160 7533,'-21'35'1638,"11"-8"0,3 2-327,7 21-1266,0-10 0,0-1-585,0 8 450,0-1-719,0-17-360,-5-35 899,3-7-225,6-11 0,3-5-1144,8-11 1,2-1 726,0 9 0,1-1 702,-4 2 0,2-2 1,0 6-975,22-2 1904,-11-1-1,2 19-89,-16 33-450,-7-11-180,-6 34 0,-23-11 0,7-7 1638,-4-8 0,0-5-353,4-11 784,-7 8-1709,16-6 2532,13-3-2262,13 20-1350,2-13 45,-2 7 1,2 3 674,6 7 0,10 0 0,-6-2 0</inkml:trace>
  <inkml:trace contextRef="#ctx0" brushRef="#br0" timeOffset="30251">28090 5863 7533,'-14'-7'2338,"-2"1"-629,14 6-1259,-3 6 270,27-5-810,4 2 0,3 0-45,-4-6 0,1 0-720,14 1 1,1-3 854,-6-3 0,-2-2 0,11 2 0,-19 3 0,1-1 0</inkml:trace>
  <inkml:trace contextRef="#ctx0" brushRef="#br0" timeOffset="30417">28152 6098 9781,'26'-12'1304,"-2"8"1,3 1-1665,4-3 0,2 1 315,0 4 0,1 0-367,9-1 0,-3-1 0,5-3 0,3 0 0</inkml:trace>
  <inkml:trace contextRef="#ctx0" brushRef="#br0" timeOffset="32283">29106 5652 7533,'-23'-25'2608,"2"12"-1934,0 32 1,1 11-495,-2 7-485,7 3 0,1 10 0,3-2 275,4-10 0,3-1 0,-1 0 120,-5 11 0,3-1-180,6 3 0,7-11 0,2-29 442,38-10-307,-17-36 0,0-9-90,-1 17 0,-1-2-80,-9-4 0,0-6 1,-3-2-1,-3 3 95,-4 1 0,-4 1 0,-1 1 30,3 1 0,-1 2 0,-5 0 45,-9-18 0,-11 17-1214,-25 47 989,4 0-585,17 17 0,8 5 765,9 1 0,12 10 0,9-21 0</inkml:trace>
  <inkml:trace contextRef="#ctx0" brushRef="#br0" timeOffset="32433">29379 5900 7533,'-14'19'3276,"3"10"-1695,17 8-1671,-5-8-720,9-3 1,2-1 809,3-3 0,15 8 0,-5-12 0</inkml:trace>
  <inkml:trace contextRef="#ctx0" brushRef="#br0" timeOffset="32700">29664 5454 7533,'-1'-27'3276,"13"4"-796,14 21-2165,1 7 0,0 3-495,3 7 225,-5 5 0,-4 6 90,-12 6 0,-4 3-135,-1-4 0,-1 2-350,-7 7 1,-2 6 0,-2 0-221,-1-3 0,0 0 1,-1-1 479,-1-4 0,0 0 0,1 1-960,3 9 1,1 1 0,1-8 795,0 3 0,7-14 1,1-2-1,4-3 1</inkml:trace>
  <inkml:trace contextRef="#ctx0" brushRef="#br0" timeOffset="33533">29540 5491 7533,'-7'-25'-270,"7"0"810,2 6 269,9 7 360,1 12-719,-4 6 360,20 7-1,4-12-629,2 3-135,-3-11 0,1-2 45,-5 5 0,-1 0 90,21-9-450,-2 19 450,-31 18 90,-9 5 0,-3 3-360,-4 18 180,-5-6 0,-4 4-1183,5-12 1,-1 0 0,1 2 1092,1 5 0,1 1 0,-1 0 0,0-1 0,-1 0 0,1-2 0,3-8 0,-1 1 0,1-1 0</inkml:trace>
  <inkml:trace contextRef="#ctx0" brushRef="#br0" timeOffset="34117">30383 5528 8702,'-19'39'1259,"8"-14"1,-1 2-766,-5 11 1,-2 3-887,1-8 0,-1 1 0,-1 2-178,-1 7 0,0 2 1,-1-2 149,1-9 0,-1-1 1,3-4 419,-1 2 0,2-7 0,1-14 0,11-29 0</inkml:trace>
  <inkml:trace contextRef="#ctx0" brushRef="#br0" timeOffset="34250">30123 5788 7533,'36'20'1638,"-19"1"0,-1 5-1321,3 2 0,2 3 0,-2-1-864,-1 7 1,0-2 0,6-4 0,-1-5 0,2-1 0</inkml:trace>
  <inkml:trace contextRef="#ctx0" brushRef="#br0" timeOffset="36569">30903 5404 7533,'-18'-25'1799,"0"6"-630,0 7-449,-12 39-226,3 6 1,-1 9-136,9-4 1,1 4 0,1-1-574,1-9 1,1-1 0,2 1 333,1 4 0,2 1 0,10-8-233,28-6-652,-2-18 0,4-8-45,-1-12 1,1-7 0,0-4-284,5-7 1,-1-5 0,-2 1 597,-9 7 0,-1 1 1,-3 0 434,0-5 0,-3 1 0,-6 8 960,-8 15 1528,-26 44-1649,10-3 1,-2 8 0,1-1-803,1-6 1,0 0 0,1 3 134,-1 3 1,0 5-1,2 0 1,1-2-976,3 3 0,2-1 0,-1-2 683,1-4 0,-1-1 0,2 1-390,-1 8 1,1 0-1,5-10-1402,11-4 1972,-3-3 0,10-34 0,-6-13 0</inkml:trace>
  <inkml:trace contextRef="#ctx0" brushRef="#br0" timeOffset="36834">31151 5739 7533,'-11'37'1092,"-1"0"0,6-8 0,2 1-662,0 14 1,3-2-341,9-5-270,27-32 90,-13-27 0,0-8 90,8-4-405,-6-10 1,-9-3 179,-19 19 0,-8 2 450,-4 0 0,-5 5-540,-5 15 0,-2 7 225,1 4 0,3 8 90,6 11 0,8 4 0,15-1 0,9 9 0</inkml:trace>
  <inkml:trace contextRef="#ctx0" brushRef="#br0" timeOffset="37336">31635 5664 7533,'-33'20'819,"0"0"0,9 2 0,0 3 0,2 3 37,-1 4 1,3 3 0,3 1-977,5 0 0,4 2 1,9-5 119,16 3 0,10-8 0,0-13 0,3-8 0,8-14 0,1 0 0</inkml:trace>
  <inkml:trace contextRef="#ctx0" brushRef="#br0" timeOffset="39419">28920 6892 7533,'-14'0'0,"3"0"1709,28 0-1260,-2 0-224,9-5 0,4-2-180,6 1 0,1-1-720,9-7 1,2-2-271,-1 0 1,-2 0 768,-16 3 0,-3 0 1,9-16-1,-26 10 1</inkml:trace>
  <inkml:trace contextRef="#ctx0" brushRef="#br0" timeOffset="39569">29180 6557 7533,'-6'19'2338,"-6"21"-1888,11-15 0,1 1-360,-2 2 0,-1 3 179,0 5 1,2 4 0,-1 0-1363,1 0 1,1 1 0,0 0 874,-2 3 1,-1 0 0,2-1 0,2-5 0,1-1 0,1-3 0,0-5 0,1 1 0</inkml:trace>
  <inkml:trace contextRef="#ctx0" brushRef="#br0" timeOffset="40819">29627 6693 7533,'-25'24'359,"11"3"1,3 5 45,3 6 0,3 2-180,1 4 0,8-4-136,10-6 1,7-13-270,2-26 1,1-12 44,4-11 0,-5-10 105,-10 3 0,-4-5 0,-6 2 75,-10-10 0,-9 5 0,-5 10 0,-5 11-495,-4 26 0,2 10 450,6 5 0,7 5 0,9 1 0,6 1 0,14 8 0</inkml:trace>
  <inkml:trace contextRef="#ctx0" brushRef="#br0" timeOffset="40986">29949 6817 7533,'-37'24'3238,"11"13"-2968,17-13 0,6 3-1215,9 1 1,6 0 944,3-5 0,3-2 0,15 10 0,-4-13 0</inkml:trace>
  <inkml:trace contextRef="#ctx0" brushRef="#br0" timeOffset="41352">30173 6668 7533,'-21'-14'2518,"4"-2"-2158,34 20-900,4 8-359,5 26 584,-15-14 0,-4 3 360,-11 3 0,-3 2 405,-1-4 0,1 0 44,-2-3 1,4 0-135,17 17-360,16-10-180,-8-15 0,-3 2-539,-9 18 179,-19-12 0,-8 0-45,-7-4 1,-2-3 584,2-1 0,0-3 0,-14 2 0,27-9 0</inkml:trace>
  <inkml:trace contextRef="#ctx0" brushRef="#br0" timeOffset="43434">30867 6681 8702,'-5'-3'2519,"3"6"-1620,-14 38-584,6-5 0,0 1-180,1-11 0,-2 0-435,-4 12 0,-2 4 0,-2-3-562,-7-1 0,-1 0 82,6-3 1,0 2 0,-1-3 779,-7-2 0,3-6 0,1-4 0,14-36 0</inkml:trace>
  <inkml:trace contextRef="#ctx0" brushRef="#br0" timeOffset="43569">30619 6929 9961,'19'18'1349,"-2"3"1,1 4-1980,1 12 0,1 2 630,-2-10 0,2-1 0,-2 0 0,3 11 0,-2-3 0,-2-13 0,0 1 0</inkml:trace>
  <inkml:trace contextRef="#ctx0" brushRef="#br0" timeOffset="44050">31263 6966 7533,'-19'5'3276,"6"-3"-2235,35 3-1221,-4-10-585,17-1 1,5-1 764,-12-2 0,-1-1 0,5 0 0,-1 1 0,-7 0 0,-1 0 0</inkml:trace>
  <inkml:trace contextRef="#ctx0" brushRef="#br0" timeOffset="44453">31648 6681 7533,'-28'0'2428,"6"0"-1528,49 5-900,-9-3 225,10 0 0,2 1-720,-4 3 0,-1-1 225,17 4 90,-17 5 0,-5 6 45,-15 9 1,-7 3 134,2-8 0,-1 2 179,-8 10 1,-4 4 0,-1-1 109,-1-6 0,0-1 0,-1 0 70,0 7 1,1 1 0,1-3-315,-5 6 0,7-5 45,18 8-2609,37-50 810,-1 1 1427,-14-7 0,-2-4 1,4-10-1,-5-8 0</inkml:trace>
  <inkml:trace contextRef="#ctx0" brushRef="#br0" timeOffset="44701">32044 6990 7533,'-26'39'1638,"10"-7"0,3 0-147,5 5-1311,14-11 0,5-4-630,6-10 360,14-15 0,2-12-945,-11-13 1,-3-4 854,2 10 1,-3-2-46,-1-16 0,-12 0 315,-33 6 0,10 2 314,-7 22 1,-2 9-675,-6 25 90,7-13-2158,20 22 2338,15-30 0,14 13 0,-4-9 0</inkml:trace>
  <inkml:trace contextRef="#ctx0" brushRef="#br0" timeOffset="45001">32367 6854 9152,'-16'36'1092,"0"0"0,2-6 0,3 0-886,6 14 0,3-3-206,-2-6-1619,32 4-1658,5-49 2686,1 7 365,1-14 1,-23-7 0,1-2 0</inkml:trace>
  <inkml:trace contextRef="#ctx0" brushRef="#br0" timeOffset="45250">32578 6693 8162,'23'-12'2519,"-8"10"-810,20 20-1125,-21 10 1,-2 5-540,-1-9 0,-1 3 90,1 20 0,-6 4-360,-9-9 0,-3-2-375,4-3 0,-2 1 30,-4-4 0,-4 2 1,-5-3-151,-7-3 0,-5-4 1,1 1-168,-4 8 0,-2-1 887,-4-6 0,-4 0 0,4-5 0,11-8 0,1-2 0,-9 5 0,0-1 0</inkml:trace>
  <inkml:trace contextRef="#ctx0" brushRef="#br0" timeOffset="45567">31412 6408 7533,'-39'20'929,"1"0"1,14-7-1,2 5-390,-7 12 1,-2 10 0,6 4-1360,10-4 1,6 5 0,1 0 0,-2-2 714,-3 5 0,-1-2 1,3 5 50,5-7 0,1 5 0,3 1 0,3-2 0,5-5-766,8-5 1,6-4 0,2-1 0,-2 0 682,0 8 1,-1 0 0,4-4 98,10-2 0,5-3 1,-3-8-1,-3-10 1,-2-4-1,1-1 1,0 1-1</inkml:trace>
  <inkml:trace contextRef="#ctx0" brushRef="#br0" timeOffset="47668">28140 8168 7982,'30'-7'810,"7"2"-810,-9 5-900,6 5 900,-20-3 0,-2 9 0,-6-5 0</inkml:trace>
  <inkml:trace contextRef="#ctx0" brushRef="#br0" timeOffset="47801">28164 8342 7533,'-13'13'2698,"2"-1"-2248,22-12-180,30-6-360,2 4-104,-14-1 0,2 1 0,-1 1 0,0 2 0,-1-1 0,-1 0 0</inkml:trace>
  <inkml:trace contextRef="#ctx0" brushRef="#br0" timeOffset="54817">28871 7920 7263,'-7'-19'2069,"2"6"-1080,5 8-179,0 21-541,0 21 1,0 8-315,-3-2 0,1 5-205,1-9 1,1 5 0,1 1-1,3-5-50,3-4 0,3-3 1,1 0-31,2 2 0,2 1 0,4-7 318,12-5 0,1-5 12,-7-2 0,-6 2 720,-12 13 89,-22-1-539,-12-12 0,-6-2-1125,5-3 1,-2-2-136,-8-4 1,1-2 989,-8-2 0,5-22 0,21-1 0</inkml:trace>
  <inkml:trace contextRef="#ctx0" brushRef="#br0" timeOffset="54950">28871 8218 7533,'19'-27'-90,"0"1"0,5 3 0,-1 5 90,-1 6 0,12 6 0,-14 6 0</inkml:trace>
  <inkml:trace contextRef="#ctx0" brushRef="#br0" timeOffset="55316">29230 7994 7533,'7'-19'2069,"9"7"-720,4 6-1169,0 6 134,5 3 1,1 0-135,10 4-90,-3 1 0,0 2-180,2 4-45,-13 3 0,-4 5 180,-11 2 0,-6 3 75,-2 9 0,-4 4 0,0-1-432,1 0 1,-3 2 288,-2-7 1,-3 4-1,-1 1 1,2-2-698,1 5 1,1-2-1,0-1 510,0-6 0,0-1 1,1 1 209,-2 12 0,2 2 0,4-9 0,8-5 0,-3-4 0,-1 0 0</inkml:trace>
  <inkml:trace contextRef="#ctx0" brushRef="#br0" timeOffset="55800">29999 8304 7353,'-19'-5'1799,"1"4"-810,0-5 181,-12 34-1081,2-5 1,3 14 0,3 7 135,10-4 0,2-1-225,-4-6 0,5 1-315,9 9 0,11-7-405,11-26 1,4-2 449,13 20 270,6-23 0,0-10 0,-11-7 0,-6 2 0,1 1 0</inkml:trace>
  <inkml:trace contextRef="#ctx0" brushRef="#br0" timeOffset="57100">26912 9865 7533,'-24'0'0,"10"0"3058,-2 0-2609,40 1 1,16-2-765,-6-1 1,4-1-256,6 1 0,6-1 1,-3 1 251,-11 0 0,-1 0 0,-3-1 0,10-2 0,-5-1 1,4-1-1</inkml:trace>
  <inkml:trace contextRef="#ctx0" brushRef="#br0" timeOffset="57317">27110 9853 7533,'-30'30'546,"0"0"0,-1 0 0,10-1 0,1 2 0,1 3 0,1 1-129,-1 9 1,2 3 0,1 1 0,5 0-712,3-2 1,3 0-1,3 0 1,5-2 113,4-2 0,3-1 0,4-2 0,4-7-210,8-2 0,5-7 1,2-8-541,0-10 1,2-6-1,-2-4 930,8-7 0,-6-5 0,-11-4 0,-7-1 0,-6-9 0</inkml:trace>
  <inkml:trace contextRef="#ctx0" brushRef="#br0" timeOffset="57450">26999 10361 7533,'-47'7'3238,"12"-2"-2339,74-5-1034,2-2 0,6-1 135,-10 1 0,1 0 0,0-1 0,2 1 0,0 0 0,-3-1 0,5 1 0,0-1 0</inkml:trace>
  <inkml:trace contextRef="#ctx0" brushRef="#br0" timeOffset="59217">27544 10448 7533,'-26'4'2608,"-3"26"-2293,21-1 0,2 6-405,-1 10 0,2 3-225,1 0 0,2-1 0,2-7 1,0-4-676,0 7 91,0-60 719,4-9 0,4-6 315,4-9 0,6-2 179,3 6 1,3 4-45,1 8 0,1 9-90,17 21 0,-18 22-270,-29 17 270,-2-19 0,-3-1 1439,-23 15-720,13-4-629,24-10-2159,32 6 1889,5-5 0,-18-11 0,0 0 0,6 10 0</inkml:trace>
  <inkml:trace contextRef="#ctx0" brushRef="#br0" timeOffset="60034">27532 10646 7533,'-16'35'269,"0"0"1,0 6 0,2 2-240,6-9 0,3 1 0,-1-1-953,-4 5 0,2-3 833,1 6-403,7-37 493,7-23 0,11-8 0,1-11 0</inkml:trace>
  <inkml:trace contextRef="#ctx0" brushRef="#br0" timeOffset="60316">27656 10497 7623,'11'43'-360,"14"-15"90,13-5-540,1-23 721,-14-1-1,-14 1 0,-17 18 449,-12 13-359,3 8 0,-14-8 0,10-7 0</inkml:trace>
  <inkml:trace contextRef="#ctx0" brushRef="#br0" timeOffset="60900">28102 10014 7533,'-35'11'1394,"7"18"0,0 11-1005,6-2 1,0 5 0,2 3-604,4-7 0,2 2 0,2 2 0,1 2 196,4-4 0,0 3 0,3 0 0,2-1 0,4-3-1075,10 10 1,6-5 0,1-1-1,-6-6 1,1-2 0,4-7 871,14-4 0,1-11 1,3-20-1,-5-1 1</inkml:trace>
  <inkml:trace contextRef="#ctx0" brushRef="#br0" timeOffset="61166">28388 9965 7533,'-7'-14'2878,"-10"30"-2428,10 9 0,0 7-301,-3 6 1,-3 5 0,1-2-783,0 2 0,2 1 160,2-5 1,-1 5 0,2-1 0,2-5 472,3 0 0,2-2 0,2 12 0,3-3 0,14 0 0</inkml:trace>
  <inkml:trace contextRef="#ctx0" brushRef="#br0" timeOffset="61416">28462 10373 7533,'-30'35'3276,"9"-6"-2145,9 3-1131,13-16-270,28-38-540,-12-4 1,-1-3 359,0 4 1,-4-1 359,-18-22 90,-23 60-360,9 9 0,2 4-359,-6 16 719,41 5 0,-1-38 0,20 3 0</inkml:trace>
  <inkml:trace contextRef="#ctx0" brushRef="#br0" timeOffset="61600">28685 10336 9781,'-30'17'3149,"-7"15"-3329,9-4 315,11-5 0,5 0-1125,16 3-539,5-5-630,32-10 2159,-16-18 0,1-4 0,0 4 0,0-1 0,1-4 0,0 0 0</inkml:trace>
  <inkml:trace contextRef="#ctx0" brushRef="#br0" timeOffset="62550">28884 10150 7533,'-19'-5'1799,"1"-2"180,5-5-1080,12 5-719,2 2 90,28 15-450,9 10 180,-4 0-630,-12-4 1,-4 3-721,-10 18 1080,-11-5 1,-5 3 718,-4 5 1,-3-2-270,-2-8 0,1-1 180,1 1 0,7-4-1,13-5-539,9-2-1439,32-8 809,-14-20 1,0-4 674,-4 8 0,-1-1 35,4-11 0,-4-1 1,-8 5-1,-1-5 0</inkml:trace>
  <inkml:trace contextRef="#ctx0" brushRef="#br0" timeOffset="62750">29242 10026 7533,'34'-20'3276,"0"14"-616,-9 48-2075,-14-1 0,-2 4-495,2-10 0,-4 2-535,-5 4 1,-3 5-1,-5-2-305,-5-6 1,-3 0 0,-2 0 472,1-4 0,-1 1 0,-1-1 0,0-1 1,-6 7-1,-1-2 0,-1-3 0,1-10 1,0 1-1,0-1 0</inkml:trace>
  <inkml:trace contextRef="#ctx0" brushRef="#br0" timeOffset="64317">29751 10200 7533,'-30'0'989,"9"6"91,3-5 539,18 4-1574,20-3 0,11-4-315,9 0 0,4-1-570,-4 2 1,1 1-1,-1 0 555,8-3 0,-5 0 1,-8 3-1,-6 0 0,-11 0 1</inkml:trace>
  <inkml:trace contextRef="#ctx0" brushRef="#br0" timeOffset="64467">29788 10547 7533,'-34'7'3276,"56"-7"-3649,6-7 1,8-5-1,0 2 373,11 2 0,0-2 0,-7-2 0,0-3 0,-4 2 0,-11 4 0,-1-1 0</inkml:trace>
  <inkml:trace contextRef="#ctx0" brushRef="#br0" timeOffset="65786">30557 10039 7533,'-43'22'809,"16"-5"-179,3 19 0,2 13-1723,11-9 1,3 3 0,0-1 717,-1-8 0,0-1 0,1 2 525,-3 16 0,3 3 0,10-12 110,16-20 0,3-5-260,-10 10 0,4-7 461,26-24 1,5-20-702,-22-2 0,-3-8 1,0 2 194,13-4 0,-3-4-113,-15 4 1,-2-6 0,-4-1-1,-4 6 23,-4 0 0,-8 1 105,-3 1 0,-4-2 0,-2 6 30,1 5 0,-4 8-225,-15 3 1,-1 13-1125,5 31 809,-3-5 540,21 22 0,24-20 0,6 4 0</inkml:trace>
  <inkml:trace contextRef="#ctx0" brushRef="#br0" timeOffset="65934">30805 10324 7533,'-11'47'3276,"-3"-6"-2621,7-5 1,1 0-836,-5 0-675,13-7 1,7-2 854,10-10 0,2 11 0,2-15 0</inkml:trace>
  <inkml:trace contextRef="#ctx0" brushRef="#br0" timeOffset="66185">31189 9878 7533,'-47'-2'1638,"20"13"0,3 7-893,6 13 1,4 7-686,3-4 0,1 3 0,4 0-1153,3-1 1,3 1 0,1-2 887,1 9 1,7-6-426,17-11 1,6-8-506,-3-10 1,0-5 864,19 1 343,-17-8 0,-5-5 0,-11-5 0,8-12 0</inkml:trace>
  <inkml:trace contextRef="#ctx0" brushRef="#br0" timeOffset="66320">31288 10101 7533,'-17'19'1092,"1"0"0,-10 11 0,1 4-385,9-4 0,1 2 0,0 4-1766,-3 8 1,0 4 0,2 0 1058,5-11 0,1 0 0,1 0 0,2-1 0,-1 5 0,3-1 0,1-3 0,4 1 0,0 1 0</inkml:trace>
  <inkml:trace contextRef="#ctx0" brushRef="#br0" timeOffset="75484">31796 10150 7533,'-13'0'2878,"2"0"-1349,5 22-1259,5-11 180,-10 35-136,-5-5 1,-3 0-225,7-13 0,-1 1-210,-3 5 0,-4 4 1,-1-1-631,-3-4 0,-1 0 1,2-3-890,2 1 1,1 0 1589,-2-1 1,-1 1 0,5-6 0,6-6 0,0-1-1</inkml:trace>
  <inkml:trace contextRef="#ctx0" brushRef="#br0" timeOffset="75667">31672 10237 7533,'-16'37'1092,"-1"-1"0,4-9 0,3 0 546,10 14 0,5-1-815,4 3-1318,9-2 1,4-1-162,1-2-983,8-1 1,1 0 1274,-7-7 1,-4-7 0,-2 1 0,-6 1 0</inkml:trace>
  <inkml:trace contextRef="#ctx0" brushRef="#br0" timeOffset="76334">32218 10039 7892,'-14'6'2429,"-8"23"-1080,14-6-450,-3 15 1,-1 4-1506,-2-2 636,6-3 0,0 7 0,0-6-75,1-13 0,1 0-105,-1 17 0,1 6 0,1-7-30,-2 2-1304,3 6 0,2-2 944,2-17 540,0 6 0,11-20 0,3-8 0</inkml:trace>
  <inkml:trace contextRef="#ctx0" brushRef="#br0" timeOffset="76601">32404 10064 7533,'-32'38'1638,"17"-8"0,0-2 1022,-4 2-2480,11 5 0,3-1-90,5-3-450,10 1 0,4-1 271,2-2-631,7-4 0,0 2 360,-11-2 1,-2 0 89,15 16 360,-16-10 0,-7 1 674,-12-6 1,-2-1-495,1 22-450,-11-17 0,-2-2-180,8-1-1529,-19 9 1080,21-22 809,-4-3 0,6-22 0,0-3 0</inkml:trace>
  <inkml:trace contextRef="#ctx0" brushRef="#br0" timeOffset="76752">32392 10386 7533,'0'-14'3276,"0"-2"-1425,5 9-2301,19 0-90,-2 1-764,4 3 0,0 1 1304,-3 0 0,17 2 0,-20 7 0</inkml:trace>
  <inkml:trace contextRef="#ctx0" brushRef="#br0" timeOffset="77000">32652 10510 7533,'-14'30'1092,"1"1"0,-3 8 0,4-6 129,11-20-411,12 25-720,-2-35 90,31-8-180,-18-5-180,0-11 0,-2-3-90,-5 0-225,-4-4 0,-6-2 675,-16-10-90,3 2 630,-32 9-720,17 22 90,-24 18-1799,21 10 1709,12 5 0,10-3 0,16-11 0</inkml:trace>
  <inkml:trace contextRef="#ctx0" brushRef="#br0" timeOffset="77400">33122 10349 7533,'-26'0'3276,"-8"11"-1638,15 10 0,1 5-1271,0-8 0,1 2-393,-1 9 0,0 6 0,2-1 206,1 9 0,2-2-109,-2-4 1,5 0-837,12 10 1,13-8-875,13-27 1,6-6 1091,-5 6 1,0-2 0,7-11 0,-2-5 0,-4-7 0</inkml:trace>
  <inkml:trace contextRef="#ctx0" brushRef="#br0" timeOffset="78216">30148 11440 7533,'-19'0'2608,"-5"5"-1978,16-4 809,2 10-270,46-4-1214,-4-2 0,4-3-645,-5-2 1,2-3 0,0 1 429,0 0 1,-1 0 0,-1-2 0,4-5-1,-4-1 1,12-2 0</inkml:trace>
  <inkml:trace contextRef="#ctx0" brushRef="#br0" timeOffset="78367">30408 11204 7533,'-22'42'819,"0"-1"0,6-1 0,2 3 0,1 3 0,6-6 0,2 2 0,1 0 0,0 1-1147,0 1 0,0 2 0,1-2 1,3-2-1,2 2 0,2-2 1,2-3-1,4 5 0,0 0 1</inkml:trace>
  <inkml:trace contextRef="#ctx0" brushRef="#br0" timeOffset="80319">30743 11489 7533,'-40'19'1169,"6"5"180,10 17-809,9-5-136,3 1 1,1 2 315,4 9-720,1 1 270,28-25-495,-1-37 0,3-7 225,18-1-150,-21-3 0,0-7 0,-5 1 15,-4-6 1,-3 0 89,1 2 0,-2 1 90,-7-4 0,-8 5 134,-23 6-628,6 12-1,-16 21-1189,32 15 1,3 4 1609,-8 6 1,14-6 0,4-1 0,9-6 0</inkml:trace>
  <inkml:trace contextRef="#ctx0" brushRef="#br0" timeOffset="80450">30891 11662 7533,'-6'39'3276,"-5"8"-1335,-3-3-2751,2 2 810,23-4 0,-2-22 0,14-9 0</inkml:trace>
  <inkml:trace contextRef="#ctx0" brushRef="#br0" timeOffset="80752">31263 11328 7533,'-23'11'1092,"-1"0"0,-3 26 0,2 9-206,6-14 1,1 1 0,2 4-1707,5-1 1,1 4 0,2 0 0,2-3-553,0 8 1,6-4 921,8 1 1,8-9-121,28-25 75,-18-17 0,0-5 225,13-11 610,-24-3 0,-8-2 470,-24-3-721,7 7 991,-24 15-3689,13 28 2609,2-2 0,14 9 0,11-11 0</inkml:trace>
  <inkml:trace contextRef="#ctx0" brushRef="#br0" timeOffset="81034">31796 11440 7533,'-7'-7'3276,"-4"7"-1155,-1 28-2031,-4 1 0,-4 5-390,4-5 0,-1 3 0,-1 1-793,-2 5 1,-2 1 0,1-3 1062,2-6 0,-1-2 0,2-2 1,-1 4-1,1-6 0,-5-7 1</inkml:trace>
  <inkml:trace contextRef="#ctx0" brushRef="#br0" timeOffset="81202">31648 11427 9152,'0'32'1092,"0"1"0,4 7 0,3 2-1135,-2-5 0,2 2 1,0-2-1597,3 7 1,1-2 1164,0-5 0,1-4 0,0-3 0,1-5 0</inkml:trace>
  <inkml:trace contextRef="#ctx0" brushRef="#br0" timeOffset="81551">32032 11687 7533,'-32'0'3276,"19"0"-1335,36 0-3580,10-4 1,3-3 1479,-7 4 1,0-2-1,7-3 1,-3-2 0,-8-2-1</inkml:trace>
  <inkml:trace contextRef="#ctx0" brushRef="#br0" timeOffset="81819">32491 11377 8522,'-7'14'3238,"-4"25"-2474,8-15 1,-1 3-795,-1 4 0,-2 4 0,1-2-451,0 5 1,-2 0 480,1-4 0,-1 2 0,0-3-1639,1-2 1,0-3 1483,1-1 1,0-1 0,0 14 0,6-28 0</inkml:trace>
  <inkml:trace contextRef="#ctx0" brushRef="#br0" timeOffset="82067">32590 11613 7533,'-12'40'1638,"7"-14"0,3-1 1022,2 2-3649,29-6-360,16-33 494,-23-6 1,-2-4 719,0 2 0,-6 0 45,-19-15 1529,-31 34-1349,11 2 225,-2 7 0,3 2-2024,9 4 1709,13-2 0,12-12 0,20-7 0</inkml:trace>
  <inkml:trace contextRef="#ctx0" brushRef="#br0" timeOffset="82601">32851 11427 7892,'20'-14'3276,"-4"4"-2504,-16 10 1477,0 0-2159,0-6-180,0 4 90,0-3-720,0 5 361,0 0 538,-6 11 91,-6 14 0,0 4 0,0 2-90,-9 13 45,11-4 0,3 0-765,7 7 0,9-20 1,5-3-2250,19 6 2789,11-30 0,-13-13 0,-8-12 0</inkml:trace>
  <inkml:trace contextRef="#ctx0" brushRef="#br0" timeOffset="82836">33060 11415 8972,'22'14'1092,"1"1"0,-6 7 0,-3 5 546,-3 9 0,-4 4-1361,-4 6 0,-6 2-1582,-6 0 1,-5-3 835,-4-8 1,-3-4 0,-1-4 0,-1-4 0,-1-10 0,-1 1 0</inkml:trace>
  <inkml:trace contextRef="#ctx0" brushRef="#br0" timeOffset="83218">32082 11266 8072,'-20'-14'3276,"-14"31"-2449,18 7 0,2 10 0,0 3-445,0 0 0,0 4 1,1 2-1,1 1-1038,4-3 1,2 2-1,0 0 1,2 0 0,1-2-76,-1 0 0,1-2 1,2-1-1,6-1-362,13 12 1,7-2 0,2-12 968,-2-17 0,3-6 0,13 10 1,0-4-1,-16-11 0,0-1 1</inkml:trace>
  <inkml:trace contextRef="#ctx0" brushRef="#br0" timeOffset="84303">29503 12679 11041,'29'0'1259,"20"6"-2384,-12-6 1,2 1 1124,-2 2 0,-2-1 0,-3-1 0,-3-2 0,6 1 0</inkml:trace>
  <inkml:trace contextRef="#ctx0" brushRef="#br0" timeOffset="84451">29639 12890 7533,'-22'22'1638,"-1"0"0,20 4-848,26-17 1,11-7-791,10-6 0,4-5 0,-13 4 0,1-2 0,-1 0 0,11-5 0,-1 0 0</inkml:trace>
  <inkml:trace contextRef="#ctx0" brushRef="#br0" timeOffset="93034">30284 12444 7533,'-38'5'2338,"2"8"-1978,17 0 539,8 12 1,4 7-271,-1 4 1,3 5-570,6-1 0,3 4 0,1-3-394,-3 4 1,6-2 393,4-10 0,6 0 0,4-8-465,13-8 0,4-6-30,2 3 0,-2 2 165,2-1 1,-13 4 269,-28 12 0,-15 5 0,-4-5 0,-7 2 0,-2-1-138,1-4 1,-2 0 0,-2-1 0,2-1-433,-4 2 0,1-2 1,2-5 569,1-1 0,4-10 0,9-19 0,16-16 0</inkml:trace>
  <inkml:trace contextRef="#ctx0" brushRef="#br0" timeOffset="93184">30284 12766 7533,'-20'-20'3276,"14"8"-3385,27 7 0,10 5 109,0-1 0,1 2 0,8-1 0,1 0 0,-8 0 0,0 0 0</inkml:trace>
  <inkml:trace contextRef="#ctx0" brushRef="#br0" timeOffset="93450">30793 12543 7533,'-39'16'3276,"14"10"-1811,20 5 0,5 4-1555,0 6 0,1 1 45,4 5 0,1 1-315,2-3 1,2-3 89,1-14 0,4-5-765,10-5 1,4-7 1034,17-17 0,4-2 0,-15-10 0</inkml:trace>
  <inkml:trace contextRef="#ctx0" brushRef="#br0" timeOffset="93717">30965 12679 7533,'-12'-14'1709,"0"3"-270,-1 22-720,1 12 1,1 7-480,0 0 0,1 4 0,-1 2-625,1-1 1,-2 1-1,1 1 1,1 1 46,-1 3 1,1 0 0,1 1 0,0-4 108,0 3 1,1-2-1,1-3 1,0 8-1,3-5 1,4-3-1</inkml:trace>
  <inkml:trace contextRef="#ctx0" brushRef="#br0" timeOffset="94267">31524 12704 7533,'-42'11'1638,"7"8"0,-3 8-546,7 4 0,1 4 0,0 4-1093,5-3 1,0 2 0,3 1 0,5 1-150,1 9 0,6 1 0,14-6-810,14-11 1,11-4 0,3-9 959,3-11 0,3-8 0,1-4 0,7-8 0,0-5 0,-3-3 0,-13 1 0,0-1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05:53.930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1698 18021 16547,'-17'-35'-1057,"0"0"1,-3 7-1,7 1 1607,14 0 1,7 2 374,6-4-1943,23 9 873,-4 40 1,-8 14 0,-14 14-1</inkml:trace>
  <inkml:trace contextRef="#ctx0" brushRef="#br1" timeOffset="3734">24297 8875 7533,'-19'0'2069,"1"11"-1260,5 30-390,8-6 1,1 6 0,1 3-810,1-6 1,0 2 0,0 2 0,1 0 407,0-1 0,0 2 0,0 0 0,0 1 0,-1-3-378,1 5 0,0-1 0,0-2 0,-1-1 156,0 4 0,0-2 0,-1-5 204,1-1 0,-3-8 0,-6-7 0,4-24 0</inkml:trace>
  <inkml:trace contextRef="#ctx0" brushRef="#br1" timeOffset="4018">24371 8912 7533,'11'-14'3058,"9"14"-2698,13 12 0,4 6-630,-7 3 0,-2 4-180,6 4 0,-12 4 495,-29 0 0,-15 1 15,0-8 0,-6-1 0,-2-1-937,-3 0 0,-3-1 0,2 0 877,-6 9 0,6-2 0,13-11 0,7-1 0,9 6 0</inkml:trace>
  <inkml:trace contextRef="#ctx0" brushRef="#br1" timeOffset="4384">25065 8763 7533,'-33'25'819,"0"0"0,9 2 0,1 4 0,0 6-164,2 1 0,-1 6 1,1 3-1,0-1 0,3-2-702,0-4 0,2-3 0,1 1 0,1 5 107,0 2 0,-1 4 0,1 4 0,2-1 0,5-4 0,5-5-1153,11 5 1,8-7 0,0 2 1023,-6-2 1,0 2 0,2-2 0,4-8 0,8-5 0,4-7 0,-1-6 0,5-10 0,-1 1 0</inkml:trace>
  <inkml:trace contextRef="#ctx0" brushRef="#br1" timeOffset="5100">25424 9122 7533,'-16'-20'3276,"-16"42"-2225,-2 10-722,14 1 1,-1 10 0,4 2-1269,3 2 1,4 3 0,-1-2 998,0-6 0,-1-1 0,4 1 7,2-2 1,0 3 0,5-3-1,8-8-870,22-4 1,6-7 757,-15 4 0,2-7-41,15-17 1,6-12-1,-3-8-304,-6-13 1,-5-10-1,-1 1 277,-1 10 0,-2 0 0,-1-4 77,-6 2 0,0-5 0,-1-2 0,-4 0 0,-6 3 425,-8-10 1,-9 2 0,2 1-300,5 2 0,2 1 0,-8 2 239,-10-5 1,-7 2 0,-4 14-150,-14 23 0,-1 10-135,9-8 0,2 6-975,4 16 1,1 9 0,8 1 967,13 1 0,7 2 0,-4 5 0,5 0 0,10-10 0,0 0 1</inkml:trace>
  <inkml:trace contextRef="#ctx0" brushRef="#br1" timeOffset="5467">25772 9543 7533,'-20'-12'3148,"8"6"-2339,7 11-1078,5 25-1261,0-7 1530,5 11 0,2-15 0,5 0 0</inkml:trace>
  <inkml:trace contextRef="#ctx0" brushRef="#br1" timeOffset="5700">25735 9840 7533,'-7'14'2428,"7"14"-5705,18 15 714,-9-6 3132,4-3 1,-4 1-345,-15-9 0,-3-1 544,5 16-499,-15-16 0,-8-5-3168,-18-11 2898,4 1 0,1-20 0,27-4 0</inkml:trace>
  <inkml:trace contextRef="#ctx0" brushRef="#br1" timeOffset="6150">26255 8875 7533,'-24'13'1638,"6"25"0,5 8-229,5-9 0,1 4-1050,1-6 1,0 5 0,0 4 0,1 0 0,1-2-1171,2 3 1,1-1 0,2-1 0,-2 1 720,-2-1 0,0-1 0,0 1 0,1 2-468,2 4 0,1 3 1,0 1-1,1-4 1,-1-7 377,0 1 0,0-2 180,2-2 0,2 5 0,0-2 0,-2-7 0,0 13 0,3-18 0,-1-1 0</inkml:trace>
  <inkml:trace contextRef="#ctx0" brushRef="#br1" timeOffset="7133">26789 9222 7533,'-32'-14'3276,"7"3"-2685,-4 22-186,5 18 0,0 5-421,6-14 0,-1 3 316,-5 14 0,0 8 0,3-2 119,9-10 1,4 0 0,-1-1-406,-7 12 0,2 0 211,5 2 0,12-7-854,37-19 89,-14-7-270,13-21 1,2-13-586,-9-16 1,-4-5 979,-1 10 0,-1-2 295,-6-6 0,-2-5 0,-5 4 614,-5 6 1,-2 2-540,1-3 0,-2 1 1215,1-10 2106,-23 60-2415,13-4-321,-9 19 0,-1 9-495,11 4 0,3 1-581,-6-8 1,1 0-95,6 1 0,4 3 1,0-4 504,1-8 1,2-1 0,3 5 0,3-1 0,-2-7 0,0-1 0</inkml:trace>
  <inkml:trace contextRef="#ctx0" brushRef="#br1" timeOffset="7517">27061 9568 9512,'-14'-14'2608,"3"3"-3148,11 28 450,0-8-1619,5 26 1709,-3-20 0,9 8 0,-4-10 0</inkml:trace>
  <inkml:trace contextRef="#ctx0" brushRef="#br1" timeOffset="7800">26986 9865 7533,'-14'0'1979,"3"0"-810,17-5-719,17 4-720,-12 1 270,22 12 270,-24 24-540,-3-11 0,0 1 720,0 20-91,-6-18 1,0-3-180,0-10-450,0 7-359,22-43 629,0-1 0,-4 4 0,1-2 0,11-16 0</inkml:trace>
  <inkml:trace contextRef="#ctx0" brushRef="#br1" timeOffset="8100">27396 8936 7533,'20'-27'3276,"-13"5"-2441,16 24 1,5 12-117,-1 21 1,-4 6-495,-4-12 0,-1 4-881,-7 1 1,0 8-1,-2 4 1,-1-1 0,-2-7 450,-2-2 0,-2-4 0,-1 4 133,0 0 0,-1 5 0,-1 1 0,-1 1 0,-1-2-685,-4 7 0,-2 1 0,-1-2 0,0-3 517,1-2 0,-1-2 1,-1 2 108,-1-3 1,-2 4 0,-1 1 0,0-3 0,2-8 0,-5 2 0,0-4 0,0 0 0,0 0 0,0 1 0</inkml:trace>
  <inkml:trace contextRef="#ctx0" brushRef="#br1" timeOffset="9167">27346 11960 7533,'5'-25'1889,"-3"22"-1305,-6 28 1,-3 14-405,5-12 0,0 2-422,-4 6 1,-1 5 0,-1 4-1,1-1 534,3-1 1,0 1-1,1 0 1,0-2-233,-2 4 0,0-1 0,1 2 74,0 1 1,0 3 0,3-1 0,5-8 180,15-1 0,2-4-225,-10 4 0,4-4-45,26-15 0,4-13 45,-7-22-30,-6-6 0,6-8 0,-5-5-880,-10 0 1,-3-3 0,-2-2 0,1 1 733,8-3 0,0 2 0,-2-5 108,-5 0 1,-1-5-1,-2 0 1,-4 4-361,-5 3 1,-5 3-1,1 1 248,3-11 0,-3 1-855,-6-7 1,-8 12 944,-10 31 0,1 1 0,1 29 0</inkml:trace>
  <inkml:trace contextRef="#ctx0" brushRef="#br1" timeOffset="9600">28251 12059 7533,'-9'-12'449,"4"5"855,-15 12 1,-5 12-706,8 7 1,3 7 0,0 3-353,-3 3 0,1 3 1,0 2-1,1-2-825,0 7 1,2 0-1,1 2 555,2-2 1,0 4 0,2-2-1,3-6 23,6 3 0,2-2-150,-2-8 0,-1 2 1,6-3-690,14 4 0,7-6 839,-4-10 0,2-5 0,3-4 0,1-5 0,12-11 0</inkml:trace>
  <inkml:trace contextRef="#ctx0" brushRef="#br1" timeOffset="10184">28549 12282 7623,'-19'13'1709,"-5"27"-1305,11-2 1,1 4-225,4-8 0,1 3 90,0 1 0,1 2 0,3-2-91,7-1 1,3-2-45,-5-7 0,4-3-180,12-1 0,4-9 45,7-26-45,0-6 0,1-8-75,-9-3 0,-2-5 0,-2-3-233,-1-7 1,-2-3-1,-3 0 323,-2-2 0,-3 0 0,-3 3 255,-1-5 0,-8 6 45,-14 12 0,-6 13-500,3 30 0,1 10 230,0 4 0,2 4 0,3 1 0,6 2 0,11 0 0,1 0 0</inkml:trace>
  <inkml:trace contextRef="#ctx0" brushRef="#br1" timeOffset="10483">28895 12605 9242,'0'13'-113,"6"9"1,1-8-1,5 11 1</inkml:trace>
  <inkml:trace contextRef="#ctx0" brushRef="#br1" timeOffset="10683">28859 12840 7982,'3'28'689,"-1"-1"1,0 4 0,-2 0-690,1 1 0,-2 0-270,-6-3 1,-4-2-676,-4-4 1,-2-3 944,-10-1 0,-8-8 0,16-11 0</inkml:trace>
  <inkml:trace contextRef="#ctx0" brushRef="#br1" timeOffset="11166">29205 13187 10231,'-30'24'-45,"0"0"0,9-6 0,0-1 0,-2 4 0,-1-1 0</inkml:trace>
  <inkml:trace contextRef="#ctx0" brushRef="#br1" timeOffset="11717">29664 12381 7443,'-33'36'819,"0"-1"0,14-4 0,1 3 0,1 1-532,-3 7 0,1 1 0,3 0-287,6-3 0,3-1 0,5-3-450,6 0 1,4-5 359,9-3-225,5-36 0,1-12-270,-5-8 1,-3-6 344,0 1 0,1-4 0,-3 0 360,-1 1 0,-1 1 0,-2 1 1364,1-11 0,-7 16 226,-10 29-1531,1 25 1,3 13-900,-4 9 1,3 2-374,8-14 1,3-1 0,-1-2 668,-2 5 1,2-5 0,17 9 0,-11-23 0</inkml:trace>
  <inkml:trace contextRef="#ctx0" brushRef="#br1" timeOffset="11933">29850 12840 9691,'6'25'-585,"-5"-6"1,10-1-1,-4-5 1</inkml:trace>
  <inkml:trace contextRef="#ctx0" brushRef="#br1" timeOffset="12099">29863 13013 7533,'-10'32'1092,"0"0"0,1-5 0,6-5-2839,19-2 1747,12-38 0,11-11 0,-22 5 0,1 0 0</inkml:trace>
  <inkml:trace contextRef="#ctx0" brushRef="#br1" timeOffset="12316">30222 12344 7533,'29'-30'3276,"-1"15"0,9 37-2235,-23 18 1,-9 12-885,-4-15 0,-3 4 1,-2 2-1,-2 0-713,0-1 0,-2 1 1,-1 2-1,-1-1 1,-1 1 249,-2 2 0,-2 2 0,0-1 0,-1-1 1,-1-1 105,3-6 1,-2 0-1,1-2 1,-1 0-1,0-3 1,-2 3-1,0-1 1,-1-3-1,1-2 1,-9 9-1,-1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07:00.09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16698 11836 7533,'-8'-18'3276,"15"27"-2595,30 6-411,-8 9 0,4 9 0,0-2-1712,1-3 1,5-1 1575,-1-5 1,8 2 0,1-1 0,-7-5-45,-1-3 0,1-4-180,-3-7 0,7-2 0,3-1 0,-2-1 1,-7 0 44,6 0 0,0-3-27,-6-2 0,7-1 0,2-2 0,-3 0 0,-6 1 27,5-4 0,-2-1-45,-3 1 0,6-2 0,-1-1 0,-7 0 90,1-3 0,-3 0 391,7-4 1,-4-6-183,-17-2 1,-5-4 0,-3 2-30,-3 4 0,-3-2-77,0-17 0,-2-7 0,-3 3 616,-5 2 1,-4 1-450,1 3 0,-2-4 0,-5 0-73,-1 11 1,-3-1 0,-2-1 0,-1 2 0,1 3-18,-7-9 0,0 3 0,-5 0-72,7 9 0,-2-2 0,-2 0 0,-3 4 0,-3 8-36,-8 8 0,-4 6 0,-3 6 0,1 3 0,2 1-513,7 0 1,1 4-1,0 1 1,0 2 0,-3 1 465,3 1 1,-3 1 0,-1 1-1,0 2 1,0 1 0,1 3-1,1 1 65,1 6 0,0 3 0,2 3 0,0 1 0,2 0 0,1-1 0,2-2-223,0-1 1,2-2 0,2 0 0,0 1 0,0 4 234,1-1 1,-1 2 0,-2 3 0,3 1 0,2 0 0,5-1 0,8-1-385,6 6 0,9 0 0,4-1 0,2 0-538,0 0 1,1-1 0,4 0 0,5-2-1,10 1 1,6 0 0,4-4 0,0-7 705,-4-10 0,2-5 0,0-3 0,0 0 0,1 2 0,0-2 0,-1 0 0,0-2 1,3-1-1,0-1 0,-1 1 0</inkml:trace>
  <inkml:trace contextRef="#ctx0" brushRef="#br0" timeOffset="867">17801 11055 7533,'-19'0'1079,"6"0"-179,13-38-541,24-5-1191,-8 1 1,6-7 1029,-3 17 0,4-3 0,2-2 0,1 1 0,-2 0-678,-1 3 1,-1 1 0,1 0 0,0-1-1,2-3 518,-2 4 1,1-2 0,1-1-1,0-1 1,1-1 0,1 1-1,0-1-38,-1 0 0,2 0 0,0-2 0,0 1 0,1 0 0,-1 0 0,0 1 0,-2 2-150,4-4 1,-1 2-1,-1 1 1,0 0 0,0 0-1,2-3 161,-5 5 0,1-1 1,1-2-1,0 1 0,-1-1 1,1 0-1,-1 2 0,-1 1-56,3-4 0,1 0 0,-2 1 0,0 2 0,-1 0 0,-1 1-266,4-7 0,-2 3 0,-1 0 0,1-1 266,2-2 0,2 0 0,-1 1 0,-2 1 36,2-3 0,-2 2 0,-2 4 9,-1 0 0,0 2 717,5-6 0,-2 2-897,-15 13 0,-2 4-180,3 4 1488,3-10-1128,-16 20 0,5-6 0,-6 1 0</inkml:trace>
  <inkml:trace contextRef="#ctx0" brushRef="#br0" timeOffset="1100">19387 8540 7533,'-13'-11'2338,"13"3"-1348,19-5-496,9 9 1,3 3-315,19 6-90,-14-1 0,-1 5-315,-10 7 0,-5 4-404,6 19 196,-19-8 0,-9 5-47,-11 0 0,-10 3 0,1-2 275,5-5 1,1-2-1,-3 1 1,-6 9 0,-3 1-1,3-2 1,0-3 0,1 1-1</inkml:trace>
  <inkml:trace contextRef="#ctx0" brushRef="#br0" timeOffset="1650">20404 7672 7533,'18'-27'3276,"7"27"-2036,-7 36 0,-4 16-970,-4-18 0,-2 2 0,0 3-790,-2 1 0,0 3 0,-2 3 0,-2 1 550,-2-6 0,-1 3 0,-1 1 0,-1 0 0,1 0 0,-1-3-598,0 9 0,-1-3 0,0 0 0,0 3 463,0-9 0,0 1 0,0 2 0,-1-1 0,1-1 0,0-4-547,-1 3 0,0-3 0,1-2 0,0-2 216,0 14 0,1-6-149,0-7 0,1-7 545,2-12 1,-6-23 0,-1-1 0</inkml:trace>
  <inkml:trace contextRef="#ctx0" brushRef="#br0" timeOffset="1883">20553 7710 7533,'22'-34'819,"-1"0"0,1 0 0,-4-3 0,3 5 106,20 7 1,3 10-1442,4 13 696,-11 7 0,-1 8-91,1 19 1,-7 8-90,-9-4 0,-6 4 0,-4-5 0,-1 4 0,-9 1-180,-11-5 0,-7 2 1,-4-1-1,0-1-809,-1 3 0,-1-1 0,-3 0 764,-2-2 0,-2 2 0,-2 0 0,1-3-383,3-6 1,-1-1 0,2-2 0,1-2 644,-10 9 0,3-2 1,0 1-1,8-4 1,14-9-1</inkml:trace>
  <inkml:trace contextRef="#ctx0" brushRef="#br0" timeOffset="2233">21631 7425 7533,'-42'22'1092,"0"0"0,8 10 0,1 7-273,9-10 0,-1 4 0,1 2 0,2 4-1366,4 1 1,2 5 0,0 2 0,2 1 0,-1 0 0,1-3 701,-1 0 1,1-2 0,0-1 0,1 1 0,0 3-111,3-5 1,-1 3-1,1 1 1,0 0 0,3 0-1,3-1 1,3-4-370,5 6 0,3-2 0,5-2 1,1-2-1,2-2 31,2 0 1,2-2 0,2-3 0,4-1 293,7 0 1,4-1-1,2-5 1,-2-4 0,1-6-1,-1-5 1,0-2 0,-2-3-1,0 0 1,0 0 0</inkml:trace>
  <inkml:trace contextRef="#ctx0" brushRef="#br0" timeOffset="3350">20665 11514 2290,'-30'0'3276,"-2"0"0,6 6-1465,13-5-462,53 21-899,4-18-558,-9 1 1,7 1-1,3 1 1,-6-3 242,7-2 0,2-3 14,-11 2 1,7-1 0,4 0 0,1 0 0,-2 0 0,-4-1-268,3 0 0,-4-1 1,0 1-1,3-1 178,-3 0 0,3 0 0,2-1 0,0 1 0,-2 0 0,-4 0 7,4 0 0,-3 1 1,0-1-1,2 0-49,1 0 0,4 0 0,1-1 0,-3 1 0,-5 0-18,-3 1 0,-4 1 0,5 0 36,3-2 0,7 0 0,2-1 0,-4 1 0,-7 0-36,3 1 0,-2 1 22,-3-3 1,7 0-1,-2 0 1,-7 0 156,-6 3 1,-2-1 126,21-4 1,-3-1 143,-11-1 732,-8 2 1,-3-2-823,-10-6 1983,7 6-2163,-21 2 1591,5 5-1591,-6 0-378,-11 0 108,-3 0-855,-10 5 1,-4 1 764,-15 2-913,7 2 1,-6 3 0,4-1 604,5-2 0,-1 2 38,-4 0 0,-7 1 1,0 1-1,6-1 180,-2 2 0,-1-1 18,6-5 0,-6 1 0,-2 0 1,2-1-1,5 0 72,-9 2 0,0-2 54,7-3 0,-7-1 0,-2 0 0,2-1 0,7 0 36,-7 0 1,0-1 53,9-1 0,-6 1 0,-1-1 0,2 0 0,6 0 36,-5-2 0,0 1 224,1 2 1,-5 2 0,0 0 0,8-1-225,5-3 0,2 0 637,-5 3 0,-3 1 1,8-2-458,1-3 1619,5-6-1349,31 4-765,32-10 0,13-3-569,-17 9 0,0 1 0,4-1 97,3-1 0,4-1 0,1 0 0,-3 1-95,4 2 0,-1 1 1,-1 1 881,-3 0 0,0 1 0,-3 1 0,10 3 0,-2 2 0,-1-1 0,0 0 0</inkml:trace>
  <inkml:trace contextRef="#ctx0" brushRef="#br0" timeOffset="4433">21805 7722 5914,'0'-43'3276,"0"5"-1425,11 11-1312,-8 49 1,-3 17-300,-1 4 0,0 6 0,-3 5-598,0-10 0,-2 4 0,0 2 0,-2 0 1,1-1 357,-2 0 0,-1 1 0,-1-1 0,0-1 0,1-2-90,-1 4 0,0-2 0,-1-3 0,0-7-43,-8 7 0,4-23-1082,17-57 1,8-29 818,-4 25 0,2-5 1,1-3-1,1-2 0,0 0 48,1 6 0,0-1 0,2-2 0,-1 0 0,2 0 0,0 0 0,0 3 363,1-4 0,2 0 0,0 0 0,0 2 0,0 2 0,1 3 524,2-9 1,1 1 0,1 8 0,2 15 269,9 16 1,-4 18-270,-13 26 0,-11 15-451,-5-4 1,-5 3 0,-4 1 158,-4-3 0,-4 0 1,-1-2-70,-2-6 1,-1-1 0,0-4 450,-5 0 0,3-6 809,0 6-450,48-10-854,-8-2 0,2 4-1774,12 10 1,1 4 1591,-10-7 0,0 1 0,-1-1 0,1 5 0,-1-3 0,0-3 0,0 0 0</inkml:trace>
  <inkml:trace contextRef="#ctx0" brushRef="#br0" timeOffset="4733">22301 8180 7533,'-33'29'3276,"21"-7"-886,53-8-3334,-9-21 0,2-10-226,2-10 1,-6-4 1304,-8-3 0,-13 3 314,-26 10 1,-9 9 1188,-12 17 0,-3 14-1081,13 1 0,1 5 0,4 2-1502,-8 14 1,13 2 944,28-4 0,9-5 0,9 3 0,1-25 0,0 0 0</inkml:trace>
  <inkml:trace contextRef="#ctx0" brushRef="#br0" timeOffset="5083">22661 8118 7533,'-39'-1'3276,"9"30"-1638,21 0 0,5 5-1541,0 8 0,3 0-592,1-4 0,5-5-584,13-9 449,0-36 1,2-13 539,3-4 0,-1-2 584,-2-1 1,-1 6 855,4 14-361,-17 50-1709,-9-4 1,0 2-920,2 0 1,1-2 1580,0 10 0,7-16 0,5-21 1</inkml:trace>
  <inkml:trace contextRef="#ctx0" brushRef="#br0" timeOffset="5250">22834 8044 9961,'5'12'1619,"30"-10"-3258,-4-14 1,3-5 1509,-4 6 1,0-3 0,1-9-1,-4-1 1,-3 0 0</inkml:trace>
  <inkml:trace contextRef="#ctx0" brushRef="#br0" timeOffset="5400">23094 7573 7533,'-42'28'1638,"19"8"0,1 11-819,7-12 0,0 4 0,1 2 0,2 2-789,2-2 1,1 3-1,1 1 1,1 1-1,2-2-686,2-1 1,2 0-1,1 0 1,1-1 0,1-2 648,1 3 1,2 0 0,1-3-1,2-5 1,9 9 0,4-10 0,15-6-1</inkml:trace>
  <inkml:trace contextRef="#ctx0" brushRef="#br0" timeOffset="5749">23205 8267 7533,'-26'-3'1638,"0"-1"0,-4 4 1562,48 2-5988,27-8 1573,-18-4 1,-1-5-45,11-18 2158,-43 7 2249,-27 37-1510,7 6 0,1 6-892,4 7 0,4 3-2276,4-4 1,8-1 1529,23 9 0,4-19 0,13-12 0</inkml:trace>
  <inkml:trace contextRef="#ctx0" brushRef="#br0" timeOffset="6083">23392 8292 7533,'-28'33'1092,"0"0"0,9-3 0,4-1 546,1 0 0,10-7-1894,34-20-1003,-4-29 0,1-14 696,-9 10 1,1-3 0,0-4 0,-1-2-94,-2 0 1,0-3-1,-1-2 1,-1 0 0,0 0 618,-2 3 0,0 0 0,0 0 0,-1 1 0,-1 0 856,2-4 0,-1 0 0,0 3 0,-2 6 819,2-4 0,-4 20 0,-13 45 0,-4 21-988,3-8 0,0 6 0,0 3 0,0 1-1306,1-2 1,-1 4-1,2 0 1,-1 1 0,2-1-1,1-1 1,1 1-1,0-1 1,2-1 0,2-2 591,2 1 1,1-2 0,3-2 0,1-5 0,8 10 0,5-12 0,-1-22 0,0 0-1</inkml:trace>
  <inkml:trace contextRef="#ctx0" brushRef="#br0" timeOffset="6350">24210 7288 7533,'-16'33'655,"0"0"0,5 3 1,1 4-1,0 6 0,0 3-246,2-10 1,0 3-1,1 2 1,-1 2-1,0 2 1,0 2 0,1 0-1,0 0-707,2-5 0,0 2 0,0 1 0,1 1 0,-1 0 0,1 1 0,0 1 0,0-1 1,0-1-1,-1 0 0,1-2 255,-1 1 1,0 0-1,0-1 1,0 0-1,0 0 1,0-1-1,0 0 1,0-1-1,1 0 1,0 0-1,0 2 1,0 0-1,1 0 1,0 0-1,0-1 1,0-1-1,0-2 1,1-3-1,-1-2 1,0 9-1,-1 1 1,1 0-1,-1-1 1</inkml:trace>
  <inkml:trace contextRef="#ctx0" brushRef="#br0" timeOffset="8399">9458 13460 7533,'-26'7'719,"-3"-2"-179,21 1 359,8 11-179,33 2 0,19 0-698,-13-4 1,4 1-1,2 0 1,3-1-513,-10-6 0,0 0 0,3-1 1,0 0-1,2-1 0,1 0 366,0 0 0,2 0 1,2 0-1,1-1 1,0 0-1,0 0 0,-1-2 1,-2 0 33,0-2 0,-1 0 0,-1-2 0,-1 0 0,1 0 0,0-1 0,0-1 64,3 1 0,2 0 1,0-1-1,-1 0 1,0-1-1,-2-1 0,-2-2 186,4-2 1,-1-1-1,-3-1 1,-2-3 0,-2-2 243,0-5 1,-2-3 0,-3-3 0,-5-3-68,-3-3 0,-3-3 1,-5-2-1,-3-2 22,-5-5 1,-4-2 0,-5-3 0,-3 0-234,-3 4 0,-3-2 0,-3 0 0,-2-1 0,-3 1-340,0 6 1,-2 0-1,-2-1 1,-2 2 0,-1-1-1,-3 1 265,2 4 0,-3-1 1,-1 0-1,-1 1 1,-2 2-1,-1 1 1,-2 2-78,-1 3 0,-1 1 1,-3 1-1,0 2 0,-2 2 1,0 4-1,-2 3 38,-2 2 1,-2 4 0,-1 2 0,-1 3 0,0 4 0,0 3 0,0 4-250,3 4 0,0 3 1,-1 5-1,0 2 1,1 2-1,1 3 1,0 0-1,2 2 227,3 0 0,1 2 0,0 1 0,0 2 0,2 1 0,1 2 0,1 0 0,1 1 1,2 0-91,2 0 0,0 0 0,2 2 0,0 0 0,2 1 0,2 1 0,2-1 0,3 1 0,2-1 67,1 7 1,4 3 0,4-1 0,1 0 0,3-1 0,1-2 0,2-3 0,0 9 0,3-4 0,4-2 0,6-3 0,14-8 0,-1 1 0,1 0 0,-1 0 0</inkml:trace>
  <inkml:trace contextRef="#ctx0" brushRef="#br0" timeOffset="9333">24706 7672 7533,'-36'-5'3276,"9"37"-1811,6-7 0,0 8-1135,6 6 0,2 8 0,-1 1-768,-1-5 0,0 0 1,-1 2-1,0 1 546,1-4 0,0 2 0,-1 0 0,1 1 0,0-3 49,-2 6 0,0 0 1,1-2-1,1-2-199,-2 6 0,2-2 0,10-4-1597,13 3 1,13-12 1180,7-21 0,5-7 1,0 0-1,0-4 1,-4-9-1,0 0 1</inkml:trace>
  <inkml:trace contextRef="#ctx0" brushRef="#br0" timeOffset="9600">24818 8490 7533,'-36'35'3276,"14"-1"0,21 16-3442,39-24-689,-6-29 1,0-11-91,0-6 1,-6-6 989,-8-12 0,-11 0 764,-15 9 1,-9 6-270,-5 9 0,-3 10-1575,1 16 1,3 8 1034,-2 15 0,24 7 0,12-24 0</inkml:trace>
  <inkml:trace contextRef="#ctx0" brushRef="#br0" timeOffset="9883">25214 8416 8612,'-22'14'1092,"1"0"0,-4 9 0,0 4 546,-2 13 0,3 3-462,7 2 1,7-2-1852,8-8 1,11-6-965,16-11 1,6-6 1314,-6-5 1,0-5 0,5-8-1,-2-4 1,-4-4 0</inkml:trace>
  <inkml:trace contextRef="#ctx0" brushRef="#br0" timeOffset="10416">25536 8069 9691,'-3'32'1092,"1"1"0,-2 5 0,1 1-435,-1-4 0,1 3-477,-1-4 0,0 6 0,-1 0 0,1-1-894,0 4 1,-1-2-1,0 4-106,1 0 1,-1 4 0,0 0 0,0-5 381,1-2 0,0-4 0,0-2 0,-2 8 0,1-8 0,-2-11 1</inkml:trace>
  <inkml:trace contextRef="#ctx0" brushRef="#br0" timeOffset="10820">25821 7710 393,'-7'-25'1079,"2"11"2197,16 3-1915,-3 11-1096,32 22 275,-16 0 419,-2 10 1,3 11-1,-3 2-489,-9 1 1,-4 3 0,0 0-359,2-10 1,0-1-1,0 2 1,-2 2 163,-4 1 1,-2 3 0,-1 1 0,-2-3 0,1-5-142,-3 10 0,-2 0 14,-1-8 0,-1 7 0,-1 2 1,-3 0-1,-2-5-149,-4-2 0,-2-4 0,-3 0 0,0 2 0,1 1 0,-1 1 0,-1 2 0,-1-2 0,0-4 0,-1 0 0,-2-2 0,0-2 0,1-3 0,-5 2 0,0 0 0,0-1 0</inkml:trace>
  <inkml:trace contextRef="#ctx0" brushRef="#br0" timeOffset="11700">26380 8304 7533,'-14'-20'3276,"19"9"-346,10 18-2780,13-3 1,2-1 1,7 2 0,-7-4 0,0-2 1,7 1-1</inkml:trace>
  <inkml:trace contextRef="#ctx0" brushRef="#br0" timeOffset="11866">26504 8503 3373,'-21'15'1574,"0"0"0,-8 6-360,8-3 1,1-2-765,6-6 719,14 17-899,14-24-1501,13 3 0,4-1 1501,13-5-1140,-10-2 1,6-3 0,-4 1 1258,-6 0 0,-1 0-389,13-4 0,-1-2 0,-16 1 0,-2 0 0,21-10 0</inkml:trace>
  <inkml:trace contextRef="#ctx0" brushRef="#br0" timeOffset="12100">27135 8243 7533,'-19'29'819,"-1"-1"0,2 2 0,-1 3 0,4-3 2457,-3 16-2192,6-14 0,-1 4 0,5-6-634,12 2-540,11-7 0,5-5-450,17-13 480,-7-12 0,6-6 0,-3-6-1033,-1-10 1,-2-6 0,-1 1 124,-3 8 0,-1 0 1,-2-4 674,-2-7 1,-2-7 0,-2 0 0,-6 8 176,-5 9 0,-4 1 86,-1-11 0,-3-6 0,-2 8 30,-11-4 525,-12 13 0,-4 6-420,-6 13 1,7 11 0,0 6 0,-7 14 0</inkml:trace>
  <inkml:trace contextRef="#ctx0" brushRef="#br1" timeOffset="12133">27135 8131 18518,'-12'38'-1639,"-1"0"1,-1 3 982,7-3 1,3-2-1,10-4 1,1 5 0</inkml:trace>
  <inkml:trace contextRef="#ctx0" brushRef="#br0" timeOffset="12283">27520 8553 7533,'-21'12'3276,"4"11"0,12-2-1638,4 4 0,0 2-583,-4 3-1460,4 5 1,2-1 404,-1-3 0,2-5 0,1 0 0,4 0 0,6 5 0</inkml:trace>
  <inkml:trace contextRef="#ctx0" brushRef="#br0" timeOffset="12799">27854 7933 7533,'-20'-27'3276,"3"9"-796,23 13-321,17 10-1349,5-3-2449,6 9 1,2 0 1323,8-7 345,-13 6 0,5 3 0,-5-3 1469,14 0-1619,-15 2 0,4 3 0,-5-2 1070,8 3-1310,-9 13 0,-4 4 180,-10-1 390,-13 5 0,-6 9 0,-2-4-610,-2-10 1,-4 1 794,1 1 1,-3 8 0,-2 2 0,0-1 0,2-7 50,-7 8 0,-1 1-608,6-4 0,-2 8 0,1 3 0,0-2 1,3-8-39,2-8 0,1-5 1,1 3-1,0 5 1,0 3-1,1 0 1,1-6-1,0 0 1,0 0-1</inkml:trace>
  <inkml:trace contextRef="#ctx0" brushRef="#br0" timeOffset="17967">16735 13733 9422,'11'31'779,"0"1"1,-5-6-1,5-2-539,17-6 0,9-3 0,-1-2-1552,-3 0 1,3-4 1346,-1-3 1,8-1 0,3-1 0,-2-2 0,-4-1-506,-2-1 1,-3-2-1,5-3 410,-2 0 0,6-1 0,4-2 0,-1-1 0,-3 0 0,-6 0 0,2-4 0,-5-1 1,4-2-76,-4 2 0,6-2 0,1-2 0,0 1 0,-4-1 0,-6 2 105,-1-3 0,-5 1 0,2-3-128,7-7 1,5-3 0,-2-1-1,-8 2 68,-8-1 1,-6-3 508,3-9 1,-2-7 0,-7 4-84,-14-2 1,-9 1-98,1 3 1,-4-3 0,-5 4-30,-4 7 0,-5 2 0,-3 4-376,2 6 0,-2 3 1,-2 2-1,-1 1 345,-5 2 1,-2 3 0,-2 1 0,0 4-275,5 3 1,-2 2-1,0 3 1,0 0 0,1 1 139,-4 0 0,1 1 0,0 2 0,-3 4 14,4 2 1,-2 3 0,-2 2 0,1 1 0,1 0 0,4 1-103,-4 2 0,3 0 0,2 2 0,-3 2-182,7-2 0,-2 1 0,0 1 0,0 2 0,3-1 1,3 1-46,-2 3 0,4 2 0,4 0 0,4 1-823,5 12 1,7 2 0,4-3 917,4 5 1,10-3-1,9-13 1,7-1 0,1-3-1,10 1 1,0 0-1</inkml:trace>
  <inkml:trace contextRef="#ctx0" brushRef="#br0" timeOffset="18533">26045 12679 7533,'-22'20'1638,"1"0"0,-7 10-991,15-1 0,2 7 0,1-3-1784,2-4 0,2 1 1339,2 6 1,1 7-1,0 0 1,1-4-293,-2 5 0,2 2 126,2-10 0,-1 7 0,2 1 0,-1-2 0,0-5-621,0 12 0,0-1 90,0-7 0,0 6 1,0-1-1,0-7 90,0-5 1,0-2-811,-2 17 1,-1-5 1188,1-17 0,-9-9 0,4-19 0</inkml:trace>
  <inkml:trace contextRef="#ctx0" brushRef="#br0" timeOffset="18753">26094 12716 7533,'12'-22'629,"0"-1"1,14-13 269,6 23-314,-7 7 0,2 2-405,9 8-270,-3 8 0,-2 5-90,-2 7-90,-9 15 0,-5 2-268,-8-2 403,-15 7 0,-6 0-226,2-21 1,-5 0 330,-11 6 0,-6 2 0,2-4-15,6-6 0,-2-2-15,-9 6 0,-5 2 0,7-5 60,-5 1 0,6-6 0,5-4 0,20-9 0,5-6 0</inkml:trace>
  <inkml:trace contextRef="#ctx0" brushRef="#br0" timeOffset="18953">26974 12629 7325,'-37'0'1638,"2"19"0,0 6 0,12-10 0,0 3-1455,-3 8 1,-5 8-1,1 1 1,3-3 85,0 6 1,1 4 53,5-5 1,-3 7 0,0 3 0,1-2 0,4-4-234,2-3 0,3-2 0,1 4-450,2 2 0,-1 7 1,2 2-1,1-3 0,5-7-315,3 8 1,7-3 494,2-9 0,3 3 0,3-2 0,1-8-752,8-5 1,4-6 931,5 0 0,6-2 0,-3-8 0,-4-11 0,1-6 0,13-3 0,0 1 0</inkml:trace>
  <inkml:trace contextRef="#ctx0" brushRef="#br0" timeOffset="34917">23900 13125 7533,'-35'-13'599,"0"0"1,7 3 0,1 2 29,-3 4 1,2 3-360,-3 1 314,-9 4 1,0 3-1305,7 6 1169,6 2 1,-6 5 0,2 3 329,4 8 1,2 5 0,0 2-647,2-4 1,-1 2 0,1 2 0,2 1 28,5-3 0,1 2 0,2 1 0,2 0 0,3 0-95,2 8 0,5 0 1,2 0-1,5 0-67,3-1 0,4 0 0,3-1 0,4-2-45,3-1 0,4-2 0,3-2 1,1-2 111,2-3 0,2-2 1,2-3-1,2-2 90,2-2 1,2-2-1,1-4 1,1-2-32,-6-5 0,2-3 0,0-1 0,-1-1 0,-2-1-456,10 3 0,-3-2 0,2-3 375,-1-4 0,2-3 0,0-1 0,-1-2-135,-5 0 0,-2-2 0,0 0 1,2-3-471,0 0 1,2-2 0,1 0-1,-1-1 1,-2 1 514,1 1 0,0 0 0,-2-1 0,1-1-23,2-3 1,1-2-1,-3 1 1,-7 2-14,-5 3 1,-2-1 290,4-5 0,3-3 0,-5 3 59,8-5 406,-8-8 0,-2-2-405,-8 5 269,-8-7 1,-6-7-360,-5 10 0,-4-2 0,0 1-91,-2-7 1,-4-1-283,-1 7 0,-4-4 0,0 0 0,-1 7 13,-1 2 0,-5 2 112,-3-2 1,-6-3-1,-1 0 1,2 6-23,-3 0 0,-3 4 90,4 6 0,-6-1 0,-3 0 0,-1 2 0,0 3-72,-1 3 1,-1 3 0,-1 2 0,-1 1 0,-1 0-49,-1 1 0,-2 0 0,-1 1 0,-1 1 0,0 1 0,0 2-253,5 0 0,-1 2 1,0 2-1,0-1 1,1 2-1,2 0 1,2 0 138,-1 1 0,1 0 0,2 0 0,2 3 0,0 2 234,-8 6 0,0 4 0,5 2 0,9-1 0,11 1 0,5 1 0,-7 11 0,0 0 0</inkml:trace>
  <inkml:trace contextRef="#ctx0" brushRef="#br0" timeOffset="37000">26193 14241 7533,'-6'-26'2428,"-5"2"-629,4 17-1035,0 25 1,1 14-285,1 1 0,2 5 0,-1 4-568,0 3 0,0 4 0,1 2 0,1-1 304,2-8 0,1 1 0,0 0 0,2-1 0,2-1-14,2 5 0,1 0 1,3-3-1,6-8 175,6-6 1,6-5 0,1-14-259,9-21 1,3-16 0,-4-8-264,-14 7 0,-2-6 0,-2-2 0,-1-2 1,-1 0-359,0-4 0,-1-1 0,-2-2 0,-2 0 1,-1 2-319,-2-3 1,-1 0 0,-3 2 0,-2 4 163,-1-14 1,-8 12-1,-13 14 1,-1 36 0</inkml:trace>
  <inkml:trace contextRef="#ctx0" brushRef="#br0" timeOffset="37367">27061 14092 7533,'-42'11'1638,"17"13"0,-1 10-546,0 2 0,-2 6 0,3 4-606,9-9 1,1 4-1,2 2 1,1 0 0,2-1-487,0 0 0,1 0 0,2 0 0,2-1 0,3 0-720,4 8 0,4 0 1,4-3-1,3-5 369,8-3 0,4-5 1,2-7-1,11-1 0,1-8 1,-7-12-1,1 1 0</inkml:trace>
  <inkml:trace contextRef="#ctx0" brushRef="#br0" timeOffset="39467">27296 14377 7533,'-23'-23'1092,"-1"0"0,4 2 0,6 1-321,14 1-501,12 1 360,19 0-810,13 4-480,-13 8 1,4 0-1,-1 1 660,6 0 0,-1 3 0,5 1 0,-3 2 0,-1 6 0</inkml:trace>
  <inkml:trace contextRef="#ctx0" brushRef="#br0" timeOffset="39633">27495 14179 7533,'-20'22'1092,"1"1"0,-1 17 0,4 7-1169,9-13 0,2 4 0,2 1 0,-1 0-743,0 0 1,1-1 0,0 1 0,1 1 470,0 3 1,0 1 0,1-1 0,0-4-769,1 7 0,0-5 1117,-2-4 0,-1-6 0,-4-12 0,-6-7 0</inkml:trace>
  <inkml:trace contextRef="#ctx0" brushRef="#br0" timeOffset="39733">27333 14984 7533,'-26'-18'2968,"8"-1"-1709,46-6-1079,-9 6-495,15 6 1,7 3 314,-3 3 0,-1 0 0,-2-2 0,-1 0 0,4 3 0,0 0 0</inkml:trace>
  <inkml:trace contextRef="#ctx0" brushRef="#br0" timeOffset="40416">27941 14551 7533,'-41'5'2428,"6"18"-2023,8 6 0,1 3-315,11-8 0,2 3 0,-4 14 0,5-1 90,11 0-540,19-8-180,5-38 0,3-10 225,-4 5 1,-1-4-46,4-10 0,1-8 0,-3-1-733,-1-6 1,-4-2 0,0 1 407,-1 9 1,-1 2-1,0-3 595,-1-6 0,0-5 0,-1 0 1,-2 5 628,-1-4 1,-1 4-450,0-1 0,-1 3 2568,-3-7-1849,-16 67 1,-4 14-360,-8 0-399,8 1 1,0 9 0,1 1-187,3-11 0,0 2 0,1 0 0,1 0 15,-1 9 0,2 0 0,0 1-700,2-9 1,0 1 0,1-1 0,2-6 344,4 1 0,3-8 475,7 2 0,6-29 0,1-7 0</inkml:trace>
  <inkml:trace contextRef="#ctx0" brushRef="#br0" timeOffset="40600">28338 14154 7533,'0'-8'1638,"-9"26"0,-4 15-1253,2 2 1,0 5-1206,0-1 1,-2 5 0,0 0 0,2-3-66,1-5 1,1-2 0,0 2 389,1 6 0,0 5 1,1-2-1,1-7 572,2-2 0,1-4 0,0 14 1,1-4-1,2-6 0</inkml:trace>
  <inkml:trace contextRef="#ctx0" brushRef="#br0" timeOffset="40883">28326 14724 9242,'16'26'1799,"21"-19"-1799,-6-9-495,-2-15 0,-2-7-45,-14 0 1,-4-2 269,16-17 270,-20 12 0,-10 6 360,-36 26-360,9-4 899,-6 28 1,2 13 539,13 3 0,4 2-1439,-2-5 0,4 0-450,4 11 1,15-7-541,26-25 1,7-5 989,-14 4 0,1-2 0,21-8 0,1-6 0,0-7 0</inkml:trace>
  <inkml:trace contextRef="#ctx0" brushRef="#br0" timeOffset="42199">21334 17922 7533,'-24'-12'1638,"1"0"0,-8-3-867,-4-3 309,24 13 179,55 16-899,-17-3-340,5-1 1,9 2 0,1-1 128,0 0 1,1 0 0,-2 0-90,-4-1 0,0 0 0,1 0-105,2 1 0,3 0 0,-1-1 0,-7-1-90,-5-2 1,-1 0 104,7 3 0,4 1 0,-6-1-150,10 2 90,-8 0 0,-3-1 90,-11-1 409,7-1-319,-22-6 1079,-1 0-899,-34-11-90,10 3-225,-15-1 0,-8 0 135,-3-1 0,0 2-310,6 3 0,-1 2 40,-5-2 0,-3 1 1,7 1 409,-9 3-230,14 0 0,-5 0 0,7 0 359,-6 0-179,1 0 0,2 0 360,12 0 269,-10 0-269,27 6-540,7-5 720,29 10-540,0-4-1,10-3 1,3-1-135,-17 0 0,1 0 90,24-3 0,-1 0-45,1 0-315,-6 0 0,-1 0 864,-6 0-999,-2 0 0,-1 0-270,-11 0-179,12 0 89,-29 0-539,-6 5-630,-6-4-1259,-34 21 3148,9-6 0,2-2 0,-1 2 0,8-3 0,0-1 0</inkml:trace>
  <inkml:trace contextRef="#ctx0" brushRef="#br0" timeOffset="43033">28772 15022 12570,'-19'31'-990,"-10"5"990,8-15 0,-9 2 0,5-11 0</inkml:trace>
  <inkml:trace contextRef="#ctx0" brushRef="#br0" timeOffset="44233">9743 13819 7533,'-28'-25'839,"0"1"1,4 1-1,4 2 241,-5-11 899,36 14-1350,19 12 1,13 6-1,0 0-449,1 0 0,5 0-787,-6 0 1,8-1 0,2 0-1,0-1 1,-5 1 763,-5 0 1,-3-1-1,-1 0 1,3 0-140,3 0 0,1-1 0,2 1 0,0-1 0,-3 1-215,3 0 1,-1 0 0,-1 0 0,-1 1-322,-6 0 1,-2 0 0,0 1 0,1 2 337,3 2 0,2 1 0,-2 2 0,-5 0 0,8 6 0,-4 2 0,-9-1 0,-1 0 0,1 1 0</inkml:trace>
  <inkml:trace contextRef="#ctx0" brushRef="#br0" timeOffset="45150">29304 14141 7533,'-5'-30'3276,"-2"15"-1605,-22 48-1342,13-1 1,-1 8 0,1 0-822,1-7 0,2 0 0,-2 3 604,-2 5 0,-1 5 1,0 1-1,2-4 8,1 2 0,2-3 0,1-1-90,0-4 0,1-1 0,1 0-330,-1 4 0,2 0 1,7-6-103,10-8 1,6-6 401,6-2 0,4-3 0,19 1 0,-17-19 0,0-1 0</inkml:trace>
  <inkml:trace contextRef="#ctx0" brushRef="#br0" timeOffset="45434">29478 14687 7533,'-34'29'719,"1"1"1,-1 1-1,11 2 631,27 16-1710,4-13 270,13-17 0,5-9-270,6-23 0,0-9 315,-7 8 0,-1-4-45,12-17 1,-10-5 89,-24 10 0,-5 2 90,11-19 269,-37 7-179,-2 38 0,-2 8-90,-3 3-495,-2 5 1,8 7 404,27 18 0,5-6 0,17-4 0</inkml:trace>
  <inkml:trace contextRef="#ctx0" brushRef="#br0" timeOffset="45667">29813 14650 7533,'-24'8'1092,"0"0"0,0 6 0,2 4 283,-4 11 0,3 4-1375,8-1 0,3 1-315,2-7 1,4-1 44,11 9-3007,41-38 2326,-19-5 780,9-4 1,-3-4-1,-11-9 1,7-4-1</inkml:trace>
  <inkml:trace contextRef="#ctx0" brushRef="#br0" timeOffset="45900">30024 14154 9062,'-9'32'1638,"0"-1"0,-5 9-1441,6-4 0,0 8 1,1 1-1018,0-5 1,1 1 0,-1 0 0,2-1-274,-1 2 1,1-2 0,1 3 753,-1 0 0,0 2 0,1 0 1,1-7 321,3-1 1,0-4 0,-2-3 0,-1-1 0,-1-3-1,1 1 1</inkml:trace>
  <inkml:trace contextRef="#ctx0" brushRef="#br0" timeOffset="46886">29900 14650 5914,'19'-31'1079,"-6"11"-180,-2-9 721,-10 15-1441,4 2 811,-5 6-360,0 28-630,0-11 359,-5 35-1348,-2-8 629,0-9-899,2 10 1259,5-31 0,0 4 0,0-6 0</inkml:trace>
  <inkml:trace contextRef="#ctx0" brushRef="#br0" timeOffset="47267">30284 14141 7533,'0'-13'2518,"0"2"-719,17 38-900,-7 8 1,0 3-675,3-6 0,1 2-225,-2 10 0,1 6 1,-4 0 178,-4-9 1,-3 0 0,1-1-373,1-2 0,1 0 0,-3 1-17,-7 8 0,-3 2 0,-3-8 210,2-15 0,-4-1-600,-5 7 1,-4 2-1,-1-2-929,-9 2 0,-1-2 1349,6-1 0,-1-3 180,-5-2 0,4-6 0,14-13 0,-9-2 0</inkml:trace>
  <inkml:trace contextRef="#ctx0" brushRef="#br0" timeOffset="47466">30694 14476 7533,'-25'-5'3276,"11"3"0,25-9-3352,0 10-1563,15-5 1,5 1 1625,4 3 0,9-8 1,-15 3-1</inkml:trace>
  <inkml:trace contextRef="#ctx0" brushRef="#br0" timeOffset="47603">30644 14737 7384,'-30'12'1638,"-1"0"0,1 7 1638,-3 0-2108,83-24-2788,-16 3 1277,0-9 1,6-4-1,-4 1 1,-6 2-1,-2 0 1,13-9 0,1 1-1</inkml:trace>
  <inkml:trace contextRef="#ctx0" brushRef="#br0" timeOffset="48116">31077 14563 7533,'-45'7'3276,"14"-1"-1065,42-6-2211,19-8 0,6-1-90,-7 5 0,2-2-1003,6-4 1,5-4 0,-6 4 660,-9 5 1,-3 0-1,10-8 1,-3-1-1,-1 0 1</inkml:trace>
  <inkml:trace contextRef="#ctx0" brushRef="#br0" timeOffset="48983">30656 14464 7533,'-31'12'899,"0"-5"271,7-2-901,10-5 271,8 0-720,46 0 0,-8 0 180,13 1 0,2-2 0,-7-4 0,-8 2 0,0-1 0</inkml:trace>
  <inkml:trace contextRef="#ctx0" brushRef="#br0" timeOffset="49500">31499 14229 7533,'-32'0'2158,"13"0"-1078,19 10-451,47-7-898,-14 8 359,6-6 0,2 1-495,-17 5 0,-2 3 135,18 14 225,-26 3 0,-11 6 165,-16-4 0,-10 1 0,1-1-475,2 6 1,-1 1 668,0-9 1,-4 2 0,0 0 0,3-4 494,0 2 1,3-2-720,-2 1 0,5-2-553,16 12-887,31-38 1,8-8 989,11 3 30,-3-7 0,-2-3 0,-6-6 0,3-6 0</inkml:trace>
  <inkml:trace contextRef="#ctx0" brushRef="#br0" timeOffset="49803">31970 14513 7533,'-28'21'1092,"0"0"0,3 5 0,5 4-77,8 5 1,5 0-1196,8 12-45,17-26 0,6-9-360,7-19 1,1-8 359,-4 8 0,-1-2-270,8-17 1,-6-6 583,-16-2 1,-6-1-90,1 10 0,-3-1 225,-9-16 0,-10 6 449,-9 25 1,-4 4-540,6-9 0,0 3-90,-13 10 0,4 11-45,8 28 0,-1-11 0,17 15 0</inkml:trace>
  <inkml:trace contextRef="#ctx0" brushRef="#br0" timeOffset="51100">32491 14439 8522,'-19'-7'3058,"-10"13"-1664,9 15 1,2 5-316,-10 12-450,10-8 1,0 6 0,3-4-629,-2 13 59,7-14 0,1 4 0,5-3-602,8 0 1,8-3-1098,16 0 1,5-6 1449,-8-9 1,2-6-1,12-9 1,-2-6 0,0-11-1</inkml:trace>
  <inkml:trace contextRef="#ctx0" brushRef="#br0" timeOffset="100836">3545 8775 7533,'-44'0'1619,"7"0"-90,12-5-899,12 3 1528,36-3-539,17 5-854,0 0 0,5 0-936,-9-1 0,1-1 1,2 0 469,6-1 1,2 1 0,4 0-120,-11-1 0,4 1 0,0-1 0,-1 1 0,-2-1-158,-2 1 1,-3 1-1,1-1 1,4 0 79,-1 1 1,5-1 0,2 0 0,1 0 0,0 1-1,-3-1 1,-4 1-36,5 1 1,-5 0-1,-1-1 1,4 1-409,-2-1 1,2 0 0,2 0-1,0 0 1,-2 0 0,-3 1 474,2-1 1,-2 1 0,-3 0 0,0 1 75,4 0 0,-1 1 0,1 0 99,4 0 1,2 0 0,-5 1 140,0 0 0,-3 1-83,4 2 0,-5-1 353,-9-4 1346,-17 5-1436,-8-6 1977,-5 0-2337,0 0-1223,-11-6-666,3 5-1658,-16-5 2669,5 12 0,-17 1 0,-2 5 0</inkml:trace>
  <inkml:trace contextRef="#ctx0" brushRef="#br0" timeOffset="103236">6744 7400 0,'-30'-6'600,"9"-1"2676,-3 0-1682,18 2 265,6 10-510,29 19-720,-4-13 1,6 0-56,12 5 0,8-2 37,-12-9 1,6-2 0,3-1-1,-1-1 1,-3 0-432,4 2 0,-2-1 0,5-1-13,-10-1 0,5 0 0,3-1 0,2-1 0,-1 1 0,-3 0 0,-4 0-500,5 1 0,-5 0 1,0 0-1,3-1 453,-6 0 0,2 0 0,0 0 0,2 0 0,0 0 0,-1 0-77,2 1 1,1 0 0,1 0 0,-2 0 0,-1 0 0,-2 0 203,4 0 0,-3 0 1,0 0-1,1 0 4,0 0 1,2 0 0,0 0 0,-1 0 0,-3 0 284,-1 0 0,-2 0 1,-2 0-1,-2 0-296,2 1 0,-1-1 0,-1-1 330,6 0 0,-1-1 0,-2 0-975,0-1 0,-4-1-2023,13-3 449,0 2 2394,-33 10 1,-9 2-1,-11 5 1</inkml:trace>
  <inkml:trace contextRef="#ctx0" brushRef="#br0" timeOffset="106670">7065 9271 7533,'-29'-13'959,"0"0"1,2-4-1,12 0 570,32-4-630,10 11 1,8 6-421,-2 10 1,2 5 0,4 1-640,-2-2 1,2 1 0,2 0-1,2 0 268,-2 0 0,2 0 0,2 0 0,0-1 0,1-2-444,-3-3 0,2-2 0,0-1 0,0-1 0,-1 0 0,-1-1 336,-1 1 0,0-1 0,-2-1 0,1-1 0,0 0 18,7-2 0,0-3 0,1 0 0,-2 1 0,-3 1-223,8 2 0,-3 0 0,-2 1 235,-6-3 0,-2 0 0,2 4-21,7 6 1,1 3 0,-10 1 170,0 2 359,4 11 1,-1 1-360,-5-6-90,-5-7 0,6 1 0,-5-3-315,-7-4 0,2-1 45,8-4 0,7-1 0,2-1 0,-4-3 30,-5-1 0,-3-2 1,5-1-46,2 2 0,6-1 0,4-1 0,2 0 0,-2 1 0,-2 0 303,0 0 0,0 1 0,-1 0 0,-1 0 0,0 0-90,-2 1 0,0 0 0,0 1 0,-2 0 0,-1 2 86,6 0 0,0 2 1,-4 1-1,-12 4-14,0 9 662,3-6 0,1 0-572,1 7-270,3-9 0,3-1 90,7 2-30,-12-4 0,5-1 0,-5-1 165,-10-1 0,1-1-45,7-1 0,7 0 0,-1-1 0,-6 0 90,-5-2 0,0-1 112,9-1 0,9-2 1,2 0-1,-6 2 187,-9 1 1,-3 1 0,1 0-330,8-3 0,1-2 0,-1 3 524,11 3 1,-6 0-315,-3-5 933,1 9 0,4 3-1518,-9-4 0,0 0-90,6 3 0,0 0-1324,-1-2 1,-4-1-1639,6-4 0,-5-6 2840,-22 6 0,-1-4 0,-5 5 0</inkml:trace>
  <inkml:trace contextRef="#ctx0" brushRef="#br0" timeOffset="108720">16872 2963 6729,'0'-20'2518,"-6"8"-55,-1 6-1833,-5 17 944,-6 30-1185,5-5 1,-2 7 0,2-2-1651,-2 4 1,-1 1 1305,2-8 0,-2 3 0,-1 1 0,1-2 74,-1 2 1,1-2 0,-2 2-776,1-6 1,-2 2-1,-1 2 1,2-3 0,1-2-438,0 4 1,3-3 0,-2-1 545,-5 11 1,-1-1 0,10-26 0,12-29 0,0-4 0</inkml:trace>
  <inkml:trace contextRef="#ctx0" brushRef="#br0" timeOffset="108883">16735 3198 7533,'13'-14'3276,"-6"8"0,-2 47-2055,0-8 1,1 4-1768,0 10 1,2 2-355,-1-13 1,2 1-1,0 0 900,2 6 0,2 1 0,-1-4 0,-1-5 0,0-3 0,3 8 0,1-1 0</inkml:trace>
  <inkml:trace contextRef="#ctx0" brushRef="#br0" timeOffset="109000">16686 3570 7533,'-20'-6'3276,"8"5"-2505,51-10-771,-8 2 0,4 0 0,2 2 0,0-1 0,1-4 0,0 0 0</inkml:trace>
  <inkml:trace contextRef="#ctx0" brushRef="#br0" timeOffset="109633">17168 3272 7533,'-31'-7'3276,"6"2"-1065,12 10-5488,30 24 2621,-11-11 1,9 2-1,3 0 1,-5-1 0</inkml:trace>
  <inkml:trace contextRef="#ctx0" brushRef="#br0" timeOffset="109766">17168 3520 7533,'-30'14'3276,"4"3"-436,7-11-6117,24 12 2457,10-4 1,16 4 0,-7-6 0</inkml:trace>
  <inkml:trace contextRef="#ctx0" brushRef="#br0" timeOffset="110216">17739 2975 7533,'-22'-29'1638,"0"0"0,-10-8 1562,9 20-2480,5 39-675,3 8 0,-1 6 104,2-3 1,-1 2 0,0 1-609,3-1 1,2 0 0,-2-1 398,-2-1 0,0 0 0,2-4-75,4 0 0,2-3 77,-1 2 0,2-1-212,5 19-90,7-9 91,5-8 89,0-15 1349,1 26-585,-9-15 1,-1 1-45,0 0 0,-1 1-315,-1 0 0,-2 0 224,1 2 1,0 0-1305,6 3 1,-1 1-495,-3 2 0,-1 1-290,5 1 1,-1-2 1629,-5 9 0,-11-1 0,-3-6 0</inkml:trace>
  <inkml:trace contextRef="#ctx0" brushRef="#br0" timeOffset="111817">17975 3024 7533,'-20'15'3058,"2"13"-2339,9 3 1,0 8 0,-2 2-383,0-3 0,-1 2 1,-1 1-1,0-1-520,0 1 0,-1 0 0,1 0 0,-1 1 70,0 4 1,-1 2-1,1-2 1,2-7-59,-4 1 0,7-5-1468,13-2 1,9-10-1639,21-34 2621,12-9 1,-24 2 0,-3-2-1,6-17 1</inkml:trace>
  <inkml:trace contextRef="#ctx0" brushRef="#br0" timeOffset="112033">18012 3532 8792,'0'31'1638,"1"-2"0,3 1-866,20 3-1087,-1-14 0,3-9-45,7-30 0,-1-13 135,-6 8 1,-5-3 179,-7-17 0,-12 2 315,-22 8-136,-3 16 1,-2 9-1304,-15 32 1169,22-1 0,4 4 0,3 23 0,14-22 0,1 1 0</inkml:trace>
  <inkml:trace contextRef="#ctx0" brushRef="#br0" timeOffset="112467">18458 3446 7533,'-28'17'1092,"0"0"0,-2 14 0,5 6-32,6 1 1,5 3-1556,2 7 0,6-3 270,4-18 0,5-3-1843,26 5 628,4-35 1440,11-13 0,-7-13 0,-6-5 0</inkml:trace>
  <inkml:trace contextRef="#ctx0" brushRef="#br0" timeOffset="113200">18657 3272 8612,'-7'-1'3276,"-4"8"-705,9 34-2481,0-11 0,-1 3-960,2 3 1,2 4-1,-1 0-223,0-1 1,0 1 0,0-2 195,0-3 1,0 0-1,0-3 897,0 8 0,0-4 0,-6 1 0,0 0 0</inkml:trace>
  <inkml:trace contextRef="#ctx0" brushRef="#br0" timeOffset="113570">18929 3942 10681,'0'44'494,"-9"-18"1,-4 1-1799,0 0 0,-1-3 1304,-2-3 0,-1-2 0,-3 2 0,0-2 0,-6 0 0</inkml:trace>
  <inkml:trace contextRef="#ctx0" brushRef="#br0" timeOffset="114483">19338 3111 8162,'-13'3'1638,"-1"15"0,-1 7 34,-1 20-1674,1-6 1,-4 7 0,2 0 151,5-8 0,1-2 0,0 3-120,-3 7 0,1 2 0,1-2-422,3-5 1,1-1 0,2-5 166,0-4 0,6-6-2562,22 4 1438,0-23 359,26-12 990,-4-11 0,1-4 0,-24 6 0,0-1 0</inkml:trace>
  <inkml:trace contextRef="#ctx0" brushRef="#br0" timeOffset="114717">19499 3557 7533,'-19'39'1638,"6"-15"0,2-1-237,3 4-501,-3 9-811,44-22-538,3-36 44,-7 1 0,-2-5 180,-10-8 0,-7-2 360,-8 9 0,-6 3-135,-16-5-449,-22 40 179,15 9-1889,2 18 2159,14 4 0,16-14 0,2 1 0</inkml:trace>
  <inkml:trace contextRef="#ctx0" brushRef="#br0" timeOffset="114983">19822 3532 7533,'-39'17'1638,"14"0"0,3 3 1472,0 16-3070,4-2 1,2 1-131,7 1 208,1-9 1,5 0-3396,31 4 3165,17-17 0,4-16 0,-23-7 0,0-1 0</inkml:trace>
  <inkml:trace contextRef="#ctx0" brushRef="#br0" timeOffset="115400">19921 3285 7533,'-20'-17'3276,"8"13"0,7-18-1643,27 21-1633,27 6-225,-21 7 0,-1 7-540,5 8 1,-9 7 854,-16 13 0,-12 6 419,-2-16 1,-2 2 0,-3-1 29,0-3 1,-2-1 0,0-1-405,-5 6 0,8-5-2024,28-4-449,11-25 1303,-1-9 1,2-4 1034,-4-1 0,-1-1 0,15-15 0,-3 0 0</inkml:trace>
  <inkml:trace contextRef="#ctx0" brushRef="#br0" timeOffset="115867">20367 2963 7533,'0'-27'3276,"6"4"0,-5 16-2273,5 7 77,5 29-855,-7 2 0,0 5-855,2 6 0,0 2 450,-2-3 0,-2 0 0,-1 7 1,-2-3 359,-5-1 404,4-1 1,-3 0 45,-7 0-496,8-16 1,1 0-225,3 14-1259,24-2 1304,-13-15 0,0 1-45,2-1 0,-2 2 810,-5 13 0,-6 5 372,-6-8 0,-3 2 0,1 0-1128,2 5 1,1 0-1,-1 1-804,-2 0 1,-1 0 0,3-3 839,2 2 0,2-4 0,2-11 0,0-3 0,0 6 0</inkml:trace>
  <inkml:trace contextRef="#ctx0" brushRef="#br0" timeOffset="121033">21148 3942 7533,'-9'-20'3058,"16"8"218,25 1-2576,6 10 1,7 0-1751,-10-3 1,1-3 0,2 2 639,1 2 0,0 1 1,0-1-1,9-6 1,-4 0-1,-18 3 0,0-1 1</inkml:trace>
  <inkml:trace contextRef="#ctx0" brushRef="#br0" timeOffset="121233">21371 3805 0,'-38'29'819,"0"0"0,15-3 0,3 4 0,0 2 0,1 0 0,0 2 0,1 1 0,5 2 0,3 2 0,5 2 0,2 0 0,3 0-133,3-1 1,2 0-1,3 0 1,2-2-1017,4 6 0,3-2 0,3-3-763,1-9 1,2-3 0,1-4 436,2-2 1,0-7-1,22-8 1,-17-13 0</inkml:trace>
  <inkml:trace contextRef="#ctx0" brushRef="#br0" timeOffset="121371">21247 4350 7533,'-28'7'1638,"1"0"0,9-1 0,34-15 0,15-6-1311,5 3 1,7-1 0,0 0-1,-4 0 1,0-1 0,0 1-1,2-1 1,-1 0 0,1 1-1</inkml:trace>
  <inkml:trace contextRef="#ctx0" brushRef="#br0" timeOffset="121716">21793 3942 10591,'-9'40'468,"1"1"0,0-1 0,-1 1 0,2 3 0,0 1 0,2 0 0,1-1 351,3-2 0,1-1 0,2 0 0,3-3-365,3 7 1,3-3-1,5-19-274,15-30 0,2-19-540,-7-3 0,-2-8 1,-3-4-461,-4 2 1,-3-4 0,-1 0 0,0 2 701,2-1 1,-1 1 0,-3 3 0,-7-3 0,0 7-1,7 10 1</inkml:trace>
  <inkml:trace contextRef="#ctx0" brushRef="#br0" timeOffset="121983">22351 3781 7533,'-6'-25'3276,"-1"22"-1638,-9 30 0,-2 20-819,6-9 0,0 5 0,1 3 0,0 2-424,3-9 1,0 2 0,1 1 0,0 1 0,1 0 0,1 0-801,1 0 0,1 0 0,0 1 1,2-2-1,2 0 0,2-3-415,4 9 1,4-2 0,2-4 0,2-4 272,9 9 1,7-12 0,1-20 0,0-8 0,6-7 0</inkml:trace>
  <inkml:trace contextRef="#ctx0" brushRef="#br0" timeOffset="122500">22772 3756 7533,'-12'2'1638,"0"24"0,1 13-819,1-6 0,1 5 0,0 2 0,-1-1-490,1 1 0,-1 0 0,0 0 0,-1 1-329,0 5 0,-2 1 0,1 1 0,0-3-225,2-4 0,1-1 0,0-1 1,0-2 111,-3 3 1,0-3-1,10-5 113,17-1 0,7-10 0,3-14 0,13-36 0,0-1 0</inkml:trace>
  <inkml:trace contextRef="#ctx0" brushRef="#br0" timeOffset="122700">22834 4413 7533,'14'-7'3276,"3"51"0,11-21-2685,-9 1 1,2-7-1492,2-27 1,-1-10 539,-3-2 1,-8-4 628,-17-7 1,-10 4-90,-13 8-2428,-16 30 2248,28 13 0,18 7 0,12-17 0</inkml:trace>
  <inkml:trace contextRef="#ctx0" brushRef="#br0" timeOffset="122933">23305 4264 10681,'-38'15'1638,"16"4"0,2 6 0,-1 12 0,3 3-642,2 2 1,6-1-1717,8-5 1,9-5-920,15-14 1,6-8 1169,2-9 1,1-6 0,-1-6 0,-4-4 0,-9-5 0,1-1 0</inkml:trace>
  <inkml:trace contextRef="#ctx0" brushRef="#br0" timeOffset="123367">23565 3842 7533,'0'-15'3276,"0"55"-2184,-1-6 0,-1 7 0,0 3-273,-1 0 0,0 3 0,-1 3 0,1-1-1210,0-8 1,1 2-1,-1-1 1,0 0 0,0-1-430,0 6 1,0 0 0,0-2 0,0-3 580,1-6 0,0-2 1,1-4-1,0 0 1,2-9-1,-1-16 0</inkml:trace>
  <inkml:trace contextRef="#ctx0" brushRef="#br0" timeOffset="123633">23801 3818 7533,'15'-14'3276,"18"41"-2184,-15-3 0,0 6 0,-2 3-273,-2 1 0,-2 4 0,-1 1 0,-4 2-522,-1 5 0,-2 3 0,-4 0 0,-3 1-837,-1-8 0,-3 0 1,-1 0-1,-3 1 0,-1-2-116,-4 3 1,-2 0-1,-2-1 1,0-2 0,0-2 357,0-1 0,0-3 0,0-2 0,-3 0 0,-2 1 0,-2 0 0,0-3 0,2-3 1,-7 0-1,0 0 0</inkml:trace>
  <inkml:trace contextRef="#ctx0" brushRef="#br0" timeOffset="124153">21123 5330 7533,'-28'-6'3276,"23"-1"-2126,25-2 1,13 0-1736,6 5 0,1 0 540,-1-2 0,1 1 45,5 2 0,-4 1 0,-5 0 0,11-3 0</inkml:trace>
  <inkml:trace contextRef="#ctx0" brushRef="#br0" timeOffset="124366">21210 5305 7533,'-31'20'819,"0"0"0,6 6 0,2 5 0,3 3 273,2 5 0,4 4 0,-1-1-764,0-4 1,0 0 0,4 3-149,6-2 0,2 3 0,4 0 0,4-5-765,13 8 1,6-4-509,-4-6 1,2 0 0,2-5-427,7-2 0,4-11-120,15-20 1,-3-11 1288,-13-2 0,-4-1 1,-2-2-1,-10-6 1</inkml:trace>
  <inkml:trace contextRef="#ctx0" brushRef="#br0" timeOffset="124500">21172 5788 7533,'-46'-5'3276,"44"-8"-4915,26 5 1,10 3 652,-3-5 0,1 2 986,18 1 0,-2 1 0,1-6 0,-16 6 0,0-1 0</inkml:trace>
  <inkml:trace contextRef="#ctx0" brushRef="#br0" timeOffset="124950">21706 5466 7533,'-26'0'3276,"2"22"-1638,19 10 0,3 8-546,-2-3 0,0 4 0,1 2-741,1 6 1,2 1 0,1-2-172,0-6 0,2-3 0,4-6-77,7-5-1,4-13-642,12-35 1,2-20-421,-10 5 1,0-5 0,-2-2 139,-3 6 1,-1-2 0,-1 1 0,-1 2 615,2-1 1,-1 1-1,-3 4 1,-2-4-1,-1 6 1,2 11 0</inkml:trace>
  <inkml:trace contextRef="#ctx0" brushRef="#br0" timeOffset="125253">22251 5293 0,'-12'-18'3276,"0"20"0,-6 34-2114,11-13 0,0 4-536,-1 7 0,-2 9 0,1 2 0,1-1-671,3-1 0,0-1 0,2 1 0,0 2 130,0-4 1,0 2 0,1 0-1,1 0 1,3-3-906,3 4 1,2-2 0,2-3 0,2-4 330,7 7 1,5-11 0,1-18 0,0-9 0,7-18-1</inkml:trace>
  <inkml:trace contextRef="#ctx0" brushRef="#br0" timeOffset="125483">22574 5342 7533,'-40'17'1638,"18"5"0,4 9-546,9 5 0,4 7 0,0 1-619,-2-4 0,1 1 0,-1 2 0,2 0-1126,0 1 1,1 2 0,1-1 0,1-3-441,1 5 1,1-3 0,1-4 452,-2-3 0,5-8 0,18-12 0,-8-24 1</inkml:trace>
  <inkml:trace contextRef="#ctx0" brushRef="#br0" timeOffset="125700">22636 5825 9062,'-10'34'1092,"1"0"0,8-6 0,6-4 2184,21 8-4708,-1-38 0,1-11 757,-6-5 0,-6-5 1530,-3-5 0,-11 1 494,-31-1-630,-9 50-1539,14 13 1,21 11 0,25-18 0</inkml:trace>
  <inkml:trace contextRef="#ctx0" brushRef="#br0" timeOffset="125933">23007 5764 7533,'-7'-7'3276,"-9"12"-1638,6 15 0,0 7 0,-5 2 0,-1 3-391,2 6 1,8-1-2508,10-6 1,8-6-2018,18-6 2907,0-17 0,0-6 0,9-15 0,-3-6 0</inkml:trace>
  <inkml:trace contextRef="#ctx0" brushRef="#br0" timeOffset="126700">23255 5466 7533,'-21'0'3276,"21"-5"0,43 3-1638,-16 0 0,0 4-1650,4 11 0,-6 9-168,-13 11 0,-10 8 240,-7-7 0,-5 3 0,-1 1 389,-2 2 1,-2 1 0,2-2-45,-6 10 0,6-5-1575,12-13 1,9-7-2108,36-6 3264,3-19 0,-5-11 1,-18-1-1</inkml:trace>
  <inkml:trace contextRef="#ctx0" brushRef="#br0" timeOffset="126933">23776 5429 7533,'4'-19'3276,"10"28"-1638,5 21 0,-1 12-546,-5 1 0,-2 7 0,-2 1-806,-3-7 0,-1 1 0,-3 1 0,-1 0-916,-2 2 1,-2 1-1,-3 0 1,-3-4 629,-4-6 0,-2-2 0,-2-2 0,0-3 0,-2 2 0,-1-2 0,-2-4 0,-14 5 0,0-1 0</inkml:trace>
  <inkml:trace contextRef="#ctx0" brushRef="#br0" timeOffset="140417">24222 4177 7533,'-26'-12'3276,"8"-1"0,18 6 0,35-9 0,-5 13-2184,2-5 0,7-3 0,-1 2 159,7 7 0,0 0-1162,2-6 1,2 0-720,-13 6 1,1 2 0,-8 2-2648,-1 3 1638,9 0 1,-1 3 818,-18 6 1,10 3 0,-22-4 0</inkml:trace>
  <inkml:trace contextRef="#ctx0" brushRef="#br0" timeOffset="140583">24409 4338 7533,'-32'22'1638,"1"0"0,8 4 0,42-15 0,14-5-546,3-7 0,4-4 0,3 0-1912,-5 3 1,2 0 0,-1 0 0,-2 0 385,1-2 1,-1 0 0,-4-1 0,4 0 0,-7-1 0,-10-1 0</inkml:trace>
  <inkml:trace contextRef="#ctx0" brushRef="#br0" timeOffset="148687">23888 694 7533,'-3'-21'2698,"0"5"-1060,37 13 0,11 6-416,-1-3-2073,-3 0 1,9 0 0,-3 0 130,-6 0 1,0 0-374,7-3 1,5-1 0,-5 0 858,-4 1 1,-4-2-1,4-6 1,-5-2 0,-10-6-1</inkml:trace>
  <inkml:trace contextRef="#ctx0" brushRef="#br0" timeOffset="148887">24222 570 7533,'-41'26'419,"0"-1"1,14-10 0,1 3 187,1 7 0,-4 7 0,2 1 1,5-3-1661,4 0 0,3 2 1660,-1 4 0,-2 7 0,2 1 1,4-6-474,5 0 1,4 0 247,0 1 1,-1 6-1,1-1 1,2-6-428,2-2 0,5-2 15,8 6 0,5 4 0,-1-7 75,-6-14 0,4-4-255,12 1 0,8-2 0,-4-3 238,8-2-1198,6-5 1,0-5 90,-8-8 1079,-3-5 0,-1-3 0,-11-9 0,11-14 0</inkml:trace>
  <inkml:trace contextRef="#ctx0" brushRef="#br0" timeOffset="149020">23937 1239 7533,'-30'7'3276,"15"-1"0,4-12-1643,40-6-1813,-5 2 0,3 1 90,0-1 0,5 0-178,8-1 0,5-1 1,-3 1-1,-7 0 1,0 0-1,4-1 0,0 0 1,0 0-1</inkml:trace>
  <inkml:trace contextRef="#ctx0" brushRef="#br0" timeOffset="150033">24681 744 7533,'-13'-6'2518,"2"-1"-449,22-11-2069,19 5-1259,-6 3 0,3 2 1259,-1 3 0,0 3 0,22-4 0,-17 6 0</inkml:trace>
  <inkml:trace contextRef="#ctx0" brushRef="#br0" timeOffset="150217">24731 806 71,'-23'29'1124,"-1"0"1,-1 4-33,7-4 0,-2 6 0,2 2-166,5 1 0,2 1 0,2 3-769,1-4 0,0 3 1,1 0-1,2 0-730,2-1 1,1 2 0,1-3 0,2-2 302,-1 17 0,9-8-810,11-18 1,6-11 1079,19-28 0,-18 0 0,-1-4 0,0-7 0,1 0 0</inkml:trace>
  <inkml:trace contextRef="#ctx0" brushRef="#br0" timeOffset="150449">24916 905 7533,'-24'5'3276,"10"2"0,3 28-2415,19-6 1,6 4-1987,4 11 1,2 1 692,-3-8 1,2-1-1208,7 3 1,-1-4-1639,-4 4 3235,-2-11 1,-8-1-1,-11-20 1</inkml:trace>
  <inkml:trace contextRef="#ctx0" brushRef="#br0" timeOffset="150616">25114 917 7533,'-24'-7'3276,"-18"24"-1638,14 9 0,0 8-1574,5-4 1,-1 3 0,1 1-1158,-3 5 1,0 2 0,4-1 831,1 3 1,2-2-1,1-7 1,3-5 0,8-4-1</inkml:trace>
  <inkml:trace contextRef="#ctx0" brushRef="#br0" timeOffset="151016">25176 669 12840,'27'-12'1092,"0"-1"0,2 6 0,0 1-1156,3-2 0,-1 5-296,-1 8 0,-4 6 0,0 26 855,-17 10 0,-7 3-91,-5-17 1,-1 1-287,0 12 0,0 6 0,-1-2 2,1-11 0,0-1 0,0 2-31,1-3 1,1 2 0,-1 0 0,-1-1 60,-2 7 0,-1 0 0,-4-4-367,-9 5 0,-8-7-1422,-7-11 1,-6-8 1494,-1-8 1,0-5 0,6 0-1,3-3 1,-14-4 0</inkml:trace>
  <inkml:trace contextRef="#ctx0" brushRef="#br0" timeOffset="151253">25772 1016 7533,'-21'-27'3276,"32"5"-1676,14 19 0,7 6-1600,7-1 0,0 1 0,-5 0 0,-3 1 0,14 9 0</inkml:trace>
  <inkml:trace contextRef="#ctx0" brushRef="#br0" timeOffset="151400">25784 1277 0,'-30'6'3276,"20"11"0,56-14-2808,-18 3 0,3-1 0,17-9 0,2-3 0,-14 0 0,1 0 0</inkml:trace>
  <inkml:trace contextRef="#ctx0" brushRef="#br0" timeOffset="155900">26330 657 7533,'-14'0'3276,"3"0"0,50 5-2640,-12 1 1,5 1-1057,2-4 0,5-1 1,0 1-674,0 1 1,2 0 0,-2-1 1050,-1-2 1,-2-1 0,-2-1 0,3-1 0,-5-1 0,8-4 0</inkml:trace>
  <inkml:trace contextRef="#ctx0" brushRef="#br0" timeOffset="156233">26516 657 7533,'-43'18'3276,"10"1"0,14 22-1638,24-13 0,8 1-2145,10 9 1,5 0-844,4 0 1,1-1 180,-5-3 0,-5 0 1483,-16-6 1,-8-1 854,-14 1 1,-8-1 468,-4-1 0,0-1-443,2-2 1,11-2-2096,49 4-180,9-17 1,8-5 1079,-14-4 0,0-1 0,-1-1 0,-1 1 0,0 1 0,-4-3 0,-3-2 0,1 0 0</inkml:trace>
  <inkml:trace contextRef="#ctx0" brushRef="#br0" timeOffset="157083">26590 1388 13289,'27'25'-630,"-4"-5"1,-11-3-1</inkml:trace>
  <inkml:trace contextRef="#ctx0" brushRef="#br0" timeOffset="157283">26603 1574 7533,'-4'31'1092,"1"0"0,-1-2 0,2-2 849,8 23-2211,-5-24 270,16-9-2878,19-50 2878,-6 14 0,-6-7 0,-1-1 0,2-4 0</inkml:trace>
  <inkml:trace contextRef="#ctx0" brushRef="#br0" timeOffset="158717">27073 706 10321,'17'20'1092,"-1"0"0,4 6 0,0 0-2731,-4-4 1,0-1 1466,11 21 696,-9-11 1,-1 1-1605,-4-6 1,-1-1 769,3 22-500,-3-17 1,-2-2 809,-9-6 0,5 7 0,-6-17 0</inkml:trace>
  <inkml:trace contextRef="#ctx0" brushRef="#br0" timeOffset="158900">27445 694 7533,'-26'13'3276,"-14"15"-3337,15-1 0,0 2 106,4-6 0,0 3 105,-2 3 0,-1 4 0,2-3-1789,-2 4 1,2-2-1,4 1 1,2-1 1471,0-7 1,4-3-1,7-4 1,-2-5 0</inkml:trace>
  <inkml:trace contextRef="#ctx0" brushRef="#br0" timeOffset="159767">27222 756 7533,'-13'-12'989,"7"5"1260,0-4-1620,6 10 631,0-5 629,6 28-1350,-5-11 405,2 19 1,-1 7-270,-1 7 0,-2 1-586,2-7 1,-2 2-120,0 0 0,-1 2 0,0-4-105,-1-3 1,-1-4 179,1-1 0,-1-1-1684,1 1 1,1-9-1639,2-18 2457,0-15 1,0-16 0,0-15 0</inkml:trace>
  <inkml:trace contextRef="#ctx0" brushRef="#br0" timeOffset="159999">27185 781 7533,'18'-37'3276,"-5"10"0,27-2-743,6 16-2623,1 0 314,-17 13 1,-2 6-405,-1 19 1,-2-3-91,-20 23-135,-17-19 0,-5-2 225,-6 13-855,-4-2 1,-4-2-2243,-9-5 2457,7 10 1,6-20 0,20-13 0</inkml:trace>
  <inkml:trace contextRef="#ctx0" brushRef="#br0" timeOffset="160250">27482 1041 15088,'-1'25'-3277,"-3"-6"3219,9-1 0,1-5 1,1-1-1</inkml:trace>
  <inkml:trace contextRef="#ctx0" brushRef="#br0" timeOffset="160433">27470 1227 7533,'-25'29'3276,"6"-12"0,6 22-923,8-18-3613,10 4-2017,19-13 1517,-2-12 1760,19-18 0,-15-8 0,5-11 0</inkml:trace>
  <inkml:trace contextRef="#ctx0" brushRef="#br0" timeOffset="160853">27730 706 13559,'20'6'2879,"3"17"-4518,1 19 1,-1 5 1480,-10-22 1,0 2 247,7 12 0,3 5 0,-4-3-1484,-4-7 1,-2-2 1078,3-2 1,-1 1-857,-5 5 1,-2-5 1170,3-14 0,-9 1 0,3-20 0</inkml:trace>
  <inkml:trace contextRef="#ctx0" brushRef="#br0" timeOffset="161067">28102 706 7533,'-24'14'1638,"0"0"0,-5-2 0,6 13 0,1 7 0,0 1 0,1 1-1335,4-6 0,-2 2-783,-3 6 0,-3 3 1,3-5-176,-2 6-984,3-5 1,2-1 1310,6-2 1,1-6-1,-1-3 1</inkml:trace>
  <inkml:trace contextRef="#ctx0" brushRef="#br0" timeOffset="162253">27730 645 8702,'-31'5'1638,"12"13"0,2 4-866,-9 10-1076,12-2 1,0 7-1,0-1 979,-3 4 0,1 1-436,3-2 1,1 3 0,0 0-120,1-4 0,0-2 0,3 1-120,2-1 0,2 0 0,0-2 0,-2 5 0,1-1-480,3-3 0,1 1 1,4-3-818,4-6 1,2-2 127,-3 11 0,4-6 1291,31-12 1,-19-25 0,7-12 0</inkml:trace>
  <inkml:trace contextRef="#ctx0" brushRef="#br0" timeOffset="162616">27755 781 12120,'19'21'1092,"-1"1"0,-1 2 0,-2 1-320,10 15-772,-7 3 0,-2-1 180,1 0-828,-2-1 0,-1-1-792,-7-1 271,4 3 719,-10-16-2827,5 3 3137,-6-21 1,5-2-1,2-13 1</inkml:trace>
  <inkml:trace contextRef="#ctx0" brushRef="#br0" timeOffset="162786">28078 706 10051,'-35'35'3276,"12"-12"-1676,-4 5 1,1 2-1834,4 5 458,-6 4 0,0 3-135,15-20 0,1 1-900,-6 9 1,-3 3-1,2-4-809,-8 8 1619,11 2 0,1-3 0,-3-12 0,6 13 0</inkml:trace>
  <inkml:trace contextRef="#ctx0" brushRef="#br0" timeOffset="162966">28127 1053 7533,'-14'18'3276,"-2"-4"-2954,15 4-2391,1 0 2069,6-10 0,1 9 0,-1-10 0</inkml:trace>
  <inkml:trace contextRef="#ctx0" brushRef="#br0" timeOffset="163100">28127 1252 7533,'-5'33'3276,"-2"7"0,0-25-1463,1 14-2353,6-21 360,11 9-2518,-8-16 2698,14 5 0,-10-6 0,5 0 0</inkml:trace>
  <inkml:trace contextRef="#ctx0" brushRef="#br0" timeOffset="163350">28462 657 13199,'-1'32'1092,"1"1"0,2 2 0,3 1 546,1-1 0,1 2-2279,0 13 0,-1-2 551,-1-3-480,-5-10 1,-2 4-1,-1-4 390,-10 12-780,3-11 1,-2 6 0,-1-6 644,-1-12 0,-1-1-778,-7 10 1,-2 5 0,1-6 797,4-12 0,0-1 295,-13 16 0,0-1 0,-7-7 0,18-9 0,-1 0 0</inkml:trace>
  <inkml:trace contextRef="#ctx0" brushRef="#br0" timeOffset="163719">28772 744 9602,'13'22'1092,"0"1"0,5 17 0,-1 0 2184,3 0-3474,-7-5 0,-1 7 1,-1-5-28,-3-10 0,-1 0 165,3 10 0,0 5 0,-3-5-254,-5-11 0,-1-1-1325,7 19 1,0-2-572,-6-6 2210,3-9 0,1-1 0,-5-6 0,5 4 0</inkml:trace>
  <inkml:trace contextRef="#ctx0" brushRef="#br0" timeOffset="163903">29168 855 7533,'-19'6'3276,"-21"17"0,16-1-3426,-9 11 0,-3 3 285,18-15 0,-1 2-165,-6 8 0,-5 5 0,4-4-15,5-4 0,0 1-795,-1 3 1,-1 3 0,3-3 254,5-7 0,3-1 585,0 7 0,0-2 0,-4-4 0,2-8 0</inkml:trace>
  <inkml:trace contextRef="#ctx0" brushRef="#br0" timeOffset="164083">29168 1239 11670,'-14'28'1080,"3"5"-1440,11-30 360,0 13 0,0-9 0,0 6 0</inkml:trace>
  <inkml:trace contextRef="#ctx0" brushRef="#br0" timeOffset="164233">29143 1500 7533,'-13'25'1638,"0"-1"0,-5 9-417,18 2-1761,7-21 540,5-2 0,1-6 0,-1-6 0</inkml:trace>
  <inkml:trace contextRef="#ctx0" brushRef="#br0" timeOffset="182637">20863 4896 7533,'-27'7'899,"-1"0"1,-6 4-91,5-6-809,29-4 360,40 5-675,6-8 0,5-2 270,-11 4 0,1-1-217,-5 1 1,5-1-1,0 1 1,1 1 283,-1 2 1,2 2-1,-1 0 1,-1 0-580,7 0 1,-1 0-1,5 0 587,-12 0 0,2-1 0,3 1 0,1 0 0,0 0 0,0 0 90,-2 0 0,2-1 0,-1 0 0,0 1 0,0-2 0,-2 1-502,4-1 1,-3 0-1,0 0 1,2 0-1,3 0 393,-7 0 0,2 1 0,2-1 1,1 1-1,1 0 0,-1 0 1,0-1-1,-1 0-24,3-1 0,0-1 0,0 0 0,-1-1 1,0 1-1,0 0 0,-2 1-273,3 0 1,-3 1 0,0 1 0,1-1 0,1 0 0,3 0 265,-6-2 0,2 0 0,2 0 0,2-1 0,0 1 0,-1-1 0,1 1 0,-2-1 0,-2 2 20,0-1 0,-2 1 0,0 1 0,-1-1 0,0 0 0,0 1 0,-1-1 0,-1-1-59,3 0 0,-3-1 0,0 0 0,0 0 0,1 0 0,1 1 0,2 0 168,-1 0 1,2 2 0,1-1 0,2 1 0,0 0 0,-1-1 0,1 1 0,-2 0 0,-2-1-58,6 0 1,-1 0-1,-1 0 1,0 0-1,-2 0 1,1 0-1,-2 0-22,4 0 0,-3 0 0,0 1 0,0-1 0,2 0 0,3 1-7,-8-2 1,3 1-1,1-1 1,2 0 0,0 1-1,-1-1 1,0 0-1,-1 0 1,-3-1-12,4 1 1,-2-1 0,-1 0 0,-1-1 0,-1 1 0,1 0 0,-1 0-13,4 1 0,-1 0 0,0 0 0,0 0 0,1 0 0,1 0-158,-6 0 1,2-1-1,1 0 1,0 0 0,0 1-1,-2 0 1,-1 0 0,-3 2 157,5 1 0,-2 2 0,-3 1 0,0-1 0,0 0 0,7-1 0,-1 0 0,-1 0 0,-1 2 0,-5 2 0,0 0 0,1 0 0,-1 0 0</inkml:trace>
  <inkml:trace contextRef="#ctx0" brushRef="#br0" timeOffset="183366">20888 6358 0,'-37'-16'330,"11"1"2946,24-27-1638,39 25 0,18 7-983,-17 4 0,5 0 1,4 2-1,2 2 0,2 1-249,-10 1 1,2 2 0,1 1 0,2 1 0,1 1 0,1 0 0,0 0 0,1 0-399,-4-1 1,1 0 0,1 1 0,1 0 0,0 0 0,1 0 0,-1 1 0,1 0 0,-1 0 0,-1 1-36,0 1 0,-1 0 0,1 0 0,-1 1 0,1 0 0,-1 0 0,0 0 0,-1 0 0,1 0 0,-2 0 106,3 0 1,0 0 0,0 0 0,-1 0 0,0 0 0,-1 0 0,-1 0 0,0 0 0,-2 0-222,3 1 1,-1 1 0,-2-1 0,0 0-1,-1 0 1,-1 0 0,-2-2-146,4 2 1,0-1 0,-3-1 0,-1-1 0,-3-2 286,8-1 0,-4-1 0,-5-5 0,-6-3 0,-6-5 0,0-20 0</inkml:trace>
  <inkml:trace contextRef="#ctx0" brushRef="#br0" timeOffset="188669">25511 3545 7533,'-19'12'0,"1"1"0</inkml:trace>
  <inkml:trace contextRef="#ctx0" brushRef="#br0" timeOffset="189467">25375 3520 7533,'-26'6'3276,"2"1"0,17 5-1553,7 0 76,29 1-1439,0-7 269,0 0 1,1-1-20,-2-3 0,1-2-142,16 0 1,1 0-772,-12 0 1,1-2 300,2-1 1,2-1 0,-5 0-380,12 3-24,3-7 0,-2 0-2203,-19 5 1213,9-5 1,-1-1-635,-18 8 1862,16-5 0,-27 1 0,-2-2 1</inkml:trace>
  <inkml:trace contextRef="#ctx0" brushRef="#br0" timeOffset="189916">25561 3582 7533,'-46'7'1619,"19"-2"0,2 1 0,-2 1-180,-4 11 900,19-5-720,6 11-630,17-5 271,20 12-901,-2-11-1605,5-4 0,0-3 1426,-2 1-1180,6-3 1,-1 2 1089,-13 6-1074,8-5 1,-2 2 444,-12 4-153,3-2 1,-2-1 421,-5-2 197,-2 20-107,-6-20-90,-23 25 360,2-24-180,-14 12 0,-5 1 180,-5-4 90,8-3 0,-4 5 0,3-2 377,9-7 0,1 1-287,-5 2 0,-2 1 0,4 0-1,4-3 1,2 0 1169,-7 3 1,3-1-811,3 5 2041,9-2-1860,34-12-221,9-8 1,2-1-905,-9 0 0,3 0 285,11-3 0,7 0 0,-6 0 417,-12 0 0,-1 0-597,15 0 0,7 0 1,-7 0-1430,-15-1 1,-1 2 545,10 0 1,4 0 0,-7 2 621,6 4 1,-12-2 0,-2 2 0,-7 5 0</inkml:trace>
  <inkml:trace contextRef="#ctx0" brushRef="#br0" timeOffset="201067">25610 3557 8522,'0'46'655,"0"-1"0,-1-8 1,0 3-1,-1 2 0,1 0-375,0-2 0,1 0 1,-1 2-1,1-1 0,1 2-617,0 2 0,0 2 0,1 0 0,1-1 0,1-2 134,2 3 1,1 0 0,1-4 0,2-5-1058,8 16 1,4-24 86,3-41 0,-1-17 723,-11-9 0,-5-9 0,-3-4 414,-3 9 0,-2-3 0,-2-3 0,0 0 0,0 1-18,0-1 0,-1-1 1,0 1-1,-1 1 1,-1 2 872,-2-4 0,0-1 0,-3 6 0,-3 12 2457,-23 5-2942,24 49 1,4 22-1,2 3-298,1-12 0,0 4 0,1 1 0,1 1 0,1-2-70,-1 10 0,2-1 1,1-1-1,4-3-326,2 1 1,3-3-1,6-15-531,19-23 501,-13-32 0,-3-20 1,-3 0 175,-5 12 1,-4 0-1,0-5 199,-1 1 0,0-6 0,0-3 0,-1-1 0,-2 3 0,-1 4 434,-2-8 1,-3 4 0,-2 1 399,0 1 0,-1-3 0,-3 7 0,-3 22 39,-17 40 0,-3 26-948,17-17 0,1 6 0,1 3 0,2 2 0,3 1-457,2 1 1,3 3 0,1 1 0,2 0 0,0-1 0,0-3 220,-1 8 1,0-3-1,3-2 1,5-2-1,9 6 1,7-3 0,0-9-1,0-14 1,0 0-1</inkml:trace>
  <inkml:trace contextRef="#ctx0" brushRef="#br0" timeOffset="201917">25412 3434 7533,'-6'-27'314,"0"1"1,-1 0 945,1-20-1,6 39-630,-1 26 1,-1 22 0,0 4-451,0-5 1,0 2 0,0 3 0,1 4-649,0-5 1,1 5 0,-1 2 0,1 1 0,0 1 0,0-3 0,0-3 273,0 4 0,-1-3 0,1-1 1,1 1-1,1 0 195,1 0 0,0 3 0,1 1 0,2-3 0,2-4 0,2-9-590,7-3 1,3-7-1,0-1 725,5 18 0,5-14-104,13-35 1,1-22-55,-23-1 1,-3-9-1,-3-3 1,1 3-180,4-1 1,-2 1-1,-1-5 76,-4 1 0,1-6 0,-3-1 0,-2 0 0,-5 3-32,-6 2 1,-6 1 0,-1 2 0,2 1 67,6-8 0,1 2 0,-7 2 599,-14-7 1,-7 2 0,-2 25 299,-8 48 1,-1 15-675,3-23 0,2 4 427,7 13 0,1 10 0,3 4 1,8-3-1013,10-2 0,7 0 1,-1-1-644,-5 0 1,0-1 0,5-2 859,17 10 0,7-10 0,19-14 0,-19-18 0,0 0 0</inkml:trace>
  <inkml:trace contextRef="#ctx0" brushRef="#br0" timeOffset="202670">26578 3582 8522,'-4'45'819,"1"1"0,1-9 0,0 2 0,1 1-232,0 6 0,2 2 0,-1-2-994,-2-8 0,0-2 1,0 4 406,1 7 0,0 3 0,-1 2 0,-1-5-90,-2-1 0,-2-3 0,1-1-240,1-2 0,1-1 0,-1 0 60,2 0 0,-1-2 1,-1-9 380,-6-12 0,15-12 0,-2-30 0</inkml:trace>
  <inkml:trace contextRef="#ctx0" brushRef="#br0" timeOffset="202966">26615 3607 7533,'6'-21'1889,"12"5"269,24 27-1978,-6 2-45,-1 5 0,-1 6-45,-15 3 0,-2 2-45,3-3 0,-3 2 225,-8 12 0,-12 1 44,-20-2 1,-7-2-225,12-3 0,-4-1-180,-6-6 0,-5 0 0,2-5-720,3-4 1,2-3 44,3-1 1,1-3 764,-6 0 0,34-16 0,1-2 0</inkml:trace>
  <inkml:trace contextRef="#ctx0" brushRef="#br0" timeOffset="203233">27309 3532 7533,'-20'-20'3276,"-14"20"-3767,17 22 1,1 14 0,-1-2 850,-7 0 0,0 4 143,9-5 1,0 6 0,0 3-1,1 2 1,3-1-396,1 0 0,3 2 1,1-1-1,1 0 1,-2-1-42,-1 1 1,-2-2-1,2 0 1,4 2-117,3 1 0,1 5 0,3 0 0,4-5 0,6-8-1044,12-6 1,5-8 0,1-1 816,-7 3 0,-1-1 0,4-4 0,7-7 0,4-6 0,-5-5 0,-8-9 0,-1 0 0</inkml:trace>
  <inkml:trace contextRef="#ctx0" brushRef="#br0" timeOffset="206234">27557 3768 7623,'-6'32'2608,"5"14"-1888,-5-11-211,4-2 1,0 7 0,1-4-747,0-8 1,0 1 356,0 17 0,-1 6 0,0-6-487,-1-16 1,0-1 396,3 5 0,0 3 0,-1-3 15,-4-7 0,-1-1-135,3 8 0,-1-2 90,-8 1-583,-1-9-47,6-24 1,2-46 269,5 13 135,0-10 0,0-6-882,2 8 1,1 0 866,1 4 0,0-1 1,1 0-31,0-3 0,1-1 0,2 1-527,3-2 1,2 1 0,-1 3 841,-2-5 0,2 2 450,8-4 0,0 6 93,-5 11 41,14-6-539,-15 28 630,9 7-540,-9 2 0,4 31-90,-6-15-360,-7 12 0,-3 3 180,4-3 0,-15 5 0,-4-1-90,2-9 135,-11 5 0,-2-4 405,8-15 278,-19 17 441,21-27 874,-3 5-1324,10-6 2647,1 6-2260,6-5-746,6 21 0,1-7-270,1 8 0,1 1-90,5 5-585,-2-4 0,0 2 316,7 12-2250,0 5 1979,-1-13 630,11 4 0,-12-20 0,12 8 0</inkml:trace>
  <inkml:trace contextRef="#ctx0" brushRef="#br0" timeOffset="206552">27892 4239 7533,'-18'18'2878,"4"-4"-899,1 15-1709,13-9-360,13 0 180,12-10-720,6-26 180,7-10-629,-12-7 404,-15 7 1,-4-1 314,-13-12 990,-19 0-271,-8 21 991,-9 31-541,15 7-90,12 2 1,2 3 0,-1 15-1080,8-15 0,5 0-539,13 12 809,3-13 90,10-20 0,1-6 0,-1-1 0,-1-6 0,-1 0 0</inkml:trace>
  <inkml:trace contextRef="#ctx0" brushRef="#br0" timeOffset="206817">28040 4227 9602,'0'26'3238,"-5"14"-2879,4-24-179,-5 30-180,6-30 90,0 19-1439,6-49-810,11-8 1800,-1-18-226,0 15 0,2 3 855,-3 7-360,14-7 270,-15 20 989,4 19-899,-11-6 720,-2 29-811,-5-25-538,-5 19-1800,3-13 1799,-3-1 360,5-9 0,0-6 0,0 2 0</inkml:trace>
  <inkml:trace contextRef="#ctx0" brushRef="#br0" timeOffset="206966">28239 4165 7533,'7'-7'3276,"9"1"-3584,4 1-502,11-2-1618,7-11 2428,-12 4 0,3-9 0,-10 3 0</inkml:trace>
  <inkml:trace contextRef="#ctx0" brushRef="#br0" timeOffset="207116">28412 3805 7533,'-28'35'1638,"14"-5"0,0 2-1163,-2-5 1,0 2-915,4 5 1,0 5 0,2-3 618,2-1 0,1-1-675,-6 12 0,2 0 450,6-14 0,3-2-585,3 1 1,4-3 629,9-4 0,5 3 0,-1-27 0</inkml:trace>
  <inkml:trace contextRef="#ctx0" brushRef="#br0" timeOffset="207783">28475 4252 7533,'-34'6'2158,"0"16"-1078,26-6-900,-3 3-90,16-3 90,2-9-450,11 0 450,-10-2-540,9-15 180,-16 1-90,10-9 90,-9 6 270,3-1 180,-5 1-90,0 5-90,-5 2-90,3 5 90,-3 0-360,5 0 180,0 0 90,0 5 0,0-3 0,0 3 90,0-5 540,0 6-361,0-5 631,0 5-810,0-6 0,0 0-180,0-6-90,5-1-180,-3 0-449,3-9 539,-5 13-90,0-19 180,0 19 90,0-19 180,0 19-180,-5-8 90,-2 11 630,-11 6-540,4 1 899,-9 22-809,9-7 630,-4 25-720,11-25-270,2 17-180,5-23 90,11 13-1169,-3-21 1439,15 8 0,-9-14 0,4 4 0</inkml:trace>
  <inkml:trace contextRef="#ctx0" brushRef="#br0" timeOffset="208187">28599 4363 7533,'-27'0'3276,"-2"17"-1245,10-2-1851,5 10 179,3-2-359,11-15 180,6 3-90,-5-11-1079,21-11 899,-12 3-630,7-13 1,0-4 449,-1-5-225,2-9 0,-2-3 276,-11 17 0,0 0 9,3-6 0,3-5 1,-3 4 164,-3 6 0,-2 1 0,4-14 0,-1 2 1034,-1 10 1,-5-2-1,0 22 630,-11 29-1259,9-4-90,-9 18 0,0 2-270,8-5 180,-5 15 0,-1 1-91,2-9-269,4 6 1,-1 0 179,-1-9-765,7-4 1,1-3 584,-1-8-2339,20 2 1979,-12-19 540,29-32 0,-22 9 0,-2-3 0,-1 1 0</inkml:trace>
  <inkml:trace contextRef="#ctx0" brushRef="#br0" timeOffset="208453">29007 3483 7533,'7'-14'3276,"-2"25"0,-10 11-1638,-2 14 0,1 4-661,2-13 1,0 2-1148,-3 12 1,-2 8-1,0 4 1,1-2 276,3-10 1,1 0 0,0 0 0,0 0 0,-1 1-72,-1-1 0,0 0 0,-1 1 0,1 1 0,0 2-505,0-2 1,1 3 0,0 3 0,0-1 0,1-1 0,-1-2 0,0-5 457,0 3 0,0-5 0,0-1 0,0 2 0,0 3 1,0 2-1,0 1 0,0-2 0,0-5 0,-1-1 1,0 0-1,0 1 0</inkml:trace>
  <inkml:trace contextRef="#ctx0" brushRef="#br0" timeOffset="210966">29453 3743 7533,'-12'-7'2069,"-6"2"-1620,4 5 1260,-9 27-1439,9-3-974,-3 20 0,0 4 794,6-22 0,-1 2 44,0 4 1,-2 7 0,0 0 0,2-6-135,0-2 0,1 1 112,-1 4 1,-3 6-1,2 0 1,2-7-248,2-7 0,1 0-285,-2 13 0,-1 5 1,3-8-211,1 2-701,6-4 0,2-3 522,6-12-1223,22-9 2032,-7-19 0,9-12 0,-14-6 0</inkml:trace>
  <inkml:trace contextRef="#ctx0" brushRef="#br0" timeOffset="211183">29453 4313 7533,'0'19'2069,"0"10"-1350,0-8 91,0 10-541,6-12-269,12-7-89,-3-6-271,19-17 180,-19 3 90,9-27-90,-17 18 180,-2-22-180,-10 23 900,-19-7-271,-9 16-269,6 2-899,-1 16 809,32-3-90,-2 4 0,21-1 0,3-4 0</inkml:trace>
  <inkml:trace contextRef="#ctx0" brushRef="#br0" timeOffset="211416">29788 4239 9871,'-7'7'1889,"-4"15"-1709,4-12 540,-5 35-630,0-27 179,2 10 1,2 1-180,-1-12-539,-2 29 179,11-37-540,11 13 360,-2-20 450,31-19 0,-17 1 0,-2-2 0,-1 0 0</inkml:trace>
  <inkml:trace contextRef="#ctx0" brushRef="#br0" timeOffset="212962">30049 3842 7533,'-9'49'0,"-1"1"0,1-1 0,0 0 0,0 0 0,0 0 0,0 0 0,0 0 0,0 0 0,0 1 0,0-1 0,0 0 0,0-2 0,0 1 0,0 0 0,0 0 0,0-1 0,0 1 0,0 0 0,0-1 0,0 1 0,0 0 0</inkml:trace>
  <inkml:trace contextRef="#ctx0" brushRef="#br0" timeOffset="-213645.73">29999 3954 7533,'-5'-19'2248,"3"6"-988,-3 8-181,5 43-674,0-9 0,0 1-315,0 3 0,0 2-1,0 4 1,0 5 0,0-2-529,0-5 1,0 0 0,0 1-162,0 10 0,0 1 1,0 0 29,-1-6 0,0 0 1,3-5 569,5 0 0,2-7 0,6-2 0,16-31 0</inkml:trace>
  <inkml:trace contextRef="#ctx0" brushRef="#br0" timeOffset="-212596.73">30123 3855 7533,'-5'-30'-180,"3"3"899,-14-19 91,13 16 359,-8-5-899,16 22 270,13 19 89,1 22 1,-1 7-774,-3-15 1,-1 3 323,3 17 0,0 11 0,-5 0-1140,-7-3 1,-3 2 0,1-2 959,3-5 0,1 0 0,-4 3 90,-4 1 0,-4 3 0,-2 1 0,-2-5-812,-6 2 1,-2-4-1,-1-1 722,5-4 0,-1 0 0,-3-1-350,-1-4 1,-3 1 0,-2-2 0,0-4-611,-4-5 1,0-3-1,0-2-189,-8 9 0,-1-2 1149,-5-1 0,1-5 0,-3-1 0,-1 0 0</inkml:trace>
  <inkml:trace contextRef="#ctx0" brushRef="#br0" timeOffset="-211076.73">30507 4301 7533,'-20'7'3148,"-8"4"-2249,20 1-1438,-4-3 359,17 1-630,-2-15 1,19-2 269,-14-5 180,5-1 450,-8 6 90,-10 2 810,-13 16-451,3-8 990,-9 19-1169,12-19 540,5 7-720,1-10-450,6 0 360,6-5-360,6-8 180,2 5-1080,4-8 631,-11 14-271,-2-3 181,-5 5 629,0 11 0,0-3 0,0 10 0</inkml:trace>
  <inkml:trace contextRef="#ctx0" brushRef="#br0" timeOffset="-200463.73">30855 3718 8342,'-21'-6'3238,"-1"0"-2158,21 6 179,-5 11-854,6 14 0,0 8-46,-2 4 1,-2 4 0,-1 5-605,2-6 1,-1 4 0,0 2 0,0 0-1,0 1 380,0-5 0,0 1 0,0 0 0,0 0 0,1 0 0,1-1 80,1 7 1,-1 0 0,2-1 0,2-2 0,3-4 281,6 13 1,4-6 0,9-16-93,18-23 0,5-20-248,-18-11 0,-2-12 1,0-5-1,-3-1-389,-3 2 0,-2-3 0,-2-2 0,-1-1 0,-1 0-98,-3 3 0,-1-1 1,-1-1-1,-1 1 0,-2 0 1,-1 2-391,-1-10 0,-2 1 1,-2 3-1,-3 2-373,-2 0 1,-3 2 0,-2 10 921,-14 2 0,1 33 0,22 19 0</inkml:trace>
  <inkml:trace contextRef="#ctx0" brushRef="#br0" timeOffset="-200013.73">31648 3656 7533,'-22'29'819,"1"-1"0,0 7 0,1 7 0,0 4-164,5-5 0,1 5 1,0 2-1,0 2 0,1 0-686,1-4 0,0 0 1,0 2-1,1 0 1,1 0-1,2-2-329,1-1 0,1 0 0,0 0 1,3-1-1,2-2 0,3-2 360,7 6 0,4-2 0,3-3 0,2-7 0,6 4 0,7-13 0,12-23 0,1 0 0</inkml:trace>
  <inkml:trace contextRef="#ctx0" brushRef="#br0" timeOffset="-198896.73">31784 3805 9152,'-4'43'655,"0"0"0,0 1 1,-4 0-1,0 1 0,0 5-537,3-7 0,1 5 1,-1 1-1,0 0 1,-2-4-119,-2 1 1,-2-2-1,-1-2 1,1-2 208,1 4 1,-1-3 0,-1-9-487,-13-2-83,14-41-510,14-17 1,9-14-1,1-2 375,-2 5 0,1-2 1,1-1-1,2-1-28,0 2 1,1-2-1,1-1 1,1 1-1,-1 0 559,-2 3 0,0-2 0,-1 2 0,2 2 0,1 4 683,7-4 1,1 4 0,-3 12-1,6 14-449,-12 38 179,-26 8 1,-14 9 0,2-8-45,7-16 0,0-1-164,-4 8 1,-3 5-1,5-9 749,0-10-630,16-14 269,-5 8 726,6-3-725,0 17-450,6-4-270,-3 6 0,1 0-180,8-1 225,-6 6 0,1 0-1214,5-7 494,-6 2 1,0 0-855,7 2-450,-1 7 720,1-21 1349,-7-3 0,6-5 0,-6 0 0</inkml:trace>
  <inkml:trace contextRef="#ctx0" brushRef="#br0" timeOffset="-198646.73">31995 4400 9781,'-7'20'2609,"1"3"-2249,6-9 0,11 3-720,-2-10-630,31-12 361,-11-14-181,2-2-359,-14-14 989,-17 21 0,-22-10 2159,-6 23 90,-16 24-2249,12 6 180,20 8 0,30-14 0,4-16 0,14-1 0</inkml:trace>
  <inkml:trace contextRef="#ctx0" brushRef="#br0" timeOffset="-198360.73">32206 4375 7533,'-21'26'3058,"-7"9"-2518,26-20 89,-9 19-539,11-18 90,0 2-1709,5-13 180,2-21 1079,5 12-540,1-24 990,-1 20 90,1-5-180,-1 8 450,-5 10-270,-1 2 899,-6 16-989,0-7-90,0 12 0,0-14-1889,0 4 1799,0-11 0,5-1 0,2-6 0</inkml:trace>
  <inkml:trace contextRef="#ctx0" brushRef="#br0" timeOffset="-198226.73">32292 4400 9871,'-1'-12'1260,"2"-1"-2340,23-5 900,-3 5 180,14-16 0,-14 8 0,2-9 0</inkml:trace>
  <inkml:trace contextRef="#ctx0" brushRef="#br0" timeOffset="-198063.73">32441 4065 8432,'-13'23'1092,"-1"0"0,-8 15 0,5-1 310,13-5-1043,-4-1 1,-3 6 0,2-3-945,8-1 1,0-2 539,-5 6 0,1 1-585,4-4 0,2-4 450,-1-8 180,0 7 0,5-23 0,2 0 0</inkml:trace>
  <inkml:trace contextRef="#ctx0" brushRef="#br0" timeOffset="-197826.73">32429 4462 7533,'0'14'3276,"0"-3"-2864,5-17-862,8-1-719,-5-5 989,3 5 719,-33 18 1170,6 15-719,-15 2-2070,24-5 451,3-17 629,26-12 0,-12-1 0,13-5 0</inkml:trace>
  <inkml:trace contextRef="#ctx0" brushRef="#br0" timeOffset="-197496.73">32553 4450 7892,'-26'26'3276,"-3"8"-2234,21-13-322,-3 9-720,11-10-720,11-8-1888,13-34 1303,-2-6 1,0-6 809,-1-10 1,-2-3 11,0 3 0,-2-1 483,-6 4 0,-1-2 0,-2 5 0,0 11 0,-1-1 0,3-9 0,0-5 0,-1 7 0,5-4 1638,-8 5 0,1 10 1638,-2 27-463,-16 40-2588,7-20 0,0 5-412,-4 5 1,-1 6 0,-1 3-1,2-2-623,2 5 1,1-1 0,0 2-11,-1-5 1,-1 2 0,1-1 0,1-3-274,2 1 1,1-2 0,2-5 895,2-4 1,1-6 0,4-5 0,6-6-1</inkml:trace>
  <inkml:trace contextRef="#ctx0" brushRef="#br0" timeOffset="-197310.73">32874 4623 7533,'-11'36'3276,"4"-8"0,-4 18 0,10-18-2838,-4-2 0,-1 0-259,-1 3-1034,-8 5 1,-5 1 854,1-13 0,-2-1 0,-1 4 0,-1-1 0,2-9 0,1-1 0</inkml:trace>
  <inkml:trace contextRef="#ctx0" brushRef="#br0" timeOffset="-196746.73">33222 3867 9961,'-12'34'655,"0"-1"0,0 1 1,1 2-1,0 1 0,0 0 380,-1-5 0,-1 0 0,1 3-878,2 0 1,1 4-1,0-1 1,1-3 67,-6 12 0,2-3-345,3-6 0,0 1 0,2-3 207,0 0 0,1-6-2156,1-1-314,32-22 744,-2-14 1,1-2 1464,-1 4 1,0-1-1,5-11 1,-2-1-1,-3-1 1</inkml:trace>
  <inkml:trace contextRef="#ctx0" brushRef="#br0" timeOffset="-196529.73">33321 4462 7533,'-18'30'3276,"4"2"-886,13 0-2749,15-13 449,6-14-900,9-28-269,-21-10 1528,-19 0-718,-5 9-1980,-3 36 2249,14-8 0,23 18 0,2-16 0</inkml:trace>
  <inkml:trace contextRef="#ctx0" brushRef="#br0" timeOffset="-196346.73">33482 4438 7533,'-17'20'1092,"0"1"0,-1 4 0,1 1 546,-2 0 0,5 0-2524,14 11-1812,22-31 1709,10-15-541,-13-9 1,-4-4 1529,-5-1 0,6-18 0,-16 16 0</inkml:trace>
  <inkml:trace contextRef="#ctx0" brushRef="#br0" timeOffset="-195913.73">33618 4028 7533,'-3'34'655,"-1"0"0,0 0 1,0 7-1,0 1 0,-1 1 437,-3 2 0,-1 0 0,1-1-872,1-5 1,1-2 0,0 0-1091,-1 5 1,1-1-1,1-2 870,-1-3 0,-1-2 0,-1 4 0,-2-2 0,-9 4 0</inkml:trace>
  <inkml:trace contextRef="#ctx0" brushRef="#br0" timeOffset="-195463.73">33631 3855 11670,'28'30'1092,"-1"-1"0,-3 6 0,-2 0-864,-2-4 1,-3 4 190,-6 7 1,-3 5 0,-4 1-474,-5-2 1,-5 1-1,-2 3 198,2-9 0,0 2 0,-2 2 0,0 0 0,-3 0-610,-1 0 1,-2 1 0,-2 0 0,-1-2 0,1-1-277,-4 4 0,0-1 0,-1-2 0,-1-3 464,2-6 1,0-1 0,0-3 0,0-3 0,-8 6 0,0-7 0,3-13 0,1 0 0</inkml:trace>
  <inkml:trace contextRef="#ctx0" brushRef="#br0" timeOffset="-194495.73">26665 5466 7533,'-37'6'1638,"1"0"0,-7 1 1638,75 4-1643,8-15-1453,-4-1 0,14-3 0,5-1 0,-2 0 0,-9 0-1108,1-1 1,-1-2 441,-5 2 0,7-2 0,1-1 1,-3 1-1,-11 3 625,11-5-1353,-8 7 0,-3 2 494,-11-1 785,7 6 0,-22-5 0,-2-2 0</inkml:trace>
  <inkml:trace contextRef="#ctx0" brushRef="#br0" timeOffset="-194329.73">27098 5082 7533,'-13'-17'3276,"-5"53"-2184,7 3 0,-2 10 0,2-2-695,1-9 0,1-2 0,-1 6-427,1-5 0,0 5 0,-1 2 0,1 1 0,0-1 0,2-6-1063,1 12 1,1-4 0,0 2 802,-1-4 1,-1 3-1,1-1 1,3-4-1,3-2 1,2-3 0,1-3-1,1-3 1,-1 0-1</inkml:trace>
  <inkml:trace contextRef="#ctx0" brushRef="#br0" timeOffset="-193779.73">27606 5231 7533,'0'-14'3276,"-5"58"-2576,-1-2 1,-1 7-1365,3-12 1,-1 4-1,0 2 1,0-2 685,0-1 1,1 0-1,-1-1 1,0 2-113,-1 6 0,-1 1 0,1-1 0,1-3 30,2-6 0,1-4 0,-1 3-360,-1 11 1,0 3-1,1-6-573,3-8 0,0-5 993,0 1 0,0-4 0,0-1 0,0-28 0</inkml:trace>
  <inkml:trace contextRef="#ctx0" brushRef="#br0" timeOffset="-193546.73">27644 5330 7533,'33'-30'1889,"2"25"-1665,-3 8 1,-2 8 90,-7 15 0,-7 5-225,-4-8 0,-6 2 0,-12 11 0,-11 2-90,-9-10 0,-6-2 0,0 0-120,7-2 0,1-1 0,-1 0-330,-9 4 0,-1 0 1,8-4 449,8 2 0,27-14 0,24-11 0</inkml:trace>
  <inkml:trace contextRef="#ctx0" brushRef="#br0" timeOffset="-193313.73">28115 5305 7533,'-21'-14'3276,"-6"3"-2415,24 11 938,-19 33-1169,14-3-749,-2 1 0,-3 8 0,1 2 254,3-5 0,0 3 0,1 1 0,1 0-360,-1 4 0,1 0 0,2 1 1,3 0-564,3 1 1,3 2 0,3-3 0,4-5 787,6-6 0,4-4 0,2-6 0,12 1 0,2-11 0,-5-18 0,0 1 0</inkml:trace>
  <inkml:trace contextRef="#ctx0" brushRef="#br0" timeOffset="-191946.73">28177 5553 10591,'25'-6'1439,"16"-1"-1529,-15-7 0,-1-1-180,16 4-854,-11-6 0,-3 1 1124,-11 14 0,13-9 0,-16 11 0</inkml:trace>
  <inkml:trace contextRef="#ctx0" brushRef="#br0" timeOffset="-191779.73">28351 5553 9242,'-14'45'944,"4"-13"1,3 0-855,6 3-540,-5 3 0,1 0 450,3-1-990,-3 4 1,-1-2 539,5-7 450,-4 0 0,-1-1 0,-1-3 0,-5 8 0</inkml:trace>
  <inkml:trace contextRef="#ctx0" brushRef="#br0" timeOffset="-191646.73">28189 6135 7533,'-7'2'3276,"29"-9"-2936,0-10 1,2-2-431,-1 7 1,2 1-1216,14-10 1,-3 2 805,-12 5 0,2 5 1,-1 0-1,2-4 0</inkml:trace>
  <inkml:trace contextRef="#ctx0" brushRef="#br0" timeOffset="-191129.73">28636 5875 7982,'-33'0'2699,"-7"11"-1440,8 20-899,10-3-135,6 1 0,4 0-405,11 5 90,1-2-270,23-15-45,-1-35 1,1-8 224,18-2-363,-22 1 0,-2-8 0,-1-1 273,-2 3 0,-2-1 0,-1 1-30,4-8 0,-2-2 300,-4-3 0,-1-3 0,-2 7 90,0 0-45,-5-5 0,-2 3 1214,-5 15-719,0-1 359,-12 46-404,10 20 0,2 7-360,-3-13 0,0 2-333,4 13 0,1 7 0,1-2 108,-2-11 0,1-3 0,0 1 60,1-2 0,1 1 1,0 0-421,-1 4 0,0 1 0,4-8-2304,10-2 1495,-3 3 1259,10-34 0,0-18 0,1-8 0</inkml:trace>
  <inkml:trace contextRef="#ctx0" brushRef="#br0" timeOffset="-190943.73">28895 5454 7533,'0'-14'3276,"-5"19"-2126,-6 24 1,-1 7-972,4-13 1,0 2-337,-3 13 0,-2 6 1,2 0 6,2-2 0,1 0 0,0-1-208,3-6 0,0 0 1,0 1-393,-1 14 0,0 3 1,2-7 749,3-11 0,2-3 0,1 1 0,1-2 0,4 9 0</inkml:trace>
  <inkml:trace contextRef="#ctx0" brushRef="#br0" timeOffset="-190663.73">28859 6036 10411,'23'-1'2519,"-8"-3"-2879,13 9-540,-8-16 451,-1 3-451,-7-16 360,-17 5 450,-3 6 540,-27 7 1079,3 41-1259,-1-16 539,15 10 1,7 4-630,10 12 0,2-3 360,28-3-540,15-37 0,2-9 0,-19-3 0,0 0 0</inkml:trace>
  <inkml:trace contextRef="#ctx0" brushRef="#br0" timeOffset="-190229.73">29242 5317 8792,'-3'41'819,"-1"0"0,0 0 0,3-3 0,0 1 0,-4 2 0,0 5 0,-2 3 0,2-2-1639,1-3 1,0-1 0,1-1 0,0 0 249,-1-4 0,1-1 0,-1 0 1,1 3 317,0 1 0,1 5 0,-1 0 0,1-4 1,1-5 202,1 2 0,0-3 1,-1 1-1,-1 2 0,-1-5 1,0-9-1,0 0 0</inkml:trace>
  <inkml:trace contextRef="#ctx0" brushRef="#br0" timeOffset="-189629.73">29627 5578 7533,'-7'-21'3148,"-4"10"-2609,2 31 1,0 11-360,-12 9-316,9-8 0,-2 7 0,-1 0 376,-1-1 0,-1 0 0,0-1-150,-1 8 0,1 1 60,1-6 0,-1 2 0,4-4-16,5-10 1,2-3-45,0 21-26,18-13-1323,31-32-450,-8-1 719,0-5 1,-1-2 989,-3-7 0,-7 3 0,-1-2 0,1-6 0</inkml:trace>
  <inkml:trace contextRef="#ctx0" brushRef="#br0" timeOffset="-189379.73">29677 6049 9602,'-2'24'2608,"-2"-10"-2608,21-3-270,2-16 90,2-2-180,2-16 1,-16-9 359,-2 4 0,-21-1 0,-5 17 0,-5 5-1170,8 7-1438,24 12 2158,2-3 450,10 1 0,0-10 0,1 0 0</inkml:trace>
  <inkml:trace contextRef="#ctx0" brushRef="#br0" timeOffset="-189146.73">29937 5900 10411,'-7'19'1799,"-15"16"-1125,11-8 1,1 1-675,-10 16 180,9-7 0,5 0-2699,12 3 1800,1-7-990,22-11 1709,4-44 0,0 11 0,-4-18 0</inkml:trace>
  <inkml:trace contextRef="#ctx0" brushRef="#br0" timeOffset="-188629.73">30185 5565 9961,'0'46'1638,"1"-11"0,-2 6-1021,-2 0 0,-1 5 0,0-3-1308,3 5 1,-1 1 270,-2-4 1,-3 2-1,2-3-884,1 0 0,1-3 989,-1-1 0,1 0-765,0 1 1,0-8 1188,3-17 1,0-5 0,0-18 0</inkml:trace>
  <inkml:trace contextRef="#ctx0" brushRef="#br0" timeOffset="-188129.73">30433 5392 8342,'25'35'3276,"-11"-7"-1991,-8-1 1,-1 4-522,-4 12 1,-2 5-1123,0-6 1,-1 3 0,-1 2 402,-1-4 0,-1 2 0,-1 1 0,-2 0-701,-1-6 1,-2 1-1,-1 0 1,0-2 0,1-2-80,-3 9 0,0-3 0,-2 2-85,-5-2 1,-3 4 0,-1-3 0,4-7 649,1-5 1,1-3 0,-2 4 0,-2 2-1,2-3 1,3-8 0,-1 1 0</inkml:trace>
  <inkml:trace contextRef="#ctx0" brushRef="#br0" timeOffset="-187396.73">30780 5863 7533,'-19'0'3276,"-10"0"-76,14 0-3650,-3 0 450,13 0 0,10 0 0,2 0 0</inkml:trace>
  <inkml:trace contextRef="#ctx0" brushRef="#br0" timeOffset="-186896.73">31003 5515 7533,'-5'48'327,"1"0"1,-1-1 0,1 1-1,0 0 1,3-7 0,3 0-1,0 0 1,0 1 0,1 1-1,0 1 141,-2 1 0,-1 3 0,-1 1 0,2 0 0,1-2 0,2-3 0,4-5 351,6 7 0,4-1 0,3-10 0,0-21-1547,8-34 1,2-27-1,-1-1-199,-5 10 0,-1-1 1,-2-6 926,-6 4 0,0-6 0,-2-1 0,-1 2 0,-3 7 0,2-6 0,-2 3 0,0-7 0,0 1 0,-1-1 0</inkml:trace>
  <inkml:trace contextRef="#ctx0" brushRef="#br0" timeOffset="-186363.73">31610 5640 7533,'13'-33'3148,"-23"42"-2159,-7 29 1,-3 15-667,7-20 1,-1 3 0,-1 3 0,0 0 0,2 2-671,-2 4 0,0 2 1,1 1-1,2 1 0,1-2 185,2-1 0,1 0 0,1-1 1,4-1-1,4-3-931,10 11 1,7-3 0,3-8 1038,6-3 1,5-13-1,10-22 1,-1-11-1,2-13 1</inkml:trace>
  <inkml:trace contextRef="#ctx0" brushRef="#br0" timeOffset="-185796.73">31784 5825 7533,'-14'0'3276,"31"0"-3070,6-4 0,5-2-1286,10-1 1,1 0 1079,-8-2 0,-3-1 0,18-9 0,-34 7 0</inkml:trace>
  <inkml:trace contextRef="#ctx0" brushRef="#br0" timeOffset="-185513.73">31958 5739 7533,'-22'33'1092,"0"0"0,4 3 0,4 4-805,6-7 0,2 2 0,2 1-1157,1 3 1,2 1-1,-1 0-223,0-3 1,-1-1 0,-3-1 842,-3 12 0,-6-7 338,-6-13 0,-3-6 1352,-15 3 1438,3-17-1259,45-2-1709,35-5 90,-6-4 0,2-3 0,-7 4 0,0-2 0,-4-4 0,0 0 0</inkml:trace>
  <inkml:trace contextRef="#ctx0" brushRef="#br0" timeOffset="-184529.73">32094 6172 7173,'-43'-1'1638,"17"25"0,3 9-983,6-8 1,5 3-1196,0 21 1,13-12-181,25-39 90,-1-15 1,0-14 359,-11 1 0,-1-9 0,-1-4 1,0-1-1,-1 5 607,0 1 0,-1 2 1,0 0-1,0 0-202,0-5 0,0-2 0,-1 2 0,-4 9 1214,-5-12-899,-1 57 59,-5 18 1,-2 12 0,0-4-465,3-11 0,0 2-243,0 9 0,-1 10 0,-1 4 0,1-3 0,1-10-747,1-3 1,0-3 554,-3 17 1,1 5-1,8-27 390,20-50 0,-5 1 0,1-10 0,-1 0 0</inkml:trace>
  <inkml:trace contextRef="#ctx0" brushRef="#br0" timeOffset="-184343.73">32330 5801 8432,'-24'37'1638,"16"-7"0,1 6-1711,-2 4 1,-2 5-1,2 1-550,4 0 0,1 1 0,-1-1-277,-1-6 1,0-1 0,0-4 899,2 2 0,2-6 0,2-4 0,7-27 0</inkml:trace>
  <inkml:trace contextRef="#ctx0" brushRef="#br0" timeOffset="-184077.73">32292 6284 8702,'0'26'3276,"39"-8"-3764,-24-18-232,14-7 1,-1-4 180,-19-4-631,13-19 810,-20 19 540,-19-9 1439,-15 38 0,-2 15-1754,19-2 1,4 2 134,-3 3 0,9-2 0,36 9 0,-4-46 0,-1 0 0</inkml:trace>
  <inkml:trace contextRef="#ctx0" brushRef="#br0" timeOffset="-183527.73">32615 6383 7533,'-19'13'3276,"6"5"-975,8 6-2301,10 8-90,-9 11-1440,-19-5 1261,5-6-1171,-7-13 1,-1-4 989,4-5 339,-9 12 0,8-15 0,4 5 0</inkml:trace>
  <inkml:trace contextRef="#ctx0" brushRef="#br0" timeOffset="-183093.73">32936 5801 7533,'-12'-7'3276,"-6"18"-1638,8 9 0,1 8-912,-5 16 1,-2 6-1820,4-12 1,-1 1 0,1-1 417,3-5 1,1-1 0,-2 0 853,-5 5 1,-1 1 0,1-4 704,4-5 1,0-2-1515,-4 8 1,5-2-541,16-3 721,9-19-1190,12-11 1,4-6-1,-1-7 1,-1-3 1614,-2 8 0,-1-1 0,-1-11 1,-5 0-1,-7 0 0</inkml:trace>
  <inkml:trace contextRef="#ctx0" brushRef="#br0" timeOffset="-182879.73">32986 6296 9062,'-26'42'3276,"13"-24"-1965,26 9-1311,2-27-1484,11-17 0,-1-4 944,-11 6 315,4-13 0,-9 4 945,-38 27-900,0 11-1979,-2 19 2159,20-7 0,23-9 0,7-17 0</inkml:trace>
  <inkml:trace contextRef="#ctx0" brushRef="#br0" timeOffset="-182677.73">33209 6259 7533,'-26'14'3276,"-8"19"-526,24-11-2570,-12 15-809,21-17-1260,6-4 0,14-25 1889,13-11 0,0-2 0,-2-7 0</inkml:trace>
  <inkml:trace contextRef="#ctx0" brushRef="#br0" timeOffset="-182360.73">33333 6049 10681,'-3'43'1092,"-1"0"0,-4 7 0,0-2-1831,6-10 1,1-3 648,-5 0 0,1-4-3187,5 5 2972,0-22 0,0-3 0,0-11 0</inkml:trace>
  <inkml:trace contextRef="#ctx0" brushRef="#br0" timeOffset="-182060.73">33507 5776 10231,'14'32'1638,"0"-3"0,-1 5-83,-6 10 1,-4 6-1567,1-15 1,1 3 0,-1 2 0,-5 2-425,-4-1 0,-4 3 0,-3 1 1,-1 1-1,1-2 0,1-4-43,2 2 0,2-4 0,-2 0 1,-4 2 477,-4-2 0,-3 4 0,-2 1 0,-2-2 0,2-4 0,1-7 0,-7 2 0,-2-5 0,1 2 0,-1 1 0,0-1 0</inkml:trace>
  <inkml:trace contextRef="#ctx0" brushRef="#br0" timeOffset="-180795.73">24953 6507 7533,'-27'-14'3238,"71"9"-3058,-11 12-1000,3-4 1,13 0 0,1-1 0,-10 2-820,-13 2 1,0 1 545,15-1 1,5 1 0,-18 3-28,-26 5 1350,-19 2 1,-10 1-141,-15 3 0,-7 0 869,12-6 0,0 0 1,3 2 614,-9 11 0,19-1-1035,39-10 1,15-2-1012,0-5 0,7-1 0,2-1 0,-1-1 472,7 1 0,0-2 0,1 1 0,-8 0 0,1 0 0,-2 1 0,-5 0 0,-2 4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16:56.4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18806 9098 7533,'0'-26'329,"0"-1"1,-3-3 0,-5 3 300,-28-6-405,4 15 0,-5 4-46,3 7 1,-4 2 0,-2 5-370,4 2 1,-3 3 0,0 2 0,-1 2 260,2 0 1,0 1 0,-1 1 0,0 2 0,0 0-113,-2 3 1,1 1 0,-1 0 0,0 2-1,1 0 221,0 1 0,-1 1 0,0 0 0,2 1 0,2 1 44,-3 4 1,1 2 0,3 1 0,1 1-343,2-1 0,1 2 0,2 1 0,3 1 253,5-1 0,3 1 0,1 1 0,2 0-23,1 0 1,2 1-1,1 0 1,2 0 7,-1 8 0,3 0 0,4-1-24,3-3 1,3-1-1,2-1-36,1-4 0,1-1 0,2-1-15,9 15 0,4-2 45,-1 0 0,4-3-90,4-3 0,4-2 90,1-2 0,3-2-90,-5-13 0,2-2 0,1-1 104,2-1 1,1-2 0,3 0-105,-4-4 0,2 0 0,2-2 0,-1 1 39,2-1 1,1 0-1,1-1 1,1 0-40,3 0 0,1-1 0,0 0 0,1 0 0,-7-2 0,-1 0 0,1 0 0,1-1 0,-1 1-91,1 0 1,0 0 0,1 0 0,-1-1-1,1 0 109,1-1 0,0 0 0,0-1 0,0 0 0,0 0 0,0 1 0,1 0 0,0 1 0,-1-1 0,1 0-18,0 0 0,0-1 0,-1 0 0,1 1 0,0-1 0,-1 0 0,-1 1 0,1-1 0,0 0 0,0 1 18,4-1 0,0 1 0,0-1 0,1 0 0,-1-1-175,-2 0 0,1-1 1,-1-1-1,1 1 0,0 0 187,-5 0 0,1 0 0,1 0 0,-1 0 0,1 0 0,-1-1 0,-1 0 0,-1-1 0,1-1 0,-1 1 0,1 0 0,0 0-30,1 1 0,0 0 0,1 0 0,-1 0 0,0-1 0,0 0 0,-1 0 0,0-1 0,-1 0 0,0 0 0,0 0 0,1 0-15,0 0 0,1 2 0,-1-1 0,0 0 0,0-1 0,0 0 87,5-1 0,0-1 0,0-1 0,-1 1 0,0 0-81,0 2 0,-1 0 1,0 0-1,-1 0 0,0-1 63,-3 0 0,-1-1 0,0 0 0,-1 0 0,0 0-149,6 1 1,-1-1 0,0 0-1,0-1 50,-1-2 0,-1 0 0,0-3 0,-1-1 90,-3-2 0,-1-3 0,0-1 0,-3-2 90,-1-1 0,-2-2 0,-1-2 0,-2-2 52,-3-2 1,-2-3-1,-1 0 1,-5-2-188,2-11 0,-5-2 0,-6-1-90,-5-1 0,-6 1 0,-5-1-23,-4 11 1,-3 0-1,-3 1 1,-3 0 273,-4-2 1,-3 0 0,-2 2 0,-4 0-18,4 8 0,-3 0 0,-2 1 0,-1 1 0,-1 1-199,-3 1 1,0 1 0,-2 1-1,-2 2 1,-1 1 54,4 3 0,-2 2 0,-2 1 0,0 0 0,0 1 0,-1 1-201,-1-1 0,-1 1 0,-1 1 0,0 1 0,-1-1 0,-1 1 162,4 0 0,-1 1 1,0 0-1,-1 1 1,0-1-1,-1 0 1,1 1-60,4 0 0,1 0 0,-1 0 0,0 0 0,0 0 0,0 0 0,-1 1 0,-1 1 148,2 1 0,0 0 0,-1 0 0,0 1 0,0 0 0,-1 0 0,1 1 0,-1 0 0,0 0-144,-2 0 1,0 0 0,0 1-1,0 0 1,-1 0 0,0 1 0,1 0-1,-1 0 1,-1 1 111,4 1 0,0-1 0,-1 2 0,1-1 0,-1 1 0,0 0 0,0 0 0,0 0 0,0 1 0,0-1 9,0 1 0,0 0 0,-1 0 0,1 0 0,-1 1 0,1 0 0,0-1 0,0 1 0,0 0 0,1 0 13,-2 0 0,0 0 0,0 0 0,0 1 0,1-1 0,0 1 0,0-1 0,1 1 0,0 1-96,-4-1 1,2 1 0,-1-1 0,1 1-1,0 1 1,1-1 0,0 1 0,1 1-241,-3 1 1,0-1-1,1 1 1,0 0-1,1 2 1,1 2-1,1 1-173,1 3 1,0 2 0,1 2 0,0 1 0,2 1 0,1-1 0,3-1 274,-5 2 0,2 0 1,3 0-1,0 1 1,2 2-1,2 4 1,0 2-1,1 2 1,4-1-1,4-3 1,6 2-1,-1 0 1,1-1-1</inkml:trace>
  <inkml:trace contextRef="#ctx0" brushRef="#br0" timeOffset="9601">20032 4995 6354,'-36'31'273,"0"-1"0,0 1 0,0-1 0,0 1 0,0-1 0,5 1 0,-2 1 0,0 1 0,2 1 0,3 0 0,4 0 0,6-1 324,2 14 1,7-1 0,7 0 0,5 0-1317,5 2 1,5 1-1,7-3 1,8-7 160,4-12 0,7-5 1,5-5-1,1-2 0,-1-4 403,-3-3 0,0-4 1,1-3-1,0-2 0,-1-1 1,0-1-1,0-3 0,0-1 1,-2-1-1,-4-3 0,1-7 1,0 0-1,1-1 0</inkml:trace>
  <inkml:trace contextRef="#ctx0" brushRef="#br0" timeOffset="9784">20752 4735 7533,'-28'12'819,"1"1"0,1 13 0,1 10 0,3 5-164,5-6 0,2 4 1,1 2-1,1 2 0,0 1-1202,1 1 1,0 2 0,0 2 0,2 0 0,0 0 0,3 0 38,1-1 0,1 1 0,2 0 0,0-1 0,1-1 0,1-3 260,0 9 0,1-2 0,1-2 0,3-4 1,4 3-1,3-4 0,1-9 0,12 1 1</inkml:trace>
  <inkml:trace contextRef="#ctx0" brushRef="#br0" timeOffset="9951">20962 5838 10141,'0'40'1638,"-5"-5"0,-1 4-2731,-2-4 1,0 3 0,-1-2 743,1-2 0,-1-2 1,-1 0-1,-7 9 0,-2-5 1,-5 0-1</inkml:trace>
  <inkml:trace contextRef="#ctx0" brushRef="#br0" timeOffset="10201">21693 4834 7533,'-13'43'1092,"5"-13"0,1 5 0,0 6-437,0-1 0,0 6 1,-1 2-1,1 2 0,0 0-989,0-7 0,0 1 1,0 1-1,0 0 0,0 0 1,0-1-214,1-1 1,-1 0 0,0 1 0,1-2 0,-1-1 0,2-3-274,-2 6 1,0-2 0,1-3 0,4-5 708,2 5 1,5-13-1,2-21 1,6-18 0</inkml:trace>
  <inkml:trace contextRef="#ctx0" brushRef="#br0" timeOffset="10434">22103 4846 7533,'34'19'1638,"-15"15"0,-3 12-819,-6-5 0,0 7 0,-3 3 0,-1 1-362,-4-12 0,-1 1 0,-1 2 1,-2 0-1,-1 1 0,-1 0-1004,-1 3 1,-2 1 0,-1 1 0,-2 0 0,-2-1 0,-2-1-1,-4-1 1,-1 0 0,-3-1 0,-2-1 0,-1-1 0,-1-2 341,-2-2 0,-1-1 0,-3-2 0,1-1 1,-1-2-1,1-1 0,0-2 0,0-2 0,1-2 1,-1-1-1,-1-1 0,-6-1 0,1 0 0,-1 0 1,0 0-1</inkml:trace>
  <inkml:trace contextRef="#ctx0" brushRef="#br0" timeOffset="10967">23143 5578 7533,'-26'-20'1638,"-1"0"0,14-9-546,36 21 0,20 6 0,3 1-273,-2-2 0,3 2 0,3-1 0,2 1-1366,-9-1 1,3 1 0,1 0 0,0 0 0,0 0 0,0 0-1,-2 1 1,0-1 0,0 1 0,0 1 0,-2-1 0,-2 0 427,10 0 0,-2 0 0,-3 1 1,-3-1-1,-1 2 0,-4 1 1,-5-2-1,14-1 0</inkml:trace>
  <inkml:trace contextRef="#ctx0" brushRef="#br0" timeOffset="11200">24185 5168 7533,'18'-41'1638,"5"21"0,6 7-546,1 13 0,4 7 0,2 2-372,8 4 0,2 4 1,-1 2-789,-10-3 1,1 2-1,-3 2 1,-4 3-323,3 9 0,-6 4 1,-13 2-181,-21 5 0,-16 1 1,-8-3-7,7-14 0,-6-2 1,-3-1-1,-2-1 0,0 0 341,0-2 1,-2 0 0,-2-1 0,0 0 0,1-1 0,2-2 0,-9 3 0,2-2 0,1-2 0,2 0 0,-1-1 0,-1 0 0,1 0 0</inkml:trace>
  <inkml:trace contextRef="#ctx0" brushRef="#br0" timeOffset="11467">25673 5007 6948,'-43'15'409,"0"0"1,0 0-1,1 0 1,5 5-1,1 2 1,1 2 0,0 4-1,1 4 59,5 1 0,0 2 0,1 4 0,0 2 0,2 2 0,1 0 0,3 0-281,3-4 0,1 1 0,2 2 0,0-1 0,2 2 0,2-1 0,2 1 1,2-1-657,1 6 1,1 1 0,3 1 0,2-1 0,3-1 0,3-1 0,3-3-79,6-1 1,4-1 0,3-2 0,2-2 0,1-2 0,0-4 218,7 5 0,1-5 0,2-4 1,2-7-1,11-5 0,3-10 1,-8-5-1,-14-8 0,-1 0 1</inkml:trace>
  <inkml:trace contextRef="#ctx0" brushRef="#br0" timeOffset="11867">26082 5268 0,'-10'-37'1638,"1"1"0,7-2 0,26 18 0,10 7-546,-2 16 0,3 9 0,1 2-802,5 2 0,1 2 0,-6 5-1383,-5 3 1,-5 4 0,-13 2 925,-19 4 0,-15 3 0,-6-2 837,1-8 0,-6-2 0,-2-1 1,0-1 138,-1-1 1,-2 0-1,2-1 1,4 0-660,-1 1 0,3 1 0,17-1 11,28 4 0,17-1-431,-2-9 0,4-3 0,0 1 0,3 1 0,0 0 1,-11 4 853,-11 14 1,-16 4-106,-20-8 1,-13 1 0,-4-2-24,3-5 0,-4-1 0,-1 0 0,0 0-1276,-1 0 1,-1 0 0,1-1 0,4-2 683,3-3 0,4-1 0,2-1 1,0 0-1,10-3 0,17-8 1</inkml:trace>
  <inkml:trace contextRef="#ctx0" brushRef="#br0" timeOffset="12034">26553 6160 9242,'-11'29'1092,"0"0"0,-4 3 0,-3 2 0,-2-2 0,-4 2 0,0-1-2185,3 1 1,0 1 0,-1-4 672,-10 0 1,2-2 0,10-1 0,2-5 0,-5-11 0</inkml:trace>
  <inkml:trace contextRef="#ctx0" brushRef="#br0" timeOffset="12267">27135 5478 7533,'-26'5'1092,"0"0"0,-8 17 0,3 11-273,13-3 0,1 7 0,4 2 0,6 0 273,6 10 0,7 2 0,9-4-1135,2-14 0,5-1 0,4-2 0,3-6-777,5-5 1,5-5 0,2-3 0,-2-6 677,9-5 1,-1-8 0,-4-3-1,4-7 1,-7-7 0,-14-8-1,0 0 1</inkml:trace>
  <inkml:trace contextRef="#ctx0" brushRef="#br0" timeOffset="12417">27507 5627 7533,'-33'28'409,"-1"0"1,1 0-1,-1 0 1,4 3-1,-1 2 1,1 2 0,0 1-1,1 2 137,3 0 0,0 1 0,1 1 0,0 2 0,2-1 0,1 0-224,1-1 1,1 0 0,1 0 0,1 0 0,2-1 0,2-1-323,-1 10 0,3-1 0,3-2 0,4-6 0,2 6 0,10-11 0,23-14 0</inkml:trace>
  <inkml:trace contextRef="#ctx0" brushRef="#br0" timeOffset="12617">27916 5553 11400,'18'41'546,"0"1"0,0 0 0,-9 0 0,-2 2 0,-4 2 0,-4 1 0,-4-7 0,-3 1 0,-3 1 0,-2 1 0,-1 0 0,-1-1-23,-1 3 0,-2 0 0,-1 0 0,-2 0 0,-2-1 1,-1-1-993,-1-6 1,-2 0 0,-2-1 0,0-1 0,-1-1 0,1-1 0,1-3 215,-2 3 1,1-2 0,0-2 0,-1-2 0,-1-2 0,-11 4 0,-2-4 0,0-2 0,4-2 0,7-7 0,-1 1 0,1 0 0</inkml:trace>
  <inkml:trace contextRef="#ctx0" brushRef="#br0" timeOffset="20819">21991 4413 0,'-36'-6'3276,"14"-1"0,4-11-1838,42-7 0,14-2-1213,-14 8 0,2-1-176,6-2 1,6-4 0,2-1 0,-5 4-95,1 1 0,1-1-293,-2 1 1,5-3 0,1 1 0,-7 3-23,-3 2 0,0 0 360,10-3 0,4-3 0,-6 4 0,-15 6 0,-2 1 0,13-7 0,0 0 0</inkml:trace>
  <inkml:trace contextRef="#ctx0" brushRef="#br0" timeOffset="21050">22686 3743 7533,'4'-19'3276,"15"-4"-1811,17 6 0,5 3-1285,-15 6 0,1 0-432,10-2 1,4-1 0,-4 4 26,-9 6 0,0 1 180,10-6 0,-3 6-442,-4 33 37,-36 3 270,-12-1 0,-10 3-640,3-11 1,-4 0 0,-1 1 0,1-2 310,0 1 0,0-2 1,-1 1 508,-4 5 0,0 0 0,4-3 0,7-6 0,3-3 0,-6 6 0</inkml:trace>
  <inkml:trace contextRef="#ctx0" brushRef="#br0" timeOffset="21533">23714 2913 7533,'-48'3'1638,"22"16"0,1 10-546,4-2 0,0 3 0,1 4-1234,3-3 0,2 3 1,0 3-1,0 2 381,0 2 1,1 5 0,-1 2 0,1 1 0,0-1 0,2-3-609,0-3 0,1-2 1,1 0-1,1 0 0,0 2 399,-1 2 0,-1 3 0,1 1 0,1 0 0,3-3 0,5-3-850,4 4 1,4-3 0,4-4 0,2-4-295,11 7 0,7-7 124,1-8 1,4-2 0,0-10 989,1-13 0,-1-9 0,1-3 0,-3-5 0,-12-4 0,-1-1 0</inkml:trace>
  <inkml:trace contextRef="#ctx0" brushRef="#br0" timeOffset="22782">19524 13745 7533,'0'41'629,"0"-17"721,5 10-1171,-3-27 361,9-7-1349,7-40 719,-9 14 0,4-13 0,-4-2 540,-13 9 89,-14 24 135,1 36 1,1 18-195,4-8 0,1 2 0,1 1-331,0-2 1,1 1 0,5-4-195,10 8 0,4-10 45,1-17-315,12-24 1,0-14-316,-12-22 0,-6-5 495,8 14 1,-2-1-254,-7-2 1,-3-4 0,-1 10 1286,0 8 630,-11 1-989,3 39-1,-4 19 1,1 4-763,3-13 1,2 1 641,-1 18 1,1 6 0,1-6-240,1-18 0,1 0 0,-1 10 0,1 5 0,5-10-1,9-6-3118,13-16 2939,-6-42 0,-3-17 0,-2 16 0,0-1 0,-1-2 0,-2-12 0,0 0 0,0 0 0</inkml:trace>
  <inkml:trace contextRef="#ctx0" brushRef="#br0" timeOffset="23536">23962 3334 7533,'-1'-26'3276,"24"-3"-2145,0 21-1041,8 2 0,2 6-450,-9 16 0,-1 3 315,1-9 1,-3 5 44,-3 23 0,-12 9 239,-15-12 1,-7 1 0,1-1-631,2 8 0,-2 1 750,-1-11 1,-5 3 0,0-2 0,5-6 270,-8 10-451,6-2 1,2-3 183,9-11-1082,29 18 719,-4-31-124,22 4 0,5-3 1,2-15-1,-6 5 1,1-1-1</inkml:trace>
  <inkml:trace contextRef="#ctx0" brushRef="#br0" timeOffset="23699">24458 3892 7533,'-25'31'3276,"6"11"-1638,10-18 0,0 1-3160,-3 10 0,1-1 1522,3-6 0,1-2 0,-5 2 0,0-3 0,0-1 0</inkml:trace>
  <inkml:trace contextRef="#ctx0" brushRef="#br0" timeOffset="23902">24793 3371 7533,'0'-26'1638,"-2"58"0,-2 23-546,1-18 0,-1 3 0,-1 3-1144,1-5 1,0 4 0,0 1 0,0 0-1,1-3 52,-1 4 0,1-2 0,0-2 0,-1-3 0,-4 13 0,-1-6 0,6-19 0,0 0 0</inkml:trace>
  <inkml:trace contextRef="#ctx0" brushRef="#br0" timeOffset="24134">25090 3148 7533,'22'-13'3276,"-11"7"-1638,11 17 0,1 13-546,-9 7 0,-4 7 0,-1 0-1527,6 2 1,-2 4 501,-5-1 0,-2 8 1,-1 0-1,-2-8-67,-4-1 0,-4-1-158,0 0 1,-1 5 0,-3 1 0,-5-2-663,-6-3 1,-5-2 0,-2-1 0,2-1 565,1 4 1,1 0-1,-5-1 254,-2-7 0,-5 2 0,-2-1 0,0-3 0,5-5 0,-9 1 0,1-4 0,7-3 0,1-1 0,-1 1 0,1 0 0</inkml:trace>
  <inkml:trace contextRef="#ctx0" brushRef="#br0" timeOffset="24984">25499 3570 7533,'-26'-6'3276,"13"-1"-1721,29-3 0,14-3-1495,-2 1 0,4-1 0,3 1-1153,10-3 1,3 0 0,-1-1 99,-1-2 0,0-1 0,-4 1 446,5 1 1,-7 1 0,-14 1 0,-7 1 0,-6 2 0</inkml:trace>
  <inkml:trace contextRef="#ctx0" brushRef="#br0" timeOffset="25184">25983 3136 7533,'46'-14'1638,"-13"6"0,3 5 0,12 10 0,-1 8-1047,-1 3 1,-7 8-907,-10 12 1,-14 6-779,-23-7 1,-13 3 0,-3 0 1024,3-8 0,-4 0 0,-2 0 0,0-2 0,-2-1 0,0-2 0,-1 0 0,1-1 0,-7 6 1,1 0-1,-1-1 0</inkml:trace>
  <inkml:trace contextRef="#ctx0" brushRef="#br0" timeOffset="26420">19387 12171 7533,'24'-39'0,"2"4"0</inkml:trace>
  <inkml:trace contextRef="#ctx0" brushRef="#br0" timeOffset="27116">26937 2938 7533,'-13'-38'2878,"-4"7"-1169,-8 28-960,6 21 1,-1 15 0,0 3-503,2 0 0,0 5 1,0 2-1,1 3-689,2-6 0,0 2 0,1 2 0,0 0 0,1 0 0,1 0 187,1-2 0,0 0 0,1 0 0,1-1 0,3 0 1,2-1-566,4 11 1,4 0 0,2-3 0,0-5 683,-1-6 0,0-4 0,7-6 0,21-2 1,3-11-1,3-14 0</inkml:trace>
  <inkml:trace contextRef="#ctx0" brushRef="#br0" timeOffset="27499">27172 3074 7533,'6'-42'3276,"17"15"0,16 45-3584,-13-2 0,-1 5-232,-8 5 1,-7 5-496,-13 8 1,-12 1 1693,-1-11 1,-5-2 0,-1 0 149,-10 12 1,3-2-360,9-9 0,10-1-810,24-5 0,9-3-135,5-3 1,0 0 269,-3 6 0,-11 4 450,-24 10 0,-15 1 44,1-12 1,-4-1 0,-2 0-510,-4 4 0,-2-1 0,4-2 240,6-5 0,7-1 0,6 3 0,44-22 0</inkml:trace>
  <inkml:trace contextRef="#ctx0" brushRef="#br0" timeOffset="27649">27470 3731 10051,'-4'47'1638,"-4"-14"0,-4 3-353,-5 6 1,-4 0-2925,-1-3 1,0-3 982,9-12 1,0-5-1,-9-8 1,15-18 0</inkml:trace>
  <inkml:trace contextRef="#ctx0" brushRef="#br0" timeOffset="27849">27817 3061 10681,'1'39'546,"-1"0"0,1 0 0,-4-2 0,-1 1 0,-2 1 0,1 1 273,-3 7 0,0 3 0,0 0 0,-1-1-1639,-1-1 1,1-1 0,-1-2 0,0-3 350,0-2 1,-1-4 0,2-4 0,0 1 0,0-10 0,-4-18 0</inkml:trace>
  <inkml:trace contextRef="#ctx0" brushRef="#br0" timeOffset="28066">28102 2913 7533,'27'13'1092,"0"0"0,-1 21 0,-5 12-273,-7-11 0,-1 5 0,-3 3 0,-3 1-164,-4 1 0,-4 1 1,-3 3-1,-1 0 0,-3-1-581,0-5 1,-2 0-1,-1 1 1,-3-1-1,-1 1 1,-3-2-544,-1-3 1,-3 1 0,-3 0 0,0-1 0,-1-2 0,0 0 0,2-3 245,-1 2 1,1-2 0,-1-1 0,0-2 0,-2-1-1,-3-2 1,-3 0 0,0-1 0,1-4 0,4-3 0,-10 2-1,0-1 1</inkml:trace>
  <inkml:trace contextRef="#ctx0" brushRef="#br0" timeOffset="28751">28536 3607 7533,'-24'-11'3276,"21"14"-1785,50-2-1731,-15 1 0,5 1 0,1 0-125,9 0 1,1-1 0,-1-1 0,-7-3 0,-1 0 0,-3-1 0,8-3 0,-1 0 0</inkml:trace>
  <inkml:trace contextRef="#ctx0" brushRef="#br0" timeOffset="28934">28970 3421 7533,'35'4'1092,"1"0"0,4 14 0,-3 8 0,-8 0 0,-2 4 0,-5 4-948,-5 8 0,-7 4 0,-10 1-414,-10-11 0,-8 1 0,-5-1 1,-3-1 34,1-4 1,-4-1 0,-2-1 0,-2-1 0,1-1 0,-7 4 0,-2-3 0,-1 0 0,0-2 0,3-4 0,-1 1 0,0-1 0,0 0 0</inkml:trace>
  <inkml:trace contextRef="#ctx0" brushRef="#br0" timeOffset="30984">29664 3248 7533,'-37'15'1092,"13"6"0,-3 7 0,2 5-337,4 2 0,1 3 0,1 4 0,-1 2-1138,3-7 0,-1 3 0,1 1 1,-1 1-1,2 0 0,2-1 293,-1 6 0,1 0 0,2 0 0,2-1 1,3-1-699,2 3 1,2 1 0,4-4 0,6-7 787,12 6 0,9-15 0,0-20 0,3-11 0,-2-17 0,1 1 0</inkml:trace>
  <inkml:trace contextRef="#ctx0" brushRef="#br0" timeOffset="31351">29813 3483 7533,'11'-22'3276,"8"18"-436,13 25-2840,-12-5 0,-3 3-1709,4 19 989,-30-9 1,-10 2 719,-1-1 0,-4-1 674,-8 3 1,1-2-405,11-5 0,10-1 90,33 7-495,-6-11 0,2 1-180,3 0 0,-6 2 180,-20 11 0,-14 0-90,-9-3 1,-6-3-226,6-8 0,-3-1 0,3-3 407,-3-2 0,3-3 0,0 0 0,27-11 0</inkml:trace>
  <inkml:trace contextRef="#ctx0" brushRef="#br0" timeOffset="31518">30086 4115 7533,'-18'23'1092,"0"1"0,-3-1 0,-2 1-32,-12 8 1,-3-2-1061,8-10 0,-1-2 0,0-2 0,2-3 0,-7-1 0</inkml:trace>
  <inkml:trace contextRef="#ctx0" brushRef="#br0" timeOffset="33484">30371 3595 9691,'30'28'330,"1"0"0,-4-1 0,-2 1-375,-4 3 0,-9 4 75,-15-4 0,-8 2 0,-4 1-1,-4 4 1,-5 1-1,0 0 810,-2 1 1,1 1 0,3-3-885,-4 9 0,16-7-1170,29-15 1,10-7-945,12-1 2159,5-17 0,-1-6 0,-9-6 0,-9 2 0,0 0 0</inkml:trace>
  <inkml:trace contextRef="#ctx0" brushRef="#br0" timeOffset="33684">30756 3818 8882,'12'-7'1259,"22"18"379,-18 9 0,-3 8-546,-2 4 0,-3 7 0,-6 0-1458,-6-4 1,-6 2 0,-3 0 0,-2 1-157,-1-1 0,-2 1 1,-3 1-1,-1-2 0,-2-2-134,-4 0 1,-2-2-1,-2-1 1,0-2 0,2-1 290,1-1 1,1-2 0,0-1 0,0-2 0,-6 1 0,0-2 0,4-6 0,-7-4 0</inkml:trace>
  <inkml:trace contextRef="#ctx0" brushRef="#br0" timeOffset="34001">30978 4252 7533,'-14'0'3276,"36"16"-2171,9-8 1,7-1-2199,-5 1 1,2 1 0,0-1 758,15-1 1,-3-2-1,-9 1 1,-5-1-1,3 2 1</inkml:trace>
  <inkml:trace contextRef="#ctx0" brushRef="#br0" timeOffset="34218">31325 4189 11311,'41'22'1169,"-18"-9"0,0 2-1124,3 12 0,-1 1 45,7 7-720,-27 10-359,-30-25 0,-8-3 899,14-2 0,-3-1-1003,-16 3 1,-7-1 0,8-4 751,0-2 0,-1 1 0,3 0 0,15-4 0</inkml:trace>
  <inkml:trace contextRef="#ctx0" brushRef="#br0" timeOffset="34535">31809 4078 8522,'-26'42'655,"-1"0"0,8-10 1,-2 2-1,0 1 0,1-3-559,-2 2 0,1-2 0,-1 3 137,3-2 1,-2 4 0,-1 2 0,3-1 0,4-2-534,2 9 0,5-1 1,-1-2 89,-5-3 0,0-2 0,6 1 120,7 4 0,6-1 0,7-11 90,14-17 0,5-8 0,-3 5 0,0-3 0,7-14 0,1 0 0</inkml:trace>
  <inkml:trace contextRef="#ctx0" brushRef="#br0" timeOffset="34934">32020 4313 9332,'-14'0'3276,"14"6"0,30 1-3944,0-4 1,2 1-53,12 7 90,-9-10 1,-8 5-1530,-23 22 1799,1-5 585,-26 5 0,-11 1 584,6-9 1,-3 0 0,2-2-631,-6 6 1,1 0 1259,-13 5 1,11-1-631,30-7-1438,0-2 449,40-3-585,-8-12 1,0-1 44,9 10-89,8 4 809,-72 8 0,9 1 179,-14-7 1,-6-2-675,5 2 1,1-1 359,8-6 0,0-1 135,-3 3 0,10-1 0,21-6 0,-2 6 0</inkml:trace>
  <inkml:trace contextRef="#ctx0" brushRef="#br0" timeOffset="35099">32268 4846 7533,'-27'40'1638,"8"-14"0,-1-1 0,-3 1 0,1-2 0,5-6 0,-1 1-2460,-11 15 1,1-1-1068,-5-4 1889,0 8 0,4-19 0,17-12 0</inkml:trace>
  <inkml:trace contextRef="#ctx0" brushRef="#br0" timeOffset="35467">32454 4450 15808,'27'2'-405,"1"0"0,12 1-450,-15 4 1,-3 3-2423,-7 14 2327,-4-3 950,-22-1 0,-7 1 1034,-4 1 1,-2 0-901,3-2 1,1 0 944,-1 1 1,8-1 180,18 5-991,3-11-808,32-3-1,-5-11-270,-2 0-179,-6 11 449,-58 8 450,11-1 0,-2 1-989,-12-1 0,-2-3 1079,9-3 0,3-5 0,-5-13 0,24-21 0</inkml:trace>
  <inkml:trace contextRef="#ctx0" brushRef="#br0" timeOffset="35669">32838 4264 15808,'14'25'1092,"-1"1"0,1 12 0,-6 5-955,-9-5 0,-5 4 1,-3 1-958,-4-2 1,-4 3 0,-2 0 0,3-1-1,5-6 1,1-1 0,-1 0 0,-5 1 163,-3-3 1,-4 2-1,-2-1 1,-2-1 0,1-1 443,-5 5 0,-2-2 0,-1-1 0,3-1 1,5-5-1,1-1 0,0 0 0,-1 0 1,-6 4-1,1-1 0,-1 1 0,0 0 0</inkml:trace>
  <inkml:trace contextRef="#ctx0" brushRef="#br0" timeOffset="36184">32379 5429 12840,'30'9'959,"0"0"1,6 5-1,3 2-1589,-8-3 1,1 0-1,0 0-1009,17 4 1,-4-1 982,-17-3 1,-4-3-1,15-4 1,-32-6 0</inkml:trace>
  <inkml:trace contextRef="#ctx0" brushRef="#br0" timeOffset="36416">32826 5367 8792,'16'47'1638,"-1"-24"0,2 1-173,4 12 0,3 1-1825,2-11 1,-3 0-91,-13 2 0,-5-2 91,-2-6-451,-28-2 0,-13-3 180,-3-4 1,-2-1 404,3 2 0,-1 2-585,2-1 1,-2 1 0,7-1 605,-1 4 0,5-3 0,4 1 0,14-3 0</inkml:trace>
  <inkml:trace contextRef="#ctx0" brushRef="#br0" timeOffset="37082">33209 5676 7533,'-30'14'1638,"0"0"0,-12 4-546,11 9 0,-3 11 0,3-1-1060,8-6 1,3-1 0,-1 4-78,-3 4 0,0 4 0,0-1 0,3-2 45,4-4 0,3-2 0,2 0-300,0 1 0,2 1 0,10-7-2977,33 5 2861,-14-14 1,27-20 0,-21-18 0</inkml:trace>
  <inkml:trace contextRef="#ctx0" brushRef="#br0" timeOffset="37449">33197 5900 8972,'-19'0'3276,"17"5"-1245,38 2-3740,-4 6 944,-2-8 1,-2 2-1755,-8 11 2699,-13-4 180,-37 14 764,-8-6 1,-4-1 44,6-3 0,2 0-629,-3 6 0,7-1-450,14-4-1260,50-6 451,13-8 584,-20-5 0,-1 0-2024,15 6 1080,-45 17 1618,-6-6-404,-13 5 0,-6 1 180,0-5 0,0-3-270,4-1 0,2 0-630,-4 1 0,8-3 585,18-10 0,2 3 0,12-5 0</inkml:trace>
  <inkml:trace contextRef="#ctx0" brushRef="#br0" timeOffset="37615">33333 6296 7533,'-42'21'1092,"-1"0"0,17-10 0,2 1 546,-9 11 0,4 0-1084,14-8-2083,-8 8-1748,10-10 3039,6-6 0,7-7 1,7-7-1</inkml:trace>
  <inkml:trace contextRef="#ctx0" brushRef="#br0" timeOffset="37799">33445 6111 7533,'-12'19'3276,"-1"21"0,6 5-3082,7-4-1589,9-13 1,6-5-944,29-13 1708,-8 6 630,9-21 0,-37-2 0,3-5 0</inkml:trace>
  <inkml:trace contextRef="#ctx0" brushRef="#br0" timeOffset="37966">33594 6148 7533,'-25'19'1638,"3"-1"0,-3 4 0,-4 8 0,0 2-1543,5-7 0,0 1-455,-7 14 0,5 0-2917,11 5 2147,-3-10 1181,13-8 1,10-27 0,2 0-1</inkml:trace>
  <inkml:trace contextRef="#ctx0" brushRef="#br0" timeOffset="38132">33606 6222 7533,'14'-1'3276,"-9"30"-1638,-12 6 0,-3 4 0,3-10 0,-2 1-1902,-2 6 1,-2 4 0,-3-3-1221,-8 1 0,-1-3-155,5-1 1,-3 0 1559,0-10 1,-4 0 0,3-5 0,-18 2-1,12-6 1,0 0 0</inkml:trace>
  <inkml:trace contextRef="#ctx0" brushRef="#br0" timeOffset="39382">22524 2653 7533,'-12'-25'-1080,"0"-11"1260,7 9 0,3-1 135,-2-4 0,2-1 719,1-2 1,2 1 1123,5-4-629,-16 54-1124,2 25 0,-3 11-270,-1-18 0,-4 2 0,0 2 0,-1 1-615,2-1 0,-2 2 0,1 1 0,-1-1 0,-1-1-38,-4 6 1,-1-1 0,0-2 0,2-1-293,-3 6 1,3-2-1,2-6 810,3-6 0,9-11 0,15-19 0,17-35 0</inkml:trace>
  <inkml:trace contextRef="#ctx0" brushRef="#br0" timeOffset="39599">22475 2454 7533,'25'-15'1638,"-17"38"0,-3 16-572,0-3 1,-2 4 0,0 3-1113,-1-3 1,-2 3-1,1 0 1,2-3 344,2 7 1,3-3 0,8-14 554,12-17 1,6-17-945,-8-15 0,0-12 0,1-7 0,0 0-129,0 1 1,1-4-1,0-2 1,0 0-1,-2 1 1,-2 3-1,-2 1 1,0 0-1,0 1 1,0 0 0,4-4-1,1 0 1,-1 0-1,0 0 1</inkml:trace>
  <inkml:trace contextRef="#ctx0" brushRef="#br0" timeOffset="40132">26094 2169 8792,'-31'-12'1638,"10"23"0,0 9-803,-3 9 1,-1 7-949,6-6 1,-1 4 0,-1 2-1,1 1-549,-3 3 0,1 1 0,-1 1 0,1-2-13,1-3 0,1 0 1,0-2-1,4-2 675,-5 15 0,10-9 0,15-13 0,34-45 0</inkml:trace>
  <inkml:trace contextRef="#ctx0" brushRef="#br0" timeOffset="40332">26082 2268 7533,'-10'26'1638,"-2"13"0,-2 8-722,4-7 1,0 2 0,1 1-797,-1 2 0,2 0 0,8-7-30,14-2 0,8-15-30,0-31 0,5-17 0,0-2-128,1-3 1,2-3-1,1-4 1,-2 1-207,1-2 1,-1-1 0,0 0 0,-1 1 0,-2 4 0,-1 2 0,-1 0 0,0 4 0,0 4 0,0 1 0,0-1 0</inkml:trace>
  <inkml:trace contextRef="#ctx0" brushRef="#br0" timeOffset="40782">28661 2628 7533,'-13'-32'3276,"23"7"-1785,-1 13-817,16 7 1,8 4-540,8 1 0,5 0-1095,-7-1 1,2-1 0,0 0-134,0 0 1,0-1 0,-2 1 715,4-1 1,-5-1-1,-10-1 1,-5-1-1,-4-1 1</inkml:trace>
  <inkml:trace contextRef="#ctx0" brushRef="#br0" timeOffset="40966">28970 2479 7533,'-44'17'819,"1"0"0,16 8 0,2 6 0,0 3-64,0-4 0,-2 3 0,2 2 0,3 2-866,4 6 0,3 3 1,4 1-1,6-2 21,5-4 0,5-1 0,4-2 1,4-3-451,8 3 0,5-3 0,5-9-553,7-11 1,5-7 0,-2-8 1041,-6-8 0,0-6 1,-4-2-1,3-6 1,-7-5-1,-16-2 1,0-1-1</inkml:trace>
  <inkml:trace contextRef="#ctx0" brushRef="#br0" timeOffset="41082">28859 2863 7533,'-30'13'3276,"20"-6"-436,33-2-3020,11-6 0,11-3 1,1-2-119,2 1 0,2-2 0,1 0 0,-8 0 0,2-1 0,-1 0 0,-1-1 0,3-3 1,0-1-1,-1 1 0</inkml:trace>
  <inkml:trace contextRef="#ctx0" brushRef="#br0" timeOffset="41916">31226 3222 7533,'-47'8'3276,"18"8"-706,63-2-3425,6-3 1,7-3-16,-7-9 1,2-3 0,-1 0 467,-1 1 0,-1 0 0,-2-3 0,8-8 1,-6-2-1,2-2 0</inkml:trace>
  <inkml:trace contextRef="#ctx0" brushRef="#br0" timeOffset="42082">31486 3185 7533,'-40'24'468,"0"0"0,0 0 0,0-1 0,3 6 0,1 1 0,1 3 0,3 1 351,2 2 0,2 2 0,4 1 0,4 0-906,6-1 0,3 1 0,5-1 1,7-2-514,10 1 0,9-2 1,5-7-494,5-8 1,4-6 0,0-5 649,10-3 0,-3-9 0,-3-9 0,-7-6 0,-6-14 0</inkml:trace>
  <inkml:trace contextRef="#ctx0" brushRef="#br0" timeOffset="42199">31251 3619 7533,'-38'-3'1638,"0"1"0,-3 6 1638,60 3-3192,10-4 1,13-1-1,5-1 1,-3 1-1,-4 0 1,-1 0-1,1-1 1,1 0 0,1-3-1,0 1 1,0-1-1,0 1 1,0 0-1</inkml:trace>
  <inkml:trace contextRef="#ctx0" brushRef="#br0" timeOffset="42632">33296 4586 7533,'-41'11'3276,"30"8"-2261,32-2 1,13-2-2366,7-3 1,2-3 1349,-6 1 0,-1-4 0,-5-7 0,-4-3 0,-9-3 0</inkml:trace>
  <inkml:trace contextRef="#ctx0" brushRef="#br0" timeOffset="42816">33408 4611 7533,'-35'14'819,"1"-1"0,6 6 0,0 4 0,-2 3-199,1 0 0,-2 4 0,0 1 0,2 2-614,3 3 0,0 2 0,3 1 0,3-1 54,-1 9 0,5 1 0,9-4-1020,11-7 1,6-2-1,7-8-679,21-2 1,8-12 1599,-8-9 1,-1-6-1,4-7 1,-7-6 0,-9-10-1</inkml:trace>
  <inkml:trace contextRef="#ctx0" brushRef="#br0" timeOffset="42949">33184 5020 7533,'-36'24'1092,"-1"0"0,29 5 0,14-1-1303,20-11 1,14-5 0,0 0 0,-8 1 0,0-1 0,2-3 0,10-7 0,0 0 0,0 0 0</inkml:trace>
  <inkml:trace contextRef="#ctx0" brushRef="#br0" timeOffset="63783">21582 4685 7533,'-26'13'854,"1"-1"1,-12 8 224,13-8 900,12-34-1709,5-2 494,10-20 1,5-4-985,-4 22 1,1-2 736,5-10 0,2-10 1,1-1-1,-2 8-586,-2 3 1,0-1 265,0 3 1,2-6 0,2-2 0,-1-2 0,-1 3-707,1-5 1,-1 0 0,0 2 0,1-1 553,-1 6 0,1 0 0,0 0 0,0-2 26,-1 0 1,0-2 0,0-1 0,1 0 0,1 1 126,-1 5 0,2 0 0,-1 0 0,1 2 0,-1 1-108,-1 0 0,0 2 0,1 0 0,1-3-267,3-5 0,2-5 0,1-1 0,0 4 0,-4 7 267,2-2 0,1 0-160,-1 5 0,3-5 0,2-3 1,-1 2-1,-4 6 115,3-6 0,1-1 80,-2 7 1,4-6 0,2-2 0,0 0 0,-2 6-287,5-6 0,-1 5 1,0-1 205,-5 8 0,-1 1 0,1-1 0,0 0-11,4-3 1,0-2 0,0 3 0,-3 4 10,1 2 0,0 2-338,5-9 1,3-4-1,-4 7 293,-10 11 0,1 1 331,14-16 1,0 1-557,-11 14 1,-1 2-46,12-16 135,-7 11 0,-4 1 45,-12 6 1244,22-19-1244,-25 21 941,5-4-941,-8 12 1193,-5 0-1373,0 0-3007,-5 5 1911,3-5 1366,-9 1 0,-1-2 0,-7-5 0</inkml:trace>
  <inkml:trace contextRef="#ctx0" brushRef="#br0" timeOffset="64033">22698 1277 7533,'4'-31'3276,"32"0"0,-4 10-2826,-3 7 1,6 0 0,-3 4-1,9 4-270,-4-4 0,7-4 0,-6 5-90,10 6-120,-14-1 0,4-1 0,-6 3-60,5 8 236,-9 1 0,-4 4-235,-4 9-136,-14 11 0,-5 2 45,-8 5-514,-5-1 1,-6 7 0,1-5 468,-1-8 0,-1 0 225,2 1 0,-1 5 0,0 0 0,0-4 0,-4 3 0,-1-2 0,5-2 0,-1 0 0,1-1 0</inkml:trace>
  <inkml:trace contextRef="#ctx0" brushRef="#br0" timeOffset="64769">21309 2020 7533,'0'-19'3276,"0"-4"0,5 14-2902,2-1 615,11 37-809,-4-4 239,-8 7 1,-3 8 0,0-3-1180,1-4 1,-2 1 579,-4 4 0,-3 7 0,0 1 1,0-6 44,1 0 0,-1-1-203,-3-1 1,-1 4 0,-1 0 0,2-5-248,0 1 0,1-2-90,-2 7 1,0-4-2204,4-12 2068,10-32 810,2-30 0,-1-13 0,0 14 0,1-2 0,-1-4 0,0 1 0,0-1 0</inkml:trace>
  <inkml:trace contextRef="#ctx0" brushRef="#br0" timeOffset="64966">21334 2306 7533,'6'-36'517,"0"1"0,1-1 0,5-4 1,-1 3 831,-2-11 899,13 59-628,-3 35-1441,-9-21 1,1 3-374,3 14 1,1-3 373,4 4-45,-8-16 0,3-6 805,27-19-760,-23-17 0,-1-7 90,7-12 0,0-8-995,-10 4 0,-2-7 1,-1-1-1,0 2-175,1-3 1,-1 2 0,0-3 359,0 2 0,-1-3 1,0 1-1,1 5 436,-1 7 0,0 3 1,0 2-1,0-5 0,1 4 1,12-9-1</inkml:trace>
  <inkml:trace contextRef="#ctx0" brushRef="#br0" timeOffset="72266">23577 421 0,'-23'-19'2759,"2"7"492,-14 17-1613,7 23 0,2 13-819,11-9 0,1 5 0,1 2 0,1 2-261,0 0 0,1 1 0,0 3 0,1 0 1,3 0-326,2 1 1,2 2 0,1-1 0,3 0 0,1-1-707,4 4 1,1 1 0,4-4 0,4-4-621,6-1 1,5-4 0,3-7 844,11 2 1,2-12-1,-9-14 1,-2-8-1,16-13 1</inkml:trace>
  <inkml:trace contextRef="#ctx0" brushRef="#br0" timeOffset="72549">23900 545 7533,'7'-13'3276,"-2"29"-1638,-3 16 0,-4 9-546,1-3 0,-1 3 0,0 1-682,0-5 1,1 1-1,-1 0 1,0 1-1199,-2 0 1,-1 1 0,0-1 0,1-3 787,1 0 0,1-1 0,-1-3 0,-3 9 0,1-4 0,5-2 0</inkml:trace>
  <inkml:trace contextRef="#ctx0" brushRef="#br0" timeOffset="72732">24136 1128 7533,'-7'18'3276,"1"12"-1638,7-4 0,-2 3-2576,-9 6 1,-2 0 937,8-4 0,-3-2 0,-9-1 0,-2-4 0,-2 1 0</inkml:trace>
  <inkml:trace contextRef="#ctx0" brushRef="#br0" timeOffset="73032">24396 657 7533,'33'-19'3276,"3"6"-1638,-7 20 0,-2 8-912,-10 8 1,-7 5-218,-11 2 1,-7 5 0,-1 0 449,-2 2 1,-1 2 0,-1-1-151,-3-1 1,-1-1-1,6-2-1529,8 5 1,10-9-2558,33-12 1638,-3-30 1,2-8 1276,-11 6 0,-3-2 0,3-7 1,-5 0-1,-3 4 0</inkml:trace>
  <inkml:trace contextRef="#ctx0" brushRef="#br0" timeOffset="73249">24916 533 20215,'19'28'1092,"-1"0"0,-2 16 0,-6 8-273,-7-15 0,-2 3 0,-4 2 0,-2 1-1475,-2-3 1,-3 1-1,-3 1 1,-1-1 0,-2 0-1,-3 3 1,-4 0-1,-1 0 1,0-2 0,0-2 357,-1 0 0,0-2 0,0-1 0,-2-2 0,0-2 0,-2-1 0,1-2 0,2-4 1,-2-1-1,0-1 0</inkml:trace>
  <inkml:trace contextRef="#ctx0" brushRef="#br0" timeOffset="73849">25387 793 7533,'-31'13'3276,"28"-6"-1638,29-3 0,18-3-546,-5-2 0,5-1 0,3 0-437,-9-1 0,2 1 1,2-1-1,1 1 0,-1-1-925,0 0 0,0 1 0,0-1 0,0 1 1,-2-2-429,5 0 1,-2-1 0,-1 0 0,-1 2 697,4 0 0,-1 1 0,-6 0 0,-5-1 0,-4 0 0,12 3 0</inkml:trace>
  <inkml:trace contextRef="#ctx0" brushRef="#br0" timeOffset="74115">26454 484 7533,'19'10'1638,"2"2"0,5 1 0,17 7 0,4 4-546,-16-4 0,0 3 0,-5 2 546,3 13 0,-13 5-546,-17-11 0,-10 2 0,-6-1-1768,-5-3 1,-6-2 0,-5 0 0,-2-2 675,-2-3 0,-5 0 0,-1-2 0,-1 0 0,3-2 0,-2 2 0,1-1 0,0-1 0,0-2 0,-2-2 0,0-1 0,0 1 0,1-1 0</inkml:trace>
  <inkml:trace contextRef="#ctx0" brushRef="#br0" timeOffset="74549">25809 124 10861,'-18'30'1092,"0"-1"0,-1 8 0,0 2-1345,1-5 1,-1 2-1,0 0-840,4-3 1,-1 0 0,2-3 446,-2 4 0,0-4 1,-6 8-1,15-31 1</inkml:trace>
  <inkml:trace contextRef="#ctx0" brushRef="#br0" timeOffset="74749">25784 260 7533,'0'41'1092,"0"0"0,2-6 0,2 0 546,4 9 0,7-7-1182,5-19 1,4-11-187,5-22 0,0-13-990,-7 3 1,-1-5-1,-2 1 173,2-11 1,-3 0 0,-3 1 0,-1 2 0,-2 0 0</inkml:trace>
  <inkml:trace contextRef="#ctx0" brushRef="#br0" timeOffset="99817">27284 335 7533,'-14'-33'3276,"-8"9"-166,14 19-1986,-10 20 1,-4 14-33,1 9 0,0 9 0,1 0-1943,1-7 0,0-1 0,0 6 1165,5-8 1,-2 5 0,0 2 0,0 2 0,2-2 0,3-2-68,2 9 0,3-2 1,2-1-1,-1-1-472,-3-4 0,-1-1 1,3-1-1,7 0-158,6 1 1,4 1 0,6-4 0,5-10-711,14-14 1,6-10 0,-1-1 946,-5 5 0,-2 0 1,2-4-1,6-7 1,1-5-1,-5-4 1,-11-4-1,1-1 0</inkml:trace>
  <inkml:trace contextRef="#ctx0" brushRef="#br0" timeOffset="101917">27768 434 7533,'-7'-28'3276,"1"6"-1965,6 61-861,-2 6 0,-1 7-540,0-7 0,1 4 0,0 1-672,-1-5 1,0 3 0,-1-1-1,1-1 762,0 5 0,1-2 0,0-3 0,2 6 0,0-5 0,4-18 0,-1 0 0</inkml:trace>
  <inkml:trace contextRef="#ctx0" brushRef="#br0" timeOffset="102084">27991 942 7533,'25'11'3276,"-17"25"-2441,-9-6 1,-5 3-2141,-6 9 1,-2-1 1304,1-8 0,0-1 0,3-7 0,2-4 0,2-3 0</inkml:trace>
  <inkml:trace contextRef="#ctx0" brushRef="#br0" timeOffset="102367">28425 459 8162,'12'24'1092,"1"0"0,-5 6 0,-3 2-1201,0 7 1,-4 3 167,-6-9 1,-4 0 0,0 0 570,-5 15 0,0-1-91,0-5 1,7-3-945,12-8 1,8-7-1081,16-10 1,6-8 1484,-4-2 0,0-4 0,3-7 0,-4-4 0,1-8 0</inkml:trace>
  <inkml:trace contextRef="#ctx0" brushRef="#br0" timeOffset="102566">28970 396 7533,'16'-13'3276,"5"52"-2184,-12-11 0,-2 7 0,-3 2-511,-2 3 0,-3 4 0,-3 2 0,-4 0-923,-3-1 0,-3 1 0,-4 1 1,-1 0-1,-2-2-205,1-6 1,-1-1 0,-1 0 0,-2-1 0,0-1 0,0-2 384,-3 2 1,0-1 0,-1-2 0,0-2 0,1-1 0,-4 2 0,0-3-1,0-2 1,4-3 0,-6 0 0,0 0 0</inkml:trace>
  <inkml:trace contextRef="#ctx0" brushRef="#br0" timeOffset="103051">29565 793 7533,'-46'0'3276,"11"0"0,55 11-1638,8-3 0,8-2-1257,0 1 1,5-1 0,2 0-1161,-7-2 0,2-1 0,0 0 0,0 0-314,9-1 1,-1 0 0,0-1 827,-3-1 1,-1-2 0,-4-1 0,-4-2-1,-4-3 1,16-11 0</inkml:trace>
  <inkml:trace contextRef="#ctx0" brushRef="#br0" timeOffset="103267">30259 595 8612,'17'-14'3276,"20"31"-1638,-6 0 0,2 6-794,-9-1 0,0 3 1,-2 2-530,8 12 0,-9 3-945,-13 7 0,-15 0-463,-11-16 1,-11-1 0,-2-2 1015,1-5 1,-2 0 0,-2-2-1,0-2 1,-6 1 0,0-4 0,0 0-1,4-5 1,-1 0 0,0 1 0</inkml:trace>
  <inkml:trace contextRef="#ctx0" brushRef="#br0" timeOffset="104182">29639 223 7533,'-19'-5'3276,"23"-8"0,28-11-3539,10 7 0,7 2-1131,-5-2 0,0 2 1394,4 4 0,-4 3 0,5-3 0,-26 11 0</inkml:trace>
  <inkml:trace contextRef="#ctx0" brushRef="#br0" timeOffset="104382">29801 74 7533,'-31'35'819,"1"1"0,13-5 0,1 2 0,2 3-52,-3 7 0,2 2 0,4 1-947,7-3 0,3 0 0,5-3-480,4-4 0,3-3 1,2-4 569,3-4 0,3-6-585,10-3 1,0-10 674,10-33 0,-6 9 0,-18-3 0,-1 0 0</inkml:trace>
  <inkml:trace contextRef="#ctx0" brushRef="#br0" timeOffset="104499">29763 396 7533,'-26'0'3276,"8"0"-1638,49 5 0,15 2-904,-3 1-1144,-2-3 0,7 2 1,-5-1-1,-11 0 1,-3 0-1,10 0 0,1 1 1</inkml:trace>
  <inkml:trace contextRef="#ctx0" brushRef="#br0" timeOffset="139732">31040 235 8162,'-19'0'1799,"1"0"-899,0 11-271,-2 25-314,3 6 0,-1 7 15,4-5 0,1 3 0,1 1-427,4-7 0,0 1 0,2 0 0,1-1 306,0 9 1,2-1 0,6-4 105,10 6 0,11-10 45,13-18 0,5-10-360,-13-8 0,0-6 0,10-5 0,-4-5 0,-3-9 0</inkml:trace>
  <inkml:trace contextRef="#ctx0" brushRef="#br0" timeOffset="140099">31362 347 9512,'-16'39'1638,"1"-1"0,-5 8-1433,10-1 1,4 0-601,4 4-280,0-16 1,-1 1-965,3 1 1,0-4 1227,0 5 411,5 4 0,-3-28 0,3 1 0</inkml:trace>
  <inkml:trace contextRef="#ctx0" brushRef="#br0" timeOffset="140266">31561 620 7533,'-11'37'3058,"2"-5"-1799,-8 4-1169,-1 6-90,9-13-1979,-7 11 1979,14-26 0,-3 4 0,5-6 0</inkml:trace>
  <inkml:trace contextRef="#ctx0" brushRef="#br0" timeOffset="140516">31784 396 10501,'12'24'1529,"1"8"-2338,-6-5 494,-3-2 0,-3 1 225,-12 14 450,7-12 0,0 1-1,-9 9-449,8-14-1439,38-19 1529,-3-16 0,-5 7 0,0 0 0,11-14 0</inkml:trace>
  <inkml:trace contextRef="#ctx0" brushRef="#br0" timeOffset="140715">32168 446 12210,'18'16'1638,"-10"6"0,-2 5-1432,1-3 0,-1 3-645,-5 5 0,-2 4 0,-5-1-371,-8-1 1,-6 0 0,2-2 278,-1 10 0,-2 1 531,-2-12 0,-5 3 0,0-1 0,3-6 0,2-3 0,1-3 0,-13 14 0,0 1 0</inkml:trace>
  <inkml:trace contextRef="#ctx0" brushRef="#br0" timeOffset="142149">24483 16385 7533,'-7'-14'1079,"2"9"-2428,5 6 809,11 5 270,13-6 360,15-11 720,-6 2-271,-15-3-539,-14 12 0,-15 7 0,4 5 0</inkml:trace>
  <inkml:trace contextRef="#ctx0" brushRef="#br0" timeOffset="143015">30891 1141 7533,'7'-18'3276,"-2"9"-1155,-21 20-1402,3 20 1,0 10-481,-1-3 1,-1 3 0,1 1-433,4-6 1,1 1 0,1 1 0,2-2-901,-3 10 1,3 0 0,8-7 1068,13-3 1,6-8-1,16-8 1,-8-29-1,0-1 1</inkml:trace>
  <inkml:trace contextRef="#ctx0" brushRef="#br0" timeOffset="143182">31213 1289 7533,'-21'26'1092,"0"0"0,3 8 0,3 3 0,2-6 0,0 3 0,3 1-1657,4 1 0,2 0 0,0-2 285,-2 4 0,1-4 1,4-6-1,2-4 0,-1-6 1</inkml:trace>
  <inkml:trace contextRef="#ctx0" brushRef="#br0" timeOffset="143382">31275 1599 10771,'-5'19'3276,"4"16"-3584,-10-2-2300,-2 11 2608,-1-18 0,2-15 0,6-18 0</inkml:trace>
  <inkml:trace contextRef="#ctx0" brushRef="#br0" timeOffset="143716">31474 1376 7533,'5'-14'3276,"13"3"0,14 16-4881,12 8-914,-16 17 1800,-28 14 1933,-12-16 0,-4 1-405,-1-1 1,1 0-360,6-2 0,8-2-1709,26 8-271,11-14 271,2-8 1439,-30 8 0,-32 3-180,2-2 0,-12-13 0,23-13 0</inkml:trace>
  <inkml:trace contextRef="#ctx0" brushRef="#br0" timeOffset="143916">31958 1326 7533,'5'36'1638,"-1"-5"0,-1 4 0,0 11 0,-5 3-1519,-4-8 1,-3 1 0,-5 0-1213,-5 4 1,-5-1 0,-1-5 727,3-11 1,-1-3 0,-1-1 0,-4 2 0,0-2 0,1-4 0,2-8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21:34.40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8999 4983 8252,'-7'-7'3276,"-31"1"-435,-3 34-2122,14-11 1,-3 2 0,2 1-406,-2 7 1,5 3-75,4 0 0,3 3 0,10-4-240,30 14 90,14-14 0,8-4-225,-9-12 0,2-2 285,-1 0 0,2 1 0,-12 5 839,-18 14 0,-11 6-404,-10 8 0,-7 1-525,4-17 0,-2-1 0,-4-1-600,-10 2 0,-3-1 1,3-10-2738,-12-12 2621,19-10 1,36-35-1,10 18 1,1 0 0</inkml:trace>
  <inkml:trace contextRef="#ctx0" brushRef="#br0" timeOffset="167">9433 5330 7533,'42'-26'3276,"3"8"-3932,-11 13 1,0 4-1,7 7 1,-1 1 0</inkml:trace>
  <inkml:trace contextRef="#ctx0" brushRef="#br0" timeOffset="317">9458 5515 7533,'-21'15'1638,"1"0"0,2 1 1638,29 2-2505,14-18 1,9-7-1182,0 0 0,3-2 1,-2 0-1,9-1 1,-2 0-1,-1-2 0,0 0 1</inkml:trace>
  <inkml:trace contextRef="#ctx0" brushRef="#br0" timeOffset="966">10264 4896 0,'-25'-6'3276,"-16"-1"0,18 6-1748,-6 16 0,1 10-1573,12 6 0,3 4 15,-1-3 0,-2 3 0,3-1 419,1 10 1,5 0-750,5-4 1,4-2 44,1-5 0,2-4 405,8 17 180,-9-19 0,-3-2-90,-1-3 1848,11 7-1848,-8-17 3096,14 1-1721,1-1 244,8 23-1034,-15-12 0,-2 5-451,2 10 1,-5 5-885,-12 1 1,-5 3-1,0 0 416,7-6 1,1-1-1,-2 0 1,-4-1 0,-2-1-1,2-2 1,6-2 0,1 1-1</inkml:trace>
  <inkml:trace contextRef="#ctx0" brushRef="#br0" timeOffset="1700">10748 5070 7533,'-25'5'819,"0"0"0,-4 19 0,-2 10 0,3-1 819,0 3 0,2 5-1538,11-8 0,-2 5 1,2 3-1,1-1 1,5-4-251,2 0 0,4-2 0,6 0-592,7 1 0,6 2 0,3-2 0,0-5-563,6 0 1,5-7 1304,0-6 0,4-3 0,-3-5 0,13-3 0,-8-6 0</inkml:trace>
  <inkml:trace contextRef="#ctx0" brushRef="#br0" timeOffset="1900">11069 5193 7533,'-37'17'3276,"5"15"-1638,18 6 0,4 8-1154,4-11 1,2 2-1,1 0-1577,1-2 1,0 0 0,1-1 865,0 10 1,2-4 0,4 7-1,2-16 1</inkml:trace>
  <inkml:trace contextRef="#ctx0" brushRef="#br0" timeOffset="2084">11243 5689 9602,'-14'24'1638,"-1"-1"0,-7 13-2152,2-9 0,-1-1 514,-6 1 0,3-9 0,6-13 0</inkml:trace>
  <inkml:trace contextRef="#ctx0" brushRef="#br0" timeOffset="2317">11553 5156 7533,'-7'-14'3276,"2"14"0,5 47 0,0-8-3243,0 6 0,0 8-783,-2-15 1,0 1-1,0 1-343,0 5 1,0 1 0,-1 0 623,1 0 1,-1-1 0,1-3 0,1 3 0,2-6 0,6 2 0</inkml:trace>
  <inkml:trace contextRef="#ctx0" brushRef="#br0" timeOffset="2650">11950 5094 7533,'-1'3'3276,"7"34"-1638,1-4 0,0 6-1184,0-3 1,1 3-1,-5 1-745,-6 7 1,-4 1 0,-4-1-310,-1-1 0,-3 0 1,-3-2-121,1-7 0,-2 0 1,-1-2-1,-1-3 720,-6 0 0,-1-3 0,2-2 0,-4 5 0,3-3 0,6-11 0,1 0 0</inkml:trace>
  <inkml:trace contextRef="#ctx0" brushRef="#br0" timeOffset="2884">12186 5838 10771,'-13'36'1889,"-5"2"-3528,1-7 1,-2-1 1599,5-9 1,0-1-1,-5 2 1,2-2-1,-1-2 1</inkml:trace>
  <inkml:trace contextRef="#ctx0" brushRef="#br0" timeOffset="3350">12930 5032 7533,'-24'9'819,"0"-1"0,-1 12 0,1 8 0,-1 5-164,5 0 0,0 4 1,0 4-1,2 1 0,1 1-1037,2 1 1,0 2 0,2 1 0,4 0 0,4 1 381,4-4 0,4 3 0,3 0 0,2-1 0,1-3 0,0-4 0,1 1 0,2-3 0,2-3 0,5-4 0,22-2 0,0 0 0,0 0 0</inkml:trace>
  <inkml:trace contextRef="#ctx0" brushRef="#br0" timeOffset="4584">13264 5020 7533,'-14'-14'3276,"3"9"-2036,9 39 0,4 21-1090,-5-20 0,-1 1 0,0 3-772,0 6 1,1 4 0,0 1 0,-1-2 261,0-6 0,-2 0 1,1-1-1,1-3-104,-1 5 0,1-3 0,0-3 0,1 5 0,1-7 0,2 1 0</inkml:trace>
  <inkml:trace contextRef="#ctx0" brushRef="#br0" timeOffset="4784">13536 5615 7533,'-3'27'1638,"0"0"0,-3 19-83,4-16 0,-1 1-2275,-4-3 1,-4-1-720,-9 2 0,-3-1 1439,3-7 0,-1-2 0,-4-1 0,1-2 0,-6-4 0</inkml:trace>
  <inkml:trace contextRef="#ctx0" brushRef="#br0" timeOffset="5084">13785 5131 7533,'11'-19'3276,"2"7"-1515,7 12-1401,-2 6 89,0 13-629,-5 1 1,-2 6 448,-8 15 1,-7 5 179,1-12 1,-1 1 0,-4 1-1007,-8 7 1,-5 2 0,1-5 736,-1-2 0,1-3 180,-8 9 0,10-3-848,32 0-951,5-19 0,6-5-200,18-13 1,4-8 1494,-4-2 1,-1-5-1,-4-5 1,-4-3 0,2-6-1</inkml:trace>
  <inkml:trace contextRef="#ctx0" brushRef="#br0" timeOffset="5317">14194 5107 7533,'-2'-21'3276,"15"15"-1638,3 35 0,0 17 0,-3-5 0,-4 7-1715,-8-10 0,-3 5 1,-2 3-1,-1 0 0,-2-5-778,-3 7 0,-4-3 1,-5 4 344,2-12 0,-5 5 0,-1 1 1,-2-1-1,0-2 0,2-6 510,-6 4 0,0-7 0,-1 2 0,3-3 0,-1 2 0,0-2 0,4-5 0,0-5 0,1 1 0</inkml:trace>
  <inkml:trace contextRef="#ctx0" brushRef="#br0" timeOffset="5567">14603 6036 10411,'-14'-5'2339,"14"-2"-5616,31 0 3264,-8 1 0,17 1 0,-21-2 1</inkml:trace>
  <inkml:trace contextRef="#ctx0" brushRef="#br0" timeOffset="5717">15011 5950 7533,'-1'-7'0,"2"1"0,12 6 0,5-5 0,1-2 0</inkml:trace>
  <inkml:trace contextRef="#ctx0" brushRef="#br0" timeOffset="5850">15607 5838 7533,'25'-1'-338,"-1"-4"1,1 11 0,0-6-1</inkml:trace>
  <inkml:trace contextRef="#ctx0" brushRef="#br0" timeOffset="5970">16239 5689 7713,'0'25'-360,"6"-6"0,1-1 0</inkml:trace>
  <inkml:trace contextRef="#ctx0" brushRef="#br0" timeOffset="6101">16835 5689 10861,'34'4'-1619,"-11"-1"1619,13 9 0,-18-1 0,-6-3 0</inkml:trace>
  <inkml:trace contextRef="#ctx0" brushRef="#br0" timeOffset="8600">17714 4735 7533,'-26'-20'3276,"3"14"0,16 24-2542,23 26-1094,-3-9 0,2 4 90,-3-7 0,0 1 0,-3 1 24,-7 5 1,-4 1-1,-2 0 606,-4-2 0,-2 1 0,-1-2 329,-2-1 1,-2-1-1,3-2-193,-1 8 1,8-2-227,12-5 0,5 0 314,5 6 1,-1 4-16,-5-4 1,-2 4 0,-3 0-332,-3 2 1,-4 0 0,-1 0-329,-1 2 0,-1-1 0,-4 1 90,0-10 0,-3 0 0,-1 0 0,2-5 0,-4 10 0,0-2 0,2-5 0,0-1 0,0 0 0</inkml:trace>
  <inkml:trace contextRef="#ctx0" brushRef="#br0" timeOffset="39050">8938 6222 7533,'-7'-31'3148,"2"6"-2339,5 18-179,-4 27 0,-3 16 44,-4 5 1,-3 5-1122,4-11 0,-1 3 0,0 0 0,-1-1 597,-4 7 0,-1-3 0,-1 3-420,1-5 0,-2 3 0,1-1 1,0-4-61,1-1 0,1-3 0,1 1 180,-1-1 0,0 1 1,5-4 149,6 17 0,19-46 0,10-9 0</inkml:trace>
  <inkml:trace contextRef="#ctx0" brushRef="#br0" timeOffset="39201">8938 6346 7533,'7'-7'3276,"-1"57"-1676,-4-10 0,1 5-1780,2-4 0,1 3 0,1-1-492,-1-1 0,0 0 0,2-2-421,2-4 1,1-1 0,-2-3 1068,-2-1 1,0-2-1,-1-2 1,-1-2-1,-5 0 1</inkml:trace>
  <inkml:trace contextRef="#ctx0" brushRef="#br0" timeOffset="39334">8926 6768 7533,'-15'-28'546,"33"13"0,9 2 0,10 1 0,3 2 0,1 1 0</inkml:trace>
  <inkml:trace contextRef="#ctx0" brushRef="#br0" timeOffset="39551">9594 6507 7533,'-35'-5'3058,"18"3"218,-5-3-6372,39 10 1477,25 2 1619,-4 0 0,-9-1 0,-1-1 0,4 2 0</inkml:trace>
  <inkml:trace contextRef="#ctx0" brushRef="#br0" timeOffset="39700">9607 6867 7533,'-35'0'3276,"30"-11"-2689,26-1 0,21 0 0,0 0-587,-11 2 0,1 0 0,1 0 0,11-4 0,3-1 0,-4 2 0,-5 4 0,1 1 0</inkml:trace>
  <inkml:trace contextRef="#ctx0" brushRef="#br0" timeOffset="40101">10574 6123 7533,'-36'-21'3276,"9"16"-2184,2 23 0,-3 15 0,1 1-38,3-1 0,2 1 0,-1 3-1116,1-3 1,-1 3 0,0 0 0,3-1 121,-1 6 0,2-1 0,4-3-15,0-1 0,6-4-270,9-5 0,6-2-358,19 15 178,-4-19 0,2 1 540,-5-2 0,-2 3 867,6 15 0,-4 3-462,-10-3 0,-2 1-720,0-5 0,1 3 0,-2 0-913,-2 7 1,-1 1 0,0-3-289,1 0 1,-1-2 1380,-1-4 0,-1 2 0,-1-6 0,-4 8 0,1-14 0,1 0 0</inkml:trace>
  <inkml:trace contextRef="#ctx0" brushRef="#br0" timeOffset="40801">10983 6470 7533,'-14'-26'2788,"3"2"-1169,16 56-1079,-8 8 0,-3 7-361,1-6 1,-1 3 0,-2 2-1000,-3 0 1,-3 3 0,-1-1 0,0-3 884,0 0 0,-1-4 0,-1 0-695,-2 3 1,0-1-1,3-6 70,3-6 1,7-11 559,11-17 0,11-26 0,-1-8 0,0 0 0</inkml:trace>
  <inkml:trace contextRef="#ctx0" brushRef="#br0" timeOffset="41034">10983 6445 7533,'12'-19'3276,"-5"29"-2126,-3 15 1,-3 10-642,-2 9 1,-1 8 0,0 0-1328,2-12 1,0 1 0,2 1-1,0 0 840,0 5 1,-1 3 0,4-2-1,5-9 832,16 9 1,9-21-496,3-36 1,2-20-360,-14 1 0,0-9 0,-2-5 0,-1 1-614,0-3 1,-2-2-1,-2-1 1,0 2-207,-4 6 1,-2 0 0,1 2 0,0 3-820,10-9 1,-1 9 1089,-2 11 1,8 17 0,-10 6-1</inkml:trace>
  <inkml:trace contextRef="#ctx0" brushRef="#br0" timeOffset="41251">11627 7090 16528,'-12'41'-1395,"-2"-11"1,-1 2 1394,4 10 0,0-1 0,-4-10 0,0-2 0,6-3 0,0-1 0</inkml:trace>
  <inkml:trace contextRef="#ctx0" brushRef="#br0" timeOffset="41605">12496 6594 0,'-25'-3'1638,"0"-1"0,-14 10 1638,-2 13-2423,24 5 1,2 6-375,1-2 1,2 3-435,3 6 0,6 0 180,7-10 0,4-3-1,9 4 1,3-4 225,20-2-360,-18-4 0,-1-1 949,20 8-589,-29 1 1188,-20-3 0,-8 1-2840,-9-1 1,-5-1 108,1 0 1,-1 2 0,2-2 545,3-1 1,3-1 0,1 1 0,4-2 0,10-7 0</inkml:trace>
  <inkml:trace contextRef="#ctx0" brushRef="#br0" timeOffset="41801">12731 7214 7533,'-7'24'3276,"-4"1"0,-1 11-3764,-2-12 1,-2 2 487,2 0 0,0 0 0,-4-1 0,0-1 0,-6 12 0</inkml:trace>
  <inkml:trace contextRef="#ctx0" brushRef="#br0" timeOffset="42850">13226 6706 7533,'-8'-25'1638,"26"11"0,10 3 0,5 0 0,3 3-957,5 1 1,2 1-2321,8 3 1,-5 1-1639,-7 2 1790,-7 0 0,-1 0-1062,7 0 2549,-16 0 0,5-6 0,-20-1 0</inkml:trace>
  <inkml:trace contextRef="#ctx0" brushRef="#br0" timeOffset="43034">13462 6594 0,'-34'28'819,"-1"0"0,15 0 0,1 2 0,0 2 273,-7 3 0,-1 1 0,6 4-273,9 0 0,4 4 0,4-1 0,3-4-436,5 3 1,6-3-384,0-4 0,4 0 0,6-7-1035,21-11 1,2-9-226,-17-1 1,0-2-380,21-7 1,-3-7 1591,-13-6 1,-10 1 0,-1-3 0,-2-8 0</inkml:trace>
  <inkml:trace contextRef="#ctx0" brushRef="#br0" timeOffset="43167">13288 6941 9242,'3'12'1619,"26"-6"0,12-5-1619,-2 2 0,2 0 0,-4-1 0,1-1 0,-2 1 0,-1 2 0,1-1 0</inkml:trace>
  <inkml:trace contextRef="#ctx0" brushRef="#br0" timeOffset="43367">14033 7263 7533,'-20'0'3276,"8"6"0,-5 17-2505,3 3 1,-2 4-2411,-3 3 1,-2-1-1,0-2 1,-2-2 1631,-6 9 0,0-6 1,-1-12-1,6 1 0,1 0 1</inkml:trace>
  <inkml:trace contextRef="#ctx0" brushRef="#br0" timeOffset="43800">14380 6916 7533,'-7'-19'3276,"1"12"0,12 47-1638,2-3 0,2 3-751,-3 3 1,1 1-768,4-6 0,3 2 0,-2-7-570,4 11 180,-1-17 0,2-8-989,1-19-90,12-23 270,0-16 809,-12 14 0,-1-1 90,-1-2 0,-2 1 270,10-6 1619,-7 15-90,-16 38 0,-3 11-900,4-2 1,4 0-360,7 8 0,6-9-630,6-28 0,2-12-1214,8-13 0,-2-12 391,-11 1 1,-3-5 0,-2 1 545,-1 0 1,-3 0 0,-1 1 0,-3 3 0,3-1 0</inkml:trace>
  <inkml:trace contextRef="#ctx0" brushRef="#br0" timeOffset="44167">15272 6545 7533,'-14'0'3276,"3"0"0,17 0 0,34 21-422,-9 13-3214,-5-5 1,-4 4 359,-12-8 0,-7 2-180,-7 5 0,-4 4 0,-4-1-94,-3-2 1,-3 0-1,0 0 484,2 3 0,0 1 0,0 0-771,0 2 0,1 0 0,5-5 561,4 9 180,19 2 0,0-33 990,27 12-181,-16 2-539,-8-7 0,-2 5 179,-8 7 1,-4 7-1,-4-3-314,-6 3 0,-2 0-603,3 2 1,-1 4-1,-3-4-805,-7-7 1,-3-3 0,0-2 838,-2 7 0,-2-2 0,-7 2 0,-2-4 0,9-13 0,0 0 0</inkml:trace>
  <inkml:trace contextRef="#ctx0" brushRef="#br0" timeOffset="114818">29428 12877 7533,'-13'6'2338,"2"6"-1034,11 23 1,5 5-765,-3 4-1525,1-2 1,1 8 0,0-6 1074,-4-17 0,1 1 0,1 16 0,0 6 0,-1-6-90,0-16 0,-2-1-150,1 8 0,0 4 0,0-4-1705,0 13 775,6-4 1264,-5-33 0,5-25 0,-6-10 0</inkml:trace>
  <inkml:trace contextRef="#ctx0" brushRef="#br0" timeOffset="115051">29428 12754 7533,'7'-7'3276,"15"1"-796,16 28-2300,-8-11-135,-1 12 0,-2 5-45,-14-6 0,-3 1 90,4 0 0,-4 1-315,-8 8 0,-9 0-45,-15-3 1,-4-2 134,7-5 0,-1-1-45,-20 7 0,0-5-2428,4-10 1708,-1 0 900,20-8 0,23-5 0,1 0 0</inkml:trace>
  <inkml:trace contextRef="#ctx0" brushRef="#br0" timeOffset="115367">30098 12654 7533,'-27'20'629,"-1"0"1,8-6 0,0 2 462,-3 13 0,-1 7 0,2 3-1910,6-5 1,1 2-1,1 1 1,0-1 937,-5 4 0,1-1 0,1 3 37,2 1 0,0 5 1,3-2-1,9-5-857,16 5 1,5-5 339,-10-3 0,5-5 360,16-14 0,10-5 0,-3-8 0,-9-10 0,-1-5 0,18 0 0,0-1 0</inkml:trace>
  <inkml:trace contextRef="#ctx0" brushRef="#br0" timeOffset="116484">30259 12778 7533,'-19'0'2788,"-21"17"-2069,20 13 1,0 4-585,0-11 0,0 3-93,1 10 0,1 6 0,4 0 363,4 6 0,4 0-585,-2-11 0,0 0 0,6-1-1073,12 11 1,9-7 1252,-1-16 0,5-7 0,5-11 0,1-6 0,19-7 0</inkml:trace>
  <inkml:trace contextRef="#ctx0" brushRef="#br0" timeOffset="116684">30446 12877 7533,'-16'21'1092,"0"0"0,2 6 0,3 2 1029,-1 19-2211,8-12 0,2-3-1349,2-4 89,0 0 1,0 0 450,0 0 899,0 7 0,6-19 0,0-4 0</inkml:trace>
  <inkml:trace contextRef="#ctx0" brushRef="#br0" timeOffset="116883">30570 13286 7533,'-13'13'3276,"1"5"-2145,5-10-1221,1 20 90,6-24-1259,-5 29 629,3-29-1259,-9 23 1889,5-24 0,-7 8 0,1-11 0</inkml:trace>
  <inkml:trace contextRef="#ctx0" brushRef="#br0" timeOffset="117117">30756 12890 11131,'12'30'1439,"-5"-9"-1079,4 24-180,-10-27-270,2 10 0,0 0 270,-3-10-540,-2 11 0,-2-1-809,-3-10 539,2 7 0,-2 1 630,-5 1 0,-1-1 0,1-9 0</inkml:trace>
  <inkml:trace contextRef="#ctx0" brushRef="#br0" timeOffset="117401">30941 12791 12480,'26'26'3276,"3"14"-3025,-21-13 0,-3 1-116,2-4 0,-1 1-180,-4 22 0,-4-1-250,-11-2-275,3-13 1,-2 4-1,-1-4 435,-1-8 0,-1 0-958,-5 7 1,-3 3 0,3-4-1480,-10 8 2572,1-4 0,0-2 0,-4-4 0,12-9 0,-1 0 0</inkml:trace>
  <inkml:trace contextRef="#ctx0" brushRef="#br0" timeOffset="117850">31238 12642 7533,'0'-21'3276,"0"5"-1515,0 21 218,0 35-1620,0-8 270,1-1 1,-1 7 0,-1-4-884,-1-8 0,-1 2 388,1 6 1,0 8 0,1 0 0,-1-6-45,-1 0 0,-1 0-563,0 1 1,0 6 0,-1 2 0,1-4-621,1 2 1,1-3 0,-1 0 623,-1-5 1,0-2 0,0 1 0,0 17 0,2-6 0,2-13 0</inkml:trace>
  <inkml:trace contextRef="#ctx0" brushRef="#br0" timeOffset="118818">31648 12877 7533,'-25'0'3276,"-6"17"-2666,15 2 1,1 5-71,-5 16 0,3 6-211,6-9 1,2 1 0,2 2-570,1 2 0,0 0 0,6-1-435,10 6 1,3-5 404,-6-11 0,4-8-989,17-11 0,1-7 1259,-6-5 0,19-11 0,-18-3 0</inkml:trace>
  <inkml:trace contextRef="#ctx0" brushRef="#br0" timeOffset="119301">31821 12927 9602,'-9'26'1092,"-1"0"0,3 6 0,1 1-1156,3 7 0,1 3-1196,1 3 1,2-2 1259,2-13 0,-1-2 0,0 19 0,3-25 0</inkml:trace>
  <inkml:trace contextRef="#ctx0" brushRef="#br0" timeOffset="119517">31933 13311 7533,'0'19'3276,"0"-1"-1065,0-5-2661,0-1-1439,-11 6-1388,-3 1 3241,-5-5 1,1 2 0,5-9 0</inkml:trace>
  <inkml:trace contextRef="#ctx0" brushRef="#br0" timeOffset="119917">32168 12927 7533,'-19'-7'3276,"7"7"-616,6 40-2435,6-9 0,0 3-180,1 6 0,-2 4-315,0-10 0,-2 2 0,2-4-269,-1 17-1100,-1-12 1,1-6 1557,2-20 1,5 11 0,2-22 0</inkml:trace>
  <inkml:trace contextRef="#ctx0" brushRef="#br0" timeOffset="120167">32305 12890 9781,'11'35'1638,"-4"-7"0,0 0 753,6 14-2166,-5 5 0,-4 3-540,-8-16 0,-4 1-778,-1 5 1,-3 4 0,-2-2 682,-1-9 0,0-3 1,-2 0-1,-8 9 1,-1-4-1,5-15 0,0 0 1</inkml:trace>
  <inkml:trace contextRef="#ctx0" brushRef="#br0" timeOffset="120451">32466 13460 8882,'7'37'3276,"-7"0"-3584,-7-5 308,-11-7 0,4-13 0,-4-6 0</inkml:trace>
  <inkml:trace contextRef="#ctx0" brushRef="#br0" timeOffset="121367">32789 12890 8072,'-7'-14'3276,"-4"14"-1514,4 41-1583,0-9-224,0 3 0,-3 4-180,-2-4 1,0-1 44,1-6 0,0 1-90,-7 12 0,1-2-3007,3-11 2507,2 3-760,6-31 1530,23-41 0,-2 3 0,0 9 0,0-1 0</inkml:trace>
  <inkml:trace contextRef="#ctx0" brushRef="#br0" timeOffset="121568">32751 12976 7533,'7'-8'3276,"-1"43"-1638,-6-10 0,0 5-1064,0 3 0,0 3 1,0-2-710,0-2 0,0-2 180,0 8 0,5-7-1574,13-16 1169,-3-10-989,20-35 269,-21-2 1,-2-3 944,-2 10 0,0-1 135,2-9 0,0-5 0,-3 7 0,-5-3 0,4 2 0,0 0 0</inkml:trace>
  <inkml:trace contextRef="#ctx0" brushRef="#br0" timeOffset="121868">33023 12791 7533,'7'-7'3148,"10"1"-2788,-9 12 1079,15 11-360,-12 9 1,-2 2-451,4 11-134,-3 4 0,-3 5-360,-8-6 0,-2-1-319,3-7 0,-2 1 64,-4 1 0,-4 2 0,-3-4-1005,-10 3 1,-3-2 899,5 1 1,-1 1-869,0-11 1,-3 1 0,3-5 991,-6 12 1,7-19 0,1 0 0,-5 3 0</inkml:trace>
  <inkml:trace contextRef="#ctx0" brushRef="#br0" timeOffset="122118">33184 13113 7533,'-8'0'3276,"21"5"-2774,9-3-3201,25 3 2699,-25-5 0,6 0 0,-15 0 0</inkml:trace>
  <inkml:trace contextRef="#ctx0" brushRef="#br0" timeOffset="122268">33209 13274 7533,'-20'17'1638,"0"-1"0,8 7-417,16-17-3470,41-6 2249,-21-6 0,17 0 0,-16-7 0</inkml:trace>
  <inkml:trace contextRef="#ctx0" brushRef="#br0" timeOffset="122518">33408 13249 7533,'-19'27'1638,"0"0"0,-7 9 0,15-8 0,4 1-95,7 5-2083,7-8 1,22-10-181,-10-29 1,1-7 449,14 1-180,-13-10 0,-7-5 225,-12 8 0,-3 1 315,0-17 0,-23 8 270,-2 39-180,0 4-3457,8 25 2618,12-17 1,6 12 0,0-17-1</inkml:trace>
  <inkml:trace contextRef="#ctx0" brushRef="#br0" timeOffset="122667">33482 13423 7533,'-10'24'1638,"1"0"0,-4 5 1638,8 16-6140,16-18 165,-3-7 2699,5-3 0,-8-12 0,-5 2 0</inkml:trace>
  <inkml:trace contextRef="#ctx0" brushRef="#br0" timeOffset="122835">33668 13323 7533,'2'25'3276,"-15"17"-1638,3-4 0,-1 2 0,-1-8 0,0 1-2072,4 3 0,3 5 0,0-2 434,-2 4 0,1-2 0,0-4 0,0-1 0,0-5 0,0 1 0</inkml:trace>
  <inkml:trace contextRef="#ctx0" brushRef="#br0" timeOffset="-181545.73">12991 13262 7533,'9'-34'1034,"0"0"1,-1-13-721,-24 16 1,-6 4-225,-7 5-1177,-3 6 1,-8 0-1,4 3 1222,10 7 0,-1 1 15,-12-5 0,-7-3 0,-1 3-177,9 6 0,-1 2 1,-2 1-1,-2 0 27,-4 0 0,-2 0 0,-2 1 0,0 0 0,3 0-129,0 0 1,1 0-1,1 0 1,-3 3 157,7 2 1,-4 1 0,0 1 0,1 1 0,3-1 0,7 0 15,-9 1 0,1 2 27,7 0 0,-5 3 0,-2 1 0,3-1 0,6-1-27,-2 0 0,1 1 90,0 1 0,-5 4 0,0 1 0,7-2-45,5 1 0,2 0 89,-10 8 1,-3 3 0,5-2-135,11-6 0,2 1 165,-5 9 0,-1 4 0,4-3-165,7-7 0,3 1 45,-3 14 0,-1 8 0,5-4 90,6 2 0,3-1-61,-4-10 1,0 1 0,5-1 60,6 0 0,4-1 0,1-5 180,8 15-270,-2-16 0,5 3 0,-4-3-90,8 15 30,-5-17 0,4 3 0,-3-3-120,5 17 0,-3-17 0,6 3 0,-4-3 180,-9-4 0,2-1-210,12 5 0,7 3 0,-5-3 30,-8-7 0,1-1 0,17 5 0,7 2 0,-5-4 90,-9-6 0,0-1 0,2-1 0,6 1 0,3 0 0,-1-3-146,-2-2 0,1-2 0,1-1 0,3 0 161,-7-1 0,1-1 0,2 1 0,1-1 0,1 0 0,0-2-67,-2 0 1,2-1 0,1-1-1,-1 0 1,1-1 0,-3 0-1,-1 0 16,3 1 0,-3-1 1,0 0-1,-1-1 0,2-2-39,0-1 0,3-1 0,1-1 0,-3 0 0,-2-1 1,-6 1-16,13-3 0,-2-3 54,-11 2 0,5-2 0,2-1 0,-2 1 0,-7 1-9,8-3 0,-1-1 90,-3-2 0,6-5 0,-1-1 0,-7 4-45,-2 1 0,-2-2 247,-2-4 0,3-4 1,-1-4-1,-5 0 275,-4-8 1,-5-3 0,-3-3-326,-5 10 1,0-3 0,-2-1 0,-4 0 0,-3-1-108,-4-3 0,-5 0 0,-3-1 0,-4 0 0,-3 2-140,-2 5 0,-3 1 1,-4 0-1,-2 1 1,-1 1-1,-2 1-220,2 5 0,-2 0 0,-2 2 1,-1 0-1,0 1 0,-2 2 1,0 0-168,-2 1 0,-2 2 0,-2 0 0,0 2 0,1 0 0,1 1 0,3 1 112,-4-2 1,2 1 0,2 2 0,-1 0 0,-1 4 324,-2 1 0,-1 1 0,-1 2 0,4 3 0,4 4 0,-6 5 0,2 5 0,2-1 0,-1 0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27:36.65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12210 1785 0,'-11'-26'1019,"-1"-1"1,-3-4 2256,-3 6-242,12 62-2720,5 2 1,0 12 0,0 4 0,-1-1-141,-1-15 1,0 0 0,-1 0 0,0 2 0,0 3-355,0-4 0,1 4 0,-1 2 0,0 1 0,0 0 1,0-1-1,0-2 0,-1-4-234,0 6 0,-1-4 0,1-1 1,-1-1-1,1 0-406,-2 12 1,1 2 0,0-6 0,1-12 771,0-3 0,5-45 0,0-19 0,0 0 1</inkml:trace>
  <inkml:trace contextRef="#ctx0" brushRef="#br0" timeOffset="233">12012 1871 8072,'13'-30'819,"1"-1"0,-1 0 0,10 1 0,6 5-292,7 8 0,7 5 1,-2 7-214,6 11 1,-3 13-435,-9 2 0,-1 5 0,-12 5 180,-15 1 0,-9 3 0,-7 2-425,-8 2 0,-7 2 0,-5-1 0,1-2 297,3-9 1,-1-1 0,-1-2-1,-1 0-752,-3 1 1,-2 1 0,2-3 0,5-5 424,-11 5 0,34-26 0,28-19 0</inkml:trace>
  <inkml:trace contextRef="#ctx0" brushRef="#br0" timeOffset="533">12694 2008 7533,'-23'38'819,"0"-1"0,0 1 0,0-1 0,6-1 819,9 11 0,11-6-815,19-16-643,8-22 0,5-12-630,4-18 1,-3-11 404,-5 2 0,-5-3 449,-1-9 1,-16 2 0,-37 11 0,-14 10-630,15 17 0,-3 7-1414,-20 7 1,12 9 995,41 14 1,4 0 0,34-24 0</inkml:trace>
  <inkml:trace contextRef="#ctx0" brushRef="#br0" timeOffset="766">13251 1326 7533,'-15'24'1092,"0"0"0,1 2 0,2 6-546,3 0 0,0 9 0,-1 5 0,1 1 0,1 0 0,0-5-1366,0 5 1,1-2 0,0-1 0,-1 5 310,1-5 1,-2 5 0,1 1 0,0-1 0,2-2 0,3-5 508,3 7 0,4-4 0,1-6 0,-2 0 0,5-10 0,28-16 0</inkml:trace>
  <inkml:trace contextRef="#ctx0" brushRef="#br0" timeOffset="916">13375 1450 7533,'-25'-1'3276,"6"41"-3674,18 9 398,1-9 0,3 0 0,5-13 0,1-3 0,4 17 0</inkml:trace>
  <inkml:trace contextRef="#ctx0" brushRef="#br0" timeOffset="1066">13388 1934 7533,'-19'31'1092,"0"0"0,0 11 0,1 0-302,6-15 1,4 2-791,4 7 0,5 4 0,2-7 0,6 3 0,3-5 0,0 0 0</inkml:trace>
  <inkml:trace contextRef="#ctx0" brushRef="#br0" timeOffset="1233">13611 2045 7533,'-24'26'1092,"1"-1"0,5-1 0,0 2 0,-1 5 0,0 6 0,3-3-1715,5 0 1,7-1-34,10 0 1,6-5-1,13-5 1,22-17 0</inkml:trace>
  <inkml:trace contextRef="#ctx0" brushRef="#br0" timeOffset="1567">13760 2070 7533,'-13'28'1092,"0"0"0,4 4 0,5-3 1748,6 0-4414,21-27 0,4-10 135,1-22 1349,-5 4 0,2-5 0,-4 5 1709,-5 5 1349,7 18-2249,-23 26 1,-11 18 0,-1 3-518,4-4 1,-1 3-1,-1 1 1,-1 0-559,0-6 1,0 0 0,-2 1 0,-1 0 0,0 0 67,-5 6 0,0 1 0,-2 1 1,-1-3-1,1-3 288,-2-3 0,0-3 0,-1-1 0,1-2 0,-5 9 0,1-1 0,0-6 0,-2-8 0,0 0 0</inkml:trace>
  <inkml:trace contextRef="#ctx0" brushRef="#br0" timeOffset="1800">14491 1946 7533,'-6'-28'1169,"0"6"-1349,6 22-1079,6 6 1259,0 1 0,7 11 0,-1 1 0</inkml:trace>
  <inkml:trace contextRef="#ctx0" brushRef="#br0" timeOffset="1933">14467 2330 429,'-25'40'3276,"11"-15"-2730,16 9 0,7 1 0,8-5 0,1-6 0,-1-1 0</inkml:trace>
  <inkml:trace contextRef="#ctx0" brushRef="#br0" timeOffset="3066">15532 1512 8522,'-9'41'819,"-1"-1"0,3-6 0,1 2 0,1 5-661,2-4 1,1 5 0,1 3-1,1 1 1,-1 0 0,1-2-815,0 4 1,1 0-1,0-1 1,0 0 0,2-2 709,0 7 1,1 0-1,2-3 1,0-5-25,0 0 0,1-5 0,6-12 1601,29-16-1272,-18-38 1,0-20 0,-1-2-495,-5 14 0,-1 0 0,0-2 1,0-2-522,-1-2 1,0-3-1,-1-2 1,-1 1 0,-1 2-113,1-5 1,-1 2-1,-2 0 1,-2 3 767,-1-5 0,-2 2 0,0 3 0,3-4 0,0 5 0,-3 6 0,0 1 0</inkml:trace>
  <inkml:trace contextRef="#ctx0" brushRef="#br0" timeOffset="3233">15495 1921 7533,'-14'13'3276,"31"-7"0,17 0-3275,6-7 1,9-4-1,-4 0 1,-8-1 0,0-2-1,6 0 1,-1 0-1,0-1 1</inkml:trace>
  <inkml:trace contextRef="#ctx0" brushRef="#br0" timeOffset="4833">16326 1921 7533,'-19'0'2338,"-16"11"-1708,13 14-450,3-4 0,2 2-270,4 17-135,8-14 0,4 0 45,19 19 180,-3 0 270,-5-12 0,-2-1 0,-8-2-225,-8-4 0,-7-1-315,-11-5 0,-3-3 0,7-2 0,-1-1 270,-11 2 0,5-9 0,19-19 0,1-14 0</inkml:trace>
  <inkml:trace contextRef="#ctx0" brushRef="#br0" timeOffset="4983">16289 2082 7892,'36'27'1124,"-3"-20"1,5-8-1125,0-10 0,4-7 0,-3 1 0,-7 4 0,-2 0 0,0-1 0,5-10 0,-1 1 0,1 0 0</inkml:trace>
  <inkml:trace contextRef="#ctx0" brushRef="#br0" timeOffset="5150">16760 1488 7533,'-23'28'1049,"-1"0"0,6 4 1,0 4-721,1-4 1,-2 3 0,2 3-746,3 6 0,1 5 0,2 0 0,0-3 236,1-4 0,0-3 0,2 5-378,1-2 0,1 5 1,1 1-1,1-2 0,2-7 495,4 6 1,3-4 0,2 10 0,5-9-1,13-19 1</inkml:trace>
  <inkml:trace contextRef="#ctx0" brushRef="#br0" timeOffset="5433">16859 2120 7533,'-28'27'819,"0"1"0,0 1 0,-2 4 0,5 0 196,3 5 1,4 1-1871,1 4 1,11-6 494,29-20-990,12-34 1,2-14 1619,-15 11 0,-1 0 2608,14-10-1888,-36 47-675,-6 19 0,0 5-1665,5-15 1,3-1 1349,3 5 0,6-6 0,16-19 0,4-19 0</inkml:trace>
  <inkml:trace contextRef="#ctx0" brushRef="#br0" timeOffset="5600">16970 2144 7533,'-1'7'3148,"30"-1"-4857,6-17 1709,1 0 0,0-3 0,5-14 0,-17 10 0,-1 0 0</inkml:trace>
  <inkml:trace contextRef="#ctx0" brushRef="#br0" timeOffset="5766">17218 1673 7533,'-16'41'655,"0"1"0,0-1 1,4-9-1,1-1 0,-1 4-573,2 1 0,-2 4 1,1 2-1,0 0 1,3-4-1176,1 11 1,2-2 0,0-1 790,-1 2 0,-1 0 0,4-5 0,4 5 0,5-9 0,6-9 0</inkml:trace>
  <inkml:trace contextRef="#ctx0" brushRef="#br0" timeOffset="6033">17255 2256 7533,'-12'19'3276,"-1"10"-1515,12-14-3560,30-8 719,1-21 180,-4-10 1,-3-5 1439,-10-9 2069,-47 36-451,-5 33-1738,18 2 0,0 9 0,3-4-510,2-7 0,7-1-1549,11 16 1,12-7 1629,32-23 1,-20-10-1,2-2 1,1-7-1,1-1 1</inkml:trace>
  <inkml:trace contextRef="#ctx0" brushRef="#br0" timeOffset="6450">18099 1934 7533,'-13'-20'3276,"-5"13"0,-1 20-2722,-6 18-464,7 0 0,0 4-135,-1 4 0,0 0-90,1 2 0,3 0 0,0-6 0,6-2-135,26 9 270,5-17-405,3-12 1,4-2-136,11 2 0,-3 11 720,-19-10-270,-29 15 0,-16-3-495,7-8 1,-4 1 115,-11 5 1,-1 0 0,13-6 0,2-1 0,-8 3 0,0 1 0</inkml:trace>
  <inkml:trace contextRef="#ctx0" brushRef="#br0" timeOffset="6666">18520 2826 7533,'-38'29'742,"2"-1"0,11 14 0,0-4 0</inkml:trace>
  <inkml:trace contextRef="#ctx0" brushRef="#br0" timeOffset="9816">6049 1710 9422,'21'13'3276,"8"-6"-2576,14-4 1,9-6-1631,-8-6 1,3-5 0,-2 3-61,-6 4 0,-3 2 1,1-3 989,2-5 0,0-2 0,-5 3 0,13 0 0,-16 0 0</inkml:trace>
  <inkml:trace contextRef="#ctx0" brushRef="#br0" timeOffset="10016">6434 1612 7533,'-24'19'1092,"0"1"0,-4 4 0,-1 5-273,6 1 0,-2 7 0,1 1 0,0-2-382,-4 4 1,2-2 0,-2 3-1032,6-8 0,-2 4 1,-1-1-1,3 0 1,2-4-901,-4 13 0,4-4 1494,-3 0 0,13-11 0,29-24 0,13-14 0</inkml:trace>
  <inkml:trace contextRef="#ctx0" brushRef="#br0" timeOffset="10200">6421 1785 7533,'2'30'1092,"-1"0"0,-4 15 0,-2 8-437,0-15 0,0 5 1,-1 3-1,0-1 0,2-3 437,-3 9 0,2-2 0,8-1-1458,9-5 0,4 3 1,6-6-1,3-17-727,6-21 1,5-15 0,0-1 727,6 3 1,0-2 0,-3-5 0,-4-10 0,-3-5 0,-5 1 0,-6-1 0,0 0 0</inkml:trace>
  <inkml:trace contextRef="#ctx0" brushRef="#br0" timeOffset="13584">19586 2070 7533,'-14'0'3276,"31"6"-1638,13-5 0,7-1-1993,-3 0 0,3 1 0,1-2-738,4-1 1,1 0 0,-1-1 994,-5-1 1,-1 0 0,-3 0 0,0 0-1,-4 1 1,5-3 0</inkml:trace>
  <inkml:trace contextRef="#ctx0" brushRef="#br0" timeOffset="13770">19921 2057 7533,'-25'12'1638,"7"3"0,0 5-353,-6 17 0,-1 6-1195,5-11 0,-3 3 0,1 1 0,1-2-904,-1 1 1,2 0 0,-1-1 453,-5 6 0,-2 1 1,6-6-46,8-11 0,2-4-1937,-6 12 633,18-14 1709,7-13 0,11-22 0,1-3 0</inkml:trace>
  <inkml:trace contextRef="#ctx0" brushRef="#br0" timeOffset="13950">19896 2218 8522,'-7'41'655,"-1"0"0,1 0 1,3 3-1,1 0 0,-1 1 232,-4 2 0,-1 2 0,2-4-1568,4-8 0,2-3 1,5-3-175,11 2 1,5-8 224,16-8-494,2-14 0,1-6 1124,-14-6 0,-2-5 0,5-6 0,-2-2 0,4-16 0</inkml:trace>
  <inkml:trace contextRef="#ctx0" brushRef="#br0" timeOffset="14166">20516 1983 7533,'-19'0'0,"-10"6"3276,8 12-1638,-2 4 0,-1 4-1548,9-3 1,1 2 314,-7 15 0,1 3-604,4-6 1,2 1 63,2 6 0,3 0 90,-1 3 0,2-1-180,4-5 0,3-1-1156,2-5 1,3-1 435,4-5 1,2-3-2333,16 11 3151,0-18 1,9-13 0,-9-13 0</inkml:trace>
  <inkml:trace contextRef="#ctx0" brushRef="#br0" timeOffset="14467">20739 2157 7533,'-27'8'1092,"-1"0"0,-1 11 0,2 5 546,2 2 0,4 2-1316,4 0 0,4 0-1042,2 14 0,16-23 271,2-7-181,17 5 360,-4-9 270,11 10 180,-18-6 180,10 6-180,-21-4 539,4 15-539,-41 3-945,16-13 1,-3 0 764,-3-4 0,-1-4 0,-10 0 0,18-17 0</inkml:trace>
  <inkml:trace contextRef="#ctx0" brushRef="#br0" timeOffset="14687">20986 1934 7533,'36'27'3276,"-8"8"-2457,-17-3 0,-1 11 0,-2 2 0,-1-4 273,-3-6 0,-2-2 0,0 2-1501,1 3 1,0 4-1,-2-1 1,-4-2-132,-7 2 1,-4-3-1,-2-2 0,-5 6 1,-5-1 539,1-6 0,-6 2 0,-1 1 0,2-5 0,2-3 0,0-3 0,-1-1 0,-1-3 0,1 1 0,-1-1 0,1 1 0</inkml:trace>
  <inkml:trace contextRef="#ctx0" brushRef="#br0" timeOffset="15449">21433 2256 7533,'-7'-14'3276,"2"-2"-2864,5 25-412,5 21 0,2-5 0,5 15 0</inkml:trace>
  <inkml:trace contextRef="#ctx0" brushRef="#br0" timeOffset="15583">21458 2553 7533,'-16'25'1092,"0"0"0,4 0 0,5 0-787,7 13 0,8-2 1,10-11-1</inkml:trace>
  <inkml:trace contextRef="#ctx0" brushRef="#br0" timeOffset="18133">3905 5850 7533,'-50'0'1619,"12"11"90,13 3-1349,25 6-405,17-5 0,7-2 135,-2-4 0,4-2-1113,13 2 1,8 2 0,-5-3 932,-2 0 0,2-2 108,-6-2 0,7 0 0,3-1 0,-3 0 0,-5 1-78,-3 0 0,-5 1 0,6-2 15,2 0 0,7-1 0,3 0 0,0-1 0,-3 1 0,-6 1 75,0 1 0,-6 0 0,7 0-5,-4-2 1,7-1 0,3 0 0,2 0 0,-1 0-1,-4-1 1,-5 1 64,8 1 0,-6 0 0,6 0-26,-5-2 0,5-1 0,4 0 1,2 0-1,-2 0 0,-2 0 1,-7 0 2,-1 1 1,-5 0-1,0-1 1,5 1 137,3-1 1,7-1-1,3 0 1,1 0 0,-1 0-1,-4 1 1,-6 0-86,6 0 0,-6 1 0,7-1 3,-13 0 1,7 0 0,3-1-1,1 0 1,1 0 0,-2 1-1,-4 0 1,-6 0-64,11 2 0,-7 1 0,7-1-48,-7 0 1,8 0 0,3 0 0,1 0 0,-1 0 0,-4 0 0,-6 0 17,6 2 0,-6-1 0,6 1 15,-4 1 0,7-1 0,4 2 0,-1-1 0,-4 0 0,-6-1-135,1 0 0,-7-1 0,6 1 75,-3 0 0,5 0 0,3 0 0,0 0 0,-3 0 0,-7 0-15,1-1 0,-5 1 0,5-1 0,-2-1 0,6 0 0,3 1 0,0-1 0,-3-1 0,-7 0 30,1-1 0,-6-1 0,6 0 54,6-1 0,6 1 0,3-1 0,-2 1 0,-8-1 36,7-1 0,-1 0 17,-10 0 1,6-1 0,1 0 0,-2 0 0,-6 2-63,4 1 0,0 1 0,0-1 0,8-1 0,-1-1 0,-7 2 0,-4 2 0,-1 0-23,1 0 1,6 0-1,-1 0 1,-6 0 22,-3 0 0,-1 0-90,3 0 0,5 0 0,1 0 0,-6 0-45,-2 1 0,0-2 45,3 0 0,7 0 0,-1-1 0,-5 1 45,-1 0 0,0 0 67,2-2 1,6-2 0,0 0-1,-7 2-67,-3 1 0,0 1 157,6-1 1,6-2-1,1 1 1,-7 1-68,-6 2 0,1 0-23,5 0 1,7 0-1,0 0 1,-7 0-113,-3 3 0,0 0 67,2-2 1,6 0-1,0 1 1,-6 0 22,-2 4 0,-1 1-1,3-3 1,6-1 0,1-1 0,-7 1 0,-3 1 0,1-1 0,3 0 0,7 0 0,0 0 0,-7-1 45,-3-1 0,1-1 67,2 0 1,7-2-1,0 0 1,-7 1-68,-4 0 0,1-1 0,3-2 0,7-3 0,0 1 0,-7 1-1,-2 4 1,-1-1-113,3-1 1,7-2 0,0 0 0,-7 2 66,-3 2 1,0 1-90,0-2 0,7 1 0,0-1 1,-6 1 44,1 1 0,0 0-360,-4 1 0,6 1 0,0-1 0,-5 1-135,2-2 1,0 1 179,-2 1 0,4 1 0,1 1 1,-6-2-91,1-1 0,0-1-415,1 1 1,7 1 0,0 0 0,-6-1 409,-2-1 0,1 0-18,5-1 1,7-1 0,1 0 0,-6 1 213,1 1 1,-1-1 0,1-2 0,4-1 0,-4 0 0,-6 1 0,-1-1 0</inkml:trace>
  <inkml:trace contextRef="#ctx0" brushRef="#br0" timeOffset="24516">22251 1710 8522,'-9'31'1638,"-1"0"0,-2 11-1231,7-4 0,2 9 1,0 0-1501,-1 1 1,-1 1 0,1-2 357,1-6 1,1-3-1,-1 3 600,0 2 0,0 3 0,0-2 0,1-6-853,2-1 0,0-3 898,0 4 0,0-2 447,0-2-1526,17-67 719,-8 7 180,6-5 1,5-3 89,1 8 0,0 3 2538,10-6-2403,-5 13 0,-1 10 945,-10 35-720,3-6 359,-17 5 1,-8 2-1,-6-4 1,-4-1-360,3-2 0,-1 1-360,-8 4 0,-1-4-2628,-8-3 2628,12-3 747,3-18 0,23-13 0,1-6 1</inkml:trace>
  <inkml:trace contextRef="#ctx0" brushRef="#br0" timeOffset="24799">22586 2293 7533,'-5'37'3276,"3"-11"-166,2 3-2660,24-20-270,-8 2-1035,7-19 1,0-6-1305,4-20 2069,0 0-1549,-16 7 1,-6 3 444,-10 13 1194,-13-11 1638,-5 39 0,-3 10-147,-5-5-862,0 15 1,5 6-2259,17-13 0,3-2 1539,-6 20 460,19-22 0,9-6-2009,13-21 1,4-8 1414,-7 5 1,-1-2-1,9-9 1,-4-5-1,-6-12 1</inkml:trace>
  <inkml:trace contextRef="#ctx0" brushRef="#br0" timeOffset="25050">22909 2281 7533,'-17'15'3276,"-9"18"0,-1 3-2865,10-10 1,5-1-591,5-5 89,7 0-1619,23-9 1349,-6-11-1439,28 0 1349,-29 0 0,13 5 810,-23 2-360,0 16 360,-20 1 0,-5 1-180,6 12-405,-15-6 0,0-4-1394,11-12 989,-6 1 630,17-21 0,6-8 0,0-6 0</inkml:trace>
  <inkml:trace contextRef="#ctx0" brushRef="#br0" timeOffset="25183">22970 2392 7533,'43'-24'3276,"-21"4"-1065,16 8-1852,-16-2 1,-1 0-1619,11 3-380,-3-7 1,-2-4 1445,-6-4 0,4-11 1,-8 0-1</inkml:trace>
  <inkml:trace contextRef="#ctx0" brushRef="#br0" timeOffset="25333">23255 1934 7533,'-36'33'3276,"14"-9"-1638,3 19 0,4 7-732,7-5 1,2 1-1760,-1-4 0,2 2 913,1-3 0,1 2 0,4-7-1589,10 6 1034,2 3 1,4-5-2295,12-22 2789,13 9 0,-18-27 0,1 0 0</inkml:trace>
  <inkml:trace contextRef="#ctx0" brushRef="#br0" timeOffset="25616">23615 1797 12570,'26'26'3276,"3"14"-1638,-11-2 0,0 2-1271,-6-11 0,-1 2-1106,2 10 1,-1 5 0,-2-6 828,-6-14 0,-2 0-270,1 11 0,0 4 0,-3-5 270,-6 11-240,-5-8 0,-6 5 1,0-7-841,2-15 1,-3-1-104,-14 12 1,-6 4 0,-1-5 916,-4-6 1,-1-4 0,11-3 0,-2 0 0,1-1 0,-11 3 0,1 0 0</inkml:trace>
  <inkml:trace contextRef="#ctx0" brushRef="#br0" timeOffset="25916">22239 1586 7533,'-40'25'819,"0"0"0,5 6 0,1 6 0,7 0 16,9 3 1,4 5-1492,2-6 1,-1 6-1,1 3 1,0-1 0,3-6 490,2 1 0,2-5 0,2 6 315,1-3 0,2 6 0,0 3 0,2 0 0,0-3 0,1-6-166,2 0 1,2-5-1,3 4-344,4 4 0,4 6 1,2 2-1,1-4 0,-1-7-660,-1-9 1,1-5 0,1 1 1019,3 2 0,2 3 0,0-2 0,-1-5 0,6-2 0,0-4 0,0 0 0,0-1 0</inkml:trace>
  <inkml:trace contextRef="#ctx0" brushRef="#br0" timeOffset="27466">24371 2157 7533,'-25'-14'2069,"1"3"-630,-18 38-540,2 2-494,15-1 0,1 5-46,1 7 1,3-2-360,8-15 0,3 0 45,0 16 0,7-5-135,15-23-809,6 16-406,9-32 1,2-10 585,9-7 269,-6-3 0,-2-5 450,-13-1 0,-4 0 180,5-11-180,-8 8 2878,-11 34-2068,0 7-360,-5 22-540,3-7-1619,2 25 450,13-25 1259,17 7 0,-2-28 0,8-2 0</inkml:trace>
  <inkml:trace contextRef="#ctx0" brushRef="#br0" timeOffset="27633">24781 2095 7533,'-31'27'1092,"0"1"0,8-9 0,0 2 508,-8 14 0,4-1-1060,9-8-450,-3 8 0,4-1-180,14-9-540,-8 22 360,16-31-3007,30 8 3241,1-28 1,13 4 0,-13-11 0</inkml:trace>
  <inkml:trace contextRef="#ctx0" brushRef="#br0" timeOffset="27783">24843 2169 7533,'-14'0'3276,"3"0"-2325,11 0-951,11 0-180,-3 0-2428,26-17 2608,-12 8 0,13-15 0,-10 12 0</inkml:trace>
  <inkml:trace contextRef="#ctx0" brushRef="#br0" timeOffset="27967">25003 1785 7533,'-17'29'1638,"-1"0"0,0 9-572,2-7 1,-2 5 0,2 1-2105,4 8 0,2 0 1127,-6 1 1,2 1-570,8-8 1,3 2-1,0-6 435,-1-9 0,2-1-1206,6 17 0,3-2 532,1-11 719,21 0 0,-8-24 0,8-5 0</inkml:trace>
  <inkml:trace contextRef="#ctx0" brushRef="#br0" timeOffset="28167">25201 1834 7533,'-20'6'3276,"-2"6"0,15 35-5601,0 1 1170,3-11 0,2-1 1155,2 10 0,0 1 0,0-16 0</inkml:trace>
  <inkml:trace contextRef="#ctx0" brushRef="#br0" timeOffset="28350">25201 2218 7533,'-16'20'1092,"-1"0"0,-1 3 0,2 0 2184,-4 14-3802,7-2-13,2 11-1980,16-19 810,8-3 1709,0-11 0,11-13 0,-5-7 0</inkml:trace>
  <inkml:trace contextRef="#ctx0" brushRef="#br0" timeOffset="28733">25288 2355 9512,'0'19'2608,"0"-1"-2698,6-11-90,-5-1-449,15-17 269,-7 2-180,9-20 270,-11 14 900,-2-14-540,-5 21 539,-11-3-359,3 17 450,-10 12-450,11-3-1440,1 14-1798,23-21 2698,-7-3-2068,30-28 2607,-13-10-269,5 5 1440,-9 1 1836,-10 25-1875,-6-3 398,-2 10-1079,-5 13-720,6-2-1440,-5 13-1837,10-10 2327,-10 0 950,5-1 0,-1-6 0,2 1 0</inkml:trace>
  <inkml:trace contextRef="#ctx0" brushRef="#br0" timeOffset="29050">26206 1723 7533,'-30'11'3276,"9"3"-2486,6 8 1,1 8-312,2 5 1,2 6 0,2-3-1560,-1 6 0,1 2 1125,0-3 0,-1 6 0,0 0 0,2-7 45,3-4 0,0 0-293,-1-1 1,-1 4 0,-1 2-1,1-3-337,0 1 1,-1-3-1,1 0 480,2-2 0,0-1 0,-2 0-1033,-2 0 1,-3 0 0,3-7 1056,-2-1 1,-13 2 0,10-16 0</inkml:trace>
  <inkml:trace contextRef="#ctx0" brushRef="#br0" timeOffset="29183">25896 2380 7533,'-2'-21'3276,"26"-1"-2055,-1 21-1761,13-6 1,3-3 539,-12 4 0,1-2 0,9-3 0,0-2 0,-7 0 0,1 1 0</inkml:trace>
  <inkml:trace contextRef="#ctx0" brushRef="#br0" timeOffset="29416">26404 2256 7533,'-23'20'1092,"-1"0"0,-1 12 0,5-2 2184,12-11-2370,-1 7 1,7-1-1177,24-10 270,-6-3-225,10-16 0,1-9-1414,-9-5 1,-2-3 508,16-13 50,-21-6 1080,-18 32-449,-28 2-361,1 24 450,1-8 360,11 6 0,33-16 0,3 0 0</inkml:trace>
  <inkml:trace contextRef="#ctx0" brushRef="#br0" timeOffset="29649">26640 2132 7533,'7'33'1638,"-6"-2"0,-2 0 1638,-1-5-2550,-3 14 1,-1 6-682,3-10 0,0-1-45,-4-1 0,1 0-630,3 0 1,-1-5 539,-1-15-540,5-20 855,2-18 0,1-6-225,-1-10 120,3 10 0,5-5 0,2 4-570,9 2 0,2 3-96,1-4 0,1 2 0,2 3 0,-1 5 0,5 0 0</inkml:trace>
  <inkml:trace contextRef="#ctx0" brushRef="#br0" timeOffset="30149">27172 2256 9781,'6'-7'270,"17"7"-720,4-2 1,1 0 89,11 6 360,-1-13 0,-3-4 0,-12 3 0,19-13 0</inkml:trace>
  <inkml:trace contextRef="#ctx0" brushRef="#br0" timeOffset="30333">27346 1921 7533,'-18'15'3276,"4"-4"-2531,-1 24 1,1 10-1839,5-12 1,0 2 0,1-1 678,-3 13 1,1 2 23,2-5 1,-1 2-1,4-3-1249,6-2 1,2-4 1115,-3-2 0,2-4 715,16 15 1,-4-52 0,3-8 0</inkml:trace>
  <inkml:trace contextRef="#ctx0" brushRef="#br0" timeOffset="30619">27520 1859 7533,'6'-14'3276,"-6"42"-2261,-8 15 1,-1 6-926,4-9 0,0 2-292,-1-6 1,-3 4-1,2 1 1,1-4-24,4 11 0,2-2 225,-7 0 0,2-2-180,5-6 0,6-12-1312,23-31 1222,-11-4 149,7-10 0,1-3 1111,-4 0-720,3 4 359,-14 47-359,-18 1 0,-3 3-270,8-8 0,0 1-675,-11 12 0,4-3 675,19-13 0,-8-3 0,16-14 0</inkml:trace>
  <inkml:trace contextRef="#ctx0" brushRef="#br0" timeOffset="30883">27792 2405 7533,'0'24'3276,"0"-4"-1785,11-8-2301,20-17 720,-8-4-630,1-5 1,-2-6-180,-7-19 629,-3 5 540,-30 5 539,-8 43 1,-3 11 629,-9-3-870,16 3 1,1 8 0,7-1-435,13-1 0,5-1-450,-6 4 0,7-3 315,25-3 0,8-9 0,-12-14 0,1-4 0,18-1 0,-1-1 0</inkml:trace>
  <inkml:trace contextRef="#ctx0" brushRef="#br0" timeOffset="31736">28475 2244 7533,'-31'10'1092,"0"1"0,-1 4 0,1 4 546,2 16 0,2 2-1451,6-12 0,3 0-502,4 8 0,5-3 405,9-9-899,29 8-1350,-6-21 2159,11-8 0,1-5 0,2-10 0,-7-1 0,0 1 0</inkml:trace>
  <inkml:trace contextRef="#ctx0" brushRef="#br0" timeOffset="32033">28586 2256 7533,'-19'12'3276,"1"23"-436,6-12-2480,7 9 0,3 0-180,-4-8-90,6 5 0,0-1-900,0-12 630,17 8-1169,-8-19-270,31-27 450,-23 6 449,6-12 0,-1-2 540,-11 5 45,7-1 1,-3 1 44,-12 10 1259,14-3-1169,-16 13 2429,5 27-1890,-6-6 225,-3 9 1,0 2-405,2 2-1259,-5 18 899,6-26-1080,11 2-1168,-3-16 2248,10-2 0,-5-5 0,-1 0 0</inkml:trace>
  <inkml:trace contextRef="#ctx0" brushRef="#br0" timeOffset="32449">28920 2206 7533,'-14'13'3238,"-2"4"-3058,15-3 719,-4 15-719,5-13 180,-1 8 0,2 3-450,4-3 270,-4 13 0,-1 1-450,5-7 180,-4 7 0,-2-1-90,1-13 180,0 16-180,0-33 180,0-34-360,8 2 0,1-3 270,-5-1 1,1-2-541,12-11 0,1 2 360,-3 5-989,2 7 0,0 3 1259,-1 10 0,12-7 0,-8 15 0</inkml:trace>
  <inkml:trace contextRef="#ctx0" brushRef="#br0" timeOffset="34066">29094 2318 9242,'0'41'2608,"0"5"-2158,2-16 0,1 1-181,-2-1 1,0-3 270,4 12-180,-10-32-1170,14-45 180,3 4 1,1-2 359,-3 5 0,3 2-450,11-7 1,3 3-810,-7 12 0,-1 3 1079,15-10 345,1 7 0,-23 15 0,1-1 0</inkml:trace>
  <inkml:trace contextRef="#ctx0" brushRef="#br0" timeOffset="34633">29342 2343 7533,'-7'13'3276,"1"4"-1875,12-5-951,12-3-1080,8-4-1349,11-28 1799,-11 6-1439,-8-28 540,-18 17 899,-23-3 2878,-16 35-2068,-1 7-1,17 14 1,5 8-90,6-5 0,5 1-1035,0 4 0,7-1-2023,23 12 944,1-44 0,3-11 1484,6-10 0,-1-5 90,-5 3 0,-3-2 0,-5 1 0,-4 3 0,-2 8 3276,-12 28-166,-13 18-2750,4-4 0,1 0-450,-11 17-1350,23-23-538,20-46 1618,-3 5 90,-2 0 0,0 1-90,-5 10 1530,9 18 449,-23 16-1529,-2 0-900,-6 2-989,1-16 1349,6-7 450,6 0 0,1-6 0,5 0 0</inkml:trace>
  <inkml:trace contextRef="#ctx0" brushRef="#br0" timeOffset="34917">29701 2330 9602,'24'-19'1709,"13"-10"-2429,-7 14 0,2-2-494,3-6 0,0-3 629,2-4 0,-5-2 360,-9 3 1,-7 0 314,-16-15 1259,-19 51 0,-6 12-257,3 4 0,0 6 0,1 3-562,3 1 0,1 4 1,1 1-1,4 0-1350,2 0 1,3 1 0,1 0 0,2-4 387,-1 17 0,8-7 0,9-10 0,6-8 1,14-14-1</inkml:trace>
  <inkml:trace contextRef="#ctx0" brushRef="#br0" timeOffset="35399">30532 2169 9152,'6'-14'1439,"-21"14"-1619,0 17 0,-2 7 90,-6 0 0,-1 1-45,-1 6 0,6 0 225,18 6 270,28-13 270,19-7-91,-15 8-494,-34-2 0,-10 2-45,-5-1 0,-5-1-630,-9 2 1,0-6 629,-6-6 0,21-27 0,24-18 0</inkml:trace>
  <inkml:trace contextRef="#ctx0" brushRef="#br0" timeOffset="35716">30594 2293 9602,'35'7'-270,"10"-18"-630,-13 3 1,0-5 359,-2-6 0,-4-4 225,-5-1 1,-5-2 314,-7-2 0,-5-1 0,-3 3 0,-4 2 1799,-14-3 1079,-3 51-1844,2 10 1,0 8-855,5-5 0,0 4 0,1 0-935,0 3 1,0 1 0,3-2 34,1-5 1,2-1 0,2-4 598,2 1 0,5-6 0,15 0 1,1-28-1</inkml:trace>
  <inkml:trace contextRef="#ctx0" brushRef="#br0" timeOffset="36000">30903 2355 7533,'-23'18'1092,"0"0"0,2 4 0,1 0-617,-3-5 1,2 0-836,3 12-1259,42-45 90,5 5 1709,8-2 1529,-19 49 0,-13 12-990,-7-20 1,4-5-3238,20-5-540,5-48 3058,6-6 0,-17 12 0,-3 0 0,-1-6 0</inkml:trace>
  <inkml:trace contextRef="#ctx0" brushRef="#br0" timeOffset="36149">31015 2343 11670,'36'-6'-3277,"2"-12"3194,-15 3 1,-1-2 0,4-10 0,-10-2 0</inkml:trace>
  <inkml:trace contextRef="#ctx0" brushRef="#br0" timeOffset="36300">31151 2095 8072,'-15'25'1092,"0"1"0,-1 7 0,0 5-535,5-2 0,1 3 1,0-1-798,0-1 0,2-1 0,1-1-1399,2 8 1,3-5 1580,3 5 0,12-32 1,-1-18-1</inkml:trace>
  <inkml:trace contextRef="#ctx0" brushRef="#br0" timeOffset="36550">31176 2417 8612,'-14'14'3058,"9"-3"-3597,28-33-1170,-1 5 899,-2-13 2069,-38 51 135,-1-3 1,-2 5-496,-4 14 1,4 2-990,7-8 0,9-4-3187,30-3 2997,16-26 0,-13-9 0,-1-3 0,16-11 0</inkml:trace>
  <inkml:trace contextRef="#ctx0" brushRef="#br0" timeOffset="36867">31759 2169 7533,'-25'-7'3276,"1"7"0,4 24-1830,2 6 0,2 6-1626,6 0 1,3 2-586,0 12 0,7-2 225,13-15 1,6-3 44,4-2 1,1-2 404,-4-2 0,-7 0 90,-19 7 0,-11 0-270,-6-6 0,-7-2 0,0-1 47,3-1 1,-1-1 0,0-3 0,-17 4-1,2-6 1,0-4 0</inkml:trace>
  <inkml:trace contextRef="#ctx0" brushRef="#br0" timeOffset="138616">27197 10051 7533,'0'-27'539,"0"1"1,2-2 0,-4 5 449,-15 9-404,-21 27 0,-10 17-248,17-9 0,-2 3 0,0 3 1,-1 2-489,1 2 1,-2 2 0,0 2 0,2 2 0,3 0 258,3-1 0,1 2 0,3 0 0,4 0 0,5 0-131,4 4 1,5 1-1,6-2 1,8-6-162,12 2 0,11-6 0,5-9 94,-1-11 0,6-7 0,1-6 0,-1-4 112,1-8 1,1-6 0,-1-6-1,-3-2-16,-8 1 1,0-4 0,-3-1 0,-1-2 0,-4-1 330,2-7 1,-3-2-1,-6 0 1,-7 2 261,-11-6 1,-8 2 0,-10 8-315,-11 10 1,-8 7 0,-5 9-106,3 12 0,-3 7 0,-2 6 0,3 3-180,1 4 0,0 4 0,3 3 0,5 4-180,5 3 0,2 5 0,6 0 0,6 1-540,7 7 1,9 0-1,10-6 240,14-9 1,9-4-1,4-13 435,-3-13 0,3-9 0,1-7 0,-2-3 404,4-6 1,0-6 0,-3-5 0,-4-2 314,-3-4 1,-4-3 0,-5-3 0,-9 3 194,-9-7 1,-10 1-1,-12 7-420,-7 17 1,-9 3 0,-5 6 0,0 6-270,-5 7 0,-2 8 0,-1 5 0,2 3-405,1 2 0,0 4 0,4 4 0,7 4-868,4 13 1,9 6 0,12-1 906,13-5 1,9-1-1,4-2 1,-3-6-1,3-2 1,3-3-1,16 0 1,-1 0-1</inkml:trace>
  <inkml:trace contextRef="#ctx0" brushRef="#br0" timeOffset="140102">27619 11365 7533,'-13'-12'1638,"-25"15"0,-19 9-1092,20-7 0,-5 0 0,-5 1 0,-2 0 0,1-1 0,2 1 0,2-1 0,0 0 0,1 0 0,-1 0 0,0 0 0,-2 0-78,0 0 0,-4 0 0,0 1 0,0-1 0,1 0 0,4-1 0,3-1-1238,-2-1 1,4-2-1,3 1 1,5 2-870,-2 5 1,8 2 818,11 0 1,33 17 0,1-13 0</inkml:trace>
  <inkml:trace contextRef="#ctx0" brushRef="#br0" timeOffset="140469">26528 11377 7533,'0'-19'270,"0"1"3006,-27 17-1901,-4 16 0,-6 10-1336,2-2 0,-5 4 0,-1 1 0,4-1 81,4-2 0,2-1 0,2 4 442,-3 3 0,-3 5 0,9-1 1,18-8 257,27-9 0,18-5 0,3-1-1630,-1 2 1,3 1-1,1-1 1,2-2 809,1-2 0,1-3 0,0 0 0,0-1 0,-2 0 0,1 0 0,-3 0 0,-3 0 0,4 4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34:29.94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23989 5627 7533,'-8'-40'1529,"6"6"-1079,-6 27 719,8 1-90,19 18 1,9 10-766,7-1 1,5 4-1099,-9 2 1,4 4 0,-1 2-1,-1-4 814,0-2 0,-1-2 0,-1 3-165,-2 3 0,1 3 0,-2 1 1,-1-3 48,-2 1 0,-2-2 1,1 0-695,6 4 1,2 0-1,-4-2 150,2 10 1,-3-4-226,1-9 1,-9-14 854,-17-20 0,6-5 0,-8-21 0</inkml:trace>
  <inkml:trace contextRef="#ctx0" brushRef="#br0" timeOffset="484">23954 5168 7533,'-30'-19'2608,"15"7"-1438,40 6-271,12 6-270,-1-2 1,8-2 0,0-1-587,-1 1 0,0 0 0,4-2-61,-6 2 0,3-1 0,2 0 0,-1 0 0,-3 0-275,-3 0 1,-1 0 0,-1 0-1,-1 1-397,15-1 1,-2 1 0,-5 0-454,-10 0 1,-6 3-657,0 6 1799,-22-3 0,-24 3 0,0-5 0</inkml:trace>
  <inkml:trace contextRef="#ctx0" brushRef="#br0" timeOffset="901">24412 4722 7533,'-15'-33'3276,"-29"21"-2486,3 27 1,-6 11-634,14-9 1,-3 3-1,-1 0 1,2 0-838,-4 6 0,1 1 0,-1 0 815,6-4 0,-1 0 0,0 0 0,2-3 314,-10 4 1,4-3 572,4-1 1,3-3-304,-12 1 564,35-7 246,34 7-854,3 2 0,2 3-541,-2-3 1,1 1-349,3-1 1,4 0 0,1-1-477,0-1 1,0-2-1,2 0-403,2-1 1,2 0 0,-1 0-1,-3 1 1,-2 0 0,0 0 1066,-5-2 1,-1 0-1,-5 1 1,-6 4-1,-3 1 1,3 1-1,-1 0 1</inkml:trace>
  <inkml:trace contextRef="#ctx0" brushRef="#br0" timeOffset="3949">21925 6421 7533,'-10'-18'-450,"3"9"2519,-1-13-1619,6 20 449,-14-10 1080,14 46-1305,-2-2 1,0 4-450,4 11 0,0 4-361,0-11 1,0 2 0,0-1-225,0 7 1,0-1-901,0-5 1,0-4-1799,0 0 2238,0-27 1,0-25 0,0-10 0</inkml:trace>
  <inkml:trace contextRef="#ctx0" brushRef="#br0" timeOffset="4232">21661 6780 7533,'-28'0'2248,"10"0"-808,11 16-181,38 22-765,-17-10 1,3 2-270,16 0 0,3-3-225,-6-1 0,3-9-270,5-17 0,2-10-1079,1-4 0,-2-6 1262,-1-8 1,-3-2 0,-7 5 0,-3 0 0,8-10 0</inkml:trace>
  <inkml:trace contextRef="#ctx0" brushRef="#br0" timeOffset="6299">21908 5354 7533,'-33'-9'809,"1"-1"1,-7 13-1,3 10-494,14 10 0,5 10-105,6 6 0,4 8 0,6 2-658,4-8 0,5 1 1,3 0-1,2 0 335,0-2 1,1 0 0,4-1-1,3-4 68,7-3 0,5-1 0,1-5 0,-1-6-33,11-3 1,0-15-103,-8-16 0,1-10 0,-8-4 0,-6-12 0,-9-5 180,-5 10 0,-3-1 0,-5 3 90,-7-1 0,-6 13 337,-9 27 1,-1 14-69,6 9 1,4 8 0,1 3-1,-1 7 1,2 3 0,4-1-240,6 1 0,5-1 0,8-9-300,15-4 0,7-17 564,-1-22 0,-2-16-564,-7-6 0,-4-8 1,-6-1 224,-8-12 0,-12 0 343,-8 1 0,-11 14 61,-14 35 1,-4 18-31,7 6 1,2 9 0,3 3-181,4 3 0,4 3 1,3-2-150,3-3 0,3-1 0,9-21 269,15-39 1,5-17-510,-2-4 0,-1-7 0,-1-3-57,-4 13 1,0-3 0,-1 0 0,-3 1 0,-3 1 236,-5-14 0,-6 2 0,-10 11-300,-21 9 0,-8 19-81,13 20 0,-1 12 0,6 4-1268,5 17 0,11 5 1619,6-5 0,12-6 0,31-13 0,9-10 0,-12-13 0,1 1 0</inkml:trace>
  <inkml:trace contextRef="#ctx0" brushRef="#br0" timeOffset="30000">31732 5739 7304,'-12'-28'539,"-1"1"1,3 1 0,0 1 1103,-7-14-474,32 21-674,10 33 0,3 16-338,-10-2 1,-1 6-1,0 4 1,-2 2-814,-1 2 1,0 2-1,-1 3 1,-2 0 0,0-2 456,-3-3 0,0-2 0,-1 0 0,-1 2 0,-2 3 121,-2-1 1,-1 4 0,-2 2 0,0 0 0,-2 0 0,0-4 0,0-4 143,-2 5 0,-1-6 1,-2 0-1,0 3 167,-1 4 1,0 5 0,-1-1 0,-1-5 0,-3-12 817,-11 0 1,3-22-1007,11-45 0,10-26-75,4 21 0,4-6 0,3-4 0,1-2 0,0 2 0,0 2-166,-1 2 0,-1 1 0,1 1 0,2 0 0,2-3 93,0 2 0,3-3 0,1-2 1,1 1-1,-1 2 0,1 4 1,-3 6-588,4-1 0,-1 6 1,3 1 50,8-11 0,2 1 0,0 11 639,-4 16 0,-1 9 0,16 22 0,-17 16 0</inkml:trace>
  <inkml:trace contextRef="#ctx0" brushRef="#br0" timeOffset="31666">32385 5590 7533,'-18'7'1799,"9"4"629,9 2-1078,33-5-1395,12-9 0,4-4-90,-16-1 0,1-3-958,5-1 1,4-2 0,-4-2-332,-5-4 0,-3-1 1424,5-3 0,0 0 0,-4 3 0,-3-1 0,-7 3 0,-1-1 0</inkml:trace>
  <inkml:trace contextRef="#ctx0" brushRef="#br0" timeOffset="31868">32861 5119 7533,'-25'32'655,"-1"0"0,1 1 1,6 0-1,2 3 0,2 3-177,3-3 0,0 3 0,1 1 0,1 1 0,4-1-1298,2 4 1,2 0 0,4-1 0,2-2 156,3 5 0,5-2 0,4-6 663,17 4 0,5-14 0,-9-22 0,1-7 0,3-9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31:10.95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20417 5317 7533,'3'14'3276,"6"10"-2184,11 10 0,8 12 0,0 2-273,-7-10 0,0 2 0,0 1 0,2 1-1005,-2-5 0,2 2 0,0 0 0,0 0 0,0 0 186,-2 1 0,-1 1 0,0 0 0,0-3 0,-2-4 0,10 10 0,-4-6 0,-7-8 0,-1-1 0</inkml:trace>
  <inkml:trace contextRef="#ctx0" brushRef="#br0" timeOffset="137">21123 5417 7533,'-31'31'409,"1"0"1,-1 0-1,1 1 1,3-1-1,0 2 1,-1 1 0,1 0-1,-1 2 137,2-3 0,-1 2 0,0 0 0,0 1 0,0-1 0,1 0-455,-5 5 1,1 1-1,1-1 1,-1-1-1,2-2 1,-1 0-1,0-2 1,1-1-1,1-4 1,2-3 0,0 0-1,-1 0 1</inkml:trace>
  <inkml:trace contextRef="#ctx0" brushRef="#br0" timeOffset="41517">6496 7635 7533,'-19'0'1079,"1"-5"-449,11 3 2608,23-3-1979,34 10-809,-2-4 0,3 0-1227,-8 1 0,2 1 657,4-2 0,5-2 0,-7 1 210,-10 0 0,0 0-158,7-1 1,9 0-1,0-1 1,-9 1-113,-5 0 0,-1 0 135,-2 0 0,4-1 0,1 0 0,-3 2-268,13 4 0,-4 3 448,-9-2 0,1 4-102,-6 0 0,2 4 1,-4 0 1045,-1 6 1,-3 1-856,-5-3 1,1-1 360,11 2 0,1-2-405,-11-8 0,0-2 44,13 3 1,5 0-557,-3-1 0,2 0 1,-3 0 466,-6-1 0,1 1 254,11 2 1,5 3 0,-7-2 202,-16-3 1,-1-1-1686,8-1 1,5-1 0,-3-4 1053,0-5 1,-2-4-1,2 2 1,-3-3-1,9-14 1</inkml:trace>
  <inkml:trace contextRef="#ctx0" brushRef="#br0" timeOffset="43170">7090 6284 7982,'-27'17'1092,"-1"-1"0,1 12 0,3 7-385,9-1 0,2 3 0,3 0-993,3-2 0,2-1 0,5 0 286,9 15 0,6-7 0,1-17 0,3-6 0,5-4 0,0-1 0</inkml:trace>
  <inkml:trace contextRef="#ctx0" brushRef="#br0" timeOffset="43586">7289 6346 8432,'-20'0'3276,"8"11"-2486,7 13 1,4 4-1240,1 12 314,0-3 0,0 2 135,3-8 0,0-1 0,4 12 0,-1-16 0,0 1 0</inkml:trace>
  <inkml:trace contextRef="#ctx0" brushRef="#br0" timeOffset="43785">7487 6594 11400,'-12'43'-809,"-6"1"809,-2-6 0,1-7 0,1-13 0</inkml:trace>
  <inkml:trace contextRef="#ctx0" brushRef="#br0" timeOffset="43969">7698 6321 10861,'-4'30'479,"1"-1"1,0 3 0,0 1-1027,3 8 1,0-1 0,0-12 0,0-3 0,0 15 0</inkml:trace>
  <inkml:trace contextRef="#ctx0" brushRef="#br0" timeOffset="44186">7896 6247 11850,'7'33'144,"-1"0"0,1 0 0,-6 4 0,-2 0 0,-4-1-1449,-5 14 1,-6-3 757,0-8 1,-2-3 0,-3-7 0,1-5 0,-5 1 0</inkml:trace>
  <inkml:trace contextRef="#ctx0" brushRef="#br0" timeOffset="44584">8231 6693 11221,'7'32'-203,"-18"9"1,-4-19-1,-15 7 1</inkml:trace>
  <inkml:trace contextRef="#ctx0" brushRef="#br0" timeOffset="45071">8653 6296 8252,'-24'22'1092,"0"0"0,5 6 0,3 5-895,3 3 1,0 5-1,3-1-990,2 7 1,4-2 432,5 2 0,3-4 360,5 1-3277,25-8 3215,-17-17 1,12-1-1,-17-6 1</inkml:trace>
  <inkml:trace contextRef="#ctx0" brushRef="#br0" timeOffset="45637">8777 6421 7533,'-14'0'3276,"3"0"-3044,55 11-232,-27 2-225,10 1 0,-3 2 405,-23 16 180,-8 5 44,-4-9 1,-3-2-1304,-1 10-720,21 0 1619,16-25 0,15-22 0,-7-3 0</inkml:trace>
  <inkml:trace contextRef="#ctx0" brushRef="#br0" timeOffset="45803">9036 6569 7533,'7'18'3276,"-7"1"-1335,-7 12-2031,-5-11-990,0 20 1080,-1-12 0,1 4 0,-1-9 0</inkml:trace>
  <inkml:trace contextRef="#ctx0" brushRef="#br0" timeOffset="45984">9247 6346 7533,'-16'47'1638,"11"-16"0,0 1-218,-7 0 0,1 2-3059,6 16 1,3 0 1539,-1-22 1,0 0-1,3 6 1,0-2 0,0 4-1</inkml:trace>
  <inkml:trace contextRef="#ctx0" brushRef="#br0" timeOffset="46436">9458 6309 10051,'25'40'1638,"-14"-13"0,-3 4-1297,-5 6 0,-4 3-566,-7 9 0,-4-2-706,0-19 1,-3-1 630,-2 1 0,-1 3 1,0-4-1096,1-2 1,0-2 738,-2 3 1,1-1-1,-6 15 1,12-21 0</inkml:trace>
  <inkml:trace contextRef="#ctx0" brushRef="#br0" timeOffset="46820">9917 6333 8252,'-25'9'1638,"9"9"0,2 8-811,2 8 0,2 8 0,0-1-1027,0 1 1,0 0 0,4-1-851,5 0 1,3 0 0,1-4 393,-3 0 1,6-8-1,28-5 1,-15-19 0</inkml:trace>
  <inkml:trace contextRef="#ctx0" brushRef="#br0" timeOffset="47203">10103 6408 14189,'32'-14'-720,"-2"3"271,-11 11-991,-1 11 631,-27 14 1438,-7 8-449,-1-14 0,-3-1 584,3 3 1,2 0-405,2 6-1349,25-2-271,21-14 1260,-5-6 90,-6 8 90,-33 6 225,-3 1 0,-3 1-2384,-17 14 1979,19-13 0,4-1 0,1-2 0,23-8 0</inkml:trace>
  <inkml:trace contextRef="#ctx0" brushRef="#br0" timeOffset="47353">10301 6681 10141,'-17'35'-719,"-8"4"-101,-1 0 1,6-9 0,9-12 0</inkml:trace>
  <inkml:trace contextRef="#ctx0" brushRef="#br0" timeOffset="47569">10487 6408 12030,'4'30'1092,"-1"1"0,1-3 0,-2 2-2731,-2 18 1,0-1 1566,5-1 0,-3-12 1,3-6-1,8-15 0</inkml:trace>
  <inkml:trace contextRef="#ctx0" brushRef="#br0" timeOffset="47754">10723 6371 9152,'21'18'3276,"6"18"-1638,-21-5 0,-3 5-1002,3 7 1,-5 4-1657,-10-7 1,-6 2 0,-1-2 654,-1-7 1,-1-3 0,-3 0 0,-4 0 0,-3-2 0,0-3 0,-8 0 0,-1-1 0</inkml:trace>
  <inkml:trace contextRef="#ctx0" brushRef="#br0" timeOffset="48488">17007 7635 7533,'-3'-7'3276,"12"2"-1638,26 4 0,11 2 0,-11-1 0,2 0-1495,-3 0 0,3 0 0,0 0-143,1 1 0,-1 1 0,-4 0 0,-3 1 0,-1 1 0,8 2 0,1 0 0</inkml:trace>
  <inkml:trace contextRef="#ctx0" brushRef="#br0" timeOffset="72633">17789 6098 7533,'-40'21'1092,"1"1"0,7-2 0,3 5-273,9 3 0,1 7 0,2 2 0,2 0-1912,1 8 1,4 0 0,1 0 961,-1-7 1,2 0 0,2-1-320,3 16 1,12-9-704,12-25 0,5-6 1153,12 6 0,-5-16 0,-1-6 0,5-10 0</inkml:trace>
  <inkml:trace contextRef="#ctx0" brushRef="#br0" timeOffset="72950">17987 6111 7533,'-26'-7'3276,"8"1"0,18 17-114,12 3-4801,8 4 1,2 0-1639,2-2 2519,-2 5 1,-9 2-8,-26 2 1,-7 0 1618,7-1 1,0 2-181,-11 7 1,5-2-135,19-4-1080,24-13 0,6 1 2853,-1 20-2493,-14-11 0,-8 3-180,-19 1 0,-10 2 1,-1-3-361,-2 3 1,-1-3 719,-3 4 0,6-4 0,12-9 0,11-6 0</inkml:trace>
  <inkml:trace contextRef="#ctx0" brushRef="#br0" timeOffset="73084">18247 6532 7533,'2'36'3276,"-4"13"0,-4-2-3932,4-19 1,4-2-1,4 0 1,7-2 0</inkml:trace>
  <inkml:trace contextRef="#ctx0" brushRef="#br0" timeOffset="73284">18570 6160 11850,'-3'37'1092,"0"-1"0,3 7 0,-1 1-565,-2-9 0,-1 2 0,0-3-1123,1 4 0,-1-2-1043,-2 7 1,0-6 1332,-1-9 1,-4 8 0,4-12 0</inkml:trace>
  <inkml:trace contextRef="#ctx0" brushRef="#br0" timeOffset="73467">18682 6606 15178,'13'0'2609,"-2"0"-1350,-11 17-1079,0-2-1819,-11 12 1,-5 4-1639,-8 6 3004,6-15 1,-1-1 0,-4 1 0,10-15 0</inkml:trace>
  <inkml:trace contextRef="#ctx0" brushRef="#br0" timeOffset="73834">19003 6086 7533,'-32'0'3276,"13"0"0,8 16-2542,11-6 885,11 35-270,-3 1-2005,5 1 1060,-11-4 1,-4-1-225,-5-2-23,-4-7 1,-6 8-1,-1 2 1,2-7-743,-1-2 0,-2 1-235,-3 3 1,-6 6 0,-1-1 0,6-7-820,3-8 1,1-4 1003,-8 10 0,2-4 0,1-13 1,5-4-1</inkml:trace>
  <inkml:trace contextRef="#ctx0" brushRef="#br0" timeOffset="74334">19462 6197 7533,'-25'12'3276,"6"-4"-1766,3 20 0,3 6-2731,-2 0 1550,2 4 1,-2 8 0,3-5-240,3-13 0,1 1-30,-2 14 0,-1 8 0,3-7 215,4-14 1,1-1-876,3 7 0,2 4 1,2-6-2100,10 5 1575,-4-9 0,4-4 1124,11-18 0,0 3 0,0-11 0</inkml:trace>
  <inkml:trace contextRef="#ctx0" brushRef="#br0" timeOffset="74717">19685 6259 7533,'-14'-27'3276,"9"5"0,12 16 0,27 5-3300,12-5 114,-5 12-2339,4 6 2249,-36 7-2158,-9 23 2158,-20-13 134,-2 0 1,-4 0-288,-10-6 962,9 2 1,2 1 1349,4 2-2159,9 3-270,35-7-675,4-19 1,3-3 674,19 3-135,-17-4 1,-6-2 44,-12 1 630,-3 6 1052,-27 6-422,-11 7-720,-5 2 0,-2-1-2159,-4 4 340,7-1 1,5-1 507,18-7 1131,-3 9 0,16-12 0,2 1 0</inkml:trace>
  <inkml:trace contextRef="#ctx0" brushRef="#br0" timeOffset="74867">19946 6681 12300,'-7'19'3148,"-4"10"-5397,9-14-989,-14 14-39,13-15 2808,-8-2 1,5-1 0,0-4-1</inkml:trace>
  <inkml:trace contextRef="#ctx0" brushRef="#br0" timeOffset="75101">20119 6458 7533,'21'-21'3276,"6"-1"-1065,-18 21-772,9-5-1439,-6 6-90,0 11 0,1-8-90,-6 24 90,-2-17 0,-5 30 90,0-23 0,0 23 180,0-25-90,0 14-2159,28-21 1889,-16 3 180,16-13 0,1-7 0,-11-5 0,16-11 0</inkml:trace>
  <inkml:trace contextRef="#ctx0" brushRef="#br0" timeOffset="75284">20504 6333 11490,'-2'17'3276,"4"31"0,5-4-3754,-3 3 1,-3-1 657,-6-2-690,-2-13 0,-1 5 1,-1-6 509,-7 10-1639,-9 4 1,-1-2 507,2-12 1131,4-9 0,-1 0 0,-9 2 0,-2-4 0</inkml:trace>
  <inkml:trace contextRef="#ctx0" brushRef="#br0" timeOffset="75617">21048 6445 7533,'-26'-7'3276,"-8"13"-76,2 19-2661,13-6 1,0 6-270,0 7 0,1 6 0,2-2-1198,3-5 1,2 1 537,0 11 0,0 5 1,6-8-61,10 0-998,5 1 1,4-2 98,8-16 1462,13 12 0,-5-28 0,2-2 0</inkml:trace>
  <inkml:trace contextRef="#ctx0" brushRef="#br0" timeOffset="76051">21284 6519 7533,'11'-19'3276,"-3"7"0,38 6-2992,-10 17-284,8-8-810,-10 25 271,-26-13-451,-8 21 585,-17-9 1,-7-1 404,6-7 0,-1-1 404,-9 12 1,2-2 675,1 4-901,13-11 541,23 1-630,21-15-360,8 0 360,-9 4-90,-14-4 540,-23 10-91,-17 3-179,2-2 0,-2-1-1909,-3-2 1,-1-2 1501,3 3 1,4-2 0,8-1 0,20-8 0</inkml:trace>
  <inkml:trace contextRef="#ctx0" brushRef="#br0" timeOffset="76200">21569 6879 7533,'-19'33'3276,"-10"7"0,14-25-743,-9 14-2533,12-15 0,5-2 0,2-6 0</inkml:trace>
  <inkml:trace contextRef="#ctx0" brushRef="#br0" timeOffset="76538">21743 6619 7533,'7'-14'3276,"9"3"0,-13 11-1643,25 0-1903,-13 0-629,10 5 179,-13 8-359,-34 23 1483,11-14 1,-1 1 314,-9 3 1,4-1-90,16 12-360,11-13-90,20-17-360,0 4 90,-15-4 90,2 5-630,-45 6-899,-6 1-110,6-9 1,-1-1 1445,-4 4 1,11-13-1,22-7 1</inkml:trace>
  <inkml:trace contextRef="#ctx0" brushRef="#br0" timeOffset="76734">22003 6445 7533,'26'15'1092,"-1"-1"0,-1-1 0,-5 2 546,-6 9 0,-7 5-546,-4 2 0,-3 4 0,-5 0-561,-6 5 1,-5 1 0,-2 2-1352,0-4 1,-1 1 0,-1 1 0,-2-4 454,-6 4 1,-2-3 0,0-3 0,4-5 0,0-2 0,1-3 0,-1-4 0,0 0 0</inkml:trace>
  <inkml:trace contextRef="#ctx0" brushRef="#br0" timeOffset="77100">22326 7040 10501,'-19'6'3238,"-5"23"-3238,10-1-45,3-4 0,-1 1-1594,-2 0 1,-2-2 1602,-23 6 1,11 0 0,6-24 0</inkml:trace>
  <inkml:trace contextRef="#ctx0" brushRef="#br0" timeOffset="77451">22723 6519 7533,'-14'25'3276,"-3"17"-166,16-8-2795,-2-8 0,1 2-360,1-1 0,2 1-225,-1 1 0,0 0-585,-5 3 1,-1-2-405,-3 8 899,-3-9 0,6-22-629,6-1-810,6-6 1799,1-11 0,5 2 0,1-8 0</inkml:trace>
  <inkml:trace contextRef="#ctx0" brushRef="#br0" timeOffset="77667">22810 6495 8432,'-25'10'1092,"0"1"0,5 4 0,1 4 546,-1 12 0,5 7-1364,7-1 1,5 4 0,0-1-725,-2-5 0,0-2 1,4 1-644,4 6 1,3 1 0,1-5 955,-1-4 1,3-7 0,22-3 0,-6-29 0</inkml:trace>
  <inkml:trace contextRef="#ctx0" brushRef="#br0" timeOffset="78017">22957 6569 14729,'27'5'-1639,"0"1"1,14 2-1639,-14 27 2994,-47-2 1227,1-8 1,-3 0 629,-3-6 1,6 0-856,18 17-899,17-17 90,21 5-359,-34 6 494,-13-8 0,-6 0-1080,-11 4 1,-4-1 378,8-2 1,0-2-1,-17 10 1,28-14 0</inkml:trace>
  <inkml:trace contextRef="#ctx0" brushRef="#br0" timeOffset="78201">23156 6916 11131,'-6'37'3276,"-1"-10"-4394,-16 7 219,8-19-450,-9 9 1349,17-18 0,2-6 0,5-6 0</inkml:trace>
  <inkml:trace contextRef="#ctx0" brushRef="#br0" timeOffset="78401">23392 6582 10141,'-3'43'1092,"0"0"0,7-10 0,2-1 546,-5-1 0,6-3-1091,13-9 0,7-6-2186,1-6 1,2-6-1,3-10 1,-2-7 1091,-4 3 1,-4-4 0,-6-8 0,-5-2 0,0-5 0</inkml:trace>
  <inkml:trace contextRef="#ctx0" brushRef="#br0" timeOffset="78501">23689 6569 7533,'-29'31'1092,"0"0"0,5-1 0,-1 4 0,-2 0 0,-1 5 0,-1 3-843,7-9 0,0 3 0,0 1 0,0 0 1,2-2-250,1 1 0,1-2 0,1 0 0,-2 2 0,-4 8 0,-3 1 0,2 0 0,3-4 0,7-5 0,0 1 0,0-1 0</inkml:trace>
  <inkml:trace contextRef="#ctx0" brushRef="#br0" timeOffset="79837">21024 8912 7533,'-27'-19'3276,"9"1"-1785,35 22-1356,12 6 0,8 5 15,-2-1 0,3 1 0,4 1-493,-1-3 0,3 1 1,2-1-1,2-2 612,-4-3 1,2-1 0,1-1 0,1-1 0,1 0-299,-3-1 1,2 0 0,0-1 0,2 0 0,0-1-1,0-1 119,-2-1 0,1 0 0,0-1 0,1 0 0,1 0 0,0 0 0,0-1-275,-3 2 1,0-1 0,1 0 0,0 1 0,0-1 0,0 0-1,0 0 1,1 0 116,-1-1 1,1 0-1,0 0 1,-1-1 0,1 1-1,0-1 1,1 1 0,-1 0-106,-3 0 1,0 1-1,0-1 1,0 1-1,0 0 1,1 0 0,-1-1-1,0 0 1,0 0 251,0 0 1,-1-2 0,0 1 0,1 0 0,-1-1 0,0 0 0,1 1 0,-1 0 0,1 0-50,0 1 0,1 0 0,-1 0 0,1 1 0,0 0 0,0-1 0,-1 1 0,1-1 0,-1 0-30,0 0 0,0-1 0,0 0 0,0 1 0,0-1 0,0 0 0,-1 0 0,1 1 0,0 0 20,-1 0 0,0 0 0,0 1 0,0-1 0,0 1 0,0 0 0,0 0 0,0-1 0,0 1 0,1 0 0,-1-1 0,1 1 0,-1 0 0,1 0 0,-1-1 0,1 1 0,0-1 0,0 1 10,2-1 0,-1 0 0,1 0 0,0 0 0,0 0 0,0 0 0,0 0 0,0 0 0,0 0 40,0 0 0,0 1 0,0-1 0,1 1 0,-1-1 0,0 1 0,1 0 0,-1-1 0,0 0-52,-4 1 0,1-1 0,-1 0 0,0 0 0,0 0 0,0 0 0,0 0 0,1 0 0,-1 1 0,0-1-143,0 1 0,0 0 1,0 0-1,0 1 1,0-1-1,0 1 0,0-1 1,0 1-1,0-1 1,1 0 124,0 0 0,0 0 0,2 0 0,-1 0 0,0-1 0,0 1 0,-1 0 0,-1 0 0,-1 0 0,-2 0 0,5 1 0,-3 0 0,-1 0 0,-1 0 0,1 0 0,0-1 0,2 1 78,1-1 1,2 0 0,1-1-1,0 1 1,0-1 0,-1 1-1,-1-1 1,-1 1 31,4 0 1,-1-1-1,-2 1 1,0 0 0,1 0-1,3 0-88,-5 0 1,1 0-1,2 0 1,0 0-1,1 0 1,1 0 0,-1 1-1,0-1 18,-3 1 0,0 0 0,1 0 0,-1 0 0,1 0 0,0 0 0,0 0 0,-1 0 0,0 0-9,-1 0 0,0 0 0,-1 0 0,1 0 1,-1 0-1,0 0 0,1 1 0,-2-1 0,1 1-9,3-1 1,0 2-1,0-1 1,0 1 0,-1-1-1,1 1 1,-1-1-1,-1 1 101,-1-1 1,0 0 0,-1-1 0,1 1-1,-1 0 1,0-1 0,0 1 0,-1 0 12,6 1 1,0-1 0,0 1-1,0 0 1,-2 0 0,-1 0 0,-3 0-66,1 0 1,-3 1 0,-2-1 0,1 1 0,1-1 144,6 1 0,3-1 0,-1 0 0,-1 1 0,-2 0 162,-3 1 1,-3 0 0,1 1 0,1 0-200,1-1 1,2-1 0,1 1 0,0 0 0,0 0 107,3 0 1,0 0 0,0 0 0,1 0 0,0-1-50,-7-1 0,0 0 0,0-1 1,0 0-1,1 0 0,-1-1-238,1 0 0,0-1 0,0 0 0,0 0 0,0-1 0,-1 0 0,6-1 0,0-1 0,0 0 0,-2-1 0,-1 2 290,2-1 1,-2 1-1,-1 0 1,-4-1-291,-1-2 0,-3 0 0,-5 1 2271,10 4-5548,-31-4 1638,-31 4 1,-11 2 1091,-3-1 1,-6 4 0,-1 3 0,15 0 0,1 0 0</inkml:trace>
  <inkml:trace contextRef="#ctx0" brushRef="#br0" timeOffset="87651">24012 6805 7533,'-9'0'3276,"11"27"-1638,2 0 0,0 3 0,-4 10 0,-6 4-1197,-6-7 1,-7 0 0,-3-1-1535,-8-2 1,-5-2 0,-1-3 727,5-4 1,0-1 0,-2-3 0,-4-1 0,-2-3 0,3-1 0,2-4 0,-1 0 0</inkml:trace>
  <inkml:trace contextRef="#ctx0" brushRef="#br0" timeOffset="100036">20752 7784 7533,'-9'-23'1638,"0"-1"0,1 5 932,-3-14-321,33 60-1575,1 1 1,3 6-1125,-1-1 1,0 4-1,2 1-370,-5-7 1,1 1 0,-1 0 0,-1-1 350,2 6 1,-2-1 0,-2-1 0,1 6 0,-4-4 0,-5 12 0</inkml:trace>
  <inkml:trace contextRef="#ctx0" brushRef="#br0" timeOffset="100186">21247 7871 7533,'-49'9'409,"0"0"1,0-1-1,1 1 1,6 4-1,0 2 1,0 1 0,1 3-1,1 2-205,5 1 1,0 3 0,1 1 0,0 1-1,1 0 1,2-1 0,-2 1 0,2-1 0,1 0-1,0 0 1,2 0 0,0 3 0,0 0 0,1 1-1,-1-1 1</inkml:trace>
  <inkml:trace contextRef="#ctx0" brushRef="#br0" timeOffset="114584">24471 7176 7321,'-9'-38'1349,"0"-1"0,0 0-1304,0 7 0,2 2-209,5-6-16,13 7 305,16 9 100,-11 52 0,-5 22-225,-5-12 0,-2 7 0,-2 3 0,-1 4-410,-3-16 0,0 2 1,-1 2-1,-2 1 1,1 2-1,-1 0 0,0 1 1,0 1 474,1-4 1,0 1 0,-1 2-1,0-1 1,1 2 0,-1 0 0,0 1-1,0 0 1,0 1 0,0 0-156,1-4 1,0 0 0,-1 1 0,1 0 0,-1 1 0,1 0 0,-1 1 0,1 0 0,0 0 0,0 0 0,0 1 0,0-1 185,1-4 0,1 0 1,-1 1-1,1 0 1,0-1-1,-1 2 0,1-1 1,1 0-1,-1 1 1,0 0-1,0 0 0,0 0 1,0 1-1,0 0-102,0-1 1,0 1-1,0 0 1,1 0 0,-1 0-1,0 1 1,0 0-1,1 0 1,-1 0 0,0 0-1,0 1 1,1-1-1,-1 1 1,0-1 0,0 1 57,0-4 1,0 0 0,0 0 0,0 0 0,0 0 0,0 0 0,0 0 0,0 1 0,0-1 0,0 1 0,0 0 0,0 0-1,-1 0 1,1 0 0,-1 0 0,0 0 0,0 0-35,0 0 0,0 0 1,0 0-1,-1 0 1,0 0-1,0 0 1,0 1-1,0-1 1,0 1-1,0-1 1,0 1-1,0-1 1,0 1-1,0-1 1,0 1-1,0-1 1,0 0-1,0 0 62,1 0 0,-1-1 0,1 0 0,-1 1 0,1-1 0,-1 0 0,1 1 0,-1-1 0,1 0 0,-1 0 0,1 1 0,-1-1 0,1 0 0,0 0 0,0 0 0,0 0 0,0 0 0,0 0-17,0 2 0,0 1 0,0-1 0,0 0 1,-1 1-1,1-1 0,0 0 0,1 0 0,-1 1 1,0-1-1,1 0 0,-1 0 0,1-1 0,0 1 1,1 0-1,-1-1 0,1 0-69,0 1 0,1 0 1,-1 0-1,1 0 1,0 0-1,1-1 0,-1 1 1,1-1-1,0 0 1,0 1-1,-1-1 0,1 0 1,0 0-1,0 0 1,0-1-1,0 1-198,0 2 0,0 0 0,0-1 0,-1 1 0,1-1 0,1 1 1,-1-1-1,0 0 0,0 0 0,0 0 0,0 0 0,1 0 0,-1 0 1,0 0-1,0-1 204,1 0 0,-1 0 0,1 0 0,0 1 0,0-1 0,0 1 0,-1-1 0,1 0 0,0-1 0,0 0 0,-1-1 0,1 0 0,-1-2 0,0-1 0,0-1 0,0 12 0,-1-2 0,0-1 0,0-2 0,0 0 0,0-2 0,0 0 0,-1 0 0,1-1 0,-1-1 0,0 1 0,0-1 0,0 0 0,1 0 0,-1 0 0,0 0 0,0 0 0</inkml:trace>
  <inkml:trace contextRef="#ctx0" brushRef="#br0" timeOffset="194018">29689 12629 7533,'-35'-7'1619,"8"2"-1619,38 22 0,-3-8 0,10 14 0</inkml:trace>
  <inkml:trace contextRef="#ctx0" brushRef="#br0" timeOffset="196951">29714 12444 7533,'-37'13'404,"1"0"1,6 6 0,0 4 0,4 2-91,1 11 1,3 1-897,-2 2 1,3 2 671,9-6 0,2 1 0,3-4-810,1 12 45,13-3 1,3-1 134,0-4 540,8-11 0,4-3 0,0-2 0,14-2 0</inkml:trace>
  <inkml:trace contextRef="#ctx0" brushRef="#br0" timeOffset="197201">29726 12654 7533,'-14'-27'539,"3"5"-449,33 22-270,-11 11-179,29 14 179,-30 2-45,1 6 0,-5 3 315,-20-3 0,-6 0 225,6 6 0,-2-1-271,-5-9 1,-2-3 675,-6 9-540,22-27-90,24 3-900,5-11 810,26 0 0,-9 0 0,3 0 0</inkml:trace>
  <inkml:trace contextRef="#ctx0" brushRef="#br0" timeOffset="197353">30073 13026 7533,'-36'6'899,"-1"0"1,4 3-1,2 0-764,2 0 0,7 1-135,15 10 0,18-2 0,25-6 0</inkml:trace>
  <inkml:trace contextRef="#ctx0" brushRef="#br0" timeOffset="197670">30235 12568 7533,'-33'-21'1889,"9"4"-2249,41 28-1079,5 8 809,4 13 540,-21 5 90,-18-10 450,-18 7-180,11-19 809,-4 20-449,17-9-630,13 11-90,-3 6-450,-14 1-270,-2-22 1,-2 0 809,-18 9 0,4-13 0,17-12 0</inkml:trace>
  <inkml:trace contextRef="#ctx0" brushRef="#br0" timeOffset="197851">30545 12431 8162,'-7'18'1574,"3"9"1,2 4-1126,2 14-1542,-3-6 1,-1 8 0,0-6 771,4-10 1,-2 0 252,-5 5 1,-4 7-1,0 1 1,1-7-248,2-2 0,-2 0-113,-6 2 1,-5 5 0,-1 0 0,1-7 67,-1-4 0,-1-2 360,-2 1 0,-1 1 0,-1-5 0,0-6 0,-1-3 0,0 2 0,0-1 0</inkml:trace>
  <inkml:trace contextRef="#ctx0" brushRef="#br0" timeOffset="-205861.73">18806 9122 7533,'-20'-26'3276,"8"3"0,1 16 0,9 18 0,2 4-1638,5 21 0,3 8-176,1-7 1,1 2-1403,-1-1 0,0 4 0,3 1-60,2-7 0,2 2 0,1-1 0,1-4 0,1-2 0,1-3 0,3-1 0,4 8 0,3-1 0,3-11 0,5-17 0,3-11 0,-1-5 0,-6-3 0,0-4 0,0-4-253,-1-1 0,0-2 0,1-4 0,-1-4 253,-5-1 0,1-5 0,-1-3 0,-2-1 0,0 1 0,-3 5-547,0 0 1,-3 3 0,0 0 0,3-5 546,-2 0 0,4-4 0,1-4 0,0 0 0,-1 2 0,-2 4 0,-5 6 0,4-11 0,-2 1-468,-2 8 0,2-5 1,2-2-1,-2 3 1,-3 6-590,1-4 1,0 3 36,-3 2 1,1-1 0,1 6 1019,1 7 0,0 4 0,8-1 0,4 13 0</inkml:trace>
  <inkml:trace contextRef="#ctx0" brushRef="#br0" timeOffset="-158674.73">9594 10200 8432,'-6'-7'2519,"0"1"-2249,6 12 1888,11 29-1348,-3-5-421,1-1 1,2 6 0,-2-1-912,-1 3 1,-1 2 581,2-3 0,1 4 0,0-1 0,1 1 0,0 0 0,3-4-60,7-1 0,4-6 314,7 2 1,3-16 67,-9-31 1,1-18-1,-1-6 1,-3 5-264,-1 7 1,-3 1 0,1-5-295,-2-3 0,1-8 0,0-3 0,0-1 0,-1 1 0,-4 6 242,-1 1 1,-3 4 0,0 0-1,0-3 5,1 0 0,1-3 0,1-1 0,-1 1 0,1 3-892,0-3 1,1 0 0,-1 4 0,0 2 797,7-8 0,0 5 1,4 0-1,1 9 1,12 16-1</inkml:trace>
  <inkml:trace contextRef="#ctx0" brushRef="#br0" timeOffset="-94440.73">12223 12146 7533,'-39'0'3276,"14"11"0,14 25-1638,16 1 0,7 6-1077,-3-11 1,1 1 0,3-1-23,2 5 1,4 1 0,3-6-61,4-7 1,2-4 0,4-10-160,3-12 1,3-12-1,0-6-51,-4-2 1,0-5 0,-1-4 0,-2-3-408,-2 0 1,-2-4-1,-1-2 1,0-1-1,-1 1 246,-1-1 0,-1 0 0,-1-1 0,-1 1 0,0-1-648,0 2 0,-2-1 1,0 0-1,0 1 1,-1 0-281,4-6 1,-2 0 0,1 2 0,-2 3 409,-1 2 0,-1 3 1,1 2-1,1 0 1,1 1-1,-3 6 0,10-5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17:19.07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24677 16323 7533,'-10'-7'2968,"-14"13"-1709,21 24-1259,-21 10 135,18-6 0,2 3-405,-1-1 0,0-1-931,1-5 1,1-1 1200,1 1 0,4-2 0,5-2 0,3 4 0</inkml:trace>
  <inkml:trace contextRef="#ctx0" brushRef="#br0" timeOffset="150">24783 16620 8162,'-8'25'3276,"6"-5"-3314,-6 3-141,24 2 179,-5-5 0,7-2 0,-10-12 0</inkml:trace>
  <inkml:trace contextRef="#ctx0" brushRef="#br0" timeOffset="317">25030 16459 11041,'-20'29'2698,"-4"-7"-2383,18 5 0,3 4-1954,-6 9 1,0 0 982,4-11 1,0 1-1,1 17 1,0-3-1,-3-9 1,-3 13 0</inkml:trace>
  <inkml:trace contextRef="#ctx0" brushRef="#br0" timeOffset="900">25453 16522 7533,'-35'-3'3276,"7"16"-2576,10 15 1,3 5-521,3 11-360,4 0 0,0 3-1079,4-14 0,1 0 1259,2 3 0,0 0 0,-4-8 0,2-3 0,3-1 0</inkml:trace>
  <inkml:trace contextRef="#ctx0" brushRef="#br0" timeOffset="1033">25365 16918 9691,'0'7'2969,"0"9"-5938,8 4 2969,1 0 0,9-2 0,0-12 0</inkml:trace>
  <inkml:trace contextRef="#ctx0" brushRef="#br0" timeOffset="1300">25594 16658 9691,'10'-14'1709,"6"3"-359,-7 11-1530,9 0-90,-8 6-90,-2 17 180,-14 1 0,-4 1 90,-2 18 405,-4-7 0,-1-3 45,5-10 1169,-4 23-1799,32-36-2968,27 6 3238,-2-16 0,-11-2 0,-1-1 0,6-4 0</inkml:trace>
  <inkml:trace contextRef="#ctx0" brushRef="#br0" timeOffset="2119">26194 16695 7533,'-18'11'1259,"8"3"450,-13 27-1979,19-12-270,-8 11 1,0 5 539,11-4 0,0-2 0,-6-1 0,-1-2 0,3-5 0,0 0 0</inkml:trace>
  <inkml:trace contextRef="#ctx0" brushRef="#br0" timeOffset="2252">26247 17017 9422,'-10'19'-450,"10"10"450,10-8 0,7 4 0,1-7 0</inkml:trace>
  <inkml:trace contextRef="#ctx0" brushRef="#br0" timeOffset="2652">26529 16757 7803,'-20'39'1529,"3"-6"0,3 2-1439,11-8 0,2 1-540,-6 5 0,-3 3 0,3-3 450,6-1 0,1-2 0,-5 2 0,2-5 0,3-3 0</inkml:trace>
  <inkml:trace contextRef="#ctx0" brushRef="#br0" timeOffset="2869">26670 16831 10681,'-14'37'-180,"1"-1"0,-5 4 0,2 1-810,5 6 1,3 0 442,-1-7 1,0-3 0,1-5 0,0-3 0,-1 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5:59:35.05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8872 6111 0,'-33'-6'2669,"19"-1"582,-9-5-1542,31-6 1049,17 4-1859,6 2 1,7 1-570,-7 6 0,3 4 0,1-2-271,8-1 1,3 0 0,-2 1-360,-6 3 0,-2 0 1,0 0 9,9 0 0,-4 0-2987,2 0 2522,-25 0 0,-18 6 1,-10 1-1</inkml:trace>
  <inkml:trace contextRef="#ctx0" brushRef="#br0" timeOffset="665">9349 6470 7533,'-28'0'1259,"-5"11"-629,5 14-630,10 0 0,1 5-45,2 1 0,3 3 135,0 3 0,6 0-1,10-7 1,8-3 180,12-5 0,5-2-45,0 2 0,0-3-225,0-8 0,-5 1 270,0 16 44,-36-8 1,-7 0-674,-13 11-121,9-10 0,-4 2 0,1-2 480,1-6 0,1-2 0,-3 1 0,3-4 0,-2-11 0</inkml:trace>
  <inkml:trace contextRef="#ctx0" brushRef="#br0" timeOffset="832">9684 6135 7533,'-34'11'3276,"13"9"-1695,-12 17-3110,18 5 0,4 4 1529,1-13 0,0 0 0,1 10 0,1-2 0,0 0 0</inkml:trace>
  <inkml:trace contextRef="#ctx0" brushRef="#br0" timeOffset="1032">9719 6631 9512,'26'-7'-1709,"17"2"889,-12 10 1,2 2 0,-25 5 0</inkml:trace>
  <inkml:trace contextRef="#ctx0" brushRef="#br0" timeOffset="1182">9701 6854 0,'-25'18'3276,"13"-10"-835,20 4-3790,29-24 1543,-7 9 0,3-2-194,0-2 0,3-1 0,-3 0 0,-1 1 0,-1 0 0,10-2 0,0 0 0</inkml:trace>
  <inkml:trace contextRef="#ctx0" brushRef="#br0" timeOffset="1632">10478 6135 7533,'-20'-19'3276,"-11"12"0,3 42-2999,-2 0 0,-1 5-217,14-10 0,1 0 0,0 3-180,-3 8 0,1 3 0,4-4-285,8-4 0,3-3 180,-3 4 0,6-4-404,15 3 1258,-5 6-359,-1-11 0,0 0 135,0-4 0,-1 0 584,1 16 1,0 1-91,4-10 1,0-2-989,-4 1 1,1-1-92,3 0 0,0-1 45,1-2 1,-3 3 134,-11 16 0,-4 3 0,7-7 0,-2 0 0,-9-10 0,-1-1 0,1 1 0</inkml:trace>
  <inkml:trace contextRef="#ctx0" brushRef="#br0" timeOffset="3116">10813 6346 7533,'-8'-14'2968,"-26"42"-2563,14 5 0,1 10-316,5-6 1,0 7 0,1 1 0,1-1-257,3-5 0,0 0 0,3 0 0,3 0-530,4 3 0,5 2 0,1-2 0,2-6 112,5 5 1,6-8 367,5-11 1,3-9 0,5-13 0,-15-7 0</inkml:trace>
  <inkml:trace contextRef="#ctx0" brushRef="#br0" timeOffset="4183">10989 6482 7533,'-18'-5'1709,"9"3"-1439,9-3 539,25 0-899,4-2-90,15 0 270,-1 12 90,-37 42 180,-6-18 0,-4 3-136,-15 10 1,-7 2 404,6-9 1,-1 0 0,1-2-405,-4-1 0,1-1 0,1 2 0,9-2-3502,20-2 2506,38-20-488,-5-5 0,1-3 1259,-7-3 0,-2-3 0,3-3 0,-3-2 0,3-9 0</inkml:trace>
  <inkml:trace contextRef="#ctx0" brushRef="#br0" timeOffset="4332">11307 6892 7713,'0'37'3276,"-8"-6"-1605,-2 16-2526,-6-19 1,-1 0 854,6-1 0,0 0 0,-6 1 0,1-2 0,-2 4 0</inkml:trace>
  <inkml:trace contextRef="#ctx0" brushRef="#br0" timeOffset="4603">11571 6482 7533,'-19'-45'3276,"3"20"-616,16 65-2615,0-1 0,0 6-705,0-1 1,0 3-1,0 0-339,0-6 1,0 0-1,0-1 999,0 3 0,1 0 0,-2-3 0,-3-3 0,0-3 0,-1 2 0,0 0 0</inkml:trace>
  <inkml:trace contextRef="#ctx0" brushRef="#br0" timeOffset="4853">11783 7090 10321,'-2'30'2699,"-4"2"-3464,-1-5 0,-2-1 765,-4 5 0,-4-8 0,0-1 0,0-3 0</inkml:trace>
  <inkml:trace contextRef="#ctx0" brushRef="#br0" timeOffset="5799">11730 6433 7533,'0'-19'899,"0"1"-179,16 11 899,11 23-900,-5 18-359,-13-4 0,0 7 0,-4 1-834,-3-1 0,-2 1 0,-2 0 504,-2 7 0,-2 1 0,0 1-98,4-9 1,0 2-1,0-1 1,-3-2-302,-7 6 1,-3-3 0,0 1-532,1 5 1,0 1-1,-3-3 900,1-10 0,-3-3 0,0-3 0,-8 2 0,1-5 0,4-10 0,0-1 0</inkml:trace>
  <inkml:trace contextRef="#ctx0" brushRef="#br0" timeOffset="6249">12083 7214 7533,'-10'-6'2788,"2"-1"-1888,24 0-361,-12 13-179,11 35-270,-30-9-1729,-2 10 1,-2 1 701,-12-4 432,6-9 0,1-1 1,-3 1-1,-9-5 1</inkml:trace>
  <inkml:trace contextRef="#ctx0" brushRef="#br0" timeOffset="7153">12524 6408 7533,'-18'0'449,"0"0"181,-2 19 0,-1 11 89,1 12 1,1 6-608,5-16 1,0 3-1,1 1 1,1 2-187,2 6 0,1 3 1,3 0-1,4-2-526,3 3 0,5-2 1,2-3 209,0-4 0,1-3 1,6-6 426,13-4 0,4-12 0,13-26 0,-23-1 0,0 0 1</inkml:trace>
  <inkml:trace contextRef="#ctx0" brushRef="#br0" timeOffset="7304">12629 6805 7982,'10'-7'1889,"-2"1"-539,-8 23-1081,0 3-269,0 15 0,0 6-1639,0 1 1,0 2 1614,0 5 1,0-2-1,0-11 1,0-5 0,0 4-1</inkml:trace>
  <inkml:trace contextRef="#ctx0" brushRef="#br0" timeOffset="7704">12735 6532 7173,'-27'4'2518,"1"26"-2428,17 6-90,4 3 0,2 4-342,2-11 0,2 2 372,-1 3 0,0 5 0,0-2-480,-3-4 0,0-1 1,1-1 449,1 1 0,1-1 0,-1-3 0,-3 5 0,0-5 0,4 4 0</inkml:trace>
  <inkml:trace contextRef="#ctx0" brushRef="#br0" timeOffset="7886">12912 6990 8792,'0'31'1979,"-8"-5"-2249,4 11 0,-2 1-629,-12-3 899,10-1 0,-1-4 0,-9-18 0,0-6 0</inkml:trace>
  <inkml:trace contextRef="#ctx0" brushRef="#br0" timeOffset="8169">13194 6507 9152,'25'18'1349,"-5"1"-1889,-6 3 1,-3 3 269,-1 11 495,-11-6 0,-6 5 344,-5-4 1,-4 2 0,1-2-166,2 2 1,1 1-765,-10 13 0,12-6-2068,52-16 2428,-1-19 0,-11-10 0,1-5 0,12-10 0</inkml:trace>
  <inkml:trace contextRef="#ctx0" brushRef="#br0" timeOffset="8416">13529 6408 8342,'27'-8'1638,"-7"32"0,-6 14-1027,-10-2 0,-4 6-1002,0-5 1,-1 4 0,-2 2 0,-3-1-240,-6-1 0,-3 1 1,-3-2-1,2-1 525,0 3 0,-1-2 0,-1-1 0,-3 1 0,-3-2 0,3-5 0,3-12 0,0 0 0</inkml:trace>
  <inkml:trace contextRef="#ctx0" brushRef="#br0" timeOffset="8636">13917 7176 10141,'-10'38'540,"-13"4"-1360,3-3 1,-7-7 0,1-9 0</inkml:trace>
  <inkml:trace contextRef="#ctx0" brushRef="#br0" timeOffset="9037">14288 6408 7533,'-19'19'869,"0"1"1,-2 6-1,1 6-307,5-2 0,-1 7 1,2 2-1,0 1-1174,2 4 1,1 2 0,1 1 0,0 1 395,1-4 0,-1 2 0,0 0 1,2-1-1,2-2 36,0 10 0,3-3 0,6-5-1349,10 2 0,8-14 1738,16-25 0,0-9 1,-4-18-1</inkml:trace>
  <inkml:trace contextRef="#ctx0" brushRef="#br0" timeOffset="9237">14482 6631 8432,'-8'-8'3276,"-2"48"-1638,1 2 0,0 6-2216,0-2 1,1 2-353,4-5 1,1 2 0,0-5 382,-2-4 1,2-4 0,3 0 0,0-2 0,0 4 0</inkml:trace>
  <inkml:trace contextRef="#ctx0" brushRef="#br0" timeOffset="9402">14623 7028 7533,'9'12'3276,"-9"17"0,-17 10-4484,4-9 1,-2 2 1207,-3-6 0,1 0 0,7-1 0,0-2 0,-5 7 0</inkml:trace>
  <inkml:trace contextRef="#ctx0" brushRef="#br0" timeOffset="9736">14870 6532 10681,'0'42'1092,"0"-1"0,-4 3 0,0 3-955,1-7 0,0 2 1,-1-1-878,-2-4 1,0-2 0,0 1 589,3 1 0,0 0 0,0-2-526,-5 1 0,0-1-898,3 5 0,0-3 1574,-5 3 0,2-4 0,8-18 0</inkml:trace>
  <inkml:trace contextRef="#ctx0" brushRef="#br0" timeOffset="10252">15064 6433 8342,'0'-19'2879,"15"6"-2430,-11 13 540,15 17 1,1 12-181,-13 13 1,-8 9-675,1-8 0,-1 6 0,-2 1 0,-1-2-955,0-3 1,-1-2 0,-1 1 0,-2-1 125,-1 3 1,-2 0 0,-1-2 0,1-4-27,0-3 0,0-3 1,-1-3 841,-5 8 1,-1-5 0,4-12 0,-1-2 0,-2 0-1,1-1 1</inkml:trace>
  <inkml:trace contextRef="#ctx0" brushRef="#br0" timeOffset="10803">15311 6135 7533,'-10'-33'3276,"2"4"-1245,16 34-1672,17 30-404,-17-10 1,-2 4 178,4 14 1,-4-1-90,-9-15 0,-4 0 285,-3 4 0,-1 3 0,-1-3 29,-4 4 1,2-1-420,4 0 0,0 2 0,3-1-210,0 13 1,6-4 43,5-10 0,2-3 46,-2-1 0,1-1 674,4 0 1,-2 1 404,-8 14 1,-4 5-271,3-5 1,-1 4 0,-2 3-361,-1-5 1,-3 4 0,-1-1 0,0-1-1043,1-6 0,0-2 0,0 1 0,-1 0-47,-1 2 1,1 1 0,-1-2 0,0-5 272,-3 2 1,0-5 0,-2 0 0,-1-4 0,-10-6 0</inkml:trace>
  <inkml:trace contextRef="#ctx0" brushRef="#br0" timeOffset="48154">12241 1649 7533,'-27'-6'1979,"9"5"-1170,10-5 720,24-5-1349,12 8-180,3-2 0,8-1 0,-2 1-990,4 3 1,3 2 989,-5 2 0,6 1 0,0 0 0,-8 0 0,-3 1 0,-3 2 0,9 6 0,0 0 0</inkml:trace>
  <inkml:trace contextRef="#ctx0" brushRef="#br0" timeOffset="48384">12418 1661 0,'-31'31'546,"0"-1"0,1 1 0,8 1 0,2 4 0,1 1 0,1 3 34,2 0 0,0 4 0,1 1 1,1-1-1,3-2-648,0-2 1,2-1 0,2 0-1,2-2 433,3 10 0,3-1 0,10-8-635,22-7 0,7-10-765,-10-7 1,2-3 494,8 1 0,5 0 1,-2-7-451,5-11 1,-4-6 935,-6 3 1,-4-4 0,-6-6 0,-7-3 0,-3-10 0</inkml:trace>
  <inkml:trace contextRef="#ctx0" brushRef="#br0" timeOffset="48533">12259 2144 0,'-31'6'1638,"-1"1"0,34-6 1638,39-8-3138,-5 2 0,9-1 0,2-1 1,-4 0-1,-6 1 0,-3-1 0,3 0 1,12-1-1,0 0 0,0 0 0</inkml:trace>
  <inkml:trace contextRef="#ctx0" brushRef="#br0" timeOffset="49071">12982 1959 5824,'-10'-6'0,"3"-1"0</inkml:trace>
  <inkml:trace contextRef="#ctx0" brushRef="#br0" timeOffset="49369">12982 1822 7533,'0'-27'224,"0"0"1,8-14 1664,-6-2 450,-2 86-1980,-6-13 1,-4 4 0,1 5-389,2 0 1,0 5 0,0 2 0,2 1 0,1-1 297,2-2 1,1 0 0,2 1 0,1-2 0,2-3-63,1 5 1,1 1 0,5-7 0,6-14 181,17-19 1,8-14 0,-4-8-870,-8-6 0,-4-7 1,-2-7 11,-1-3 1,-1-6-1,-1-4 1,-3-1 0,-4 4-163,-5 2 0,-4 1 1,-1 1-1,0 0 202,2 2 1,1 1 0,-1 0 0,-2 3 427,-1-20 0,-6 13 0,-4 25 0,-3 20 0</inkml:trace>
  <inkml:trace contextRef="#ctx0" brushRef="#br0" timeOffset="50667">13864 1401 7803,'-29'38'1092,"-1"1"0,5-4 0,1 9-624,11-8 0,-2 8 0,1 5 0,0 4 0,1 0 0,1-3 0,1-5-943,2-3 0,1-3 0,2-1 0,0 2 0,0 3 205,-1 3 0,0 5 0,-1 2 0,1 0 0,3-1 1,3-3-1,4-7 112,6 1 1,5-6-1,3-2 1,1-1 157,5 6 0,2-2 0,4-6 0,-1-12 0,3-5 0,0-4 0,7-5 0,0 0 0</inkml:trace>
  <inkml:trace contextRef="#ctx0" brushRef="#br0" timeOffset="51766">14658 1661 7533,'-28'0'3276,"-21"5"-436,10 24-2361,6-6 1,-6 3 0,3 4-120,8 3 0,2 3 0,0-1-360,-3-2 0,0-1 0,7 1-405,2 17 0,16-7-224,32-15 44,11-9 0,6-3 450,-10-4 0,1-1 225,9-3 0,-12 5 854,-33 14 1,-14 4-915,-6-8 0,-7 1 0,0-1-1123,-2 3 1,-1 1 0,1-1 436,-13 6 1,7-2-1,12 4 1,23-22 0</inkml:trace>
  <inkml:trace contextRef="#ctx0" brushRef="#br0" timeOffset="51950">14958 2454 7533,'-26'6'3276,"-9"28"-3475,16-14 0,1 1 199,-5 8 0,3-1 0,0 9 0,4-13 0</inkml:trace>
  <inkml:trace contextRef="#ctx0" brushRef="#br0" timeOffset="52319">15646 1760 7533,'-41'4'655,"-1"0"0,1 0 1,1 7-1,0 2 0,5 5 437,7 1 0,4 4 0,1 2 0,-7 12 0,0 3 0,10-1-1149,12-3 0,8-2-303,0 6 1,10-6-737,11-17 1,7-10 375,1-13 1,4-10-1,-1-4-300,2-6 1,-1-6 0,-2-3 839,-4-3 0,-2-2 0,-1 1 899,-1 6 1,0 1 0,-10 6 1564,-13 3-800,-12 47 1,-3 20-1515,6-9 0,2 4 0,1-2-81,-5 9 0,6 0-1528,13 5 1,10-6 1091,3-25 1,3-4 0,-5 6 0,1-1 0,21 2 0</inkml:trace>
  <inkml:trace contextRef="#ctx0" brushRef="#br0" timeOffset="52536">15946 1574 7533,'35'29'3276,"0"4"-2184,-21 1 0,-3 8 0,-1-2 173,1-6 1,-2 3-1068,-4 2 0,-2 8 0,-1 4 0,-2-2 0,-2-7-588,-4-6 0,-2-4 0,-4 4-157,0 2 1,-2 5 0,-2 4 0,-2-1 0,-1-3 0,-2-6 486,-3-4 1,-3-5 0,-1-2 0,0 2-1,1 2 1,-2 1 0,1 1 0,-1-2-1,0-4 1,-8 0 0,0 0 0,0 1 0</inkml:trace>
  <inkml:trace contextRef="#ctx0" brushRef="#br0" timeOffset="53369">16492 1934 8612,'-11'-13'3276,"5"6"-2845,30 1 0,16 1-1556,-2 1 1,1 1 554,-6 1 0,2 0 1,-3 0 569,1-2 0,-3 2 0,9 2 0,-29 0 0</inkml:trace>
  <inkml:trace contextRef="#ctx0" brushRef="#br0" timeOffset="53502">16581 2107 7533,'-37'19'1638,"1"0"0,30 6-1343,45-25 1,18-11-296,-20 8 0,1 0 0,1-2 0,10-4 0,1-1 0,-4 0 0,-8 4 0,0 0 0</inkml:trace>
  <inkml:trace contextRef="#ctx0" brushRef="#br0" timeOffset="54552">17463 1488 8252,'-10'5'3148,"25"2"-2698,12-5 0,7-3-540,6 1 0,5 0 0,1-1-1003,4-3 1,0 0 0,-1-1 132,0 3 1,0 0 0,-4 0 299,-8-1 1,-2 0-1,-5 3 776,15 6 1,-19 0 0,-18 7 0</inkml:trace>
  <inkml:trace contextRef="#ctx0" brushRef="#br0" timeOffset="54967">17604 1524 7533,'-32'0'1638,"1"-1"0,-6 30-507,13 1-726,33 10 0,13 2-360,4-19 0,3-2-45,7 10 0,3-3-380,0-14 1,0-3 199,-11-3 0,-3 2-308,18 13 488,-23-8 90,-33 20 0,-13 3 180,-4-8 89,8-6 1,-7 5 0,0 0 0,3-3 404,0 0 1,1-1-315,-8 12 0,14-1-855,29-13 0,11-3 45,10-8 1,7-5-155,-5-2 1,4-2 0,0 0-580,3-3 1,1 0 0,-2 0 1046,4 2 0,-2 1 0,0 0 0,-3 1 1,-13 2-1,1 1 0</inkml:trace>
  <inkml:trace contextRef="#ctx0" brushRef="#br0" timeOffset="57250">20955 521 7533,'-28'-19'1092,"-1"-1"0,0-1 0,9 1 2184,26-1-3044,23 10 0,9 4-97,-11 3 0,3 2-330,10 2 0,6 0 0,-1 0-495,-9 1 0,0-1 1,0-1-404,1 0 1,1-1 0,-2 0 832,15-1 0,-6-1 1,-2-3-1,-27 2 0</inkml:trace>
  <inkml:trace contextRef="#ctx0" brushRef="#br0" timeOffset="57504">21061 434 7533,'-30'8'1092,"1"0"0,0 17 0,1 9-146,-1 1 1,-2 5 0,5 4-1316,11-4 1,3 3 0,4 1-1,2 0 391,1-4 1,2 0 0,4-1-1,6-2-202,10 4 0,8-2 1,5-9-584,4-12 0,4-7 1,0-6-168,1-7 1,1-6-1,-3-1 930,2-1 0,-6-2 0,-9-3 0,-7 1 0,-9 1 0</inkml:trace>
  <inkml:trace contextRef="#ctx0" brushRef="#br0" timeOffset="57653">20937 880 7533,'-21'-25'3276,"46"0"-3259,5 15 0,9 3 1,-2 0-18,5-3 0,0 0 0,-3 4 0,1 0 0,-5 1 0,10-8 0</inkml:trace>
  <inkml:trace contextRef="#ctx0" brushRef="#br0" timeOffset="58520">21661 508 7533,'-28'-12'3276,"3"16"-1901,15 15 0,2 9-790,-6 16 0,3 7-978,5-7 1,3 3 0,0 1 452,-2 1 0,1 1 0,5-5-90,6-9 0,4-2 0,4-7 203,11-2 0,3-14-323,-2-23 0,0-13 0,-1-4 30,1-8 0,-3-4 0,-2-4-337,-6 6 1,-2-3 0,-2 0 0,-1 1-414,0-5 1,-3 1-1,-2 3 296,0-5 0,-4 8 0,-2 5 0,0 28 1</inkml:trace>
  <inkml:trace contextRef="#ctx0" brushRef="#br0" timeOffset="59616">22278 310 8252,'-26'34'819,"1"1"0,8-1 0,1 4 0,2 3-312,1-1 1,1 2 0,1 3 0,2-1-972,2 0 1,1 1 0,3-1 0,1 0 283,2-4 0,1 0 0,2-1 1,3-4 179,3 2 0,4-4 0,0-4 0,5 2 0,2-6 0,1-11 0,1 1 0</inkml:trace>
  <inkml:trace contextRef="#ctx0" brushRef="#br0" timeOffset="60150">22684 570 7533,'-27'2'1092,"1"0"0,-10 12 0,3 8 546,7 8 0,3 5-732,-5 3 1,5 1-727,13-3 0,10-4-3457,26-1 1812,0-29 0,3-9 700,4-9 1,-2-7 584,-6-2 0,-5-2 1170,4-17 1978,-24 31-449,-8 44-2969,6 15-810,8-17 1,4-1 1259,11 9 0,15-19 0,-11-13 0</inkml:trace>
  <inkml:trace contextRef="#ctx0" brushRef="#br0" timeOffset="60416">22948 396 9062,'23'23'1092,"-1"0"0,-1 18 0,-6 5 546,-7-1 0,-7 5-2458,-3-11 1,-3 4 0,-3 2 0,-2-3 812,-5-2 1,-3-1-1,-1-1 1,0-1-1,3-1 1,-1-1-1,0 0 1,-1-2-1,-3-1 1,0 0 0,0 0-1,-1 0 1</inkml:trace>
  <inkml:trace contextRef="#ctx0" brushRef="#br0" timeOffset="61736">23407 744 7533,'-8'7'3238,"6"-2"-2878,-6-5 719,16 6-1439,2-5 270,7 10-539,32-10 629,-15 10 0,9-4 0,-27 6 0</inkml:trace>
  <inkml:trace contextRef="#ctx0" brushRef="#br0" timeOffset="61885">23424 942 7533,'-35'25'3276,"16"-6"-2145,42-1-1131,7-13 0,5-3 0,-1 1 0,0-1 0,4-2 0,-1 0 0</inkml:trace>
  <inkml:trace contextRef="#ctx0" brushRef="#br0" timeOffset="62703">24148 421 7533,'-20'-19'3276,"4"7"-2595,16 6 129,24 6-361,12 10 1,4 2-405,-8-4 0,1 1-525,8 2 1,6 2-1,-4-1 11,1-2 1,-3-1 0,-3-2 0,-2-2 0,-8-2 0,1 0 0</inkml:trace>
  <inkml:trace contextRef="#ctx0" brushRef="#br0" timeOffset="63067">24359 446 7533,'-31'0'1092,"0"0"0,3 5 0,3 1 2184,-11 8-2812,27 27-554,11-6-45,15-10 0,7-2-540,-6-6 1,3-3-46,10-2 0,-1 1 495,-7 5 1,-9 4 493,-17 3 1,-8 1 405,-10 15 0,-7 0-181,-4-11 1,-2 0 584,-3 6 1,15-3-1440,35-11-135,11-6 1,7-3-1145,14-8 1,2-3 1363,0 0 1,-3 1 0,-12 0 0,-4 0 0,6 4 0</inkml:trace>
  <inkml:trace contextRef="#ctx0" brushRef="#br0" timeOffset="65103">24377 1190 9781,'-18'-7'2519,"-7"40"-2159,5 4-180,7-2 0,1 3 134,-4 8 1,6-2-765,22 2 90,-4-19 1,6-8-271,12-22 1,2-13 89,2-21 0,-7-9 1035,-9 11 0,-8-1-1,-11-10 1,-8 6-45,-10 10-450,-2 34 0,1 10 0,4 9 0,-5 19 0</inkml:trace>
  <inkml:trace contextRef="#ctx0" brushRef="#br0" timeOffset="66366">24571 1438 7803,'-10'7'1619,"2"-2"-990,8-5 810,0 0-1978,0 6 539,8 6 0,-6 2 0,6 4 0</inkml:trace>
  <inkml:trace contextRef="#ctx0" brushRef="#br0" timeOffset="66799">24518 1649 9961,'10'13'540,"-2"15"-90,-8-2 359,-8 7-449,6-3-630,2-17-1439,25-24 1709,5-4 0,5-16 0,-9 6 0</inkml:trace>
  <inkml:trace contextRef="#ctx0" brushRef="#br0" timeOffset="67833">25012 459 7533,'-10'-14'2968,"2"8"-1349,8 52-1214,0-6 0,0 2-315,0-2 0,0 3-198,1-1 1,-1 4-1,-1-2-207,-2 6 1,-2-2-91,1-2 0,-1 0-495,-3 3 1,-2-6-1709,-8-3 2608,9-8 0,-7-15 0,6-17 0</inkml:trace>
  <inkml:trace contextRef="#ctx0" brushRef="#br0" timeOffset="68099">25030 471 7533,'7'-33'3276,"27"15"-2685,13 31-996,-18-3 1,-3 6-1,-8 6 0,-9 4 360,-20 5 0,-11 0 225,-9 5 0,-5-2-210,9-12 0,-2-1 0,3 0 30,0 2 0,7-4 0,13-6 0,33-15 0</inkml:trace>
  <inkml:trace contextRef="#ctx0" brushRef="#br0" timeOffset="68333">25488 359 7533,'-15'-8'1638,"-2"22"0,-2 12-546,-1 4 0,-2 7 0,2 2-1133,3-1 1,3 4-1,0 1 1,2 0-343,0 1 1,0 1 0,4 0 0,4-2-711,7 8 1,6-2 0,5-6 623,11 2 1,7-10 0,-1-14 0,2-7 0,-3-11 0,-1-1 0</inkml:trace>
  <inkml:trace contextRef="#ctx0" brushRef="#br0" timeOffset="69199">25823 558 7982,'-19'0'2249,"3"0"-1709,8 27-315,0 4 0,-1 6-195,2-4 0,0 2 0,1 0-214,-1 2 0,1 0 0,1-2 364,4 2 0,2-5 66,9 1-66,9-45 0,3-15-360,2-11 0,-1-5 90,2 8 0,-3-3 150,-7 0 0,-4-5 0,-3 4 390,-6 5 0,-4 2-360,-1 1 0,-4 3 314,-7 4 1,-5 8-225,-27 27-1819,26 5 1,1 5 1591,-1 2 1,7 1 0,21 25 0,11-13 0</inkml:trace>
  <inkml:trace contextRef="#ctx0" brushRef="#br0" timeOffset="69383">26000 731 7533,'-20'0'3276,"4"6"-3404,24 12 128,2-9 0,0 19 0,-2-14 0</inkml:trace>
  <inkml:trace contextRef="#ctx0" brushRef="#br0" timeOffset="69549">26000 917 8432,'0'20'3276,"-16"8"-1605,12 4-2210,-12 7-2430,40-8 2969,-10-24 0,27-15 0,-14-17 0</inkml:trace>
  <inkml:trace contextRef="#ctx0" brushRef="#br0" timeOffset="69787">26335 359 7533,'0'-26'3276,"0"19"0,0 10-1638,-3 18 0,-2 9-481,-3 15 1,-2 8-1687,4-13 1,-2 3 0,1 2-1,1 2-127,1-6 1,1 3-1,1-1 1,-1 1 0,0 0 650,0 0 0,-2 0 1,1 0-1,0-2 1,2-3-1,1 9 0,3-3 1,-2-4-1,-3 2 1,0 0-1</inkml:trace>
  <inkml:trace contextRef="#ctx0" brushRef="#br0" timeOffset="70449">26705 582 7533,'-17'-26'3276,"7"8"-2055,-6 13 308,-17 27-1169,13-2 0,1 4-1,-9 12 1,3 4-225,9-4 0,4-1-360,2-6 1,5-2-226,12 1-1529,19-21 360,11-29 719,-10 2 1,-1-5 899,-6-10 0,-3 0 90,1 10 0,-2 3 1439,-7-17 1079,-1 38-2248,-8 1 90,0 1 809,0 21-1349,0 21-1394,0-9 0,0 2 1484,0-2 0,0-2 0,3-1 0,2-3 0,5 3 0</inkml:trace>
  <inkml:trace contextRef="#ctx0" brushRef="#br0" timeOffset="71283">26952 421 8162,'0'34'1638,"7"-5"0,2 3-128,-3 5 1,0 2-1272,0 3 1,0 4 0,-1-3-1078,1 5 1,-4 0 957,-7-4 0,-3 0 0,-2-6-120,-12 6-540,-1-14 0,-7 3 1,1-4 539,-5-3 0,-1-2 0,8-4 0,0 1 0,1-2 0,-4-1 0,1 0 0</inkml:trace>
  <inkml:trace contextRef="#ctx0" brushRef="#br0" timeOffset="72719">27499 459 7443,'0'-20'3276,"0"8"-1335,0 6-682,0 6 270,-8 34-539,-2 12-541,5-12 1,-2 5 0,2-3-865,0 2 1,0 1 744,-1 2 0,1 3 0,0-2 74,4 2 1,0-3-180,0 1 0,2 0-75,5-6 0,3 1 0,2-7-150,10 5 0,4-1 0,7-6-135,6-23 0,3-12 15,-10-7 0,0-6 0,1-4-263,-3-3 1,1-4 0,-1-2 0,-4-3 179,-3-5 1,-3-3 0,-2-2 0,-2 3 172,2-3 0,-3 0 0,-2 2-330,-3 1 0,-2 1 1,-7 7-2918,-24-6 3264,18 3 0,-17 28 0,23 17 0</inkml:trace>
  <inkml:trace contextRef="#ctx0" brushRef="#br0" timeOffset="73400">28275 471 6633,'10'-19'1889,"-2"1"270,-8 11-1260,-8 7 90,-4 21 1,-2 9-180,-7 10-848,9-11 0,-1 7 1,0 3-1,2 0 240,2 0 1,2 2-1,1-1 1,-1 0-173,-6 8 0,0-1 0,3 3-143,5-6 1,1 4-1,2-2 1,3-7-743,6 1 1,4-6 314,0 3 1,7-5 539,22-6 0,3-12 0,2-18 0,-8 0 0,0 0 0</inkml:trace>
  <inkml:trace contextRef="#ctx0" brushRef="#br0" timeOffset="74432">28698 657 7533,'-18'19'1079,"-1"0"0,-3 11 1,3 4-721,8 2 1,2 3-45,-1 7 0,3-1-360,6-1 0,10-6-225,10-18 0,5-8 270,9-10-60,-8-19 0,1-11 1,-4-1 14,-8-7 0,-5-4 134,4-1 1,0-4 0,-6 3 360,-7-5 0,-7 3-135,-1 8 0,-4 5-315,-15 2-900,-15 40 360,29 4 540,-1 7 0,4 3 0,10 4 0,0 12 0</inkml:trace>
  <inkml:trace contextRef="#ctx0" brushRef="#br0" timeOffset="74599">28945 917 10951,'-9'38'-2159,"1"-1"2159,8-17 0,8 2 0,1-15 0</inkml:trace>
  <inkml:trace contextRef="#ctx0" brushRef="#br0" timeOffset="74766">28928 1103 7533,'-8'32'3276,"6"-7"-1245,-6 9-3740,8 5 1709,0 1 0,8-5 0,2-17 0</inkml:trace>
  <inkml:trace contextRef="#ctx0" brushRef="#br0" timeOffset="75003">29210 1277 9332,'0'24'3276,"-8"-4"-2415,-9 14-2570,-11-1 1709,10-13 0,1-1 0,-11 11 0,3-12 0</inkml:trace>
  <inkml:trace contextRef="#ctx0" brushRef="#br0" timeOffset="75599">29633 719 6183,'-17'-14'3276,"7"3"0,-21 22-1875,8 16 1,0 9-1252,4-5 0,0 3 0,1-1-381,1-3 1,2-1-1,2 2 261,-1 7 0,2 3 0,6-7-401,12 3-349,8-12 1,5-8 44,9-23 0,1-9 495,-4 4 1,-1-5 29,-1-10 0,-1-7 0,-4 0 15,-6-7 0,-3 2 0,5 3 1,0 2 629,-2-2 0,-8 8 1573,-20 19-1618,4 8-90,-5 17 0,1 7-90,4 13-750,5-5 0,1 5 0,3-2-60,9-2 1,4-1 539,10 12 0,3-3 0,11-4 0,-10-28 0,1-1 0</inkml:trace>
  <inkml:trace contextRef="#ctx0" brushRef="#br0" timeOffset="76019">29986 496 9512,'23'23'1092,"-1"-1"0,2 16 0,-5 5 0,-9-6 0,-5 3 0,0-1-1041,0-5 0,-2 0 1,-3 1 60,-5 3 0,-4 3 1,-3 1-1,-3-3-429,-5 0 0,-3-3 0,-3 1 0,-1 1 317,3-4 0,0 1 0,-2 2 0,-1-1 0,1-2 0,0-1 0,-7 5 0,0-1 0,-1-2 0,0-2 0,1-6 0,0 0 0,-1 0 0,1 1 0</inkml:trace>
  <inkml:trace contextRef="#ctx0" brushRef="#br0" timeOffset="101749">18327 2380 8252,'-28'-12'3276,"3"-1"-1784,7 6-683,1 2-314,-3 17 0,-2 9-271,-1 4 1,-1 2-225,0-1 0,1 3-360,4 15 1,5-3-361,6-14 450,12-2 0,8 1-360,8-10 1,3-2 359,10 8 180,0 1 0,-9 5 1979,-36 17-1349,-3-7 0,-7-1-1035,-6-9 0,-3-3-719,0-1 0,2-6 1214,3-13 0,18-23 0,8-8 0</inkml:trace>
  <inkml:trace contextRef="#ctx0" brushRef="#br0" timeOffset="101949">18538 2194 9602,'-25'17'1638,"10"5"0,3 4-1600,1-2 1,2 1 0,-4 9-1,2-2 1,2 11 0</inkml:trace>
  <inkml:trace contextRef="#ctx0" brushRef="#br0" timeOffset="103383">24165 1673 0,'-8'7'240,"-1"-1"3036,-9-12-422,16 10-546,28 14-1813,2-2 0,6 1-316,9 4 1,4-3-349,-7-8 1,1-2 0,0-1-132,-4-2 0,-1-1 0,1-2 0,2-3 0,0-2 1,-4-4 1722,4-8 0,-5-6-839,-5-10 1,-7-7-106,-12 1 1,-4-5 0,-5-2-396,-1 8 0,-4-2 0,-1-1 0,-1 1 140,-1-2 1,-1-1 0,-2 2 0,-2 1 165,-8-9 0,-4 3 0,-3 4-88,0 7 1,-3 5 0,-1 4-63,-1 5 0,-1 4 0,0 6 74,-17 10 1,2 7-540,14-5 0,3 7-435,1 14 1,1 9 0,8 1-151,10 0 0,4 2 735,-7 3 1,-2 3 0,7-2 0,14 3 0,6-2-1,-2 1 1,1 0 0</inkml:trace>
  <inkml:trace contextRef="#ctx0" brushRef="#br0" timeOffset="128633">18803 1549 8972,'10'-8'3276,"-2"42"-1638,-7-2 0,-2 8-1321,-1-4 0,0 9 0,-1 4 1,0 2-1,0-2 0,0-6-1051,0-1 1,0-4 0,0-1-1,0 4 320,0 8 0,-1 6 1,1 0-1,-1-4 0,1-12-722,-2-3 0,2-11 1136,3-13 0,-8-25 0,-2-19 0</inkml:trace>
  <inkml:trace contextRef="#ctx0" brushRef="#br0" timeOffset="128900">18856 1549 7713,'18'-19'2158,"-1"7"-1348,1 6-540,7 17-90,-5 3-360,5 7 0,-1 5 360,-10-4 0,-5 3 44,0 13 1,-8 2-1696,-12-9 0,-7-3 1561,-7 5 0,-5-5-405,0-11 0,-1-2-809,8 0 0,1-2 1124,-5 1 0,19-1 0,18-8 0</inkml:trace>
  <inkml:trace contextRef="#ctx0" brushRef="#br0" timeOffset="129282">19403 1438 8432,'-34'27'1638,"16"2"0,-1 10-1092,5-8 0,-2 7 0,-1 4 0,1 3 0,0-2 0,3-1-619,1 1 0,1-1 0,2 0 1,1 1-1,1 2-362,1 1 0,-1 4 0,1 1 1,3-1-1,3-3 0,4-6 435,10 7 0,6-6 0,5-7 0,1-10 0,3-6 0,1-7 0,12-12 0,0-1 0</inkml:trace>
  <inkml:trace contextRef="#ctx0" brushRef="#br0" timeOffset="130482">19826 1698 7892,'0'-25'3276,"0"12"-975,-23 18-1941,1 16-135,2-1 0,-3 3 0,-14 8 0,-1 4-91,8 3 1,0 1-255,5-13 0,0-1 1,4 1-106,4 5 0,9-2-315,17 7-269,27-11-1,-2-10 1,0 0 584,-11 0 0,-3 2 270,1 6 0,-8 2 764,-25 15-629,-3-18 0,-5-1-450,-16 7 0,-3-4 270,-6-5 0,17-1 0,5-8 0,17-17 0</inkml:trace>
  <inkml:trace contextRef="#ctx0" brushRef="#br0" timeOffset="130767">20020 1524 11041,'-17'18'2158,"7"2"-4766,-14 15 1439,5-2 1169,5-11 0,0-1 0,-11 11 0,7-2 0</inkml:trace>
  <inkml:trace contextRef="#ctx0" brushRef="#br0" timeOffset="131066">20179 1425 11490,'-5'47'819,"0"-1"0,-4-2 0,-2 4 0,0 1 0,2-6 0,0 0 0,-1 3 0,0 1-1366,2-4 1,-2 2 0,1 2 0,-1 1 0,1-2 0,1-2 293,-1 0 1,2-1 0,-1-2 0,1 0 0,0 1 0,1 0 0,-1 1 0,0-1 0,1-3 0,1-5 0,0 0 0,0 1 0</inkml:trace>
  <inkml:trace contextRef="#ctx0" brushRef="#br0" timeOffset="131767">20532 1785 7173,'0'-19'3276,"-16"12"-2325,-4 25-771,0-1 0,-3 4-270,-4 9 0,1 2 45,6 0 0,1-1 45,1-4 0,3-3-90,7 12-629,32-12 809,-3-5-90,7 0 270,-13 5 179,-38 11-899,5-4 1,-2 0 449,-7-3 0,0 0 0,7 2 0,2-1 0,-5 1 0</inkml:trace>
  <inkml:trace contextRef="#ctx0" brushRef="#br0" timeOffset="131966">20620 2268 8792,'-23'16'1079,"1"0"1,0 7-1,1 1-2718,-2-1 1,3-1 1535,-10 18 0,5-11 1,17-23-1</inkml:trace>
  <inkml:trace contextRef="#ctx0" brushRef="#br0" timeOffset="132300">20832 1983 9512,'-26'-7'3276,"-9"35"-1638,15-9 0,3 3-1856,-1 7 0,8 0-1131,18 14-540,21-42 764,2-16 1,-1-7 1349,-13 1 0,-3-1 404,6-4 1,-8 10 2518,-20 27-2428,6 6-1350,-3 9 1,2 1-1530,11-5 270,-6 7 1069,21-17 1,-19-5 0,12-2 0</inkml:trace>
  <inkml:trace contextRef="#ctx0" brushRef="#br0" timeOffset="132499">21078 1797 7533,'18'-20'3276,"8"47"-2184,-17 2 0,-3 8 0,-2 2-273,-1-3 0,-1 2 0,-2 2 0,-3 2-1208,-2-1 1,-1 3 0,-3 0-1,-2 0 1,-1-3 388,-5 4 0,-4-2 0,-1-2 0,0-2 0,2-2 0,-1-2 0,0-2 0,-2-3 0,-5-2 0,0-1 0,0 1 0</inkml:trace>
  <inkml:trace contextRef="#ctx0" brushRef="#br0" timeOffset="148556">19491 2640 8882,'-27'-7'3276,"9"7"0,41 2-2542,1-2-914,19-6 0,4-1-45,-20 3 0,-1 0-90,10-2 1,-3 1 763,-8 5 361,-25 0-91,-33 0-449,1 0-135,7 2 0,-1 1 675,-17 4 449,6 0-180,10-1-539,11-6-630,16 0-90,31-6-180,9-6 90,-9 5 1,0 0-1,14-5 1169,-19 6-179,-42 6-360,-13 0-450,-1 2 0,-1 2 270,-16 8 314,16-3 1,3 1 45,7 4 90,-3-3-451,24-11-179,24 0-539,13-11 224,-10 7 0,1 0-405,9-9 810,-14 2 900,-46 10-181,-14 12-314,9-1 0,1 1-1664,-10 9 989,13-3-3097,48-17 0,13 0 2986,-10 0 1,1 0 0,17 0-1,-12 0 1</inkml:trace>
  <inkml:trace contextRef="#ctx0" brushRef="#br0" timeOffset="179199">21555 1797 7533,'-10'-26'2158,"2"8"-269,8 13-449,0-1-361,8 27-449,-6 6-316,2 5 1,0 4-1189,-7 4 1,-2 1 1188,4 8 0,0 1-136,-1-13 1,-1 0 0,0 1-998,1 1 0,-1 1 0,0-1 908,0-1 0,0 0 0,-1-1-30,-1-1 0,-2-1 0,2-1-54,0 7 1,0-1 308,-7 1 0,0-3-135,9 3 89,-21-1-1528,6-66 360,7-21 309,8 14 0,1-6 0,3-5 0,3 0 32,2 2 1,4-3-1,2-1 1,0 1-1,-1 1 764,-1-2 1,0 0-1,0 2 1,3 0-163,1-3 1,3 0 0,0 3 0,1 10 315,4 9 0,-1 7-123,17-7 483,5 7-90,-8 11 179,0 13-629,-7 2 489,-11 38-489,-9-11-1,-14-2 1,-3 1-90,4-8 0,-2-1 1146,-8 0 0,-3-1-1101,-3 4 0,-2-2 135,-16 3 179,9-5 1,1-3 810,0-6-811,4 3 996,25-1-366,33 2-989,-2 7-45,-9-9 0,-1 2-270,-3 5 1,-2 0 224,3 12-1639,-2 6 1,0 1-1,-3-17 1,-1 0-1,-3 5 1,0 0 818,5 3 1,-7-22 0,2 0 0</inkml:trace>
  <inkml:trace contextRef="#ctx0" brushRef="#br0" timeOffset="179483">22278 1773 7533,'-22'33'655,"-1"0"0,1 0 1,5-4-1,0 0 0,0 3 164,-2 9 0,-1 4 0,0 3 0,3 0-294,6-8 1,1 1 0,2 0 0,0-2 0,0-2-436,-5 7 0,0-4 0,4 5 143,3-2 1,2 7 0,2 1 0,2-2 0,2-8-1506,4 7 1,5-3 451,-2-8 1,0 3 0,3-1 0,3-9 554,19 0 1,3-9 0,-9-1-1,1-4 1,0-7 0,1 0 0</inkml:trace>
  <inkml:trace contextRef="#ctx0" brushRef="#br0" timeOffset="180633">22648 2095 9691,'-19'-13'2789,"3"7"-1980,8-5 361,-25 37-586,10-8 1,-1 4-270,-8 5 0,1 5-1,6 4 1,5-1-135,2 5-180,13 2-270,36-23 270,-17-1-359,27-6-1,-14 12 360,1-4 360,-19 27-1,-18-19 1,-7 1-1999,-6 1 1,-3-1 951,2-3 0,-1-3-952,-2-3 1,3-5 852,11-7-2491,-11 3 3016,29-11 1,-5 6 0,17 0 0</inkml:trace>
  <inkml:trace contextRef="#ctx0" brushRef="#br0" timeOffset="180805">22789 2714 9961,'-27'18'2879,"2"2"-3509,7 4-1709,0 1 2339,8-11 0,-5 2 0,5-9 0</inkml:trace>
  <inkml:trace contextRef="#ctx0" brushRef="#br0" timeOffset="181266">23054 2281 7533,'-33'5'3276,"-5"13"0,1 14-2460,19-15 1,3 4-817,7 12 0,6-1 0,2 0-180,2 13-989,22-38-990,3-18 1170,10-15 359,-13-3 0,-5-3 945,-8 5 0,-2 1-315,7-18 1349,-16 22 1619,-8 27-1169,-2 13-1349,4 12 0,2 5-1440,-1-7 1,2 2 98,6 12 1,2-1-190,0-12 1,0-2 1079,5 17 0,6-7 0,-7-7 0</inkml:trace>
  <inkml:trace contextRef="#ctx0" brushRef="#br0" timeOffset="181454">23230 2752 10051,'0'49'1304,"-5"-16"1,-5 0-1774,-7-3 1,-2 0 0,1 1 0,-3-1 0,-4-6 0,-1 1 0</inkml:trace>
  <inkml:trace contextRef="#ctx0" brushRef="#br0" timeOffset="182783">23654 2318 8792,'-8'-14'3276,"-10"9"-2531,-2 15 1,-3 8-431,-1 7 0,1 1-135,-1 1 0,3 0-1,6-1 1,5 2 0,7-1 0,6-2-540,14 6 450,3 10 0,5-23-539,1 0 269,-7-10 180,7 14 360,-16-8-1,-10 10-269,-18 1-675,-5-6 1,-5-2-1055,0-5 1,-1-2 1501,-3 4 1,1-4 0,-4-16 0,20-8 0</inkml:trace>
  <inkml:trace contextRef="#ctx0" brushRef="#br0" timeOffset="183215">23901 2107 10771,'-28'23'1574,"11"-2"0,1 1-1574,1 1 0,3 1-1394,1 6 0,2 1 1394,-3-3 0,0-1 0,3 13 0,-9 1 0</inkml:trace>
  <inkml:trace contextRef="#ctx0" brushRef="#br0" timeOffset="184800">24165 2218 7533,'0'31'3276,"0"6"-1875,0 7-97,-6 2 1,-3 2-991,4-18 1,-2 1-1148,-5 8 0,-2 5 0,-1-7 608,1-11 0,-2 0-555,-2 6 1,-2 5 0,-1-3 21,-6-3 0,0 0 758,3 9 0,1 0 0,-3-12 0,3-1 0,9-6 0,0 0 0</inkml:trace>
  <inkml:trace contextRef="#ctx0" brushRef="#br0" timeOffset="185466">21343 1512 7533,'-10'-21'3276,"2"5"-1965,40 22-1131,-1 0-360,-2-2 0,3-1-360,6 4 1,0-3 134,-8-5 0,-1-2-675,3 6 1,-3-2 1079,4-6 0,-23 5 0,-2 0 0</inkml:trace>
  <inkml:trace contextRef="#ctx0" brushRef="#br0" timeOffset="185705">21519 1537 7533,'-22'12'1092,"-1"-1"0,-3 12 0,1 8-26,8 4 1,3 6 0,0 4-1723,3-3 1,0 5-1,0 2 1,1 0 0,0-3 643,0-1 1,1-2 0,0 0 0,0 5 49,3-7 1,-1 3-1,1 3 1,0 0 0,0 0-1,1-4 1,0-3-57,-1 1 1,1-4 0,1 0 0,-1 2 142,1 1 1,0 3 0,1 0 0,0 1 0,0-2 301,0 8 0,1-1 1,0-1-1,1-4-97,0-2 0,1-4 0,1 1-150,-1 4 0,0 0 0,8-5 851,12-4 0,9-9-1931,12-9 1,8-5-194,-3 0 1,4-1 0,-3-2 623,-10-1 1,-3-2 0,1 1 0,17 2 0,-6 4 0,-11 13 0</inkml:trace>
  <inkml:trace contextRef="#ctx0" brushRef="#br0" timeOffset="204783">24624 2603 5624,'-26'5'3276,"15"2"0,-5 0-288,39-1-1350,12-8 0,7-2-1207,4 1 0,4-1-1257,-5 1 0,3-1 0,-2-1-267,-8 0 1,-2-1 0,-2-1 1038,9-7 1,-6-2-1,-12 3 1,-7-2-1,-2-21 1</inkml:trace>
  <inkml:trace contextRef="#ctx0" brushRef="#br0" timeOffset="204950">24994 2231 12300,'0'44'655,"0"-1"0,-4-8 1,-1 3-1,-2 2 0,0 1 0,0 0 0,0 2 1,-1 1-1,0 1 0,1 0-1311,-1 3 1,0 2-1,0 1 1,0-2 0,0-2 348,-1 1 1,0 0-1,1-3 1,1-3 0,3 0-1,2-4 1,0-4-1,2-7 1,0-1 0</inkml:trace>
  <inkml:trace contextRef="#ctx0" brushRef="#br0" timeOffset="-158630.73">25770 2268 7533,'8'-31'3238,"-6"-5"-2788,6 15 809,-8 3-450,8 13 271,-6 5-271,-2 22-89,-10 16-405,-1-2 0,-3 3-293,-6 3 1,-4 4 157,8-11 0,-1 4 0,-1 0 0,-1-3-557,-5 0 0,-2-2 0,1 2 399,7-3 1,1 3-1,-1-1 1,1-3-413,-4-1 0,0-2 1,4-4 389,-4 18-1799,-3 1 160,39-62 1,9-18 545,-3-2 1,0-6 0,2-3 721,-5 12 0,3-1 1,-1-2-1,1 0 0,-1 0 569,-1-1 0,-1-2 0,1 1 0,-2 1 0,0 3 894,5-11 0,-2 5 0,-1 8 2184,6 4-1932,-19 52 0,-4 17-1194,-1-5 0,-2 3 0,1 2-360,1 4 0,2 1 0,1-3 120,2 5 0,6-9-719,23-10 494,-13-40 0,1-11 75,0-1 0,1-3 0,-3 1 195,-3 0 1,-2 2-1,9-9 0,-3 6 674,-12 15 1154,-1 6-524,7 18-585,-16 21 1,-6 7-315,4 10-1223,-2-9 1,-3 6 0,1-7 772,-4 8-855,5 2 1,2 0-1548,3-1 2492,0-19 0,0-2 0,0 3 0,0-12 0</inkml:trace>
  <inkml:trace contextRef="#ctx0" brushRef="#br0" timeOffset="-158430.73">26405 2157 0,'-9'0'3276,"1"0"0,16 5-1638,17-1 0,6-1-2693,-4 1 1,-1-1 1123,9-2 1,1-2-70,3-3 0,-6-5 0,-7-10 0,-2 7 0,1 0 0</inkml:trace>
  <inkml:trace contextRef="#ctx0" brushRef="#br0" timeOffset="-158242.73">26617 2157 0,'-29'39'350,"-1"0"0,14-12 0,-1 1 742,-7 7 0,-4 4 0,7-4 546,13-8 0,1 0-342,-13 16 1,1 2-488,12-9 1,4 0 335,-3 1 0,2 3-1115,1-6 0,2 2 0,5-2-750,8-2 1,6-2 0,1-2-920,8 8 1,5-9-1,4-16 1,0-9 1185,7-13 1,-29-11 0,-4-3 0,0-14 0</inkml:trace>
  <inkml:trace contextRef="#ctx0" brushRef="#br0" timeOffset="-158096.73">26511 2665 7533,'-37'7'3276,"35"-7"-1676,28-7 0,17-4-1600,-12 4 0,2-1 0,15-6 0,-4-1 0,0-4 0</inkml:trace>
  <inkml:trace contextRef="#ctx0" brushRef="#br0" timeOffset="-157242.73">26952 2206 7533,'-17'-12'2069,"7"0"-1,-6-7-1888,14 11 360,-6-3-630,8 11 270,8 0 360,-6 6 359,6 1 450,-8 27-2146,-3 1 1,-2 3 976,1-6 0,-2 1 209,1 3 1,-1 3 0,0 1-290,0 2 0,-1-1 1,2-1 33,0 4 1,0 0 75,1-7 0,1 2 0,2-6 600,9 10-226,8-20 1,2-2-405,5 6 45,1-13 0,1-6 404,3-13-685,0-13 1,2-10-1038,-10 3 1,-1-3 0,-1-1 212,10-11 0,-1-3 716,-11 9 1,-1-4 0,-1 0 0,-2 5 0,-1-1 0,-1 0 0,2-1 0,-1 0 0,0-1 0</inkml:trace>
  <inkml:trace contextRef="#ctx0" brushRef="#br0" timeOffset="-156929.73">27552 2107 7533,'-10'-14'2878,"-6"3"-1240,0 29 0,-1 14-546,2-1 0,-1 4 0,0 0-1506,-2-3 1,-1-1 0,1 5 930,3 4 0,2 5 1,1 1-1,1-5-202,0 7 0,3 0-465,1 0 0,1 3 0,3-5-30,5-5 0,4-2-1394,5 7 0,3-5 1556,8-13-1621,1-10 1,3-7 982,11-16 1,8-15-1,-23 5 1,-1-1 0</inkml:trace>
  <inkml:trace contextRef="#ctx0" brushRef="#br0" timeOffset="-156625.73">27869 2343 7533,'2'-14'3276,"-4"3"0,-39 33 0,10-11-3029,9 8 0,1 2 113,-5-6-405,5 11 0,1 4 225,-3 8 13,2-11 1,1 1-373,2 18 358,8-23-1078,10 16 629,10-29 63,8 17 162,2-11 0,1-1 45,-6 8-45,3-3 0,-4 1-315,-14 3 831,-8 2-921,-10 10-449,-9-15-361,-2-3 1,-1-2 450,-3-6 584,7 1 0,3-5 225,5-23 0,8-9 0,2-19 0</inkml:trace>
  <inkml:trace contextRef="#ctx0" brushRef="#br0" timeOffset="-156429.73">28063 2144 7533,'-19'6'3276,"-5"12"0,15-3-2010,-3 9 1,-2 3-2122,-4-4 0,1 1 503,6 1 0,0 2-1287,-10 9 1,3-3 1580,14-8 0,-12 20 0,16-26 1</inkml:trace>
  <inkml:trace contextRef="#ctx0" brushRef="#br0" timeOffset="-156158.73">28205 2057 12750,'19'10'3276,"13"11"-1638,-25 12 0,-3 6-687,5-12 1,0 2-817,-4 11 1,-2 6 0,-3 0 344,-6-2 0,-3 1 0,0 1-570,3-5 0,1 3 1,-3-1-1,-2 1-162,-4-5 0,-2 2 0,-2-1 0,-1-2 1,2-2-753,-5 9 0,0-4 0,-3-1 184,1-9 1,-3 1 0,1-2 0,1-5 350,-4 3 1,1-5 0,-5-1 0,0-2 0,10-8 0,1 0 0</inkml:trace>
  <inkml:trace contextRef="#ctx0" brushRef="#br0" timeOffset="-155530.73">28416 1909 7533,'-19'-21'3276,"3"-1"0,24 21-923,9 1-1949,7 2 1,3 3-270,9 1 0,1 0-90,0 0 0,0 0-342,2 0 1,-1 1 296,-11-2 0,-1 2-450,19 11 450,-22 4 0,-3 3 539,0 18-494,-11-7 0,-3 5 495,-8 1 0,-4 1-932,2 1 0,-1 3 542,1-8 0,1 2 0,0 0 120,-3 0 0,1 0 0,0 1-31,4 1 1,1 0 0,-1 3 191,-1-7 1,-1 3 0,-1 1 0,1-1 0,-1-5-312,1 0 0,0-3 0,0 2 307,0 5 0,0 6 0,-2-4 1,-2-10-68,-18 4 44,6-4 1,-6-2-1979,-12-13 0,-4-3 859,8 1 1,-3 0 714,1-5 0,-6 1 0,0-1 0,4 0 0,-7 3 0,1 1 0,8-3 0,-1 0 0,0 0 0,0 0 0</inkml:trace>
  <inkml:trace contextRef="#ctx0" brushRef="#br0" timeOffset="-153696.73">21872 15493 9961,'-25'39'929,"11"-12"1,0 4 0,-1 2-728,0 1 0,-1 1 1,0 2-1,0-2-1038,-5 5 0,-1 0 1,0 1 880,3-1 0,0 2 0,0-1 0,0-4-45,-2-6 0,-1-3 0,2 1-60,3 1 0,2 1 0,0-2-30,-7 7 0,11-15-1298,34-41 398,-8-1 1,2-5 569,1-4 1,3-3-1,0-3 17,0-1 0,0-3 1,1-1-1,-1 1 380,-2 5 1,0-1-1,0 2 1,0-1 494,1 0 0,0 0 1,1 2-1,-2 5 787,9-5 1,-5 18-541,-8 33 1,-4 12-406,-1 14 1,-2 5-225,-5-15 0,0 1 0,0-1 581,3 11 0,4-6-312,15-2-258,5-24-101,13-31 135,-10-8 0,1-3 225,-5 6 0,0 1 412,0-6 1,-3 10 217,6 34-946,-29 19 1,-6 9-810,3 3 1,0 1 615,-1-15 1,1 1-1,1-1-751,0 14 1,5-7-2378,20-4 3129,3-11 1,7-34-1,-11-22 1</inkml:trace>
  <inkml:trace contextRef="#ctx0" brushRef="#br0" timeOffset="-153479.73">22578 15542 7533,'-2'12'3276,"51"-5"-2171,-16-11 1,2-3-1421,10 3 0,1-1-1061,-7-7 1,-2 0 1375,8 5 0,-17-4 0,-13 5 0</inkml:trace>
  <inkml:trace contextRef="#ctx0" brushRef="#br0" timeOffset="-153229.73">22719 15555 7533,'-35'16'1638,"12"14"0,2 10-546,5 1 0,1 5 0,1 0-1678,3-2 1,2 1 0,0 1 675,1-9 0,0 1 0,2 0 0,5-3 60,6 2 0,4-2 0,0-3-60,-4-3 0,4-2-315,16 8 0,7-8-1103,-5-23 1,0-5-742,22 5 944,-14-18 1,-5-6-405,-8-4 1529,3-17 0,-17 10 0,-8-1 0</inkml:trace>
  <inkml:trace contextRef="#ctx0" brushRef="#br0" timeOffset="-153096.73">22719 15951 7533,'-30'6'3276,"7"-5"-706,39 4-2930,10-3 1,6-4 359,6-2 0,1-2 0,-1 2 0,-2-1 0,-7-4 0,-1 0 0</inkml:trace>
  <inkml:trace contextRef="#ctx0" brushRef="#br0" timeOffset="-152596.73">23248 15567 8522,'-27'19'1638,"11"20"0,6 7-263,4-6 1,2 3-2196,1-1 1,0 5 0,2 1 0,1-7 817,3-3 0,1 0 137,-1-3 0,-1 5 0,3 0 0,3-5 704,14 9 1,7-7-616,1-3 1,5-14-345,-4-27 0,3-13 1,-3-2-87,0-3 0,-4-9 26,-8-3 0,-1-10 1,-3 0-1,-2 7 0,-2 5 0,-2 0-293,-4 0 1,0-6 0,-1-1 0,-1 5-1167,3-12 1,-4 4 1524,-5 2 1,-2 2-1,5 7 1,-2 6 0,-5 9-1</inkml:trace>
  <inkml:trace contextRef="#ctx0" brushRef="#br0" timeOffset="-152046.73">24271 15344 7533,'-26'23'546,"0"0"0,0 0 0,1 6 0,0 3 0,1 4 0,2 2 109,3 0 0,3 4 1,1 2-1,1 1 0,1 0-1147,2-2 1,1 2 0,0 1 0,2-1-1,0-1 1,2-2 536,0 7 0,1-3 0,2-1 0,4 0-563,2-2 1,1 0 0,6-3 0,6-7-333,16-6 0,7-8 0,-2-1 850,-7 4 0,2-3 0,8-7 0,4-4 0,-6-6 0,7-16 0</inkml:trace>
  <inkml:trace contextRef="#ctx0" brushRef="#br0" timeOffset="-151546.73">24853 15604 7533,'-35'4'1638,"10"3"0,-1 6-308,-1 12 0,-1 5-1060,-8 2 0,2 1-135,9-7 0,2 0 90,1 1 0,3-3-135,10-9-90,1 14 89,47-5 1,-21-3-225,16-7 1,4 1-1,-13 2 0,-3 2 45,0 2 0,-5 3 90,-8 7 0,-10 0-630,-20 2 1,-11-4-721,-3-1 1,-4-5 1349,-2-5 0,1-4 0,13-7 0,1-3 0,-7-11 0</inkml:trace>
  <inkml:trace contextRef="#ctx0" brushRef="#br0" timeOffset="-151312.73">25153 15344 7533,'-10'-9'3276,"-5"5"0,13 22-2722,-6-4-240,1 12 1,-2 5-1170,-4-2 1,-1 2 854,-1 5 0,0 0-183,-2-6 1,1-1 0,-2 12 0,1-2 0</inkml:trace>
  <inkml:trace contextRef="#ctx0" brushRef="#br0" timeOffset="-150762.73">25400 15282 7533,'-10'-32'3276,"10"18"-1638,11 34 0,4 17-974,-7-3 0,-1 5 1,-1 3-1001,1 3 0,-1 4 1,-2 1-1,-3 1 426,-4-7 0,-2 1 0,-2 1 0,-2-1 0,0-1-18,-2-3 0,0-1 0,-1 0 0,-3-1 0,-1-2-728,-4 1 1,-3 0-1,-1-2 1,0-2 0,1-3 398,-3 1 0,1-4 0,-2-3-1382,-17 10 1,6-14 1678,18-26 0,20-14 1,20-13-1</inkml:trace>
  <inkml:trace contextRef="#ctx0" brushRef="#br0" timeOffset="-150529.73">25912 15678 7533,'15'-33'3276,"-3"10"-1245,37 17-3381,-21 6 1,-1 0 1349,14 0 0,-12 0 0,-3 0 0,-7 0 0</inkml:trace>
  <inkml:trace contextRef="#ctx0" brushRef="#br0" timeOffset="-150396.73">25912 15889 7533,'-36'30'3276,"32"-9"-1155,47-3-2121,-10-14 0,3-3 0,12 0 0,0-2 0,-9 1 0,0 0 0</inkml:trace>
  <inkml:trace contextRef="#ctx0" brushRef="#br0" timeOffset="-147013.73">26864 15431 7713,'-10'-19'1439,"-5"6"-1079,13 13 404,-6 24 1,0 14-586,3-8 1,0 5-322,-1-1 1,-1 8-1,0 3 1,0-1-1,1-6 172,1 1 0,1-4 0,-1 2 60,-1 4 0,-1 5 0,0-3 0,4-11-253,3 1-692,16-57 1,7-19 614,-7 12 0,0-3 0,1 0 60,4-11 0,0-2 1,1 5 628,7-3 1,-7 22 719,-12 54-494,-9 3 0,-4 6 120,-3 3 1,2-2-707,9-11 1,6-12-1729,14-29 1,3-12 1356,-7 9 0,1-1 222,8-11 0,3-4 0,-8 6 240,-7 6 0,6 2 0,-1 10 359,-13 52-629,-9-17 0,0 2-810,0 8 1,4-1 899,4-1 0,5-8 0,10-8 0,1-16 0,1 0 0</inkml:trace>
  <inkml:trace contextRef="#ctx0" brushRef="#br0" timeOffset="-146696.73">27605 15666 7533,'-33'-1'1638,"10"16"0,0 4-237,-16 7-892,19 1 1,0 6 0,3-2-510,5-5 0,3-1-45,-1 8 0,10-4-1664,35-11 405,-7-29 0,1-8 719,8-1 0,-3-2 855,-14 0 0,-3 0-180,7-1 1169,-24 28 900,-8 31-1709,6-5-181,-3-2 1,2 0-2338,11-2 359,9-2 1709,11-20 0,-1-12 0,-1-5 0</inkml:trace>
  <inkml:trace contextRef="#ctx0" brushRef="#br0" timeOffset="-146492.73">27922 15555 10501,'18'30'1619,"2"-4"0,1 2-1439,3 9-769,-2-6 0,4 6 0,-2-3-491,-3-4 1,-1-1 329,0 1 1,1 2-1,-1-3 750,-1-6 0,-3-2 0,2 8 0,-10-17 0</inkml:trace>
  <inkml:trace contextRef="#ctx0" brushRef="#br0" timeOffset="-146346.73">28328 15517 7533,'-23'4'1638,"-7"22"0,-1 6-1028,5-10 1,-1 5-1267,4-1 1,-2 8-1,-1 2 1,0 0 0,4-3 566,0 4 1,3-3-1,-2 2 1,-2 0-1,-1 2 1,-1 0-1,3-2 1,1-2-1,1-1 1,0 1-1</inkml:trace>
  <inkml:trace contextRef="#ctx0" brushRef="#br0" timeOffset="-145579.73">27534 16645 7533,'-19'-5'1619,"-13"4"-540,-3 6-899,4 3 180,-1 9 0,-1 6 404,5 9 1,1 3-913,2-7 1,1 2 506,3 1 1,1 4 0,4-3 224,9-2 1,3-1-675,-3-2 0,6-1 213,13-3 0,9-6-1562,13-21 0,3-7 1034,-7 7 0,0-3-195,3-12 0,2-8 0,-5-2-30,-8 1 1,-4-2-1,-1-2 480,0-4 0,-1-1 1,-2 0 149,5-6 0,-6 4 674,-10 7 1,-6 13 2601,-13 34-2632,4-4 75,-1 12 1,1 6-136,5 13 1,4 1-1080,2-16 1,2 1 344,4 9 0,3 4 0,4-6-98,6-15 0,2-2 0,2 12 0,1-1 0,-2-14 0,1 0 1</inkml:trace>
  <inkml:trace contextRef="#ctx0" brushRef="#br0" timeOffset="-143696.73">28046 16633 7533,'-10'-7'1169,"-13"7"-269,3 23-226,-9 6 1,-1 3-625,17-10 0,1 1 130,-18 16 0,5 2 45,21-4 0,4-1-225,-9-9 0,2-1 133,7 7 0,8-3-1662,15-13 0,3-5 1169,1-2 360,10 1 0,-1-6 0,-14-16 0,11-3 0</inkml:trace>
  <inkml:trace contextRef="#ctx0" brushRef="#br0" timeOffset="-143562.73">27975 16869 7533,'-17'12'1979,"7"-5"-1170,10-2-1169,33-5 360,-9 0 0,4-2 0,1-1 0,-8-4 0,12-5 0</inkml:trace>
  <inkml:trace contextRef="#ctx0" brushRef="#br0" timeOffset="-141958.73">28363 16522 7533,'0'-14'1259,"0"-9"-899,0 21 0,-8-10-91,-9 29 1,4 5 0,-2 4-630,-6 9 1,-1 2 134,7 2 0,1-1 180,0-9 0,2-3-225,5 9 270,7-22 0,7 0 0,-5-8 360,14 1 269,-6 12-629,0-3 405,-5 9 0,-2 3 135,-11 20-495,7-19 0,0 2 224,-3 5 1,0 0-630,3-9 1,2 0 89,3 0 0,0-1-899,-2 11 1169,29-12 0,-25-11 0,17 5 0</inkml:trace>
  <inkml:trace contextRef="#ctx0" brushRef="#br0" timeOffset="-141696.73">28593 16695 7533,'0'-21'3058,"0"16"-2159,-8 41-449,-2-6-315,-2 9 0,-1 2-479,-7-3 29,3 7 1,1 2-316,6-13 0,0-1-719,-3 5 0,1-1 0,2 8 1349,2-35 0,8-23 0</inkml:trace>
  <inkml:trace contextRef="#ctx0" brushRef="#br0" timeOffset="-141513.73">28557 16744 7533,'10'-13'1799,"-2"46"-3438,-3 6 1,-2 4 1570,-3-7 1,2 1 67,7 15 0,5-8 1453,6-21-1723,7-11 981,-1-26-1116,-12-18 1,-3-6 44,0 15 0,-2-1-810,0-26 1,0 3 1169,6 15 0,-5-14 0,8 34 0</inkml:trace>
  <inkml:trace contextRef="#ctx0" brushRef="#br0" timeOffset="-141179.73">28910 17067 10411,'-8'26'1439,"-1"8"-2158,-25-8-496,19-4 1,1-1 394,-14 7 1,13 1 0,15-17 0</inkml:trace>
  <inkml:trace contextRef="#ctx0" brushRef="#br0" timeOffset="-140762.73">29210 16645 9422,'-18'-14'2518,"1"14"-2518,-1 9 180,0 31-540,-7 0 270,5 5-359,3 2 179,9-21-90,16-1 360,17-7 0,-3-11 360,3 4 269,-1-4-539,-20 5 90,4 11-180,-18-8-539,-16 25 179,7-23-405,-2 5 1,0 1-226,0-1 990,-5 9 0,11-13 0,5-6 0</inkml:trace>
  <inkml:trace contextRef="#ctx0" brushRef="#br0" timeOffset="-140574.73">29263 17203 7533,'10'12'3276,"-10"1"-3944,-10 5-1041,-16 1 1709,15 0 0,-13-1 0,14-5 0</inkml:trace>
  <inkml:trace contextRef="#ctx0" brushRef="#br0" timeOffset="-140113.73">29492 16757 7533,'0'-14'2248,"16"-8"-2877,11 14-271,11-10 900,-13 9 0,1 0 0,3-5 0,4-4 0</inkml:trace>
  <inkml:trace contextRef="#ctx0" brushRef="#br0" timeOffset="-139930.73">29616 16658 7533,'-23'42'959,"1"1"1,3-15-1,2-1-150,2 12 1,5 2-405,8-6 0,2-1-405,-4-9 0,2 1 45,11 13 0,6-5-1395,4-18 1081,9 8-2160,-3-24 2429,1-24 0,-7 2 0,7-13 0</inkml:trace>
  <inkml:trace contextRef="#ctx0" brushRef="#br0" timeOffset="-139813.73">29616 16930 7533,'-20'0'2608,"4"6"-2248,16-5 180,8 5-1710,18-6 1170,3 5 0,6 2 0,-9 5 0</inkml:trace>
  <inkml:trace contextRef="#ctx0" brushRef="#br0" timeOffset="-139630.73">29827 17091 8612,'-17'20'3276,"-17"3"-2324,21-9-2481,-27 15-1530,37-9 3059,-21 5 0,22-12 0,-6-8 0</inkml:trace>
  <inkml:trace contextRef="#ctx0" brushRef="#br0" timeOffset="-139263.73">29916 16844 7533,'0'-14'3276,"0"8"-436,0 35-2660,0-5 0,0 22-630,15-14 540,-11-11-2069,20-5-629,-7-38 2338,-5 11 90,4-17 270,-16 15 899,8 6 2160,-6 13-2610,5 2 990,1 15-1169,-6-9 90,14-2-540,9-23 360,-3 2-990,-5-10 1,-1-2-990,2 4-180,0-22 180,-9 23 1709,7-18 0,-14 18 0,6-7 0</inkml:trace>
  <inkml:trace contextRef="#ctx0" brushRef="#br0" timeOffset="-138829.73">30304 16534 13379,'9'28'-450,"1"0"1,0 0-1,-4 0 360,-8 4 0,-4 1 45,2 5 0,-2-3 495,-11 7-270,7 3 629,10 1 91,10-15-270,7 8-1,-7 4-134,-8-11 0,-4 0-315,-8 7-135,3 2 0,-3 3-720,-10-8 0,-2-2-180,7 3 1,-1-1 639,-5 2 1,-1-4 0,5-12 0,1-1 0,-12 16 0</inkml:trace>
  <inkml:trace contextRef="#ctx0" brushRef="#br0" timeOffset="-136679.73">28945 15294 7083,'-9'-7'3276,"9"-4"-1425,17 10-1132,6-4 1,5-1-675,15-1 0,2 1-180,-10 2 0,1 0-585,13-5 1,0 2-920,-16 6 1,-3 0 328,11-4 1310,6 5 0,-37 0 0,7 0 0</inkml:trace>
  <inkml:trace contextRef="#ctx0" brushRef="#br0" timeOffset="-136446.73">29192 15183 7533,'-29'0'764,"0"0"1,3 5-361,-2-2 1,1 6-1243,12 19 1,5 11 0,0-4 1062,-2-7 0,0 1 44,1 7 1,0 7 0,0 2 0,5-4 355,5-1 0,4-2 0,1 0-655,2 6 0,2 0 0,4-2-420,3-8 0,4-2 1,1-5 404,7 1 0,3-10-1304,8-18 0,-1-12-226,-12-4 1,-3-5 1574,1 1 0,-1-1 0,-4-3 0,-3 0 0,3-6 0</inkml:trace>
  <inkml:trace contextRef="#ctx0" brushRef="#br0" timeOffset="-136296.73">29122 15567 7533,'-29'7'1638,"1"0"0,10-2 1562,24-6-3470,22-4 0,9-1-180,7 0 1,0-1-98,-8 1 1,1-1 0,13-2 0,-2 0 0,-3-4 0</inkml:trace>
  <inkml:trace contextRef="#ctx0" brushRef="#br0" timeOffset="-135763.73">29704 15183 7533,'-20'0'2518,"5"11"-1618,15 30-541,-1 2 1,2 6-506,1-5 1,0 4 0,1-1 347,-1-8 0,0 0 1,0-1-1,2-1 38,4 4 0,1-3 0,0-3 21,-6 3 0,5-11 549,40-27-810,-33-20 0,12-14 0,3-8-371,-13 8 0,-2-1 1,-2-3 220,-1-8 0,-2-2 0,-1 1 30,3 3 0,0 0 0,-4 0-330,-5-1 0,-4 1 1,-1 2-811,-6-5 1,0 3 1034,7 7 1,-2 4 224,-12-7 0,15 40 0,0 7 0</inkml:trace>
  <inkml:trace contextRef="#ctx0" brushRef="#br0" timeOffset="-135346.73">30409 14848 7533,'-37'30'1638,"11"-4"0,3 2-1208,12-6 1,1 4-290,-3 11 1,-2 8-1,-1 3 1,3-2 150,2-4 0,1-1 1,1 0-1,0 1-405,-3 5 1,-1 1 0,1 0-1,4 2 5,2-7 0,0 2 0,3 0 0,3-3 1,5-5-717,8-4 1,5-5 0,2 0 823,0 9 0,3 0 0,2-9 0,15-8 0,1-12 0,-12-12 0,0 1 0</inkml:trace>
  <inkml:trace contextRef="#ctx0" brushRef="#br0" timeOffset="-134029.73">30815 15121 12480,'-33'17'944,"7"1"1,-1 6-631,-6 10 1,1 2-180,7 0 0,3 0-360,2-1 1,9-4-281,19-5 415,1-4 102,25-15-282,11 11 90,-6-4 270,-12-4 0,-5 3 270,-10 17-360,4-8 180,-31 6 0,-10 1-270,-8 1-450,7-11 0,-1-1-2205,-6 4 2745,15-26 0,8 3 0,2-12 0</inkml:trace>
  <inkml:trace contextRef="#ctx0" brushRef="#br0" timeOffset="-133792.73">31115 14922 7533,'0'-13'1979,"0"-4"-1620,0 10 2520,-8 6-2430,6 8 226,-8 13 0,-3 6-1125,-1 3 0,0 2 405,0 0 0,-1 3-248,-6 10 0,1-2 0,6-17 1,0 0-1,-3 11 0,-1-1 1</inkml:trace>
  <inkml:trace contextRef="#ctx0" brushRef="#br0" timeOffset="-132630.73">31168 15802 10141,'18'25'-719,"-24"17"719,-14-8 0,3-15 0,-3-1 0,-23 5 0</inkml:trace>
  <inkml:trace contextRef="#ctx0" brushRef="#br0" timeOffset="-131762.73">31627 15269 5824,'0'-19'3276,"0"-4"-1785,0 9-322,-8 1-359,-10 35-2306,-3 10 0,-1 4 1630,3-5 1,-1 3 345,0 1 0,-2 4 0,5-3-154,5-2 0,2-2-371,-3-2 0,3-2 135,10 12-809,39-44-630,-13 1 674,10-18 0,2-9-719,-13-1 0,-3-3 1214,2 2 0,-3-3-45,-2-13 0,-5 4 1035,-4 12 2068,-18 3 398,4 59-64,-3 12-3392,13-14 0,5-1 180,9 4-1305,1-12 1,-1-3-1124,-6-7-849,25 19 3061,-35-20 1,19 4 0,-13-6 0</inkml:trace>
  <inkml:trace contextRef="#ctx0" brushRef="#br0" timeOffset="-131546.73">32050 14885 9422,'27'22'1638,"-8"14"0,-4 5 0,-9-11 0,-1 2-1233,1 3 1,1 6 0,-1 2 0,-1-2-496,-3 7 0,-2-1 0,0 0 0,1-4 0,0-1 0,-3 2-720,-4 3 1,-2 2 0,-4 0-1,-3-6 810,-9-6 0,-5-5 0,1 2 0,2 7 0,1 3 0,-2-4 0,-4-8 0,1 0 0,-1-1 0</inkml:trace>
  <inkml:trace contextRef="#ctx0" brushRef="#br0" timeOffset="-99662.73">17851 9383 7533,'-27'-6'1638,"1"-1"0,-12 0-777,-3 13 758,14 13-765,5-1 1,1 1-675,1 2 0,2 3 135,3 5 0,3 2-90,5-2 0,6 0-225,7-3 0,6-2-270,3-2 0,5-2-315,9-5 1,3 0 269,-3 3 0,-1 1 315,-4-6 0,-3 2 0,-5 8 0,-9-1-90,-15-5 809,-5 7 1,-7 3-225,-6-9 0,-3-2-1440,-3 5 1,0-4 288,0-7 1,3-7-1,1-12 1,13-15 0</inkml:trace>
  <inkml:trace contextRef="#ctx0" brushRef="#br0" timeOffset="-99462.73">18239 9048 7533,'-28'11'3276,"-5"8"-1638,10 14 0,3 5-687,4-13 1,0 2-1362,0 5 0,-1 3 1,1-3-1,2-4 1,1-2-1,-5 7 0,1 0 1</inkml:trace>
  <inkml:trace contextRef="#ctx0" brushRef="#br0" timeOffset="-98625.73">8678 13708 7533,'0'-44'2338,"0"1"-89,-15 11 90,-5 8-1620,-15 28-539,13 6 0,1 6-713,1 12 1,2 6 307,-3 3 0,-1 2 135,4 1 0,1 1-90,2-4 0,3 0 45,2-3 1,2 0 219,2-6 1,4 0-131,8-2 0,4-2 135,9 13 89,19-17 1,7-4-225,-18-8 0,1-1-90,14 5 0,0-2 405,1-9-90,-16 10 630,-17 2 673,-27 23-1393,-10-10 0,-9 3 0,-1-1-1183,2-2 1,-1-1 0,-1 2 878,1 0 0,-3 3 0,1 0 0,2-4 0,1-5 0,3-2 0,1 0 0,-7 11 0,-1-1 0</inkml:trace>
  <inkml:trace contextRef="#ctx0" brushRef="#br0" timeOffset="-96596.73">15875 10894 7533,'10'-40'719,"-10"11"-89,-10 35 269,-15 19-224,6 16 0,2 6-406,2-11 1,1 1-60,4-4 0,0 3 0,4-3 60,2 1 0,8-8-90,38-9-270,-1-20-316,-10-17 1,-2-10 15,-6-2 0,-3-6 1,-4 1-618,-2-8 1,-4-1 886,0 8 0,1-1 0,-9 2-15,-13-7 0,-11 9-135,-4 21 0,-3 9-540,0 11 1,1 9 809,3 10 0,7 6 0,11 6 0,6-1 0,11 13 0</inkml:trace>
  <inkml:trace contextRef="#ctx0" brushRef="#br0" timeOffset="-96446.73">16140 10969 8342,'-8'33'3276,"6"-10"-705,-6-1-4100,24-7 449,-5 15 1080,15-5 0,-8-6 0,-1-1 0</inkml:trace>
  <inkml:trace contextRef="#ctx0" brushRef="#br0" timeOffset="-95946.73">16492 10448 7533,'-23'-32'3276,"1"13"-1695,-5 8-1042,5 23 1,5 9-540,11 26-45,-4-18 0,4 1 0,12 0 0,6-1-180,4-1 1,3-2 89,-4-5 0,-1-1 0,3 7 0,0 0 90,-3-1 0,-3 1 90,-3 5 0,-4 0 90,-2 3 0,-4 0-45,-6-5 0,-4-3-90,-15 14 45,-2-27 0,1-3-405,10 3 180,-29-3-180,53-39 0,4-6 225,6 5 1,3-4-657,1-1 0,1-3 0,-1 2 791,5-4 0,-1-1-30,-3 4 0,1-3 0,-6 1 389,-5-11 1,-10 2 314,-10 10 1,-8 5-405,-12 3 0,-6 14-270,-7 29 0,1 15 0,7-5 0,5 5 0,9 16 0,-1-1 0</inkml:trace>
  <inkml:trace contextRef="#ctx0" brushRef="#br0" timeOffset="-94896.73">15946 12196 7533,'-26'23'1349,"0"10"0,1 10-540,10-6 1,2 5 0,0 0-451,-4 0 1,0 1 0,8-1-90,13 11 0,8-9-270,3-16 45,13-40 0,1-17-450,-12-11 0,-5-7 285,0 13 0,-2-1 0,-4-1 120,-7 0 0,-5-1 0,-3 4-540,-4-2 1,-5 14-2738,-27 37 3028,27 23 1,16-6 0,6 1-1,5-9 1,0-1 0</inkml:trace>
  <inkml:trace contextRef="#ctx0" brushRef="#br0" timeOffset="-94758.73">16122 12518 8882,'0'26'3276,"-8"-8"-436,6 4-4279,-6 4 1439,32 13 0,-18-13 0,17-10 0</inkml:trace>
  <inkml:trace contextRef="#ctx0" brushRef="#br0" timeOffset="-94596.73">16422 12245 7533,'-17'23'1638,"0"0"0,4 3 0,0 18 0,2 8-2731,7-17 1,2 1 0,0 1 857,2 1 0,-1 0 0,0 0 0,-1 0 0,-1-1 0,1-3 0,2-5 0,0 1 0</inkml:trace>
  <inkml:trace contextRef="#ctx0" brushRef="#br0" timeOffset="-94229.73">15893 13559 0,'-30'32'1092,"1"-1"0,12-3 0,1 1 546,-11 12 0,5 3-560,12-4 0,10-1-149,7-1 1,9-6-525,9-12 0,5-10-695,8-11 0,-1-13-130,-13-8 0,-2-7 1,-6-2 329,-5-17 0,-12-1 180,-9 7 0,-9 8 1156,-8 16 0,-1 12-4523,-9 32 3174,21 9 0,26 7 1,7-24-1</inkml:trace>
  <inkml:trace contextRef="#ctx0" brushRef="#br0" timeOffset="-94079.73">16193 13757 7533,'-20'40'1638,"7"-15"0,2 1 1638,9 18-4484,9-9 1,2-1 1207,-3-9 0,2-2 0,8 5 0,1-5 0,1-3 0</inkml:trace>
  <inkml:trace contextRef="#ctx0" brushRef="#br0" timeOffset="-93913.73">16492 13609 0,'-7'15'1638,"-5"15"0,-2 11-819,3-5 0,-1 6 0,1 2 0,0 1-585,2-3 0,2 2 0,-1 1 0,1 0 0,-1-2 0,-3 4 0,0 0 0,0-2 0,3-1 0,3-6 0,1-1 0,-1 1 0,1-1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00:20.74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12330 1463 7533,'49'0'119,"1"1"1,0-1 0,-24-6 0,0 1 0,17 10 0,-1 1 0,0-1 0,0 1 0</inkml:trace>
  <inkml:trace contextRef="#ctx0" brushRef="#br0" timeOffset="223">12400 1500 7533,'-27'42'468,"0"-1"0,0 1 0,0-1 0,4 1 0,2 0 0,2 2 0,2 5 0,7-11 0,1 4 0,1 3 0,2 0 0,1 0 0,2-2 0,1-2-555,1 2 0,1-1 0,3-1 0,2-2 0,4 1-453,4 2 0,3 1 1,4-2-1,2-3 0,1-7-210,7 0 1,3-9 0,4-3 749,10-2 0,5-5 0,-6-7 0,-11-6 0,-4-6 0,-2-5 0,-1 0 0</inkml:trace>
  <inkml:trace contextRef="#ctx0" brushRef="#br0" timeOffset="-79189.73">1711 5801 7533,'-36'-1'1049,"-1"1"0,10 2 1,2 2-510,-9 10 449,17 32-1439,22 0 315,-4-20 0,2 1 45,15 9 1,6 2 403,0-1 1,4 2-458,1-3 0,3 2 1,3 1 303,-8-12 1,2 0 0,1 1 0,2-1 0,-1 0-674,4 1 0,1-1 1,1 0-1,0-1 1,-1-2 488,1 2 1,-2-2-1,1-1 1,5 1-23,-3-4 0,4 0 0,2 0 0,1-1 0,0-1 0,-1-1-262,-2-3 0,0-2 0,0-2 0,0 1 1,2-1-1,3 2 327,-6-2 0,3 1 0,1 1 0,2-1 0,0 1 0,0-1 0,0 0 0,-2-1 0,0-1 57,5 1 0,0-1 0,-1 0 0,0-2 0,-1 1 0,0 0 0,-1-1-47,1 1 0,-1 0 0,-1 0 0,0 0 0,1 0 0,3-1-114,-5 0 1,2 0-1,1 0 1,1-1-1,0 1 1,0-1-1,-1 1 1,-1-1 134,2-1 0,-1 1 1,-2-1-1,1 0 1,1 0-1,2 0 1,3 1-45,-12-2 1,2 1-1,2-1 1,0 1-1,2 0 1,0 0-1,1 0 1,-1-1-1,1 1 1,-1-1-1,-1 0 1,-1-1-35,6 1 0,-1-1 0,0 0 0,-1-1 0,1 0 0,-1 0 0,0 0 0,0 0 0,1 1 0,-1-1 9,0 1 0,0 0 0,-1 0 0,1-1 0,0 1 0,0 0 0,-1 0 0,1 0 0,-1 0 0,0 0-69,-2 0 1,1 0-1,-1 0 1,0 0 0,-1 0-1,1 0 1,0 1-1,-1-1 1,1 0 0,-1 1 96,5 0 0,0 0 0,0 0 0,0 1 0,-1-1 0,1 1 0,-1-1 0,1 0 0,-1 0 19,0 0 1,0 0 0,0 0 0,0 0 0,0 0 0,0 0 0,0-1 0,0 0 0,0-1-3,-4 0 0,0-1 0,0 0 0,0 0 0,0 0 0,0-1 0,0 0 0,1 1 0,-1-1 0,0 0-28,1 0 0,0 0 1,0 0-1,0 0 0,0-1 1,0 1-1,0 0 0,0-1 1,-1 1-1,1-1-19,3 0 0,-1 0 0,1 0 0,-1 0 0,0 0 0,0 0 0,0 1 0,1-1 0,-1 1-25,0 1 1,0 0 0,0-1 0,0 1 0,0 1-1,-1-1 1,1 1 0,-1 0 0,0 1 66,3 0 1,1 0-1,-2 1 1,1 0-1,-1 1 1,1-1-1,-1 0 1,1 1 21,-1-1 1,1 0 0,-1 0 0,1 1 0,-1-1 0,0 0 0,1 0 0,0 0 45,-6-1 0,1 0 0,0 0 0,0 0 0,0 0 0,0-1 0,0 1 0,0-1 0,-1 0-80,6 0 1,0 0 0,0 0 0,0-1 0,0 1-1,0-1 1,0 0 0,0-1-31,-4 1 0,0-1 0,0 0 0,0 0 0,0 0 0,0 0 0,0 0 0,0 0 0,0-1 6,-1 2 1,0-1 0,0 0 0,0 0 0,0 0 0,0 0 0,0 0 0,0 0 0,0-1-77,1 1 0,-2-1 0,1 0 0,0 1 0,0-1 0,0-1 0,1 1 1,-1-1-1,0-1 80,2 1 0,-1-1 0,1-1 0,0 1 0,0-1 0,-1-1 0,1 1 0,0-1 0,1 0 0,-1-1 0,1 0 0,0-1 0,0 0 0,0 0 0,1 0 0,-1-1 0,0 0 0,1 0-8,-5 0 0,1 0 0,0 0 0,0-1 0,0 1 0,1-1 0,-1 0 0,0-1 0,0 1 0,0-1 9,1 0 0,0-1 0,0 0 0,0 0 0,-1 0 0,1 0 0,0 0 0,0-1 0,0 1 0,0 0 9,1 0 0,-1-1 0,1 1 0,0 0 0,0 0 0,-1 0 0,1 0 0,0-1 0,-1 1 0,1-1-9,-2 0 0,1 0 0,-1 0 0,1-1 0,-1 1 0,0-1 0,0 0 0,0 1 0,0-1 0,0 1-10,4-2 0,0 1 1,0-1-1,0 1 1,-1 0-1,0-1 1,0 1-1,-1 1 1,-1-1 85,1 1 0,-2 1 1,-1-1-1,0 1 1,0 0-1,0 1 1,0-1-1,1 0 11,1-1 1,0 1 0,1-1 0,0 1 0,-1-1-1,0 1 1,-1 1 0,-1 1 40,5-1 0,-2 1 0,0 1 1,-1 0-1,1 0 0,1-2-55,-4 1 0,2-1 1,0 0-1,0-1 0,-1 1 1,-1-1-1,-2 1 62,7-2 0,-2 0 0,-2 0 0,1-1 0,1-2 68,-4 1 1,1-2 0,1-1 0,-1 0 0,0-1 0,-2-1-90,-4 0 0,-1 1 0,-1-2 0,-1 0 0,1-1 0,2-1-80,-1-1 1,2-1 0,0-1-1,1-1 1,-1-2 0,0 0 0,-2-1-181,-3 0 0,-1 0 0,0-1 1,-1-1-1,0-1 0,-1-1 1,0-1-1,0-1-15,-3 2 0,1-2 0,-1 0 0,-1-1 0,0-1 0,0 0 1,-1-1-1,-1-1 0,-1-1 98,-2 1 0,0 0 0,0-2 0,-1 0 0,-1 0 0,-1-1 0,0-1 0,-1 0 0,-1 0 0,-1-1 63,-1-1 0,0-1 0,-2 0 0,0-1 0,-1 0 0,-1 0 0,-1 0 0,0-1 0,-2 1 0,1 0-180,-2 1 0,-1 0 0,0-1 0,-1 0 0,-1 0 1,0 1-1,-1 0 0,-1 0 0,0 2 0,0 1 178,-1-10 1,-1 1-1,-2 0 1,1 2-1,-2 1 1,0 1 0,-1 2-1,0 1 1,-2 0-1,1 2 1,-2 1-1,1 3 1,-1 2 0,-5-7-1,0 0 1,0 0-1</inkml:trace>
  <inkml:trace contextRef="#ctx0" brushRef="#br0" timeOffset="-78372.73">19226 3520 7533,'0'-26'3276,"0"-3"-1245,-15 26-1357,-20 20 1,-5 12-450,8 1 0,0 3-136,2-7 1,-2 2 0,7 1-270,6 8 1,13-4 89,23-5-360,21 0 270,-1-21 0,-1 1 0,0 1 270,0 5 315,-10 4 0,-9 5-225,-34 10 0,-15 1-420,8-10 0,-3-1 0,-1-2-780,-2 0 1,-2 0 0,2-7 1019,-2-3 0,6-11 0,10-31 0,16 5 0,0 1 0</inkml:trace>
  <inkml:trace contextRef="#ctx0" brushRef="#br0" timeOffset="-78205.73">19403 2963 7533,'0'2'3276,"15"35"-3835,-9-9 0,0 5 559,2 1 0,1 4 0,0-3 0,0 0 0,-1-1 0,1 8 0,0-1 0</inkml:trace>
  <inkml:trace contextRef="#ctx0" brushRef="#br0" timeOffset="-78039.73">19509 3582 7533,'-13'34'1092,"0"-1"0,3 1 0,1 1-745,0 2 0,-1 2 0,3-2-1112,1 3 1,2-1 108,2 6 1,4-6-1,8-10 1,8-24 0</inkml:trace>
  <inkml:trace contextRef="#ctx0" brushRef="#br0" timeOffset="-77739.73">19614 3632 11041,'-3'42'1092,"-1"1"0,1-9 0,4-2-1336,4 5 0,5-8-386,4-19-1009,22-20 1,1-12-1639,-18-11 3079,15 4 1,-5 13 1841,-25 27-1194,11 4 226,-22 32-586,5-19-1125,-5 3 1,6-4-1035,32-14 2069,-4-24 0,1-7 0,-2 0 0,-1-5 0,-6-5 0,0 0 0,0 1 0</inkml:trace>
  <inkml:trace contextRef="#ctx0" brushRef="#br0" timeOffset="-77472.73">20003 3743 7533,'8'-32'1638,"1"0"0,-23 21 1638,-7 20-2640,-2 23 1,1 9-1267,5 1 1,6-1-810,8-11 0,6-5-630,25-7 630,9-25 1888,-10-1-269,-11 2 1439,-19 37 0,-10 16-1080,5-11 1,-1 2 0,-1 1-533,2-2 0,-1 2 0,0 1 0,-2-1 330,-2-1 0,-1 1 1,-2-2-1,0-5-517,-11 5 0,-1-8-1304,4-10 0,1-11 944,-10-28 540,28-20 0,10-7 0,-1 14 0,2 0 0,-1-3 0,1 0 0,0 0 0</inkml:trace>
  <inkml:trace contextRef="#ctx0" brushRef="#br0" timeOffset="-77222.73">20285 2950 9781,'0'28'819,"0"0"0,0 7 0,0 5 0,0-4 151,0-3 1,0 2-1425,-3 1 0,0 5 0,-2 2 0,0-1 454,-1-2 0,-1 0 0,0 1 0,0 0-633,-2 6 1,-1 0-1,0 1 1,1-1 564,2-5 1,0 0-1,0-1 1,1-2-353,0 1 0,0-1 1,2-7 253,4 12-1813,0-19 1979,16-30 0,4-22 0,-3 5 0,1 0 0</inkml:trace>
  <inkml:trace contextRef="#ctx0" brushRef="#br0" timeOffset="-76989.73">20338 3768 10501,'33'12'1079,"-4"-16"-2968,14-20 1800,-23-6-1,-20-16 180,-4 31 3148,-43 26-2204,31 9 0,1 5-224,-12 8 0,1 4-571,12-2 1,4 3 0,6-3-1879,10-5 1,4-1 1554,-5 6 1,6-7-1,15-21 1,5-8 0,6-6-1</inkml:trace>
  <inkml:trace contextRef="#ctx0" brushRef="#br0" timeOffset="-75739.73">21114 3706 7533,'-18'0'2878,"8"0"-1079,-5 11-1349,5 8-270,1 12 0,0 3-91,4-9 1,0 1 135,1 8 0,1-2-405,3-2-90,15-34-225,6-32 1,1-15 254,-6 19 0,0-2 0,1-4-307,-2 2 1,1-5 0,0-3 0,0 0 0,0 0 0,-3 5 135,2-3 0,-3 2 0,0 1 0,0-3 357,1-3 0,0-3 0,0-2 0,-2 4 0,-2 6 953,4-15 1,-8 15 2376,-13 19-2530,-1 51 0,-2 25-657,3-16 1,-1 6 0,0 4 0,0-1 0,1-3-445,2-3 1,1-3-1,0 1 1,0 3 69,-2 0 0,0 4 0,-1 2 0,0-1 0,2-2 1,3-5-809,2 5 1,4-5 0,-2 0 145,-4 8 1,-1 1-1,6-7 947,8-8 0,5-12 0,5-24 0,5-19 0</inkml:trace>
  <inkml:trace contextRef="#ctx0" brushRef="#br0" timeOffset="-75472.73">21431 3706 7533,'-15'25'1638,"9"1"0,0 0 1638,-12 0-2460,14 1 1,8-3-1177,22-15-359,3-15 449,-4-1 0,1-7-823,-6-10 1,-3-9 0,-1 3 482,2 3 0,-5-1 924,-10-20 1,-14 14 1323,-10 45 0,-7 14-893,-9-5 1,2 8-926,17 9 0,6 7 1,5-4-181,3-7 0,10-4 360,20 2 0,8-11 0,10-20 0,-16-4 0,0 1 0</inkml:trace>
  <inkml:trace contextRef="#ctx0" brushRef="#br0" timeOffset="-75255.73">21819 3632 7533,'-22'12'1092,"-1"0"0,1 4 0,1 4 546,-2 12 0,3 2-1047,4-11 1,3 0-772,-5 17 0,10 0-2788,32-6 540,-1-13 2428,6-18 0,1-9 0,-1-20 0,5-5 0</inkml:trace>
  <inkml:trace contextRef="#ctx0" brushRef="#br0" timeOffset="-75122.73">21943 3136 9242,'-34'32'989,"26"-5"1,3 5-990,-8 10 0,2 1 0,10-2 0,2-2 0,-1-12 0,0 0 0</inkml:trace>
  <inkml:trace contextRef="#ctx0" brushRef="#br0" timeOffset="-74956.73">21978 3582 0,'-24'26'1638,"-1"0"0,0 11-546,6-8 0,0 5 0,8-4-3700,16 10 2427,-9-12 0,5-4 0,30-13 0,-11-11 0</inkml:trace>
  <inkml:trace contextRef="#ctx0" brushRef="#br0" timeOffset="-74689.73">22137 3644 8972,'-26'18'3276,"7"12"-2145,1 9-2660,10-1 90,32-7 1259,-18-13 810,25-6 89,-29-5 271,6 9-630,-16-2-495,-14 4 0,-5 0-2204,-8-2 2339,0-1 0,3-7 0,12-19 0,5-3 0</inkml:trace>
  <inkml:trace contextRef="#ctx0" brushRef="#br0" timeOffset="-74522.73">22278 3222 9242,'0'39'449,"0"-10"1,0 0-450,0 12 0,0 9 0,0-14 0</inkml:trace>
  <inkml:trace contextRef="#ctx0" brushRef="#br0" timeOffset="-74256.73">22331 3595 9152,'0'24'3238,"0"6"-2788,0-3 449,0 3 450,-8 6-1529,6-9 1,-6 4-2880,16-19-89,2-17 3148,7-3 0,-7-11 0,-2 7 0</inkml:trace>
  <inkml:trace contextRef="#ctx0" brushRef="#br0" timeOffset="-73889.73">22454 3644 8882,'-29'32'1638,"15"-9"0,4 0-1226,10 7-52,0 11-180,8-16-1,10-12-89,1-2-585,3-23 1,-2-9-406,-7-4 405,8-5 1,-2-4 1034,-16-12 179,-3 8 361,-35 36-2520,4 13 1440,11 9 0,7 2 0,13-7 0,9 1 0</inkml:trace>
  <inkml:trace contextRef="#ctx0" brushRef="#br0" timeOffset="-73555.73">22648 3607 9512,'-9'33'3276,"1"7"-1335,8-14-1672,0 0-179,0-8-449,8-12 269,1-18-180,9-1-360,0-23 630,7 14 1979,-13 26-1799,4 8 450,-16 35-1260,0-4 630,7-8 0,3 0 0,8-17 0</inkml:trace>
  <inkml:trace contextRef="#ctx0" brushRef="#br0" timeOffset="-72139.73">19068 5156 7533,'-16'-19'3276,"-19"6"-2171,4 22 1,-1 10-297,-2 14 1,3 8-721,8-9 1,2 1 0,5 2-300,5 0 0,6 1 1,9-7-421,14-6 1,7-13-451,1-20 1,3-14-1,0-2 425,-2 1 1,1-3-1,0-2 1,-3 0 833,5-11 1,-3-2 0,-4 4 1458,0-4 0,-10 19-26,-19 43 1,-6 14-894,-1 4 1,2 6-1813,5 2 1,2 5 0,5-6 545,6-8 1,7-5 0,7-1 0,3-9 0,19-15 0</inkml:trace>
  <inkml:trace contextRef="#ctx0" brushRef="#br0" timeOffset="-69422.73">19156 4710 8882,'-13'36'468,"-1"0"0,1 1 0,0-1 0,-6 6 0,-2 1 0,-2 1 0,2 1-386,3-5 0,0 1 1,0 0-1,0 0 1,-2-1-739,-3-2 1,-1 0-1,0-1 1,0-1 0,3-2 487,-4 10 1,2-3 0,4-7 360,-4 1 1,44-51-1,1-9 1,-1 0 0</inkml:trace>
  <inkml:trace contextRef="#ctx0" brushRef="#br0" timeOffset="-69239.73">19103 5020 7533,'10'21'1638,"-5"6"0,-2 7-782,-3 4 1,-1 5 0,2 2-1217,2-6 0,1 3 0,1 0 0,-2-1-460,-2-2 1,-1 0 0,1-1 0,1-1 391,6 2 1,2-1 0,-4-4 0,-8-1 0,-2-7 0,2-2 0</inkml:trace>
  <inkml:trace contextRef="#ctx0" brushRef="#br0" timeOffset="-69089.73">18979 5367 7533,'-27'5'3276,"17"2"-1425,44 0-3336,4-6 1,4-2 1484,-7-2 0,0-1 0,12-1 0,-3-2 0,1-6 0</inkml:trace>
  <inkml:trace contextRef="#ctx0" brushRef="#br0" timeOffset="-68823.73">19491 5131 8252,'-10'11'180,"10"3"0,10 11 0,8 0 0</inkml:trace>
  <inkml:trace contextRef="#ctx0" brushRef="#br0" timeOffset="-68706.73">19491 5367 0,'-18'24'1559,"1"0"1,-11 16-565,16-16 1,7 0-996,28 8 0,-7-13 0,25-8 0</inkml:trace>
  <inkml:trace contextRef="#ctx0" brushRef="#br0" timeOffset="-68256.73">20003 4809 6723,'-44'10'1638,"18"8"0,-1 6-546,6 1 0,-1 4 0,3 0-938,2 3 1,1 0 0,2 1-215,-2-2 0,1 1 0,5-3-165,7 0 1,4-2-496,1 15 360,15-23 765,-6 9 0,-4 6-1,-9 1 1,-2 3 164,5-2 1,1 3 0,-1-1-390,-7 7 0,4-1-960,10-10 1,5 0-1,-1-2-434,0-2 0,0 0 1214,7 12 0,-5 0 0,-14 5 0,-10 0 0</inkml:trace>
  <inkml:trace contextRef="#ctx0" brushRef="#br0" timeOffset="-67772.73">20461 4834 7533,'-35'22'1638,"13"2"0,1 7-546,3 1 0,0 4 0,1 2-393,1-5 0,0 2 0,0 0 0,1 1-587,1 3 1,0 0-1,1 0 1,-1 0-23,-4 8 0,0-1 0,3-1-169,6-10 1,2-1 0,4-3-1542,2 4 1,9-9-20,15-20 1,7-11 1510,2-7 1,2-6-1,-2-2 1,8-4-1,-1-3 1,-12 4-1,1-1 1,-1 1-1</inkml:trace>
  <inkml:trace contextRef="#ctx0" brushRef="#br0" timeOffset="-67555.73">20532 5367 9152,'-14'33'1092,"0"1"0,6-1 0,6-2 2108,20 14-4639,27-49 494,-16-12 1,-3-9 224,-3-12 1,-9-2 764,-9 8 0,-10 4-225,-24 8-405,6 28 1,1 8 584,-6 19 0,21 5 0,16-23 0</inkml:trace>
  <inkml:trace contextRef="#ctx0" brushRef="#br0" timeOffset="-67322.73">20867 5317 8252,'-34'31'1638,"16"-6"0,-1 3 0,-4 4 0,1 1-821,4 2 0,9 0-1627,13-7 1,7-6-2468,21-15 1947,2-13 0,0-9 861,-9-8 1,-3-3 0,4 3 0,-1 0 0,-7-1 0,0 0 0</inkml:trace>
  <inkml:trace contextRef="#ctx0" brushRef="#br0" timeOffset="-67122.73">21131 4821 11490,'-8'31'819,"-1"0"0,0 3 0,1 4 0,-1 3-694,2 4 1,0 3 0,0 3-1,1 0-781,1-7 1,1 3-1,0 0 1,1-2 0,-1-1 290,0-1 1,-1-2 0,1-1 0,2 0 0,1 7 0,1-1 0,1-7 0,-1 11 0</inkml:trace>
  <inkml:trace contextRef="#ctx0" brushRef="#br0" timeOffset="-66806.73">21378 5727 11760,'-9'9'1170,"-7"17"-1665,1-2 0,-3 3 495,-5 5 0,-1-2 0,0-9 0,0-2 0,4-1 0,-1-1 0</inkml:trace>
  <inkml:trace contextRef="#ctx0" brushRef="#br0" timeOffset="-66389.73">22031 4760 9152,'-13'22'819,"0"0"0,0 5 0,-2 5 0,0 2-312,0 1 1,-1 4 0,0 0 0,1 1-469,0 2 0,1 2 0,0 0 0,0-3 231,-7 5 0,0-1 0,4-4-136,3 5 1,8-8-1933,14-8-1479,30-30 3064,4-12 0,2-6 0,-13 2 0,-2-2 0,9-6 0,-1-1 0</inkml:trace>
  <inkml:trace contextRef="#ctx0" brushRef="#br0" timeOffset="-66156.73">22119 5280 8342,'-13'24'1638,"1"0"0,0 22 1293,-4-2-4011,55-30 451,-13-34-46,1-3 0,-3-5 585,-14-19 450,-20 21 0,-6 6-1080,-15 17-1708,3 11 2428,23 7 0,22 7 0,1-15 0</inkml:trace>
  <inkml:trace contextRef="#ctx0" brushRef="#br0" timeOffset="-65889.73">22419 5181 9871,'-23'32'1092,"1"1"0,3-1 0,3 2 418,4 7 1,6-1-3040,7-12 0,6-5-1748,20 0 3219,11-24 0,-3-17 0,-10-1 1</inkml:trace>
  <inkml:trace contextRef="#ctx0" brushRef="#br0" timeOffset="-65505.73">22595 4883 13919,'34'-1'1889,"11"2"-2159,-17 11 0,-1 6-180,-6 1 1,-5 6 404,-12 10 0,-8 4 434,-3-7 1,-4 2 0,0-1 119,-2 0 1,0-1 0,1 0-240,-1 12 0,9-2-855,13-12 1,7-5-1575,15 0 1612,2-24 1,1-8 0,5-8 0,-13 0 0,-1 0 0</inkml:trace>
  <inkml:trace contextRef="#ctx0" brushRef="#br0" timeOffset="-65172.73">23107 4660 7533,'0'-31'3276,"0"11"0,8 20-294,9 36-2802,-9-2 0,-4 6 0,-2-1 0,-2 3 0,-2 2-201,-1-7 0,-2 2 1,-1 1-1,1 1 336,-2 2 0,0 1 0,0 0 0,0 0-315,2-6 0,1 1 0,0-2 0,0 0-300,-2 9 0,1-1 0,0-2-617,0-9 0,0-2 0,-3 1-176,-6 2 1,-3-1 0,-3 0 996,-2 2 1,-2 0 0,-2-2 0,-1-4 0,0-2 0,-2-1 0,1 1 0,-1-1 0,0 1 0</inkml:trace>
  <inkml:trace contextRef="#ctx0" brushRef="#br0" timeOffset="-55855.73">19103 6333 7533,'-28'-13'944,"4"19"1,-1 10-451,1 16 1,1 11-248,4-4 0,-2 7 1,0 3-1,4-2-286,4-5 1,1 0 0,3 1 0,2 1 110,1-1 0,0 3 0,3 1 0,4-4 0,5-6-102,9 0 0,6-7 0,6-9-120,10-12 0,7-11 0,-2-10-30,-7-9 0,-2-9 0,-1-5 1,-2-2 196,-6 4 1,-1-4 0,-2-1 0,-3-1 0,-4 0 162,-2-8 0,-5-2 0,-5 2 0,-6 3 60,-10-4 0,-8 4 0,-6 11-480,-4 14 0,-3 8 0,0 8-229,-13 14 1,5 13 0,14 7 0,7 6 0,15 1 0,-1 1 0</inkml:trace>
  <inkml:trace contextRef="#ctx0" brushRef="#br0" timeOffset="-55139.73">19526 6482 7533,'-37'11'2518,"12"-2"-3597,25 14 1079,25-9 0,-3 4 0,11-6 0</inkml:trace>
  <inkml:trace contextRef="#ctx0" brushRef="#br0" timeOffset="-55006.73">19562 6643 7533,'-23'22'1092,"0"1"0,3-5 0,5 1-860,13 17-232,30-5 0,3-10 0,10-5 0</inkml:trace>
  <inkml:trace contextRef="#ctx0" brushRef="#br0" timeOffset="-54655.73">20055 6296 0,'-25'0'1092,"-1"0"0,2 16 0,1 7 546,-5 4 0,4 5-1460,11-1 1,5 4 0,1 0-479,0 0 0,2 0 1,1 1 59,3 1 0,2 0 0,-1-1 150,0-2 0,0 0 0,0-2 755,0 10 1,0-1-531,7 8 0,2-4 134,3-1-134,4-15 0,1 0 826,3 12-1186,-10-12 0,-3 4-180,-5 13 1,-4 2 870,2-8 1,-2 0 0,-2 0 0,1-3 0,3 5 0</inkml:trace>
  <inkml:trace contextRef="#ctx0" brushRef="#br0" timeOffset="-53372.73">20285 6458 7533,'-18'43'1124,"9"-20"0,0 3-704,5 6 0,1 4 0,1 2-570,-2 7 1,2 2 0,0 1 171,1-5 1,1 1 0,1 0-1,-1-3 74,0 7 1,1-3 0,-2-4 128,-2 9 0,-2-23-437,-5-60 2,6 2 0,0-8 1,2-4-61,2-1 0,1-3 0,1-3 0,3 1 36,1 8 0,2 0 0,0-1 0,2 2 0,1 0 256,3-3 1,2 0 0,1 2-1,1 6 128,2 2 0,2 4 0,1 11 281,4 12 0,-3 13-341,-11 25 0,-9 11-45,-8 4 0,-7 4 135,3-13 0,-2 0 0,-2-3 404,-9 3 1,-3-5-1,5-8 1,3-4-405,6-3-540,20 11-495,2-8 1,3 2 23,3 8 1,0 1-610,-1-4 1,1-3 783,-1-4 1,1-6-1,17-15 1,1-14 0</inkml:trace>
  <inkml:trace contextRef="#ctx0" brushRef="#br0" timeOffset="-52855.73">20549 6941 7533,'-8'-14'2968,"7"9"-1529,-7 23-539,16 13-1350,25-9-540,6-16 360,-15-21 1,-3-7 224,-8-3 1,-8-3 628,-10 1 1,-8 3 1125,-32 5-811,21 27 1,1 9-855,2 7 0,7 4-764,10 4 0,8 0-181,15 6 91,6-33 0,1-10 1169,13-22 224,-20 8 1,-2-1 2294,-2-5-270,-7 31-1710,-6 20-898,14 7-541,-6-8-269,7-42 449,1-6 810,7-14 990,-13 35-451,4 17-1618,-16 17-181,8-13 1170,2-19 0,7-13 0,1-12 0</inkml:trace>
  <inkml:trace contextRef="#ctx0" brushRef="#br0" timeOffset="-52722.73">20867 6817 6633,'0'-19'3276,"31"-16"-5472,1 2 2196,-10 11 0,1 0 0,10-10 0,-15 9 0</inkml:trace>
  <inkml:trace contextRef="#ctx0" brushRef="#br0" timeOffset="-52538.73">21008 6495 7533,'-18'4'1638,"4"14"0,3 11-1936,9 11 0,7 11 0,1 2 0,-3-9 0,-9-3 0,2-2 0,10-1 0,0 0 1,-1 0-1,1 0 0</inkml:trace>
  <inkml:trace contextRef="#ctx0" brushRef="#br0" timeOffset="-52322.73">21078 6829 7533,'0'38'3148,"0"-12"-3778,16-25-89,4-22-451,-1-12 2430,-19 25 539,-35 40-1215,19-4 1,1 3-900,-6 0 0,8-4 315,37 3 0,-8-31 0,25-19 0</inkml:trace>
  <inkml:trace contextRef="#ctx0" brushRef="#br0" timeOffset="-52005.73">21237 6854 8342,'-17'28'1638,"-1"-1"0,-2 19-2125,20-14-1132,20-65 944,-2-6 0,-1-6 555,-6 12 0,-3-2 1,1-4-260,-2-7 1,0-7 0,-1 1-1,-1 7 1818,1-2 1,-2 4-604,-2 0 1,0-2 0,-6 23 62,-6 30-342,3 15 1,1 16 0,0 8 0,2 2-1,2-7-1650,1 7 1,3-3 0,1 3 727,-2-7 1,0 3 0,1 0 0,1-2 0,1-7 0,5 10 0,4-12 0,10-16 0</inkml:trace>
  <inkml:trace contextRef="#ctx0" brushRef="#br0" timeOffset="-51822.73">21555 6966 7533,'-10'30'3276,"2"7"-1638,5-13 0,-2 2-2441,-9 5 1,-5 0 802,0-4 0,-1-2 0,-6 1 0,-1-4 0,5-6 0,1-1 0</inkml:trace>
  <inkml:trace contextRef="#ctx0" brushRef="#br0" timeOffset="-51422.73">21819 6358 7533,'-25'0'3276,"13"0"0,36 0-3179,8 1 0,8-2-877,-5-3 1,3-2-1,-1 0-313,0 1 1,0 1 0,-3-2 436,0-3 1,-6-2-1,4-5 1,-32 9 0</inkml:trace>
  <inkml:trace contextRef="#ctx0" brushRef="#br0" timeOffset="-51189.73">22031 6408 7533,'-9'26'1079,"0"0"0,0 13 1,1 4-1410,3-4 0,3 4 0,-1 0-715,0 0 0,1 0 1,-1-1 474,-1-3 0,0-1 1,-4-3 712,-4-1 0,-3-6 1297,-14 1 1836,3-24-1819,42-5-1187,8-4 0,5-3-270,4 1 0,0-2 0,0-3 0,-3-3 0,11-10 0</inkml:trace>
  <inkml:trace contextRef="#ctx0" brushRef="#br0" timeOffset="-50806.73">22313 6731 7533,'-29'22'1092,"-1"-1"0,9 6 0,1 2 193,-5 9 0,7 1-1240,15-10 0,6-3-225,9-3-315,14-32 1,5-15-406,-2-12 1,-1-9 142,-8 12 0,1-2 1,-1-3-1,-1-1 442,-1-4 0,-2-3 0,-1-1 1,-1 1 336,-3 4 1,-2 0-1,0 0 1,-3 3 980,0-3 1,-2 2 0,-6 9 2234,-16 7-2429,0 48 1,1 20-750,5-5 0,3 5 0,0 1-277,2-5 1,-1 2 0,2-1 0,2-1-864,3 5 1,4-2-1,3-3 1080,5 8 0,5-10 0,14-15 0,3-32 0</inkml:trace>
  <inkml:trace contextRef="#ctx0" brushRef="#br0" timeOffset="-50622.73">22737 6185 7533,'-18'19'1092,"0"1"0,-1 19 0,3 8-273,7-10 0,2 3 0,1 3 0,1 0-1286,0-4 1,1 1 0,1 2-1,0-1 1,0-1-354,0 8 1,1-1 0,0 0 0,1-4 747,0 0 1,0-3-1,3-5 1,4-1-1,4-11 1,9-18-1</inkml:trace>
  <inkml:trace contextRef="#ctx0" brushRef="#br0" timeOffset="-50355.73">22789 6780 7533,'8'45'3276,"18"-25"-4285,-4-33 1,1-10 243,-2-6 1,-3-3 854,0-2 0,-10 4 2518,-34 5-989,3 44 0,-1 16-690,7-8 1,1 4 0,2 3-870,-1 7 0,3 2 0,6-2-1590,9 5 1,9-8 1529,18-8 0,15-41 0,-24-10 0,1-1 0</inkml:trace>
  <inkml:trace contextRef="#ctx0" brushRef="#br0" timeOffset="-49989.73">23178 6148 7533,'-38'5'3276,"21"19"0,26 20-2460,-3-9 1,0 4-1762,4 7 1,-4 2 836,-9-12 0,-4 2 1,1-1 466,2 1 1,1 0 0,-2 0 179,-1-1 1,-2 0 0,5 0-240,6-4 0,3 0 0,0 0-31,0 13 1,2 0 135,9 1 0,0-2-181,-10-9 1,-5 0-375,-8 3 0,-6 3 1,-1-2 149,-2 6 0,-3-2 0,-1-12 0,-3 1 0,2-3 0,-2 2 0,1-1 0</inkml:trace>
  <inkml:trace contextRef="#ctx0" brushRef="#br0" timeOffset="28062.27">2540 10014 7533,'-20'-18'-180,"-11"5"1169,11-22-269,-7 19-1,2-13 811,7 22-451,8 1-539,2 12 449,40 17-809,-17-1 179,10-2 1,7 3 0,-1-3-360,-1 0 0,1-2 30,1 1 0,3 0 0,2-4-30,8-7 0,2-7 0,-4-1-45,-1-2 0,1-5 45,-7-1 0,4-5 0,-1 0 0,-7-1 0,-5-4 0,-1 0 360,11-2 0,0 5 899,6 15-719,-21 19-181,-3-1 1,1 1-630,-4 1 1,3-1 44,13-6 0,7-6 75,-3-6 0,4-4 0,-3-2 240,8-2 0,-1-2 0,-8 0 0,2-1 0,-5 6 720,14 15-406,-15-5 1,-5 3-315,-5 16-45,1-15 0,1-3-225,-3 0 180,7-1 0,3-1-180,0-4 0,1 0-90,11 2 1,2-1 179,4-9 0,0-3-273,-13 6 0,0 0 0,-2-3 363,0-5 0,-1 0 0,6 4 0,2 3-76,-5-1 0,-2 1 76,-4 6 0,1 2-45,14-1 0,0 3 180,-13 6 0,-1 3 45,5 2 0,1 0-90,7-3 0,-2 0-90,-17-1 0,-1-1-45,11-6 0,2-3-135,-2 1 0,1-1 225,9-1 0,2-2 255,-12 1 0,0 0 0,1 0-1,-2 2 1,1 0 0,0 0 299,3-2 1,1 0 0,-3 2 104,0 3 1,-1 1-166,2-6 1,3 0 0,-5 1 89,8 10-449,-7-8 0,4 1-1080,3 7 1,-2 1 314,-10-4 1,-1 0-1055,8 4 1,1-1 1554,-1-6 1,-2-3-1,7-2 1,-9-4-1,-1 1 1</inkml:trace>
  <inkml:trace contextRef="#ctx0" brushRef="#br0" timeOffset="41762.27">11730 8689 7263,'0'-30'1638,"0"0"0,-16-12-237,-3-1-861,-9 32-181,12 25 1,-1 12-180,-6 11 0,-1 8 0,4-2-736,5 3 0,1 2 610,-1-11 0,-5 5 0,0 2 0,4-1 0,8-4-114,12 5 0,9-4 0,4-3-90,1-5 0,3-3 1,4-6 14,18 0 0,5-18-90,-12-24 0,3-16 0,-3-5 0,-6 3 195,-12 8 0,-5 0 0,1-4-226,3-8 0,2-7 0,-2 1 1,-8 6 299,-9 0 1,-5 3 105,4 2 0,0-3 0,-7 7-105,-18 0 0,-7 13-1304,-3 16 0,-2 14 1259,6 10 0,1 9 0,3 0 0,-2 4 0,5 2 0,15-4 0,0 1 0,-1-1 0</inkml:trace>
  <inkml:trace contextRef="#ctx0" brushRef="#br0" timeOffset="41945.27">11677 8949 5832,'-35'17'3276,"15"-8"0,4 31-921,32-13-2625,-4 16-1214,7-13 0,3 0 0,-7-9 0,-1 0 1541,4 7 0,0-2 1,7-2-1,-7-6 1</inkml:trace>
  <inkml:trace contextRef="#ctx0" brushRef="#br0" timeOffset="42265.27">11942 8986 7533,'-10'32'3276,"2"9"0,8 9-3314,-1-24 0,2 0-951,15 18-1620,11-42 2024,-8-18 1,-1-7 1078,1-4 1,-2 0 585,0-11 2196,-9 50-2531,-10 14 1,-4 6-881,5-4 0,0-1-1439,-1 2 0,4-6 1394,16-16 180,9-30 0,1-6 0,-16 5 0,1 0 0</inkml:trace>
  <inkml:trace contextRef="#ctx0" brushRef="#br0" timeOffset="42412.27">12259 8639 12840,'-10'32'89,"10"15"1,10-24 0,8 11 0</inkml:trace>
  <inkml:trace contextRef="#ctx0" brushRef="#br0" timeOffset="42563.27">12294 8912 7533,'-9'30'3276,"-23"7"-1638,28-8 0,2 3-1811,-11-3 0,3 1 173,15 8 0,5-3 0,2 0 0,14-8 0</inkml:trace>
  <inkml:trace contextRef="#ctx0" brushRef="#br0" timeOffset="42796.27">12612 8490 7533,'-30'24'1092,"10"13"0,0 14 0,6-3 546,8-1 0,4 4-2122,-4-10 1,-1 6 0,-1 3 0,2-2 0,1-7 438,4 11 0,2-5-495,-1-7 1,-1 2-1,2-7-598,3-8 0,0-4-121,6 9 1259,15-15 0,-13-17 0,4-7 0</inkml:trace>
  <inkml:trace contextRef="#ctx0" brushRef="#br0" timeOffset="43012.27">12682 8949 7533,'-27'-6'3276,"9"5"-256,18-5-3020,18 1-1709,25-7 810,-4-2 674,-13 3 0,-1-1 225,18-13 0,-13-1 0,3-5 0</inkml:trace>
  <inkml:trace contextRef="#ctx0" brushRef="#br0" timeOffset="43178.27">12876 8540 7533,'-33'36'1638,"22"-10"0,1 3 0,-7 2 0,0 2-1093,3 8 1,3 4-636,3-6 0,2 1 0,0 1-1003,-1-5 1,0 0 0,3-1 888,5 2 1,2 0 0,1-5-1,8 17 1,14-40 0</inkml:trace>
  <inkml:trace contextRef="#ctx0" brushRef="#br0" timeOffset="43446.27">12912 8961 8612,'-9'27'1092,"0"0"0,0-1 0,0 0 546,3 6 0,3-2-724,3 9-2173,33-16-1530,-2-28 1979,-5-5 1,-1-5-46,-1-6 1,-5-2 1664,3-12 1708,1 23-880,-23 33 0,-7 12-931,-2 1 0,-2 5 0,-3 1-1004,1-7 0,-1 1 1,-3 1-1,-1-1-523,-8 7 1,-3 0 0,-1-1 0,1-4 454,0-2 1,0-4 0,-1-2 0,-4 1 0,-1-1 0,4-4 0,4-5 0,1-1 0</inkml:trace>
  <inkml:trace contextRef="#ctx0" brushRef="#br0" timeOffset="45479.27">11695 8999 7533,'-29'-7'1394,"1"1"0,10-1-494,63 13-616,-15-2 1,7 2 0,6 1 0,3 1 0,0 0 0,-1 0-754,-4 0 1,-1 0 0,2 0 0,-1 1 0,2 0 0,1 0 0,1-1 233,-2 0 1,2 0 0,1 0 0,1-1 0,0 1 0,0 0 0,-1 0 0,-1-1 0,-1 2 41,3 0 0,0 1 0,-1 0 1,-1 0-1,-1 0 0,-2-1 1,-2-1-436,14 1 1,-3-1-1,-4-1 1,-7 2 87,5 5 1,-21-5 245,-36-15 1,-35-7-1,17 0 1,-1 1 0</inkml:trace>
  <inkml:trace contextRef="#ctx0" brushRef="#br0" timeOffset="45662.27">11783 8763 7533,'16'26'819,"1"0"0,8-6 0,7-3 0,5 0-721,-1-2 1,7 0-1,3 0 1,1 0 0,-1-2-1,-3 0-909,4-1 0,-3-1 0,0-1 0,5-1 541,-9-2 0,3 1 0,2-1 1,1-1-1,-1-1 0,-2-1 1,-5-2-69,4-4 1,-4-3 0,-1 0-1,1 0 270,1 3 1,1 1 0,-1-1-1,-2-2 68,5-6 0,-2-2 0,-9-1 0,-1-8 0,3-9 0</inkml:trace>
  <inkml:trace contextRef="#ctx0" brushRef="#br0" timeOffset="45829.27">12277 8825 0,'-42'-2'546,"0"0"0,0 0 0,0-1 0,0 1 0,-10-1 0,6 3 1092,-10 9 0,24 4-919,48-3 0,23 0 0,12 1 0,-2 0-869,-10-3 0,3 1 0,3-1 0,0 0 0,2-1 1,-1-1-179,-2 0 0,1 0 0,1-2 0,0 1 0,0-1 0,0-2 0,-1 0 328,6-1 0,1-1 0,-1-1 0,0-1 0,-3 0 0,-3-1 0,2 1 0,-3-1 0,-3-1 0,-1 0 0,1-2 0,0 0 0,1 0 0</inkml:trace>
  <inkml:trace contextRef="#ctx0" brushRef="#br0" timeOffset="47946.27">14182 8441 7533,'-28'-18'1169,"3"10"450,-1-3-1259,7 33-91,1 4 1,-2 9 0,1 3-354,5 0 0,2 3 1,0 2-1,1 1 192,0-5 0,0 0 0,0 2 0,2-2 0,4-1 4,1 4 1,2 0-1,5-4 1,8-10-203,25-7 0,8-17-360,-4-19 0,0-16 252,-14 6 0,1-8 0,0-3 1,-3-1-1,-4 3 138,-2-7 0,-6 0 0,1-2 217,1 3 1,3-2-1,-5-1 1,-6 0-1,-10 0 0,-7-1 1,-4 2-1,-2 4 233,-3 3 0,-2 3 0,-5 3-300,-8-3 0,-6 3 0,2 13-810,-10 15 0,8 20 415,19 19 0,8 16 0,4-6 1,1-13-1,5 0 0,10 5 1,-1-1-1,1 1 0</inkml:trace>
  <inkml:trace contextRef="#ctx0" brushRef="#br0" timeOffset="48129.27">14146 8651 7533,'-7'25'1092,"-1"-1"0,5 6 0,2 2 508,-1 4 0,4 3-2680,6-3 1,5 2 0,1-3 1079,9 10 0,1-3 0,-1-3 0,-1-4 0,-5-15 0,0 0 0</inkml:trace>
  <inkml:trace contextRef="#ctx0" brushRef="#br0" timeOffset="48429.27">14446 8837 7533,'-27'34'1638,"13"-8"0,2 5-443,5 13 0,5 2-1780,1-4 1,9-7-945,15-20 0,5-9 1079,-2-8 0,-1-9 210,0-12 0,-1-8 1,-4 3 149,7-13 1034,-14 8 1,-10 10 2023,-27 44-2114,9 2 1,1 5-810,-1 2 0,1 2-45,-3 5 0,10-3-3277,39 4 2621,-9-19 1,2-19-1,1-6 1,9-14 0</inkml:trace>
  <inkml:trace contextRef="#ctx0" brushRef="#br0" timeOffset="48695.27">14817 8912 7533,'-26'29'1092,"1"1"0,9-3 0,0 0 13,-10 4 1,3 0-837,12 11-2697,26-28 1438,7-22 1,3-7 539,0 5 0,-1 1 1620,17-15 1348,-41 60-179,-1 12-2249,-4-22 0,2-1-1619,11 4 1529,11-48 0,3-12 0,3-5 0,0-5 0,-1 0 0</inkml:trace>
  <inkml:trace contextRef="#ctx0" brushRef="#br0" timeOffset="48896.27">15117 8304 7533,'-13'40'1092,"0"0"0,3-8 0,0 3-273,0 3 0,-1 8 0,0 3 0,2-2-1161,3-2 0,1 0 0,0 0 1,0 0-402,-3 4 1,0 1 0,1-1 0,4-3-158,4 7 1,3-4 0,7-14 309,18-17 0,9-46 1,-22-7-1,1-1 0</inkml:trace>
  <inkml:trace contextRef="#ctx0" brushRef="#br0" timeOffset="49032.27">15275 8428 9422,'-27'39'1574,"17"-17"0,2 4-2667,4 6 1,2 5 0,0-2 888,2-3 1,0-1-1,3 5 1,2-3 0,5-9-1</inkml:trace>
  <inkml:trace contextRef="#ctx0" brushRef="#br0" timeOffset="49195.27">15275 8812 5813,'-17'21'1092,"-1"0"0,3 3 0,3 3 546,1 6 0,4 3-1626,1-1 1,4-2-13,9-3 0,2-3 0,3 5 0,13-16 0</inkml:trace>
  <inkml:trace contextRef="#ctx0" brushRef="#br0" timeOffset="49346.27">15328 8875 7533,'0'-14'3276,"8"-3"-1695,2 10-682,15-5-2428,11-11 1259,1 7-764,-16 2 0,1-1 1034,21-9 0,-14-2 0,5-5 0</inkml:trace>
  <inkml:trace contextRef="#ctx0" brushRef="#br0" timeOffset="49762.27">15646 8441 7533,'-18'23'1092,"0"-1"0,0 14 0,1 4 373,3 4 0,1 4-1702,4-10 0,0 3 1,0 1-1,2-4-708,-1 10 1,5-3-34,4-6 1,3 0 0,6-15-1812,30-28 2867,-9-11 1,0-7 550,-7-8 1,-3 8 2646,13 26 0,-25 16-2082,-3 19 0,4-2-2633,16-23 45,-1-20 0,2-8 494,3-11 1,-3-6 1168,1-5 1,-3 14 3006,1 44-2359,-29 7 0,-11 9 0,-1 3-1097,5-5 0,-1 3 0,-1 1 0,-4 0-476,-3 3 1,-5 2-1,-2 1 1,0-2 0,2-5 395,2-4 1,0-4 0,1-2 0,-2 2 0,-4 5 0,-1 1 0,0-3 0,1-4 0,-8-2 0,-1 0-1</inkml:trace>
  <inkml:trace contextRef="#ctx0" brushRef="#br0" timeOffset="50429.27">12012 8775 7533,'-23'11'449,"-1"0"1,27 30 0,16 6-225,2-5 0,11-2-868,-3-15 0,7 1 1,4 0-1,1-3 0,-3-3 703,8 0 0,-2-6 0,5-3-60,-8-5 0,4-3 0,1-2 0,-1-2 0,-3-2-158,2-5 1,-3-3 0,-1-2 0,-2 1 340,2-1 1,-2 0-1,-2-4-243,4-6 0,0-5 1,-16-1 793,-23-6 1,-12 0-196,-8 1 1,-7 6-270,-6 3 0,-7 14 197,6 23 1,-6 15 0,-1 8 0,2 3-1,8-3-519,2 5 1,8 1-1,1 5-56,2-3 0,0 7 0,1 1 1,5-3-1,8-7-117,13 10 0,15-10 225,11-13 0,9-4 0,-1-8 0,0-10 0,0-5 0,-4 0 0,0 1 0,0 0 0</inkml:trace>
  <inkml:trace contextRef="#ctx0" brushRef="#br0" timeOffset="51246.27">16316 8763 7533,'-10'5'2428,"2"19"-1843,10 2 0,4 3-316,5 9 1,4 1-405,1-1 0,5-4 90,8-2 1,3-16-136,-8-35 0,-1-11 225,1 10 0,-5-5 314,-16-16 1,-10-9 0,-3 8 0,1 16 0,-5 3-405,-19-10 0,-3 10 135,-3 30-900,14 8 1,9 6 262,19 4 1,7 1 0,4 15 0,8-21 0,-1 0 0</inkml:trace>
  <inkml:trace contextRef="#ctx0" brushRef="#br0" timeOffset="51545.27">16951 8243 7533,'-29'-16'3276,"-11"45"-2450,32 1 1,7 9 0,-1 2-647,-3-1 0,0 2 0,1 3 0,0 1-650,2-2 0,0 3 1,1 1-1,-1 0 0,1 0 452,0 0 0,-1 0 0,1 0 0,-1 0 1,0-2-55,1-2 0,0 0 0,-1-1 0,0-1 0,-1-1 73,-3 3 1,0-1 0,0-1 0,-2-4-1022,0-2 1,0-2 0,-3-6 1019,-9 0 0,-4-8 0,-13-9 0,-6-18 0</inkml:trace>
  <inkml:trace contextRef="#ctx0" brushRef="#br0" timeOffset="51646.27">16563 9160 7533,'29'-23'655,"-1"0"0,1 0 1,7-3-1,3 1 0,0 3-291,0 4 0,2 3 0,-2 1 0,-2-1 0,-1 1 0,-1 2 0,7 3 0,0 0 0</inkml:trace>
  <inkml:trace contextRef="#ctx0" brushRef="#br0" timeOffset="54379.27">17639 8837 7982,'-28'0'2249,"-5"12"-1754,15 3 0,1 5-271,2 2 1,0 3 90,-7 17 0,3 0-135,8 2-180,-1-13 0,8-5-1259,27-13 1169,-1-6-405,6-20 0,3-8-224,8-5 314,-13-6 0,-1-5-424,-7 5 1,-1 2 918,-2 5 0,-2 0 1439,4-21-450,-25 62 90,-3 24-809,0-1 0,4 2-1999,11-7 1,8-2 1627,4-7 1,5-6 0,18-10 0,2-28 0</inkml:trace>
  <inkml:trace contextRef="#ctx0" brushRef="#br0" timeOffset="54579.27">17992 8812 7892,'-34'12'3276,"5"23"-2620,7-2 0,1 3-566,5 9 0,4 0-180,5-8 0,5-2-990,7-3 1,7-7-630,18-16 1709,-5-8 0,1-4 0,3-16 0,4-6 0</inkml:trace>
  <inkml:trace contextRef="#ctx0" brushRef="#br0" timeOffset="54729.27">18062 8875 10051,'8'14'-449,"33"-14"-207,0-20 1,-14 10-1,-1 0 1,8-14 0</inkml:trace>
  <inkml:trace contextRef="#ctx0" brushRef="#br0" timeOffset="54930.27">18239 8416 7533,'-12'32'899,"0"-1"1,5-4-1,0 3-510,-6 12 1,-2 5 0,2-1-879,6 2 1,2 0 330,-1-11 1,-2 4-1,1-1 1,5-4-390,12 11 1,1-5 0,-10-8 0,4-7 0,29-13 0</inkml:trace>
  <inkml:trace contextRef="#ctx0" brushRef="#br0" timeOffset="55096.27">18380 8465 9332,'-10'49'-360,"5"-21"0,2 0 360,3 14 0,8 3 0,2-26 0</inkml:trace>
  <inkml:trace contextRef="#ctx0" brushRef="#br0" timeOffset="55279.27">18397 8788 7533,'-17'24'1092,"-1"0"0,7 4 0,2 1-662,-4 2 1,3 1-656,11 0 1,4-2-3053,5 8 3016,1-14 1,21-30 0,-13-7 0</inkml:trace>
  <inkml:trace contextRef="#ctx0" brushRef="#br0" timeOffset="55612.27">18468 8974 8612,'-10'45'3276,"2"-4"-3224,16-27-1311,2-8 719,8-24-809,-1-14 1619,-7 5 270,-2 3 359,-8 24 720,0 29-2159,0-11-179,0 11 89,8-29 90,9-12-89,11-13 809,-9 10 629,-3 15-1618,-16 9 809,0 37 0,8-34 0,2 16 0</inkml:trace>
  <inkml:trace contextRef="#ctx0" brushRef="#br0" timeOffset="56079.27">19156 8825 7533,'-37'24'1638,"10"6"0,5 4-533,14-8 1,2 0-1061,-10 10 0,8-11-2744,48-36 1889,-23-10 1,-1-5 314,10-8 1,1-2-1,-4-1 0,-5 1 855,-6-4 1079,3 28 540,-15 27-1260,-3 13 1,-1 3-630,2 12-270,3-12 0,5-3-1529,14-7 1709,7-5 0,-1-16 0,-8 0 0</inkml:trace>
  <inkml:trace contextRef="#ctx0" brushRef="#br0" timeOffset="56212.27">19420 8714 9062,'36'-25'-180,"-11"6"0,1 2-1259,13-5 783,-13 4 1,-1 1-1,2-2 1,-1-5 0</inkml:trace>
  <inkml:trace contextRef="#ctx0" brushRef="#br0" timeOffset="56365.27">19614 8354 7533,'-15'35'468,"0"-1"0,0 1 0,0 0 0,1 3 0,2 2 0,1 0 0,1 0 351,-1 2 0,0 1 0,2-1 0,4 1-984,5 1 1,3 2 0,3-3 0,1-7 0,3-5 0,4-4 0,11 4 0,1 0 0</inkml:trace>
  <inkml:trace contextRef="#ctx0" brushRef="#br0" timeOffset="57062.27">20232 8639 8072,'-35'4'3276,"-9"16"-3224,15 7 128,11-7 0,3 1-360,5 6-179,10-3-1,10-6-270,31 0 630,-18 1 0,11 12 180,-26-10-225,-21 4 0,-6 1-405,-4 4-135,-2-3 1,-1-1-855,-2-5 1439,11-4 0,9-17 0,8 0 0</inkml:trace>
  <inkml:trace contextRef="#ctx0" brushRef="#br0" timeOffset="57229.27">20302 8689 8792,'26'0'854,"-1"-3"1,1 0-1035,15-4-1459,1-9 1,-2-2-1639,-6 0 2718,-4 1 0,-4 0 0,-14-1 1,4-1-1</inkml:trace>
  <inkml:trace contextRef="#ctx0" brushRef="#br0" timeOffset="57379.27">20620 8367 7533,'-17'26'1079,"1"1"0,1-2 1,0 3-541,-2 5 1,0 5 0,0-3-1368,1-6 1,3 2 557,2 9 0,3 6 1,1-7 179,-1 8-436,6 3 0,4-2 0,14-11 0,-6-11 0,0 1 0</inkml:trace>
  <inkml:trace contextRef="#ctx0" brushRef="#br0" timeOffset="57696.27">20726 8738 7533,'-24'19'1092,"1"-1"0,0 0 0,5 1 489,0 19-1941,16-1 0,-4-16 270,30-5-2878,3-32 1979,10-5 899,-9-5 1079,-5-3-449,-21 21 539,6 8-269,-8 19 539,0 13-1529,0 16-1349,8-25 270,2 5 1259,15-34 0,-5-6 0,5-8 0</inkml:trace>
  <inkml:trace contextRef="#ctx0" brushRef="#br0" timeOffset="57862.27">20920 8614 13559,'33'2'-1799,"4"-9"-359,8-7 1338,-9-4 1,-11 6 0,-7 0 0</inkml:trace>
  <inkml:trace contextRef="#ctx0" brushRef="#br0" timeOffset="58046.27">21131 8354 7533,'-27'11'3276,"1"-3"-2351,13 14 1,1 7-567,-2 14 1,1 6-510,3-3 0,0 2 1,2-1-894,1-8 0,1-2 0,1 1 143,2 5 1,0-1-1,2-7-89,1 1 346,7 5 1,3-23 0,8-5 0</inkml:trace>
  <inkml:trace contextRef="#ctx0" brushRef="#br0" timeOffset="58446.27">21167 8825 10411,'35'-23'-3277,"0"2"2596,-15-9 322,-4 11 898,-24 6 2160,-26 35-1170,19-4-855,-10 3 1,3 5 45,18 22-900,-12-12 90,24 11 90,10-28 0,9-1 0,8-6 0</inkml:trace>
  <inkml:trace contextRef="#ctx0" brushRef="#br0" timeOffset="59199.27">21960 8478 8252,'-17'7'2249,"-1"4"-180,-15 18-1529,3 0-271,12 5 1,1 2-90,0 7-45,13-11 0,8 0-315,21 7 0,4-2 45,-3-13 0,-1-1 135,5 11 45,-15-10 0,-5 1-45,-10 6-270,-25 10-1369,0-18 1,-3-1 546,1-2 1,-3 0 1091,0-3 0,-2 2 0,2-3 0,0-2 0,1 0 0,-9 4 0,0 0 0</inkml:trace>
  <inkml:trace contextRef="#ctx0" brushRef="#br0" timeOffset="59979.27">18944 8490 7982,'-43'11'1638,"20"7"0,1 6-712,-6 9 0,3 4-432,4 2 1,5 0-630,6-2 0,10-6-854,20-12 179,5-26 1,3-11-226,-4-8 1,-1-6 899,0 0 0,-3 0 405,-10 1 0,-3 12 3006,1 34-1946,-7 19 0,-2 8-2423,6-4 1,1 2 0,-1-1 545,-5 9 1,4-3 0,13-5 0,5-8 0,7-12 0</inkml:trace>
  <inkml:trace contextRef="#ctx0" brushRef="#br0" timeOffset="64146.27">7620 10089 7533,'-18'-13'989,"1"1"1350,-1-1-630,32 12-810,9 2 1,7-1-451,6 0 1,6-2 0,3 0-769,0 2 0,3-1 1,2 1-1,1-2 445,-5 0 0,2-1 0,0 0 0,1 0 0,1 2-126,-4 1 0,1 2 0,0 0 0,0 0 0,1 1 0,0-1 0,0 0 0,0 0 0,1 1 0,0-1 0,0 1 0,0 0-114,-1 1 1,1 1-1,0-1 1,0 1-1,-1-1 1,1-1 487,-3-2 1,0 0 0,-1-1 0,1 0 0,-1 0 0,1-1 29,-1 1 1,1 0 0,0 0 0,-1-1 0,0 1-1,-2-1-45,5-2 1,-1 0 0,-1 0 0,0 1 0,1 0-198,-1 2 0,0 1 0,-1 0 0,1 1 0,-2 0-119,6 0 0,-1 0 0,-1 0 0,-1 0-43,-5-1 0,-2 0 0,0 0 0,-1-3 30,9-2 0,-1-2 0,-3-3-390,-10-1 0,-1-1 1,-2-1-1215,10-4 0,-4 0-1703,8-2 2779,-19 24 0,-26 8 0,-10 10 1</inkml:trace>
  <inkml:trace contextRef="#ctx0" brushRef="#br0" timeOffset="79579.27">22525 9135 7533,'-20'0'3276,"-3"0"0,21 0-2183,-6 6-4370,24 17 3062,-12-1 0,11 8 0,-15-12 0</inkml:trace>
  <inkml:trace contextRef="#ctx0" brushRef="#br0" timeOffset="79746.27">22490 9420 7533,'-20'12'3276,"-11"6"0,27 13-6553,4 7 2457,4-5 1,19 1 0,-13-15 0</inkml:trace>
  <inkml:trace contextRef="#ctx0" brushRef="#br0" timeOffset="84996.27">23213 8676 7533,'-30'-7'3276,"7"2"0,54 5-2460,9-2 1,6-2-1910,-7-2 1,2-3 0,1 1-1,1 1 1,1 0 0,-4-1 757,7-5 1,-7 1 0,-7 1-1,-25 11 1</inkml:trace>
  <inkml:trace contextRef="#ctx0" brushRef="#br0" timeOffset="85146.27">23495 8676 7533,'-27'40'1092,"-1"0"0,5-6 0,3 3 0,9-2 0,4 4 0,0-2-456,-3 3 1,2 3-997,4-8 0,1 5 1,1 0-1,1-3 30,2-1 0,2-3 1,1 1-218,0 18 1,4-6 0,3-18 0,3-9 0,4-8 0</inkml:trace>
  <inkml:trace contextRef="#ctx0" brushRef="#br0" timeOffset="85429.27">23654 9135 0,'-22'39'1638,"1"0"0,-1 1 0,32-2 0,11-11 1021,17-41-3752,-4-12 1,4-12 0,-10 2 122,-19 3 0,-9 1 2306,-5-5 1,-11 9-123,-27 34 1,-6 16-1170,6 0 0,9 4 99,20 1 0,11-6 0,20-19 0,13-10 0,-1 0 0</inkml:trace>
  <inkml:trace contextRef="#ctx0" brushRef="#br0" timeOffset="85629.27">23865 8738 7533,'27'-5'1092,"-1"-1"0,4 0 0,3-2-715,4 1 1,3-2-1,-1 1 1,3-2-1,-4 0 1,-9 1 0,1 0-1</inkml:trace>
  <inkml:trace contextRef="#ctx0" brushRef="#br0" timeOffset="85829.27">24165 8416 7533,'-17'29'1092,"-1"0"0,0-2 0,1 7-437,5 0 0,2 10 1,0 3-1,0-1 0,1-4-424,-3 3 1,2-3 0,0 5-779,4-6 1,-1 6 0,0 3 0,2 0 0,0-4 0,2-8 340,2 13 0,2-5 1,0-7-1,2 0 1,3-9-1,12-6 1</inkml:trace>
  <inkml:trace contextRef="#ctx0" brushRef="#br0" timeOffset="86182.27">24289 9023 7533,'-23'18'1092,"1"0"0,-2 17 0,5 2 546,7-11 0,4 0-1182,1 14 1,6-4-816,11-15-1280,17-35 1,3-11-212,-3-5 2164,-1-13 1,-3 10 2654,-15 34-1440,-8 5-1215,-2 23 1,4 7-3463,22-5 3148,-3 9 0,22-40 0,-7-7 0</inkml:trace>
  <inkml:trace contextRef="#ctx0" brushRef="#br0" timeOffset="86646.27">24677 8490 7533,'-18'-12'1638,"5"29"0,1 14-546,-1 11 0,2 7 0,-1 0-360,2-8 1,0-1 0,1 6-618,2-8 1,1 6 0,-1 4 0,0 0-1,1 1 1,2-4 0,0-4-184,1 3 1,1-5-1,2 0 1,1 2-589,0 5 1,-1 5-1,2-1 1,3-4 0,5-9 646,14 6 1,6-16 0,-1-18 0,-1-12 0,2-25 0,-1 0 0</inkml:trace>
  <inkml:trace contextRef="#ctx0" brushRef="#br0" timeOffset="87779.27">25277 9023 7533,'-20'6'3238,"-4"-5"-2429,30 10-629,-12-10-90,30 5-360,1-14 1,1-6-451,-4 2 0,-1-4 45,13-12 1,-9-4 224,-31-15 1620,-23 21-181,-11 23 0,10 24 1,3 11-271,11-4 1,3 3-540,-2 0 0,3 2 404,-1 12 1,10-3-855,34-3-450,-12-11 1,2-4-90,26-17 809,-6-15 0,-2-7 0,-12-14 0,2 4 0,-1 1 0</inkml:trace>
  <inkml:trace contextRef="#ctx0" brushRef="#br0" timeOffset="87979.27">25612 8887 9332,'13'24'1092,"1"0"0,6 3 0,1 3-1135,-6-1 0,0 2 1,0 0-1083,9 7 1,-1-2 978,-4-4 0,-2-2 1,6 3-1,-13-26 0</inkml:trace>
  <inkml:trace contextRef="#ctx0" brushRef="#br0" timeOffset="88146.27">25894 8862 7533,'-26'5'1092,"1"0"0,-3 19 0,1 5 546,3-7 0,1 3-1064,3 8 0,0 6 1,3-2-1610,2 0 1,1-1 692,-5 6 1,3-1-1,6-12 1,2-3-1,0 3 1</inkml:trace>
  <inkml:trace contextRef="#ctx0" brushRef="#br0" timeOffset="88513.27">25964 8949 7533,'8'-30'2428,"2"4"-1618,23-10-450,-3 15 269,5 3 1,-9 12-360,-17 12 449,-1 18-629,-8 25-90,-5-9 0,-4 8 0,0 0-180,0-9 0,0 1 0,-1 1 1,0-2-251,0 10 1,1-1-1,-3 0 362,-1-9 1,-2 1 0,0-3-1,3-6-22,-2 8-360,-5 0 1,-3-4-2828,3-13 831,1-4 2446,10-25 0,16-12 0,2-6 0</inkml:trace>
  <inkml:trace contextRef="#ctx0" brushRef="#br0" timeOffset="89662.27">26141 8850 7623,'-10'-2'2248,"18"-2"-2338,35 10 90,6-6 0,-20-1 0,-5 7 810,-14 34-180,-30 3-571,5-14 1,-4 3 0,0-3 30,-1-7 0,1-1-180,-2 10 0,1-5-3187,2-18 3197,16-2 0,-4-24 0,14-8 0</inkml:trace>
  <inkml:trace contextRef="#ctx0" brushRef="#br0" timeOffset="89962.27">26353 8936 7533,'7'20'3276,"11"-8"-3295,6-14 0,3-7-746,-6-5 1,-1-4-46,12-6 1,-5-3 269,-15-18 990,-22 15 2158,-35 46-2068,6 2 629,11 16 1,7 6-766,13-12 1,4 0-585,-3 10 0,6-2-1799,19 3 1979,9-17 0,8-28 0,1-1 0</inkml:trace>
  <inkml:trace contextRef="#ctx0" brushRef="#br0" timeOffset="90179.27">26705 8887 7533,'-33'11'3276,"4"14"-1638,10 3 0,2 5-1586,6-3 0,5 0-817,8 0 1,3-3-136,-1 1-1798,36-22 2698,-11-22 0,8 0 0,-3-14 0</inkml:trace>
  <inkml:trace contextRef="#ctx0" brushRef="#br0" timeOffset="90346.27">26793 8875 7533,'-9'-14'3276,"-7"-3"-706,30 16-3559,13-16-650,0 10 1,1 1 1117,-4-3 1,-1-2 339,18-12 0,-23 4 1,0-6-1</inkml:trace>
  <inkml:trace contextRef="#ctx0" brushRef="#br0" timeOffset="90513.27">26970 8553 7533,'-14'26'1092,"0"1"0,-7 5 0,1 5-206,8 4 1,4 5 0,-1-1-1463,-1-4 0,1-1 0,0 0-204,2 1 1,0 0 0,6-4 779,8 0 0,1-10 0,-4-14 0,12-15 0</inkml:trace>
  <inkml:trace contextRef="#ctx0" brushRef="#br0" timeOffset="90763.27">26988 8986 12210,'45'-15'-1169,"-18"-1"-270,-11-16 2248,-32 20 810,-5 24 0,-1 10-270,-4 15-1619,3-6 1,7-2-2790,32-2 3059,11-22 0,3-13 0,3-10 0</inkml:trace>
  <inkml:trace contextRef="#ctx0" brushRef="#br0" timeOffset="91096.27">27199 8949 8522,'-16'36'3276,"5"-14"-1638,-6-2 0,0 0-184,6-5-1724,18-3 270,7-19-1080,13-12 1,3-8-14,-8-5 1,-1-5 0,-1 2 458,5-4 0,1-3 117,-6 4 0,2-6 0,-1-1 0,-4 7 921,0-3 1,-3 2-46,1 4 1,0-2 0,-1 6 1889,3-12-180,-9 37-977,-14 30 0,-11 25 0,1 2-360,8-14 1,2 2 0,1 1-1,-2 1-1388,0 1 1,-2 3-1,1 0 1,1-1 0,3-3 556,3 11 1,5-4 0,3-5 0,5-3-1,5-11 1,26-18 0</inkml:trace>
  <inkml:trace contextRef="#ctx0" brushRef="#br0" timeOffset="93779.27">27887 8751 7353,'0'-19'1619,"0"6"-720,0 2-449,0 10 540,0 11-1,8 28-719,-7-4 0,0 6-91,1-8 1,1 3 0,0-2-225,-2 17 0,-2-3-135,-7-9 1,0-7-361,4-13 225,2-38 0,4-14-45,12 4 0,8-3 1,1 0-734,1-3 1,2 1 0,0 1 765,1 5 1,1 2-1,0 3 1,6-1 0,-2 5-1,4 1 1</inkml:trace>
  <inkml:trace contextRef="#ctx0" brushRef="#br0" timeOffset="94149.27">28205 8912 10411,'41'-6'90,"-2"-11"-900,-4-1 1,-1-2 269,-3-9 225,-12 9 1,-7 0-136,-20 7 1439,-41 11 0,24 12 1,-1 5 314,-14 10 1,2 6-631,16 3 1,7 3-675,1-2 0,12-2-810,25-6 1,11-9 809,-1-15 0,3-5 0,5-1 0,0-5 0,-8-10 0,1 0 0</inkml:trace>
  <inkml:trace contextRef="#ctx0" brushRef="#br0" timeOffset="94562.27">28504 8763 7533,'-9'5'3238,"1"8"-1709,8 17-719,0 9-631,8-6-269,-6-4-989,21-17 0,-11-21-900,21-12 1439,-13-12 2249,-3 25 90,-9 28 270,0 20-1709,10-8-1799,17-38 629,-8-10 0,-1-6 810,-6 1 0,-1 0 0,3 0 0,-3 1 0,-1 2 0</inkml:trace>
  <inkml:trace contextRef="#ctx0" brushRef="#br0" timeOffset="94896.27">28910 8812 8702,'-35'24'3276,"7"2"-1965,11 11-2120,17-5-1530,25-18 540,5-21 1214,-11-9 1,-3-5 1573,2-14 990,-11 5 270,-7 30-630,0 19-2429,8 7-2467,10 5 3264,-6-18 0,11-2 1,-13-11-1</inkml:trace>
  <inkml:trace contextRef="#ctx0" brushRef="#br0" timeOffset="95129.27">29069 8837 10411,'0'24'2159,"0"7"-2249,0 2-90,8-19-270,9-28-1169,11-19-270,-1 2 1889,-1 13 0,-9 12 0,1 6 0</inkml:trace>
  <inkml:trace contextRef="#ctx0" brushRef="#br0" timeOffset="95563.27">29333 8862 7533,'0'-13'3276,"-7"1"-2145,-3 18-591,-8 1-270,8 27-360,3 1-180,7 14-989,23-23 89,-1-37 675,3-12 1,1-10 104,-10 3 0,-1-4 1,-1-3-252,1-8 1,0-4 0,0 2 640,0 3 0,0 0 0,-2 2 569,-5 3 1,-3 1 0,1 4 914,6 0 0,-8 13 495,-27 26-1350,11 25 1,2 13-450,-4-3 0,-2 5 0,3 2-233,7-6 1,2 2-1,3 1 1,0-1-286,1-4 1,0 1 0,3-2 0,4-2 63,7 3 0,4-4 0,3-5 1,6-2-1,3-9 0,4-13 1,0-1-1</inkml:trace>
  <inkml:trace contextRef="#ctx0" brushRef="#br0" timeOffset="100312.27">30515 8342 7533,'-27'-14'1709,"1"-3"-270,-15 22-630,10 12-539,9 7 0,-2 7 0,3 3-60,6-3 0,3 3 0,0 3-1030,-1 4 1,-1 5 0,1 0 0,2-5 794,3-5 0,2-3 0,0 2 85,-2 12 0,0 2 0,1-2 323,3-12 0,1-2 0,0 1-893,0 3 1,1 0-1,-3-1 105,-4 13 1,-5-6 44,-3-16 0,-1-6 90,-14-3-1369,0-14 1,0-8-212,0-25 1760,9-10 0,3-6 90,9 7 0,4-2 540,3 5 0,2-1 0,1 5-181,1-13 1440,15 15 540,21 17-2339,-5 4 1638,3 1 0,4-2-2339,6-5 0,1-2 701,-1 2 0,0-1 0,-12 3 0,1-1 0,-4 2 0,-4 2 0,1 0 0</inkml:trace>
  <inkml:trace contextRef="#ctx0" brushRef="#br0" timeOffset="100729.27">30462 8775 11311,'0'-13'1619,"0"18"-1709,0 5 270,0 35-225,4-14 0,0 0 224,-2 0 1,-2 0 90,1 1 0,-2-3 90,-1-6-360,-6-34 0,8-4-225,6-17 0,4-5-855,5 9 1,5 0-14,2-1 1,3-1 0,-1 3-456,1 3 1,1 3 1547,3 5 0,-1 3 0,-3 2 0,3 4 0</inkml:trace>
  <inkml:trace contextRef="#ctx0" brushRef="#br0" timeOffset="101012.27">30798 8825 7533,'-23'22'1638,"0"0"0,-4 10-57,11 2-2301,40-19 630,5 3-675,5-27 1,1-9 134,-13 1 1,-3-2 674,3-9 0,-11 0 944,-36-10-899,9 20 135,-11 15 0,-1 6-495,15 10 180,-13-5 90,34 9 0,4-16 0,13 4 0</inkml:trace>
  <inkml:trace contextRef="#ctx0" brushRef="#br0" timeOffset="101346.27">31009 8714 7533,'-8'24'3276,"-1"6"-1245,-1-9-1312,2 14-989,8-9 360,0 0-1079,8-8-720,17-18 1349,-11-12-180,5-6 1,1 0 539,0-6 1259,-1-10-809,-3 27 989,-16 18 1079,0 9-1888,0 1-900,8-4-1259,9-17 810,3 0-1980,6 16 2699,-9 5 0,1 11 0,-1-2 0</inkml:trace>
  <inkml:trace contextRef="#ctx0" brushRef="#br0" timeOffset="102798.27">31785 8627 7443,'-19'-7'2518,"-13"7"-2068,13 12-135,1 7 0,0 4-270,4 0 0,1 0-45,-5 23-270,11-1 90,22-19 90,-11-5 0,20 1 0,-7-9 90,-5-5 180,4 14-180,-40-8 0,18 5 270,-33 4-630,12 2 360,5-4 0,-1-4 0,23-11 0</inkml:trace>
  <inkml:trace contextRef="#ctx0" brushRef="#br0" timeOffset="103496.27">31962 8664 7533,'-30'0'3276,"7"0"-2145,31 5-1491,25-3-495,-3-6 1,3-3-785,4-5 1,0-2 1629,0-2 1,-3-1-1,-11-1 1,-3 0 0,5-7-1</inkml:trace>
  <inkml:trace contextRef="#ctx0" brushRef="#br0" timeOffset="103679.27">32191 8379 7533,'-26'14'1092,"-1"-1"0,3 10 0,3 5 0,3 2 0,0 3 0,3 4-1912,4-2 1,2 3 0,0 1 0,1-4-820,-7 12 1,2 0 681,6-5 0,3 1 1,8-10 1308,21-10 0,-3 1 0,11-26 1</inkml:trace>
  <inkml:trace contextRef="#ctx0" brushRef="#br0" timeOffset="103946.27">32297 8714 7533,'-31'23'1092,"1"0"0,-2 8 0,1 2 546,6-3 0,3 0-1451,1-1 0,9-4-1177,20-7-1079,27-29 1710,-4 1-1171,-2-9 1,-1-2 1170,2-1 898,-3 3 901,-19 15 179,-26 33-540,7-7-3148,3 8 2069,33-18 0,-3-12 0,11-7 0</inkml:trace>
  <inkml:trace contextRef="#ctx0" brushRef="#br0" timeOffset="104179.27">32403 8664 7533,'-18'19'3276,"32"-7"-3944,23-23 668,-13 4 0,1-1 0,5-4 0,-1 0 0,6-6 0</inkml:trace>
  <inkml:trace contextRef="#ctx0" brushRef="#br0" timeOffset="104363.27">32614 8453 7533,'-27'37'819,"-1"1"0,8-11 0,-1 1 0,4 2 61,0 16 1,4 2-2520,3-5 1,3-2 1170,1-12 0,6-2 1,15 6-1,-5-26 1</inkml:trace>
  <inkml:trace contextRef="#ctx0" brushRef="#br0" timeOffset="104629.27">32667 8738 7533,'-21'15'1092,"-1"0"0,-1 4 0,1 0 1478,-15 8-4009,27 2 180,22-33-1260,31-4 2699,-14-12-180,-3 8 2339,-18 23 90,-16 10-1890,6 5 181,-6 3-2699,24-15 1979,3-2 0,9-1 0,-3-4 0</inkml:trace>
  <inkml:trace contextRef="#ctx0" brushRef="#br0" timeOffset="105396.27">33214 8565 7533,'0'-14'3276,"-31"25"-346,-1 27-2660,2-4 0,0 2-180,13-12 0,4 0 0,-3 4 0,9-5-90,14-15-360,11 3 180,2-17 540,5 5 0,-15-5-181,-2 1-628,-8 3-451,0-8 720,8 8-359,-6-3 539,5 5 359,-7 0-3636,0 0 1247,0 5 1761,-7-3 269,5 3 0,-6-5 0,8 0 0</inkml:trace>
  <inkml:trace contextRef="#ctx0" brushRef="#br0" timeOffset="105996.27">33214 8627 6813,'18'-19'2159,"-9"1"-810,-9 5 0,-9 12-1169,-9-3 1169,-7 26-179,-11 4-990,7 1 899,4 1 0,1 1 1,2 1-900,-3 13 90,17-14-360,16-15 0,9 9 0,3-15-90,13 9 180,-5-5 0,-1 2 90,7 9 0,-23-9 90,5 9 179,-16-3-89,-16 15-180,5-18-90,-15 16-539,8-25-901,-15 10 91,-4-11 1349,7-3 0,-1-2 0,-16-8 0,22 3 0,-1-1 0</inkml:trace>
  <inkml:trace contextRef="#ctx0" brushRef="#br0" timeOffset="107896.27">28910 9767 7533,'-29'6'989,"5"0"1170,48-6-1889,-11 0 44,22-5 1,3-1-135,-3-3-1125,-2 2 1,6-1 0,-5 0 764,11-6-913,-11 6 1,4 0 0,-4 1-87,9-2 1179,3-1 0,-2-2 0,-10-1 0,-10 0 0,1 1 0</inkml:trace>
  <inkml:trace contextRef="#ctx0" brushRef="#br0" timeOffset="108065.27">29369 9358 7533,'-30'14'1092,"1"-1"0,4 19 0,1 4-482,-4-11 1,3 3-1003,10 13 1,4 8 0,4-4-59,0-3 1,4 0 149,4 2 0,2 4 0,1-5 120,0-5 1,4-3 179,6 1 0,5-10 0,8-23 0,9 1 0</inkml:trace>
  <inkml:trace contextRef="#ctx0" brushRef="#br0" timeOffset="108346.27">29545 9716 7533,'-29'29'655,"-1"0"0,1-1 1,6 0-1,1 0 0,2-1 315,-7 7 1,11-3-2231,32 4 136,5-42 0,5-9 44,13-4 1,2-2 1439,-7-3 0,-3 5 719,12 13 270,-35 29-1799,-10 22-1708,2-12 2158,2-14 0,21-13 0,-3-5 0</inkml:trace>
  <inkml:trace contextRef="#ctx0" brushRef="#br0" timeOffset="108779.27">29774 9432 8522,'-8'29'1092,"-1"0"0,3 5 0,2 3-895,1 0 0,0 3 1,1 0-490,2 0 0,0 1 0,0-2-338,0 12 1,0-6-156,0-9 1,0-16-115,0-33 699,0-34 200,11 10 0,2 0 0,0-4 225,2 18 0,4 7 225,14 15 90,-19 17-450,9-5 269,-31 24-179,6-22 305,-21 11 595,3-5-901,1-5 91,3 8-360,24-14-1709,10 10-719,17-6 2518,-6-5 0,5 4 0,-17-4 0</inkml:trace>
  <inkml:trace contextRef="#ctx0" brushRef="#br0" timeOffset="108979.27">30039 9519 7533,'-27'0'3276,"9"6"-3044,18 11-2031,18 20-630,9 3 2159,-7-3 270,-5-19 0,-7-7 0,2-4 0</inkml:trace>
  <inkml:trace contextRef="#ctx0" brushRef="#br0" timeOffset="109229.27">30092 9741 7533,'-18'25'1484,"1"0"0,-11 14-1124,11-9-450,24-18-990,21-17 1,17 2 899,0-2 1619,-10 28-675,-23 0 1,-6 4-180,-4 1 0,-4 3-1080,-5 6 0,-4-1-135,-1-7 1,-3-2 629,-2-1 0,-1-2 0,-10 7 0,3-7 0</inkml:trace>
  <inkml:trace contextRef="#ctx0" brushRef="#br0" timeOffset="110130.27">30833 9692 7533,'-26'17'1092,"1"1"0,-7 8 0,1 4-116,9-6 1,0 3 0,1-1-797,-5 9 0,7 0-900,19 13 720,22-35-1124,7-19 0,1-6 854,1-10-855,1-5 1,1-4 494,-13 2 1,-1 0 494,5 2 0,-3 0 3103,-11-8-2068,-6 36 719,-36 35-900,28-7-179,-4-3 0,1 0-180,7 2-1170,0 13 720,0-20-2428,23 8 2518,7-16 0,7 0 0,-4-8 0</inkml:trace>
  <inkml:trace contextRef="#ctx0" brushRef="#br0" timeOffset="110346.27">31186 9729 7533,'-34'-1'1638,"11"9"0,1 7 0,2 11 0,1 5-1541,-5 4 0,7 1-862,15 0 1,10-3-2513,19 4 2994,12-26 0,4-18 1,-17-5-1</inkml:trace>
  <inkml:trace contextRef="#ctx0" brushRef="#br0" timeOffset="110496.27">31256 9729 7533,'-25'18'3276,"29"-4"-2864,7-2-2931,27-6 2519,-12-8 0,-1-2 0,-4-3 0,3-5 0</inkml:trace>
  <inkml:trace contextRef="#ctx0" brushRef="#br0" timeOffset="110696.27">31380 9432 7533,'-20'13'2518,"-4"10"-989,10 10 1,3 4-1351,4-14 1,0 2-30,-3 9 0,-2 4 0,3-1-555,3 1 1,2 1-946,2 9 1,2-1 953,0-10 0,2-4 0,5-7 0,4-5 0,6-3 1</inkml:trace>
  <inkml:trace contextRef="#ctx0" brushRef="#br0" timeOffset="110896.27">31556 9383 10141,'-10'26'839,"0"0"1,1 5 0,3 3-2414,4 9 0,4 1 1574,-2-10 0,0-3 0,0-3 0,0-4 0,0 1 0</inkml:trace>
  <inkml:trace contextRef="#ctx0" brushRef="#br0" timeOffset="111163.27">31574 9704 8072,'-20'43'2699,"4"1"-2429,16 0-450,-8 4-90,-1-15-899,-1 3-630,2-17 1799,24-6 0,-12-13 0,11-7 0</inkml:trace>
  <inkml:trace contextRef="#ctx0" brushRef="#br0" timeOffset="111562.27">31732 9804 8072,'-27'30'3239,"1"1"-3419,32 1-630,6-13 1,16-30 449,-3 0 270,-18-13 0,-4-3 720,-3 4 269,-18-2-629,-9 27 0,-1 22-270,11 14 0,9-5 0,8 3 0</inkml:trace>
  <inkml:trace contextRef="#ctx0" brushRef="#br0" timeOffset="112213.27">31838 9791 9422,'0'29'2788,"0"-1"-2608,8 14-450,-6-16-360,14-13-449,1-42 1259,19-1 180,-15-8 989,11 22 540,-23 49-1439,-7-19-181,-2 17 1,-2 5-2159,0 6 1889,1-16 0,4-2 0,23 7 0,1-20 0</inkml:trace>
  <inkml:trace contextRef="#ctx0" brushRef="#br0" timeOffset="112862.27">32703 9679 7533,'-36'-5'3276,"-7"3"-1638,17 11 0,-1 5-12,-9 10 0,2 8-1237,13-6 1,2 3 0,2 0-255,-4 16 0,7-2-495,7-15 1,8-5 89,32 5-1369,3-38 1,4-13 128,-1-1 0,1-5 1000,-4-1 1,0-5-1,-4 1 1140,-4-2 0,-9 3 2338,-11 3-1439,-18 48 0,-2 15-1394,2 6 0,8 2-135,16-9 0,8 0 0,1-4 0,0-2 0,3-6 0,19-7 0,0 1 0</inkml:trace>
  <inkml:trace contextRef="#ctx0" brushRef="#br0" timeOffset="123046.27">22737 8019 6903,'-18'-26'2968,"0"14"-1439,-7 46-764,10 6 0,2 7-496,3-7 1,1 4 0,1 0-420,2 4 0,2 1 0,4-1-180,5-8 0,3-2 1,5-4 259,12 8 1,4-10-1,-5-17 1,1-6-1,24-4 1</inkml:trace>
  <inkml:trace contextRef="#ctx0" brushRef="#br0" timeOffset="123646.27">22983 7821 9242,'-9'32'869,"7"-3"1,3 8-1,0-1-689,-1 11 0,2 3-859,0-1 0,1 3 1,-1-4 678,-1-1 0,-2-4-1055,-4-3 1,3-12 1054,8-23 0,-12-3 0,13-26 0</inkml:trace>
  <inkml:trace contextRef="#ctx0" brushRef="#br0" timeOffset="124296.27">23036 8019 7982,'0'-13'3276,"-7"1"-1604,5 12-1313,2 0-269,17 0-270,19 6 180,-7-4-629,12 14-91,-21-2 360,5 10 181,-15-4 448,-10-2 361,-18 5-270,-9 3 0,-1 11-180,3-10-180,15-10-90,2-11-90,16 0 0,-6-5-270,22 5 450,-13-1 0,7 2 180,-10 5 0,-8 1 90,-8 10-270,-10-2 0,-9 9-90,-16-5-630,6-11-2557,9-3 3151,12-17 1,16-6 0,0-7 0</inkml:trace>
  <inkml:trace contextRef="#ctx0" brushRef="#br0" timeOffset="124713.27">23248 8218 11580,'33'6'-270,"-7"-6"1,1-5-496,-1-5 1,-3-5 44,1-5 0,-5-4 990,-3-21 540,-32 2 539,-3 29 720,-24 38-1260,23-1 1,2 6-361,2 8 1,5 2-1080,7-3 1,8-3-1010,7-9 1,5-4 1557,22-2 1,-3-20 0,-10-10 0</inkml:trace>
  <inkml:trace contextRef="#ctx0" brushRef="#br0" timeOffset="125013.27">23583 8069 8972,'-25'18'3276,"-3"12"-2235,1 3-1580,9 4-1350,18-12 809,18-13 721,9-6 628,-7-6 181,-12 6-270,-26 6-1079,-9 13-990,7-10 1889,4 1 0,24-21 0,2-2 0</inkml:trace>
  <inkml:trace contextRef="#ctx0" brushRef="#br0" timeOffset="125179.27">23618 8106 9691,'44'-11'-269,"-7"-8"-1800,6-2 1249,-23-8 1,3 15 0,-13-4 0</inkml:trace>
  <inkml:trace contextRef="#ctx0" brushRef="#br0" timeOffset="125329.27">23760 7908 7713,'-14'40'1092,"0"0"0,4 0 0,3 1-1021,0-5 0,6-2-1196,8-7 1,1-4 1124,-4 0 0,20-23 0,-14-6 0</inkml:trace>
  <inkml:trace contextRef="#ctx0" brushRef="#br0" timeOffset="125562.27">23901 7846 7533,'25'-20'3276,"-5"14"0,5 29-1965,-17 0 0,-6 5-1806,-3 12 1,-6 1-721,-11 3 1,-7 0 1214,3-8 0,-3-1 0,0-2 0,-9 1 0,1-1 0,0 2 0,-1 0 0</inkml:trace>
  <inkml:trace contextRef="#ctx0" brushRef="#br0" timeOffset="145713.27">10389 10783 7533,'-35'0'3276,"15"0"0,20 16-3262,4-6-2263,20 19 2249,-14-10 0,7 6 0,1 0 0</inkml:trace>
  <inkml:trace contextRef="#ctx0" brushRef="#br0" timeOffset="145863.27">10354 11167 7533,'-8'19'3276,"6"-1"-1605,2-6-1671,18 12 0,1-9 0,7 9 0</inkml:trace>
  <inkml:trace contextRef="#ctx0" brushRef="#br0" timeOffset="146396.27">10866 10659 7533,'-10'0'3276,"57"-6"0,-2-1-2145,0 4 1,4-1-2771,-1 1 1,-2 1-1,-11 2 1,-1 0 1503,1 0 1,-2 0 0,8 0 0,-13 0 0</inkml:trace>
  <inkml:trace contextRef="#ctx0" brushRef="#br0" timeOffset="146579.27">11183 10634 7533,'-14'33'819,"1"0"0,-1 0 0,2 2 0,0 3 0,2-1 0,-1 7 0,0 0 0,2-1-1912,2 2 1,1-1 0,2-1 681,-1-3 0,2 0 1,1-2-310,-1 2 1,2-1-1,5-10 1026,13-6 1,-5 6-1,4-23 1</inkml:trace>
  <inkml:trace contextRef="#ctx0" brushRef="#br0" timeOffset="146813.27">11377 11068 7533,'-12'36'819,"1"1"0,-1 0 0,8 4 0,4-2 819,-2-6 0,8-6-275,37-10-2667,-11-50 0,-3-13 1079,-11 24 0,-3-2 315,-4-12 0,-5-5 0,-7 7 719,-29 0-404,5 15 0,-3 9-91,1 18 1,1 6-3373,-3 4 3058,13 18 0,34-13 0,9-4 0</inkml:trace>
  <inkml:trace contextRef="#ctx0" brushRef="#br0" timeOffset="147265.27">11606 10844 13559,'42'-6'-45,"-12"3"0,2 0 45,9 1 0,1-1 0,-9-2 0,-2-3 0,-6-1 0,-1-1 0</inkml:trace>
  <inkml:trace contextRef="#ctx0" brushRef="#br0" timeOffset="147463.27">11853 10522 7533,'-11'26'1092,"-1"1"0,2-4 0,-2 2 328,-9 12 0,-1 4-1322,9-2 0,1 3 0,2 2-188,0 2 0,0 2 0,2 1-567,1-1 0,2 0 0,0-1-63,0-6 1,1-2-1,5-6 720,15 10 0,-5-26 0,15-11 0</inkml:trace>
  <inkml:trace contextRef="#ctx0" brushRef="#br0" timeOffset="147812.27">11977 11043 7533,'-43'25'3276,"13"-1"-1638,4-1 0,3 1-815,10 12-823,-1-9 0,4 0-1529,18-1-90,25-19-20,-9-22 1,-1-6 1208,-3 3 0,-1-1 654,4-5 1,-6 0 1035,-15 0 1528,-2 50 488,-2 16-2054,-6 6-1043,7-21 1,2-3-180,-1-10-2788,15-2-489,13-12 3264,-7-7 0,19-11 0,-21-1 1</inkml:trace>
  <inkml:trace contextRef="#ctx0" brushRef="#br0" timeOffset="147996.27">12312 10585 8882,'-23'30'1092,"1"1"0,-1 8 0,3 6-273,8-7 0,1 6 0,0 0 0,2-3-278,-2-3 0,1-2 0,1 4-613,2-2 0,1 5 0,0 1 0,2-3 0,2-6-1053,3 6 1,6-5 527,7 12 0,7-6 597,-3-24 0,3-5 0,8-2 0,1-5 0,15-6 0</inkml:trace>
  <inkml:trace contextRef="#ctx0" brushRef="#br0" timeOffset="149679.27">12753 11080 7803,'-8'36'3276,"6"3"-1515,10 5-2571,35-24 225,-11-24 1,1-10-136,2-13 1,-6-9 224,-6-8 0,-10-2 1035,-13 2 0,-10 6 674,-10 12 0,-5 13 45,-7 28 1,1 17-811,15-3 1,4 6 0,1 0-673,-2-2 1,2 1 0,4 0 282,5 2 0,5 1 0,3-7-780,12 4-1708,9 2 789,9-28 1,3-9 1591,6-11 1,-10 3 0,-3-3 0,-7-18 0</inkml:trace>
  <inkml:trace contextRef="#ctx0" brushRef="#br0" timeOffset="149862.27">13141 10969 10321,'0'45'1638,"7"-13"0,2-1-327,2 5-2570,16 5 0,3-1-270,-4-1 1529,-1-13 0,-1-5 0,-14-16 0,-3-11 0</inkml:trace>
  <inkml:trace contextRef="#ctx0" brushRef="#br0" timeOffset="150012.27">13317 10956 0,'0'-19'870,"-7"6"2406,-19 35 0,-3 7-2680,7 2 0,1 5-731,-2 3 0,2 1-989,6 3 0,1-2 1124,0-4 0,3-3 0,3 12 0,8-28 0</inkml:trace>
  <inkml:trace contextRef="#ctx0" brushRef="#br0" timeOffset="150312.27">13353 11043 7533,'15'-25'3276,"13"6"-975,9 1-1492,-10 44-315,-19 5 1,-8 7-285,-5 1 0,-5 4 0,0 2-490,1-6 0,0 2 0,0 1 0,-1-2 10,-5 9 0,0-2 1,-1-2-631,2-7 1,-1-1-1,1-8 956,-5 3 1,3-36 0,16-33 0</inkml:trace>
  <inkml:trace contextRef="#ctx0" brushRef="#br0" timeOffset="150513.27">13441 11068 7533,'17'-25'3058,"9"0"-1664,6 13 0,3 5-764,10 6-540,-13 7 0,-6 7 90,-18 20-1035,-31 7 1,-11 1 854,12-14 0,-1-2 0,-11 12 0,0-2 0,0 1 0</inkml:trace>
  <inkml:trace contextRef="#ctx0" brushRef="#br0" timeOffset="156329.27">13776 11216 7533,'-10'6'3276,"2"-5"-1335,32-1-2931,5-29 630,-6 13 1,-1-2 314,-3-3 0,-2-2-855,1-5 1,-11 4 3058,-44 11-1080,25 9-150,-10 19 1,-6 13-1,6 1-2355,9 0 0,4 1 1516,-6 6 0,5 0-1529,17 9-1838,36-28 3032,-1 6 1,-16-21 0,-1-4 0,0-5 0</inkml:trace>
  <inkml:trace contextRef="#ctx0" brushRef="#br0" timeOffset="156529.27">14146 11055 7533,'-26'6'1092,"-1"-1"0,7 11 0,3 4 546,-1 7 0,3 4-1092,7 4 1,6 0-2186,7-7 1,6-5 1322,10-5 0,3-7 0,9-17 0,6-7 0</inkml:trace>
  <inkml:trace contextRef="#ctx0" brushRef="#br0" timeOffset="156697.27">14217 11105 7533,'-20'0'3276,"13"-11"-3674,40 8 398,6-19 0,-13 17 0,1 2 0,16-15 0</inkml:trace>
  <inkml:trace contextRef="#ctx0" brushRef="#br0" timeOffset="156879.27">14393 10721 7533,'-17'37'819,"-1"1"0,3-6 0,0 2 0,2 2 0,4-1 0,2 3 0,0 1 0,1-1-1820,-4 12 0,0-1 0,4-2 1001,4-9 0,3-2 0,0-2 0,-1 1 0,2-6 0,6-5 0</inkml:trace>
  <inkml:trace contextRef="#ctx0" brushRef="#br0" timeOffset="157146.27">14393 11229 7533,'-17'25'3276,"7"-6"-616,33-23-5268,9-28 1168,-13 15 1,-1-2 1349,-2-17 2159,-50 53 1207,3 17-3025,12-14 0,3 0-1600,8 15-1928,26-28 3264,1-2 0,7-10 0,-9-2 1</inkml:trace>
  <inkml:trace contextRef="#ctx0" brushRef="#br0" timeOffset="157446.27">14552 11241 8072,'-18'24'1638,"1"1"0,-3 9 1638,20-4-3801,35-63-1004,-7-1 0,-1-9 1101,-10 10 1,-1-5 0,-1-1 0,0 0-179,-1 2 1,1-1 0,-2 1 0,-2 0 995,0-5 0,-2 1 0,-2 5 1248,-1 1 0,-4 16 0,-8 42 0,-5 17 0,-3-2 0,0 4-1777,6 2 1,2 4 0,1-1-792,0-1 1,1 0 0,5-4 929,9 2 0,5-4 0,-2 2 0,4-8 0,26-18 0</inkml:trace>
  <inkml:trace contextRef="#ctx0" brushRef="#br0" timeOffset="158329.27">15293 10969 7533,'-10'8'3276,"2"19"-2599,7 13 0,1 12 0,1-3-408,-1 1 1,0-1-210,1-6 0,-1 2 0,-1-8 1739,-7 9-1709,15-76 0,8-22-1183,2 18 1,5-1 0,0 0 235,-2-4 1,0-1-1,2 3 370,6 0 0,2 2 0,-3 12 0,8 16 0,-9 2 1</inkml:trace>
  <inkml:trace contextRef="#ctx0" brushRef="#br0" timeOffset="158629.27">15699 11216 7533,'-28'25'3276,"11"-11"-886,32-9-3289,7-22-1,11-8 1,0-4 449,-19 7 1,-2 0 224,11-8 0,-7 1-855,-24-7 2520,-9 21-348,-8 27 0,-5 15 0,2 0 103,7-4 0,1 2-1139,-8 10 1,-2 5 0,8-4 303,14-10 0,6-2 0,10 13-1619,11-12-990,17-7 630,7-11 1619,-17-8 0,1-4 0,12-9 0,2-11 0</inkml:trace>
  <inkml:trace contextRef="#ctx0" brushRef="#br0" timeOffset="158979.27">15946 11117 12300,'-20'29'3276,"12"15"-3224,18-8-861,0 4 359,13-33-1709,-11-1-270,21-34 2250,-13-1 448,5-4-179,-15 5 2969,-2 49 217,-8 6-1875,0 8-1041,0-1-810,24-32-2338,13-31 1149,-6 11 1,1 0 1609,-8-1 1,-1-1 0,10-7 0,-25 20-1</inkml:trace>
  <inkml:trace contextRef="#ctx0" brushRef="#br0" timeOffset="159329.27">16387 11105 11221,'-40'25'1638,"15"-6"0,3 3 1472,11 12-5269,1 15 360,20-29 1439,1-3-2917,28-39 1068,-17 5 1624,-8-5 0,-1-2 1485,3 1-3753,-8-11 3573,-6 26 1799,6-3-451,0 11 361,-6 11-3149,5 8 91,-7 7-361,8-1 3753,-6-2-2763,6-9 0,0-2 0,2-6 0</inkml:trace>
  <inkml:trace contextRef="#ctx0" brushRef="#br0" timeOffset="159549.27">16528 11105 14279,'0'28'509,"0"0"1,0 1 0,0-3-1050,0 2-719,0-17 899,7-30 90,3-18 1,8-2 89,7-4-2699,3 12 2879,-1 11 0,-1 4 0,-9 9 0</inkml:trace>
  <inkml:trace contextRef="#ctx0" brushRef="#br0" timeOffset="159929.27">16863 11105 7533,'-28'5'3276,"-5"8"0,21 0-743,-11 16-2174,21-3-898,2 1-361,17-9 181,11-24-721,7-18 390,-17-7 1,-1-9 0,-1 0 779,-2 9 0,-1 0 1,-1-2-17,0-2 1,-1-4 0,0 0 0,-2 2 45,1-2 0,-2 2 1,0 3 823,1 2 1,0 2 1053,-3-12 0,-3 17 1638,-3 37 0,-17 10-2658,6 13 0,2 10-1033,0-4 0,0 3 1,2-1 639,1 6 0,2 0-195,1-5 0,0 3 0,1-5-9,1-4 0,2-4-1506,5 5 1,4-4 494,2-10 1,3-6 989,22 5 0,6-30 0,-7-7 0</inkml:trace>
  <inkml:trace contextRef="#ctx0" brushRef="#br0" timeOffset="160815.27">18080 10423 7443,'-18'-26'3238,"-15"8"-1889,-4 51-1124,14-11 0,1 4-1318,6 2 1,2 4 0,0 0 1216,2 3 0,0 0 1,1 0 54,1 1 1,1-1 0,1 1-95,1 3 0,1 0 0,1 1 35,-1-1 0,1 0 0,0 0-60,4-3 0,1 0 0,-1-1 74,-3 15 1,1-1-360,2-5 1,2-2-1126,-1-6 0,0-3 1261,-8 12-3188,6 1 2684,-14-31 760,-17 8 0,1-27 0,7 0 0,0 0 0</inkml:trace>
  <inkml:trace contextRef="#ctx0" brushRef="#br0" timeOffset="160963.27">17604 11030 9152,'45'-6'1484,"-5"-2"0,2-1-1484,-4 2 0,0 0 0,4-2 0,-1-1 0,-8 1 0,0 0 0</inkml:trace>
  <inkml:trace contextRef="#ctx0" brushRef="#br0" timeOffset="161296.27">18115 10844 10951,'9'32'539,"0"0"1,-4 3 0,0 1-495,-1 5 0,-1-2-180,-2-10 0,-2-1 495,0 4 0,2-6-271,7-19 1,-3-27 0,0-11-45,7 5 0,2-1-777,-5-18 0,1-1 372,6 17 0,1 2-1124,0 1 0,2 4 1484,18-5 0,-2 10 0,-9 11 0</inkml:trace>
  <inkml:trace contextRef="#ctx0" brushRef="#br0" timeOffset="161596.27">18486 10907 7533,'-28'17'3276,"-5"14"-166,21 7-2660,20 1-450,6-14 180,27-25-990,-22-9-629,7-20 989,-16 9 180,5-10 180,-13 5 90,-10 0 90,-3 11 180,-23 3-180,-1 28-270,6 4-2068,3 10 2248,18-1 0,24-10 0,4-3 0</inkml:trace>
  <inkml:trace contextRef="#ctx0" brushRef="#br0" timeOffset="161999.27">18644 10882 9422,'-5'27'1092,"1"1"0,-1 3 0,2 0-2637,2-4 0,2-2 1095,-1 12 1499,8-20-1768,1-34 949,17-3-770,-12-6 0,-1-2 270,15-8 900,-3 0-90,-7 20 1618,-8 20-1708,-3-3 2826,-7 17-1001,0-4-2095,0 4 0,0-6-360,8-5 450,2-1-1620,8-6 451,-1 0-540,1 0 2518,-8 0-269,-2 5-540,-8 8-1,0 0-1618,0 11 270,0-10 1079,7 3 0,3-4 0,8-1 0</inkml:trace>
  <inkml:trace contextRef="#ctx0" brushRef="#br0" timeOffset="162829.27">19509 10708 9422,'-28'23'569,"1"0"1,4-11 0,3 2-301,-3 19 1,4 3 720,-2 4-810,3 4-180,44-8-45,-4-22 0,3-4 45,22 4-90,-20 0 0,-5 0 90,-10-5 180,3 31 539,-38 4-989,5-17 1,-2-1-406,5-3 0,-1-2-494,-23 8 1169,29-23 0,0-6 0,3-6 0</inkml:trace>
  <inkml:trace contextRef="#ctx0" brushRef="#br0" timeOffset="163013.27">19667 10894 10501,'36'0'-495,"0"-4"1,2-3 494,7-7 0,-4 5 0,1-1 0,3-8 0</inkml:trace>
  <inkml:trace contextRef="#ctx0" brushRef="#br0" timeOffset="163198.27">19985 10497 7533,'-23'36'655,"0"0"0,0 0 1,1 6-1,0 2 0,2 2 164,2-7 0,0 0 0,2 2 0,5-2-1912,4 12 1,6-1 0,5-6 848,4-1 1,7-9 0,11-12 0,3-12 0,-3-20 0,-1 1 0</inkml:trace>
  <inkml:trace contextRef="#ctx0" brushRef="#br0" timeOffset="163463.27">20073 10907 9332,'-27'5'2158,"-7"13"-520,16 7 0,1 4-416,-12 9-1222,12-5 0,8-2-360,17-11-1169,19-13-110,0-16 1,-1-7-752,14-13 4009,1 4-539,-47 49 269,10 1 0,-20 22-3867,32-28 2518,3-12 0,9-8 0,-3-12 0</inkml:trace>
  <inkml:trace contextRef="#ctx0" brushRef="#br0" timeOffset="163813.27">20338 10882 8432,'-10'-14'3276,"-6"3"-2234,6 22-952,-7 8-450,-9 24 90,14-9-90,-3 2 450,15-12 0,0-16-90,8 8 180,9-9-360,-5 0 90,4 10 90,-16-14-90,0 18-270,-16-12-989,4 9 450,-13-11 899,15-2 0,2-5 0,8 0 0</inkml:trace>
  <inkml:trace contextRef="#ctx0" brushRef="#br0" timeOffset="164146.27">20232 10770 7892,'-20'7'3276,"5"4"-885,15-4-1761,39 0-1755,-16-11 1,3-3-180,13-5 0,2-3 1304,-8 0 0,-3-2 0,-7 1 0,-3 1 0,5-3 0</inkml:trace>
  <inkml:trace contextRef="#ctx0" brushRef="#br0" timeOffset="164329.27">20479 10485 7533,'-18'24'1092,"0"0"0,1 0 0,-1 3 0,3 9 0,1 6 0,0-3-1523,-5 4 0,1 1 551,7 0 0,2 3 0,1-2-570,1-10 0,1-2 1,4-1-1190,9 6 1,1-3 1612,-8-5 0,4-6 0,28-14 1,-13-17-1</inkml:trace>
  <inkml:trace contextRef="#ctx0" brushRef="#br0" timeOffset="164612.27">20461 10969 7533,'-10'19'3276,"2"-1"0,8-6-3082,24-5-464,-10-12-810,11-8 1,-1-5-1439,-11-22 2248,0 18 0,-2 0 360,-11-14 989,-16 22 1890,-11 20-1331,4 14 0,1 8-668,2 7 1,3 2-1241,1-1 0,6-1 135,6 0 0,8-5-3142,29-4 3084,-1-8 0,11-18 1,-18-7-1</inkml:trace>
  <inkml:trace contextRef="#ctx0" brushRef="#br0" timeOffset="165696.27">21114 10708 8162,'-20'6'3276,"-11"-5"-1784,19 10 127,-21 13-1260,13-3 271,6 7 0,3 2 269,1 6-404,14-6 0,8-1-181,4-8 1,5-3-90,2 3 0,1 1-90,-4-4 0,-5 1-45,-15 24-1305,-25-15 1,-9-1 1214,5-1 0,-2 0 0,-9 0 0,1-2 0,14-6 0,-1 0 0</inkml:trace>
  <inkml:trace contextRef="#ctx0" brushRef="#br0" timeOffset="-112712.46">24359 13782 7533,'-39'-7'2698,"8"2"-1079,54-12-1439,-9 7-1273,21-2 1,15-3 0,-8 3-145,-18 3 1,1 1 621,16 2 0,12 0 1,-5-1-1,-21-3-1634,-27-8 2679,-29 5 0,-13 13 225,14 14 0,-4 11 1,-1 7-1,1 4 0,1-1-109,1-3 0,-1 3 0,1 2 0,2 1 0,6 1 0,6 0-670,6 4 1,6 3 0,6 0 0,4-2 0,6-6 123,6 0 0,8-3 0,3-7 0,2-9 0,9-12 0,3-13 0,-3-7 0,-11-16 0,0 1 0,-1 0 0</inkml:trace>
  <inkml:trace contextRef="#ctx0" brushRef="#br0" timeOffset="-112566.46">24359 14067 7533,'28'-36'364,"-5"24"0,7 1 0,9-9 0,6-5 0,0 4 0,-9 9 0,0 0 0,0 0 0</inkml:trace>
  <inkml:trace contextRef="#ctx0" brushRef="#br0" timeOffset="-111950.46">24959 13646 7533,'4'44'409,"1"-1"1,-1 1-1,1 0 1,0 1-1,1 4 1,0-1 0,2-3-1,0-8-389,6 1 0,1-3 0,-3 1 1,0 3-1,0-6 0,13 7 1</inkml:trace>
  <inkml:trace contextRef="#ctx0" brushRef="#br0" timeOffset="-111783.46">25206 13683 7533,'-31'37'192,"1"-1"1,-1 0 0,1 1-1,-1-1 1,4-2 0,1-3 0,2 1-1,-1 3 1,2 1 0,-1 4 0,1 0-1,2-2 1,2-3 0,6-4 0,-1-1-1,0 1 1</inkml:trace>
  <inkml:trace contextRef="#ctx0" brushRef="#br0" timeOffset="-111566.46">24765 13609 7533,'12'-9'546,"13"3"0,5 3 0,17 14 0,-16-8 0,0 1 0</inkml:trace>
  <inkml:trace contextRef="#ctx0" brushRef="#br0" timeOffset="-111399.46">24818 13720 0,'-18'25'0,"2"2"0,-1 9 819,1 3 0,-3 6 0,3 3 0,6-2-614,11 4 0,6-1 0,-3 1 0,-10-6 0,-4 2 0,3-2 1,10-9-1,31-5 0,-1 1 0</inkml:trace>
  <inkml:trace contextRef="#ctx0" brushRef="#br0" timeOffset="-111083.46">25241 13497 7533,'28'2'819,"-1"0"0,-7 18 0,-2 10 0,-3 5-586,-5-1 1,-1 5-1,-2 3 1,-1 3-1,-1 0 1,-1-1 170,0-1 1,-2 1 0,0 1 0,-2-1 0,-2 0 0,-2-1-1061,-3 4 1,-4 1-1,-1-2 1,-1-3 0,1-4 108,0 4 1,-1-4 0,1-22 0,-11-60 0,23 6 0</inkml:trace>
  <inkml:trace contextRef="#ctx0" brushRef="#br0" timeOffset="-110916.46">25770 13856 7533,'24'-15'1638,"-1"-1"0,5-4-1358,5 10 0,1 4 0,-7 5 1,-2-5-1</inkml:trace>
  <inkml:trace contextRef="#ctx0" brushRef="#br0" timeOffset="-110783.46">25806 14092 7533,'29'-8'409,"0"-1"1,15-6-1,-12 7 1,5 0-1,-3-1 1,-4 0 0,-1 1-1</inkml:trace>
  <inkml:trace contextRef="#ctx0" brushRef="#br0" timeOffset="-110016.46">26405 13559 7533,'-9'-41'-990,"9"23"1080,17-4 1799,-5 45-1709,12-12 1458,8-9 0,8-9-1266,-6-7 1,4-7 0,1-2 0,1 2-1193,1 5 1,1 2 0,-1-1 0,0-2-1,-4-3 1,0-3 0,-2 1 0,-3 6 702,10 3 0,-14 8 0,-26 5 1,6 7-1</inkml:trace>
  <inkml:trace contextRef="#ctx0" brushRef="#br0" timeOffset="-109683.46">26494 13509 7533,'-26'27'1638,"1"-1"0,32 11-983,5-7 1,8-1-986,16-14 0,9-5 1,-11 8-481,-14 25 1,-14 7 1348,-4-15 1,-3 1 0,-4-1 552,-7 5 0,-6 0 0,1-4-1066,-8 2 0,15-8-846,33-21 1,20-8 0,5-4 0,-7 0-820,-5-2 1,0-1 1331,1 0 1,6-1-1,-2 1 1,-9 3 0,3 3-1,1 0 1</inkml:trace>
  <inkml:trace contextRef="#ctx0" brushRef="#br0" timeOffset="-109249.46">26635 14340 6723,'35'-2'3276,"-15"-2"-3790,8 21 1,-2 5 513,-16-8 0,11 6 0,-3 0 0,-18-8 0</inkml:trace>
  <inkml:trace contextRef="#ctx0" brushRef="#br0" timeOffset="-109033.46">26758 14563 7533,'-2'37'2698,"4"-11"-2563,5 18 0,4 2-1754,6-6 1439,-6 0 0,4-10 111,28-42 0,-23-4 1,-1-3-1,7-9 0,-1 1 1</inkml:trace>
  <inkml:trace contextRef="#ctx0" brushRef="#br0" timeOffset="-108148.46">27199 13633 7533,'-10'0'1979,"10"-16"-1710,18-5-134,5-6 0,5 0-225,0 14 0,1 1 0,0-6 0,-3 9 135,-6 31 0,-7 13 135,-14-1 0,-6 6-466,2-5 0,-1 6 0,-2 0 0,0-1 331,-2-3 0,-2-2 0,0 1 0,1-1-375,-3 11 0,2 0 0,0-6 392,1-4 1,5-10 0,8-17 0,15-41 0</inkml:trace>
  <inkml:trace contextRef="#ctx0" brushRef="#br0" timeOffset="-107949.46">27323 13670 7533,'17'-31'629,"1"-1"1,-5 9 0,1 2 449,20-13-719,-9 25 0,1 4 179,7-2-1708,8 31 449,-41-7 360,-6 17 1,-6 0-451,-7-8 225,1 8 1,3 1 584,3-6 0,-4 1 0,16-19 0</inkml:trace>
  <inkml:trace contextRef="#ctx0" brushRef="#br0" timeOffset="-107732.46">27764 13274 7533,'-14'12'1638,"-1"17"0,0 11-1063,4-2 0,-2 6 0,1 2 1,1 0-827,0-3 1,0 0-1,3 0 1,3 1-245,6 3 0,3 2 1,4-2-1,3-8-944,6 2 0,7-11 809,11-10 0,0-13 630,3-28 0,-17 2 0,-3-3 0,1-17 0</inkml:trace>
  <inkml:trace contextRef="#ctx0" brushRef="#br0" timeOffset="-107564.46">27869 13398 7533,'18'-21'3276,"23"38"-2306,-21 1 1,-1 5-1031,2 5 0,1 5 0,-4-3 105,-2-2 0,-2 1-1305,6 12 1,-1-3 1259,0-9 0,1 2 0,-4-20 0</inkml:trace>
  <inkml:trace contextRef="#ctx0" brushRef="#br0" timeOffset="-107399.46">28152 13299 7533,'-16'-10'1638,"-5"22"0,-1 12-1073,1 17 1,1 7-1659,0-8 1,-2 1 0,5 0 997,8-7 1,4 1 0,-1-3 0,-3 7 0,3-6 0,6 3 0</inkml:trace>
  <inkml:trace contextRef="#ctx0" brushRef="#br0" timeOffset="-107150.46">28310 13633 10591,'6'20'-480,"-10"-2"0,20-6 1</inkml:trace>
  <inkml:trace contextRef="#ctx0" brushRef="#br0" timeOffset="-107016.46">28363 13794 7533,'-17'27'2069,"7"1"-1980,2-8-358,8-1 269,16-7 0,-5-6 0,15-6 0</inkml:trace>
  <inkml:trace contextRef="#ctx0" brushRef="#br0" timeOffset="-106766.46">28504 13212 7533,'0'-32'2608,"0"13"-179,16 47-1845,-6-4 1,0 5-315,1 2 0,1 3 0,0 0-207,2 14 1,-1 0-64,-3-13 0,-2 1 0,0 1-240,0 4 0,-2 0 1,-2 0-854,-7 1 1,-2-1 0,-1-1-510,1 6 1,-4-2-38,-10 0 1,-5-9 1514,-3-19 1,1 13 0,8-16 0</inkml:trace>
  <inkml:trace contextRef="#ctx0" brushRef="#br0" timeOffset="-106566.46">28857 13559 7533,'0'-33'3276,"0"4"-3584,0 28 308,8 2 0,-6 11 0,6 1 0</inkml:trace>
  <inkml:trace contextRef="#ctx0" brushRef="#br0" timeOffset="-106249.46">29034 13175 7533,'7'-20'1439,"-5"8"90,14 12 180,10 29-1259,-12-1 0,1 6-151,1-4 1,2 2 0,-1 1-390,-1 4 0,-1 1 0,-1 0-450,-1-5 1,-1-1-1,0-2-764,1 5 0,0-8-1035,2-15 2339,-13-32 0,-2-24 0,-5 19 0,1 0 0</inkml:trace>
  <inkml:trace contextRef="#ctx0" brushRef="#br0" timeOffset="-106083.46">29351 13076 7533,'10'-20'3276,"-18"46"-1856,-8 4 0,-3 5-1570,1 2 0,0 5 0,-1-1-240,-2-1 1,0 0-1,0 1 390,3 6 0,0 2 0,1-7 0,-1-8 0,1-3 0,4 2 0,1 1 0</inkml:trace>
  <inkml:trace contextRef="#ctx0" brushRef="#br0" timeOffset="-105898.46">29439 13423 11400,'10'19'0,"-2"-1"0</inkml:trace>
  <inkml:trace contextRef="#ctx0" brushRef="#br0" timeOffset="-105749.46">29457 13584 7533,'-10'40'3276,"-6"0"-2415,15-16-1670,8 3 809,-3-8 0,20-14 0,-14-11 0</inkml:trace>
  <inkml:trace contextRef="#ctx0" brushRef="#br0" timeOffset="-102599.46">30709 13819 7533,'-27'-7'899,"-6"-4"271,13 16-451,-21 18-539,19 0 0,4 5 0,-2 6 0,1 1 89,-1 7 1,1 4-728,6-12 1,-2 6-1,1 2 1,0 0-1,2-3 480,0 0 1,2-1 0,1 0-1,0 2 14,2 1 0,-1 1 0,2 1 0,2 0 0,4-2-159,6 2 1,4 0-1,3-2 1,-1 0 212,-2-4 0,1-1 0,0 0 0,0 2 89,5 7 1,2 2 0,-2 0 0,-5-3-90,-6-1 0,-4-2 0,-5 2-68,-5 0 1,-3 3-1,-4-1 1,0-6 22,-8 6 0,-5-6-735,-2-3 1,-5-1-1,5-9 690,-2-10 0,7-3 0,3-4 0,5-9 0</inkml:trace>
  <inkml:trace contextRef="#ctx0" brushRef="#br0" timeOffset="-101414.46">30762 14551 7803,'24'-14'359,"-1"0"1,12 13 0,-5 8-450,-14 11 180,2 15 0,-5 13-158,-14-2 1,-9 7-1,-1 2 1,2-6-345,3-10 1,1-3 0,0 4 208,-3 11 1,-1 8-1,0-4 1,2-16 296,-1-9-94,8-5 0,0-28 0,0-9 0</inkml:trace>
  <inkml:trace contextRef="#ctx0" brushRef="#br0" timeOffset="-101199.46">30956 14551 7533,'37'-2'1124,"-10"9"0,-5 4-1034,-8 11-180,3 4 0,-2 0 180,-13 3-765,-7 16 1,-6 1 359,-3-24 1,-2-1-342,-5 25 1,-3-5-1,-11-25 1,10-1 0</inkml:trace>
  <inkml:trace contextRef="#ctx0" brushRef="#br0" timeOffset="-100999.46">31291 14365 7533,'-4'33'655,"1"0"0,-4 10 1,-2 10-1,0-1 0,0-10-629,1-13 0,1 0-364,1 18 1,2 13 0,5-4 0,8-24 337,22-30 0,6 31 0,-13-69 0</inkml:trace>
  <inkml:trace contextRef="#ctx0" brushRef="#br0" timeOffset="-100833.46">31344 14625 7533,'20'-21'2518,"27"38"-2698,-31-3-630,4 9 1,4 8 0,-4-7 809,-4-7 0,4 9 0,-1-3 0,-9-16 0</inkml:trace>
  <inkml:trace contextRef="#ctx0" brushRef="#br0" timeOffset="-100666.46">31574 14390 7533,'-28'24'929,"7"5"1,-3 7-1,4-4-929,1 10-585,4-9 0,-4 9 1,1-1-1,7-11 585,7-4 0,-11 35 0,15-61 0</inkml:trace>
  <inkml:trace contextRef="#ctx0" brushRef="#br0" timeOffset="-100483.46">31662 14302 7533,'5'40'655,"0"0"0,-1-2 1,0 5-1,0-1 0,-1-7 90,-1-10 1,-2 2-1566,0 14 1,-1 12 0,-2-1 0,-1-12-2458,-7 2 2918,-3-5 1,-3 6 0,-1-11 0,-14-9 0,7-2-1,-1 0 1</inkml:trace>
  <inkml:trace contextRef="#ctx0" brushRef="#br0" timeOffset="-100199.46">31926 14662 6993,'-9'-19'2429,"1"1"-2429,8 11 0,0 1 0,8 12 0,1 1 0</inkml:trace>
  <inkml:trace contextRef="#ctx0" brushRef="#br0" timeOffset="-99849.46">32156 14302 7533,'-20'20'1638,"27"5"0,10 6-1621,-3 1 0,2 3 1,3-2-18,9 1 0,0 2-1093,-11 1 1,-3 4 0,-3-13-398,-4-17 1490,-7 11 0,-7-33 0,-3-3 0</inkml:trace>
  <inkml:trace contextRef="#ctx0" brushRef="#br0" timeOffset="-99699.46">32332 14340 7533,'0'-9'1638,"-23"32"0,-9 22-2731,14-3 1,1 5 0,-1-1-1,-3-7 1,-2-1 0,3 1 1053,3 3 0,3 1 0,5-10 0,9-9 0,0-5 0</inkml:trace>
  <inkml:trace contextRef="#ctx0" brushRef="#br0" timeOffset="-99280.46">32632 14414 7533,'-28'4'819,"-1"-1"0,0 15 0,-1 9 0,9 0-2458,14 3 1,4 0 1551,-19 10 1,7-2 1315,46 0-1319,-9-45-1003,1-24 1,4-17 0,-3 5 707,-5 16 0,-3-3-162,-3-7 1,1-11 0,0-6 0,-2-2 0,-1 5 0,-2 11 445,-1-4 1,-2 2 102,-1 3 1,2-9-1,0-2 1,-3 7-1,-4 14 808,-8 8 828,-1 53 0,1 27-997,4-20 0,1 5 0,1 4 1,1 0-1,-1-2-641,-1 2 0,0-2 0,0 0 0,4 2 0,2 0 0,2 5 0,2-2 0,1-8 0,2-13 0,14-9 0,-4-6 0,1 1 0</inkml:trace>
  <inkml:trace contextRef="#ctx0" brushRef="#br0" timeOffset="-99116.46">32914 14179 7533,'5'27'819,"0"-1"0,9 13 0,3 4 0,-1-7-1757,2-1 938,1 0 0,5 6 0,-3-9 0,1-9 0,11 12 0</inkml:trace>
  <inkml:trace contextRef="#ctx0" brushRef="#br0" timeOffset="-98950.46">33161 14179 7533,'-25'30'468,"-1"0"0,1 1 0,2 6 0,0 7 0,0 2 0,3-2 0,5-6-443,4 3 1,2-1 0,-4 2 0,-5 7-1,1-2 1,2-9 0,6-13 0,-1 0 0</inkml:trace>
  <inkml:trace contextRef="#ctx0" brushRef="#br0" timeOffset="-64366.46">13811 14315 0,'-27'0'3276,"-14"-11"0,27 3-490,30-10-1887,12 12 1,12 6 0,3-1-433,-6 0 1,3 0 0,1 0-1,3 0 1,0 0-152,1 0 0,1 1 0,2-1 0,1 0 0,0 0 0,0-1 30,-2-1 1,0 0 0,2-1 0,-1 0 0,1 0 0,-1-1 0,-1-1-129,-1 1 1,-2-1-1,1 0 1,-1 0-1,0-1 1,1 0 0,1-1 95,-2 0 1,2-1 0,1-1 0,-1 1 0,1-1-1,-2 0 1,-1 0 0,-2 1-315,9-2 0,-3 0 0,-1 0 0,-1 1 0,1 0 0,-3 0 0,1 0 0,0 0 0,-4 3 0,-3 2 0,3 5 0,-4 3 0,-7 0 1041,1 1-4280,1 18-38,-24-21 2825,-6-1 1,13-7 0,-5-5 0</inkml:trace>
  <inkml:trace contextRef="#ctx0" brushRef="#br0" timeOffset="-63683.46">14446 14749 7533,'-2'-19'3276,"36"-5"-3205,-1 16 0,6 2-1241,7-3 1,0 0 513,-4 6 1,-3 0-1,4-8 1,-28 4 0</inkml:trace>
  <inkml:trace contextRef="#ctx0" brushRef="#br0" timeOffset="-63433.46">14693 14612 7533,'-22'31'655,"0"-1"0,0 0 1,2 7-1,3 2 0,5 1-1538,7 4 1,5 2 0,-3-1 372,-9-3 1,-3-1-1,3 0 510,6 0 0,3 0 0,-6-7 1619,-20-7 0,9-9 1530,26-12-2970,23-14 1,8-6-990,-9 3 1,1 0 809,13-5 0,6-4 0,-6 2 0,-15 1 0,-2 0 0,13-4 0,-1 0 0</inkml:trace>
  <inkml:trace contextRef="#ctx0" brushRef="#br0" timeOffset="-63063.46">14905 14947 7533,'-8'39'3276,"-2"2"-346,0 2-2840,10-20-1529,10 5-630,8-56 1439,2 6 1,1-1 539,10-14 1349,5 4-90,-21 56 361,-15 4-1800,24-17-270,-10-9-449,27-25 899,-22 17-180,-1 41 270,5 9 0,-19 3 0,12-19 0</inkml:trace>
  <inkml:trace contextRef="#ctx0" brushRef="#br0" timeOffset="-62733.46">15311 14935 7533,'-20'30'1638,"0"0"0,-11 6-1028,34-4 1,10-7-2500,6-25 1170,1 3 629,1-27 0,-3-6 180,-12 4 2878,17 9-2338,-23 28-91,0 35-3327,8-30 1439,2 8 1349,0-19 0,6-5 0,-7 0 0</inkml:trace>
  <inkml:trace contextRef="#ctx0" brushRef="#br0" timeOffset="-62498.46">15487 14997 11760,'27'-13'-1529,"-1"1"-720,-32-12 3239,2 26-91,-21 1 0,6 18 1,4 6-450,2 3 89,-2-5 1,6-4-1619,17-13 1079,25 3 0,-17-22 0,15-3 0</inkml:trace>
  <inkml:trace contextRef="#ctx0" brushRef="#br0" timeOffset="-62099.46">15699 14935 7533,'-28'25'1092,"1"1"0,-1 6 0,5 0 2184,3 4-2722,5 5-824,22-34-360,19-41-719,-4-4 0,1-5 689,-7 14 0,0-2 1,-1-3-161,-1-6 1,-1-6 0,-1-1 0,0 5 771,0 7 0,0 3 0,-1-2 205,-2-5 1,-2-4-1,-1 2 1,0 5 1480,0 3 0,-3 4 753,-5-12-1132,-13 73 0,-3 21-1079,11-16 0,0 5-207,-2 1 0,-2 7 0,0 2 0,3-5-93,4-4 0,3-4 0,2 1 120,3 3 0,1 0 0,2-6 0,-1-8 0,4-8 0,31-12 0</inkml:trace>
  <inkml:trace contextRef="#ctx0" brushRef="#br0" timeOffset="-61749.46">15946 14625 8702,'0'-7'3276,"-8"12"-1785,6 9-1491,2 33 0,2-17 0,6 17 0</inkml:trace>
  <inkml:trace contextRef="#ctx0" brushRef="#br0" timeOffset="-61599.46">15946 14898 7533,'-10'38'3276,"-6"9"-2325,14-25-951,2 12 0,10-25 0,8 2 0</inkml:trace>
  <inkml:trace contextRef="#ctx0" brushRef="#br0" timeOffset="-61299.46">16104 14898 9602,'-17'22'1092,"-1"0"0,3 5 0,3-1 1568,-6 9-3290,10 6 181,8-27-91,24-14-2068,-3-19 1978,22-2 1619,-15 3 990,-11 35-809,-9-1-2520,8 20 361,-12-22-2249,27-14 3238,-27-8 0,27-21 0,-11 3 0</inkml:trace>
  <inkml:trace contextRef="#ctx0" brushRef="#br0" timeOffset="-61133.46">16281 14861 13020,'37'8'239,"-3"-19"1,-3-7 0,-14-9 0,3 1 0,-1 0 0</inkml:trace>
  <inkml:trace contextRef="#ctx0" brushRef="#br0" timeOffset="-60998.46">16439 14513 9422,'-17'29'1092,"-1"0"0,3 2 0,3 5-273,3 5 0,3 8 0,0 2 0,1-5-1318,1-10 0,0-3 1,2 2 498,2 6 0,2 4 0,0-3 0,2-9 0,8 6 0,14-10 0</inkml:trace>
  <inkml:trace contextRef="#ctx0" brushRef="#br0" timeOffset="-60766.46">16528 14972 7533,'8'24'1638,"1"-1"0,17 17 1638,1-44-3622,1 1-284,-15-18 1,-1-4-1440,6 1 1080,-8-23 2248,-26 44-180,-6 22 13,3 11 0,-3 9 0,5-2 546,2-4 0,6 0-1444,9 4 1,5 2 0,6-11 0,16-15 0,6-10 0,1-1 0</inkml:trace>
  <inkml:trace contextRef="#ctx0" brushRef="#br0" timeOffset="-59933.46">17163 14724 7533,'0'-14'2788,"7"31"-2159,-2 18 1,-3 13 0,1-3-495,2-9 0,0 2 0,-1 5 0,0 9 0,-2-3 0,-4-13 1484,-14-5-1529,20-15-180,-10-64 30,15 11 0,7-6 0,0 4-1155,3-2 1,2 3 121,-2 7 1,2 0 0,-1 5 1003,18-4 0,3 17 0,-14 8 0</inkml:trace>
  <inkml:trace contextRef="#ctx0" brushRef="#br0" timeOffset="-59633.46">17498 14947 7533,'-13'26'1638,"0"-1"0,17 7-1253,16-41 1,3-10-1285,7-8-316,2-11 1,-9 0 1034,-31 15 1260,-26 12 12,16 32 0,0 16 0,0-3 238,-9-5 0,5 2-2200,11 13 1,8 5 0,7-9-570,19-9 1439,3-11 0,1-7 0,8-20 0,-9-5 0</inkml:trace>
  <inkml:trace contextRef="#ctx0" brushRef="#br0" timeOffset="-59316.46">17762 14885 7533,'-27'32'1638,"20"2"0,4 1 1638,-3-1-3944,19-6 1,6-9-2302,2-26 2340,14-19 1258,-9 5 2340,-8 21-271,-9 26-2878,23-3-359,-19-7-2070,29-39 2609,-15-10 0,0-1 0,-1 5 0</inkml:trace>
  <inkml:trace contextRef="#ctx0" brushRef="#br0" timeOffset="-58997.46">18133 14935 9062,'-19'19'1638,"1"0"0,-16 17 0,24-13 0,3 1-95,-3 6-1633,18 6-3187,27-41 0,-4-11 2371,-9 1 1,-3 0 2884,-1 7-90,-8-2 449,-2 32-1438,-8-6-1979,0 8-1890,15-11 1800,-11-8-1979,28-21 3148,-28 0 0,19-14 0,-13 6 0</inkml:trace>
  <inkml:trace contextRef="#ctx0" brushRef="#br0" timeOffset="-58816.46">18274 14997 7533,'8'-20'2788,"-6"8"-359,13 17-1530,-13 9 900,14 22-1529,-14-3-810,6-34 270,-8 0-719,2-24 0,4-8 989,19-7 0,-3 1 0,11 10 0</inkml:trace>
  <inkml:trace contextRef="#ctx0" brushRef="#br0" timeOffset="-58466.46">18521 15034 7533,'-39'19'3276,"7"-1"0,32 22 0,24-26-4915,2-42 1,1-16-1,-5 11 1,-1-4 818,-4 1 1,0-5 0,0-2 0,-3 3 53,-4 1 1,-1 2-1,-1 3 814,2-1 1,0 1 1345,4-9 1,-5 17 1881,-15 46-436,4-1-2021,-4 8 0,-3 10 0,-1 6 0,2-1-328,1 5 0,0 3 1,2 1-1,2-1-941,3-3 0,0 0 1,3-1-1,0 0 450,0 0 0,-1 2 0,4-5 0,7-11 0,15-8 0,5-12 0,-7-10 0,0 0 0</inkml:trace>
  <inkml:trace contextRef="#ctx0" brushRef="#br0" timeOffset="-57899.46">18785 14141 7533,'45'9'546,"-1"1"0,0-1 0,1 0 0,-1 0 0,-3 7 0,4-2-273,-14-9 0,8 0 0,7-1 0,5-1 0,3 0 0,3 0 0,0-1 0,-1 0 0,-2 0 0,-4-1 0,-6 1 0,-7 0 546,9-1 0,-9 0 0,-1 0 0,10 1-1039,-10 0 1,5 1-1,4 1 1,4 0-1,3 0 1,0 1 0,1 0-1,-2-1 1,-2 0-1,-3 0 1,-5-1-1,-5-1 146,11 0 0,-7-1 0,-3 0 0,5 0 0,-1 2 0,4 2 1,1-1-1,-1 1 0,-3-2 0,-8-1 0,6-2 0,0 0 0</inkml:trace>
  <inkml:trace contextRef="#ctx0" brushRef="#br0" timeOffset="-57266.46">20373 14588 7533,'-32'17'468,"0"0"0,0 0 0,11 14 0,3 10 0,3 4 0,1 3 0,0-3 187,-1 0 0,1-1 1,2 1-1,0 2 0,2 1-1014,3-5 1,1 2 0,0 2-1,2 0 1,0-1 0,1-2 0,0-3 200,1 6 1,1-2-1,0-4 1,-3-1 175,-8 5 0,-2-3 0,0-6 0,7-7 0,-3-6 1,-15-10-1,1 0 0</inkml:trace>
  <inkml:trace contextRef="#ctx0" brushRef="#br0" timeOffset="-57149.46">19897 15394 7533,'26'-16'819,"1"1"0,5 0 0,5-2 0,1 1-522,-3 3 1,2-1 0,1 1 0,-3 0 0,6-2 0,-2-1 0,1 2 0,0 3-1,1-1 1,-1 1 0</inkml:trace>
  <inkml:trace contextRef="#ctx0" brushRef="#br0" timeOffset="-56847.46">20620 15084 7533,'-24'16'819,"1"1"0,5 14 0,4 9 0,5-5 2457,7 13-3449,5 6 0,11-14-1466,25-58 1,7-13 1387,-22 25 1,1 0 1104,15-16 1,-8 11 585,-24 54-2340,-1-14 1,2-1 899,2 3 0,15-27 0,-8-16 0</inkml:trace>
  <inkml:trace contextRef="#ctx0" brushRef="#br0" timeOffset="-56681.46">20884 15009 7533,'21'20'1092,"0"0"0,8-7 0,4-8-1426,9-14 0,-1-7 334,-8 3 0,-2-3 0,-4-4 0,-5-1 0,-4-4 0</inkml:trace>
  <inkml:trace contextRef="#ctx0" brushRef="#br0" timeOffset="-56514.46">21114 14749 7892,'-13'39'655,"1"1"0,0-1 1,-1 8-1,2 2 0,1-2 437,3-5 0,0-1 0,4 2-2185,2 6 1,4 2 0,0-3 765,0-10 1,1-2-1,1-5 1,4 4 0,2-15-1,4-33 1</inkml:trace>
  <inkml:trace contextRef="#ctx0" brushRef="#br0" timeOffset="-56214.46">21255 15096 7533,'-6'34'819,"0"1"0,0-1 0,0 19 0,10-9-1757,37-23-51,3-26 2627,-18-1 0,0 2 1023,14 16-3291,-37 15 0,-2 5 630,22 8 0,-21-29 0,6-4 0</inkml:trace>
  <inkml:trace contextRef="#ctx0" brushRef="#br0" timeOffset="-55966.46">21572 15096 7533,'-5'36'819,"1"1"0,-4 8 0,0 4 0,8-14 2457,14-16-3082,-18 17-1833,29-61 1,5-20 1524,-22 19 1,1 1-1,15-6 1,1 7 0,-7 17-1</inkml:trace>
  <inkml:trace contextRef="#ctx0" brushRef="#br0" timeOffset="-55682.46">21802 15195 7533,'15'20'1169,"10"-33"0,1-12-3687,2-16 2158,2 1 0,-13 7 2339,-49 25-887,15 35 0,2 21 0,0-2 0,0-14 0,0-1 0,4 4-224,5 16 1,5 4-1,8-13-868,27-6 0,-5-33 0,2-8 0,12-20 0</inkml:trace>
  <inkml:trace contextRef="#ctx0" brushRef="#br0" timeOffset="-54797.46">22454 14984 8342,'-2'36'819,"0"0"0,-2 9 0,-1 6 0,3-2 273,6-10 0,2-2 0,-1 1-968,-5 8 1,-2-1 0,4-23-455,10-42 0,6-26 1,-1 3-1111,4 4 1,1 0 1029,-2 5 0,2-4 1,1 3-1,-1 7 1,1 6-1,1 8 0,17 3 1</inkml:trace>
  <inkml:trace contextRef="#ctx0" brushRef="#br0" timeOffset="-54483.46">22754 15195 7533,'-5'29'1638,"0"1"0,37 6-2197,-4-54 0,1-15-520,-9 2 0,-5-2 1933,-4-2 1,-10 9 1843,-41 29-1606,17 24 0,2 14 0,7 1-1786,12 2 1,6 0-432,-14 7 1,10-8 468,22-27 1,5-10-1,-6-17 1,13-3 0</inkml:trace>
  <inkml:trace contextRef="#ctx0" brushRef="#br0" timeOffset="-54066.46">23089 15059 12570,'-5'27'1092,"1"1"0,-1-3 0,2 2-347,5 16 1,4 1-1196,-4-10 1,5-13-1190,24-54 1,3-8 4735,-12 43-1459,15 1 0,4-1-4915,4 0 2513,-28 41 0,-1-7-316,13-62 1,-3-17 1079,-14 3 0,13 1 0,-7 10 0</inkml:trace>
  <inkml:trace contextRef="#ctx0" brushRef="#br0" timeOffset="-53733.46">23636 15121 7533,'-33'14'1092,"-1"1"0,4 11 0,2 3 373,6-10 0,4 0-2005,-1 27-1099,44-53 1,7-8 2937,-7 2 1759,24 6-6335,-23 13 2457,-7 17 1,-1-28 0,-10-9 0</inkml:trace>
  <inkml:trace contextRef="#ctx0" brushRef="#br0" timeOffset="-53548.46">23707 15133 12120,'0'28'1638,"0"-1"0,0 13-1676,0-10-2750,15-63 2788,5 11 0,-4-4 0,3 0 0,17 8 0</inkml:trace>
  <inkml:trace contextRef="#ctx0" brushRef="#br0" timeOffset="-53166.46">23901 15145 7533,'-18'22'1092,"0"0"0,8 5 0,1 0 2184,-7 8-1103,32-5-3702,11-52 709,-10-3 1,0-11 0,1-4 0,-1 1 199,1-7 0,-1-3 0,-1 1 0,-1 3 1712,3-3 0,-1 3 0,-4 14 2184,-8 19-2457,-6 30 0,-5 26 0,-3 10 0,4-2-164,2-8 0,2 3 1,0 1-1,1-3 0,3-5-562,2 2 1,1-5-1,4-3 1,11 18-1,4-20 1,-4-47-1,1 0 1</inkml:trace>
  <inkml:trace contextRef="#ctx0" brushRef="#br0" timeOffset="-6982.46">10989 9716 7533,'-25'0'3276,"-3"12"-796,-15 12-1536,24-3 1,1 3-1465,-4 7 0,1 5 1059,2 5 1,2 5-23,7-9 0,0 4 1,1 2-1,3-3-596,2 3 1,2-2 0,4 2-742,3-5 1,3 3 0,2-3 0,2-5-820,11 2 1,5-8 982,6-9 1,1-7-1,8-6 1,-8-5 0</inkml:trace>
  <inkml:trace contextRef="#ctx0" brushRef="#br0" timeOffset="-6416.46">11148 9816 10681,'-5'40'1092,"0"1"0,1-14 0,0 0-572,3 19 1,2 1-701,0-12 1,-2-2-1,-3-6 0,0-1-1459,4 8 1,-2-3 1557,-5-3 1,7-10 0,0-19 0</inkml:trace>
  <inkml:trace contextRef="#ctx0" brushRef="#br0" timeOffset="-5999.46">11148 9816 7533,'0'-21'3276,"0"5"0,23 10-2542,7 5-1004,7-4-630,-4 15-179,-15 26 539,-24 0 810,6-5 0,-4 3 224,-15-3 1,-3 0 449,11-2 1,0 1-1170,-4-4 0,5-3-134,18 1-1,3-18-360,23-6 810,-15 0 180,7 5 809,-24 13-449,-4 8-270,-24 11-855,9-12 0,-1-2 405,-3 6-675,-1-11 1,4-1 764,14-5 0,-3-16 0,16-4 0</inkml:trace>
  <inkml:trace contextRef="#ctx0" brushRef="#br0" timeOffset="-5666.46">11430 10114 7533,'-27'12'3276,"1"6"-256,16-5-2390,2 11-1260,24-5 360,-4-5-1619,29-14 270,-19-14 989,-4-10 1,-3-4 539,-5-4 450,-4 5 0,-4 2 1798,-18 5-808,-4 14 718,-15 23-1528,16 3 0,3 5-540,4 3 0,4 1-1305,5 3 1,6-2-585,17 9 1889,-1-16 0,13-17 0,-13-6 0</inkml:trace>
  <inkml:trace contextRef="#ctx0" brushRef="#br0" timeOffset="-5149.46">11642 10039 7083,'0'-19'1259,"0"1"-1349,0 11 720,0 1 1529,-16 34-1889,12-16 179,-7 9 1,-1 4 719,-6 17-899,6-6-989,12 0-631,12-19 1081,13-16-181,-7 4 180,-8 1 720,-2 17-540,-24-1 90,4 14-1170,-21-17-988,13-1 1258,3-11 80,9-7 1,8-12 0,0-7 0</inkml:trace>
  <inkml:trace contextRef="#ctx0" brushRef="#br0" timeOffset="-4999.46">11695 10089 7533,'9'0'2608,"7"0"-3147,17-17-271,-1 7 180,-6-3 1,-1-3 629,2-3 0,-1-6 0,-9 1 0</inkml:trace>
  <inkml:trace contextRef="#ctx0" brushRef="#br0" timeOffset="-4849.46">11871 9741 7533,'-23'22'1049,"1"-1"0,3 2 1,3 4-511,3 2 1,1 3 0,3 2-1113,3 0 1,2 1 0,3 0-118,1 6 0,3 0 1,1-3 689,5 6 0,4-7 0,0-11 0,1-5 0,2-3 0</inkml:trace>
  <inkml:trace contextRef="#ctx0" brushRef="#br0" timeOffset="-4630.46">12012 9754 13919,'12'36'787,"1"0"0,-1 0 0,2-9 0,-2 2-1327,-7 15 1,-5 9-1,-5-9-688,-6-15 1,-4-1 134,-5 10 1,-4 4 0,0-5 860,-2-7 1,-1-1 0,0 2 0,-2 1 0,2-2 0,5-5 0,-1 1 0</inkml:trace>
  <inkml:trace contextRef="#ctx0" brushRef="#br0" timeOffset="-3431.46">23195 8503 6813,'-17'-44'3276,"7"17"-1425,-22 33-2256,16 24 1,3 12-166,0-10 0,1 4 1,0 0 412,0 6 0,0 2 1,2-3-1,1 3 0,1-5 1,-1-14-1,0 1 1</inkml:trace>
  <inkml:trace contextRef="#ctx0" brushRef="#br0" timeOffset="-3297.46">22966 8837 7533,'-18'27'1092,"1"0"0,1-1 0,4 0-527,6 2 1,10-5-566,36-16 0,10-11 0,-19 2 0,1-3 0,9-8 0,0-1 0,1 0 0</inkml:trace>
  <inkml:trace contextRef="#ctx0" brushRef="#br0" timeOffset="-1914.46">10971 10361 7533,'-9'-7'3276,"-15"19"-2415,12 8-501,-4 15 0,-1 6-360,3-5 0,1 2-720,-1 9 1,0 0-920,-3-11 1,1-5 818,4 1 1,-4-15 0,16-17 0</inkml:trace>
  <inkml:trace contextRef="#ctx0" brushRef="#br0" timeOffset="-1746.46">10760 10646 7533,'-14'35'1092,"0"0"0,4 12 0,3 0 13,1-15 1,4-2-1106,3 6 0,6-4 90,10-2-810,19-41-360,-6-21 1,0-8 404,-1 5 1,-1-1 674,-9 7 0,-1 0 0,-2 1 0,2-2 0,-3 2 0,3-10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18:18.022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5768 13262 7533,'-28'36'3276,"11"-15"-1875,33 8-142,29-16-570,-5-10 1,10-3 0,3-2-734,-9-2 0,2-2 0,3 0 0,4-1 201,-14 2 1,4 1-1,2-1 1,1 0-1,1 0 1,-1 0-1,-1-1 1,-3 1-240,1-2 0,-2-1 1,-1 0-1,0 0 0,1 0 1,2 1 260,5 1 1,2-1 0,3 1 0,-1 0 0,-1 0 0,-2 1 0,-5 0 89,7-1 1,-5 1 0,-1 0 0,0 2 0,0 1 0,1 1 0,-1 1 0,-3 1-181,1 2 1,-2 1 0,-6 3-180,-6 5 1,-5 2-3188,10 6 2457,-25-9 1,-9-11 0,-9 0 0</inkml:trace>
  <inkml:trace contextRef="#ctx0" brushRef="#br0" timeOffset="1416">9278 11279 8522,'-3'38'655,"0"1"0,-1-1 1,1 8-1,0 1 0,1 3-573,3-10 1,0 3-1,2 0 1,-1 1-1,-1-2-491,0 8 0,0 0 0,-1-1 1,0-2-72,0 6 0,1-2 1,-2-5-961,2 5 1,-4-22 783,-5-46 1,8-23-1,0-2 1,0 0 0</inkml:trace>
  <inkml:trace contextRef="#ctx0" brushRef="#br0" timeOffset="1735">9260 11352 7803,'17'-44'1092,"0"-1"0,3 5 0,5 7-887,5 16 1,3 8-386,-1 7 1,-2 11 44,-6 17 0,-11 8-90,-16 13 0,-9 2-460,6-8 0,-6-1 894,-9-6 1,-6-1 0,3-2 240,4-4 0,0-2 82,-4-2 0,3-1 97,12 18-269,36-15-225,-5-2 0,3 2-720,6 5 1,-1 4 194,-14-5 0,-1 2 0,-1 1-1249,9 14 1,-3-2 1553,-10-11 1,0-2-1,1-6 1,1-4-1,-2-9 1</inkml:trace>
  <inkml:trace contextRef="#ctx0" brushRef="#br0" timeOffset="2099">10019 11254 7533,'-30'16'819,"-1"1"0,9 6 0,1 7 0,1 2 0,3 1 0,0 3 0,2 2 0,2 1-1022,0 5 0,3 2 0,1 1 0,3-1-494,3-1 0,0 0 0,4-2 0,4-1-233,9 7 1,4-3-1,3-5 930,-3-10 0,2-4 0,1-3 0,13 2 0,1-6 0,8-2 0</inkml:trace>
  <inkml:trace contextRef="#ctx0" brushRef="#br0" timeOffset="2466">10389 11415 7533,'-19'-14'3276,"-5"-3"-1515,14 16-1221,1 17-675,-7 9 0,0 6 45,6 1 0,-1 3 90,-14 7 0,-1 2-712,6-4 0,2-2 757,4-16 0,1-1 179,2 5 1,6-1 241,21-6-646,11 6 180,11-11-90,-3 8-90,-10 2 135,-24 2 0,-7 3-585,-10 9 1,-4 0-406,0 4 1,-1-1 1034,-1-8 0,1-3 0,-2 11 0,13-23 0</inkml:trace>
  <inkml:trace contextRef="#ctx0" brushRef="#br0" timeOffset="2666">10601 12134 13559,'-16'41'-360,"4"-16"1,-3 1-1280,-4 3 1,1 0 1242,-10 9 1,13-21 0,15-24 0</inkml:trace>
  <inkml:trace contextRef="#ctx0" brushRef="#br0" timeOffset="3016">10971 11601 7533,'-30'2'1092,"0"0"0,-3 17 0,3 9 0,9-2 0,3 5 0,2 1-278,1 2 0,2 2 1,6-1-1400,8 15 0,13-8-584,11-23 0,5-12-406,11-18 1,1-15 1094,-16 1 1,-2-6-1,-2-2-108,-2-3 0,-3-2 0,-3 3 453,-3-5 0,-4 3 1480,0 6 1,-6 11 1930,-17 24-256,-4 37-3470,9-7 1,3 4-644,5-4 1,3 2 0,3 0 697,4-2 1,2 1 0,2-4-1,3 6 1,2-4 0,0-7-1,1 1 1</inkml:trace>
  <inkml:trace contextRef="#ctx0" brushRef="#br0" timeOffset="3249">11359 12047 9781,'0'18'2969,"0"12"-3869,-15 3-449,3-5 0,-4-2 1349,-21 3 0,2 5 0,9-21 0</inkml:trace>
  <inkml:trace contextRef="#ctx0" brushRef="#br0" timeOffset="3699">11853 11514 7533,'-25'19'1638,"7"2"0,1 5-938,-3 17 1,2 3-431,3-1 0,3-1-270,4-8 0,8-5-90,33 6 0,-1-13-180,11-1 180,-41 25-90,-16-16 0,-7 1-495,-6 6 1,-3-2 18,2-12 1,1-5-1,-14 8 1,23-28 0</inkml:trace>
  <inkml:trace contextRef="#ctx0" brushRef="#br0" timeOffset="3882">12118 11328 7533,'-26'33'1638,"5"-1"0,-1 5-1423,7-4 1,-1 3 0,0-2-1,-1-3 1,-1 0 0,0-2-1,-3 9 1,-1 0 0</inkml:trace>
  <inkml:trace contextRef="#ctx0" brushRef="#br0" timeOffset="4767">12330 11204 7353,'17'11'1304,"1"11"0,-2 8-674,-4 12 0,-3 6-718,-3-14 1,-2 4 0,-1 2 0,-6 2-93,-6 1 0,-6 5 0,-4 2 0,-1-1 0,1-1 1,3-5-325,2-1 1,1-4 0,0 0 0,-4 3 38,-3-1 0,-5 6 0,-1 1 1,0-3-1,3-4 0,6-10 137,4-5 1,2-4 0,-9 12 0,1-3 0,9-5-1</inkml:trace>
  <inkml:trace contextRef="#ctx0" brushRef="#br0" timeOffset="7399">12718 11638 7533,'-28'0'1439,"3"0"1439,15 0-1439,2-6-269,47 5-856,-8-6 1,3-3-735,0 4 1,3 0-1,0-1-450,-1-1 1,1-1 0,-2 0-481,7-2 1,-4 3 693,-10 3 1,-5 4-1,-6 14 1,-9 6 0</inkml:trace>
  <inkml:trace contextRef="#ctx0" brushRef="#br0" timeOffset="7785">12753 11898 7533,'-20'0'3276,"52"6"0,11-5-3989,2-3 1,4-1-188,-12 0 1,-2-3-316,2-5 1,-3-1 1214,3 4 0,-13-4 0,-24 12 0</inkml:trace>
  <inkml:trace contextRef="#ctx0" brushRef="#br0" timeOffset="8933">12735 12158 9242,'40'1'90,"1"0"0,-2-4 0,2-1-90,-3-1 0,2-2 0,-2 0 0,3-3 0,-4 1 0,-12 0 0,1 0 0</inkml:trace>
  <inkml:trace contextRef="#ctx0" brushRef="#br0" timeOffset="9599">13441 11315 10141,'8'35'697,"0"-1"0,-6 1 0,-1 2 1,-1 4-698,3 2 0,-1 2 0,0 3 0,-1-2-329,-2 1 0,-1 0 0,-1 0 0,-1-2 351,1-5 1,-2-2-1,0 0 1,1-4-158,0 23 0,-2-19-985,-2-34 355,6-28 1,4-19 336,1 8 1,0-6 0,2-2 0,0-1 165,-1 4 1,1-2 0,1-1 0,0 0 0,0 0 405,2 1 0,1-1 0,0 0 0,0 2 0,1 3 305,4-12 1,0 3 0,3 6 269,8-2 1,1 16-360,12 38-131,-18 8 0,-5 7-544,-7 13 0,-6 3-45,-4 0 1,-6-1 404,-7-5 0,-5-3 269,-6-1 1,-1-5 1215,-5 1 1213,1 6-2023,62-4-945,-12-9 0,2 2-525,-1 2 1,2 1-1,-2 2-270,-1 1 1,-1 2 0,-2-1 472,4 7 1,-5-2 0,-4-1 0,-4-4 0,1-5 0</inkml:trace>
  <inkml:trace contextRef="#ctx0" brushRef="#br0" timeOffset="9899">14111 11365 7533,'-27'40'1638,"10"-6"0,0 7-546,5 0 0,0 4 0,1-1-758,1-6 1,0-1-1,1 3-537,-2 2 1,-1 5 0,3-2 0,7-6-1437,15 0 1,4-2 1334,-11 10 0,5-6 0,20-25 0,5-10 0,9-6 1</inkml:trace>
  <inkml:trace contextRef="#ctx0" brushRef="#br0" timeOffset="10216">14393 11551 7533,'-19'-14'3276,"-5"9"-1065,14 39-2391,1 2-90,-3-1 0,0 1 45,6-8 0,0-3 315,-11 19 0,32-4-180,7-19-180,13 9 180,-17-5-450,-26 3 1,-8 1-91,-7 10-26,5-9 1,1-1-1,-7 2 1,14-6 0</inkml:trace>
  <inkml:trace contextRef="#ctx0" brushRef="#br0" timeOffset="10399">14534 11935 9512,'20'6'3276,"-12"1"-3314,-26 27-3110,-9 6 3148,7 0 0,5-6 0,15-21 0</inkml:trace>
  <inkml:trace contextRef="#ctx0" brushRef="#br0" timeOffset="10749">14887 11613 7533,'-30'14'1092,"-1"0"0,6 6 0,3 5 546,2 7 0,5 1-822,7-6 1,8-3-2436,21-8 0,7-9 269,-3-15 1,1-7 854,7 2 1,-3-3 134,-6-13 0,-7-2 3419,-7 8-181,-10 1-2788,-2 62-3367,10-14 2961,0-1 0,3-3 0,9-4 0,-4-6 0</inkml:trace>
  <inkml:trace contextRef="#ctx0" brushRef="#br0" timeOffset="11032">15134 11390 8252,'22'19'1092,"-1"0"0,-5 4 0,-2 3 0,-4 4 0,-1 6 0,-3 1-522,-2 4 0,-4 3 0,-4 1-728,-6-3 1,-4 2 0,-3 1 0,1-3-936,0 5 1,-1-3 0,-3 0 834,1-9 1,-2-1-1,-2-1 1,0-6-1,-11 4 1,0-7-1,2-2 1,1-1 0</inkml:trace>
  <inkml:trace contextRef="#ctx0" brushRef="#br0" timeOffset="11766">15963 11340 7533,'-8'24'3276,"6"14"-2904,2-2 1,0 10 0,0 3 0,0-3-1194,1-3 0,-1-1 0,1 2 956,0 0 0,0 3 0,1-1 0,2-4 494,3 0 1,3-4 0,5-13 1523,24-21-2183,-13-20 0,1-11 1,-2-3-61,-3-6 0,-4-3 0,-1-5-730,-1-1 1,0-4 0,-2 0 0,-1 5 802,1-3 1,-1 3 0,0-6 0,0 5 0,4 4 0</inkml:trace>
  <inkml:trace contextRef="#ctx0" brushRef="#br0" timeOffset="11932">16051 11737 7533,'-37'7'3276,"27"-13"-3880,39-3 1,17-1 603,-21 2 0,1 1 0,8-1 0,4 0 0,-4 2 0,11-1 0</inkml:trace>
  <inkml:trace contextRef="#ctx0" brushRef="#br0" timeOffset="12616">16792 11564 7533,'-25'0'3276,"-11"11"-1991,10 7 0,0 5-880,1-1 0,3 4 179,-6 15 1,5 2-653,11-10 0,4-1 157,-3-6 1,6-1-683,14 1 0,6-7-307,14-15-494,1-10 0,1-6 764,8-12 311,-16-3 1,-5-4-447,-7-3 1,-4 2 854,3-8 360,-5 7 0,-2 4 790,-3 15 199,0 1-89,0 8-271,0 0-1349,0-2-179,7 0 89,-5 1-450,6 6 91,-8 0-1,0 0-1619,0 11 360,-8-2 1620,6 3 359,-5-1 0,7-10 0,0 5 0</inkml:trace>
  <inkml:trace contextRef="#ctx0" brushRef="#br0" timeOffset="13032">16845 11539 7533,'0'-32'3276,"0"13"0,-31 30-2640,12 6 1,-1 4-322,-11 7 0,-1 2-76,6-3 1,0 1 0,1 1 4,5-1 1,2 0-1,0-1 296,-11 6 0,5 0-720,10-1 0,10-6 145,22-12-10,9-5 0,6-2 45,0-3 0,1-1-450,6 4 1,-2 4-1,-8 4 0,-7 6 810,-12 13 0,-10 5-181,-3-2 1,-8 0-240,-6-9 0,-5 0 1,-2-4-740,-9 4 0,-1-8 799,1-13 0,1-6 0,-4-4 0,19-21 0</inkml:trace>
  <inkml:trace contextRef="#ctx0" brushRef="#br0" timeOffset="13315">17233 11303 7533,'-17'-19'3276,"7"7"0,-14 22-1013,5 28-2473,3-11 0,-2 4 0,1 2 210,0 2 0,2 3 0,0-1 0,-1-2 0,1-1 0,1 0 0,-3 10 0,0 0 0</inkml:trace>
  <inkml:trace contextRef="#ctx0" brushRef="#br0" timeOffset="67167">20249 11737 7263,'0'-19'1529,"0"1"-719,0 0-91,-7 4 810,-11 2-90,-25 28-1259,12 6 0,-1 6-45,-2 6 0,3 3-180,5 3 0,7 2-270,11-8 0,9-1 45,16-4 1,9-3 224,-3-3 0,3-2 270,6 0 0,-4 1 404,-13 1 1,-10 2 44,-17 4 1,-9-1-990,-3-1 0,-3-2-899,-13 1 0,1-4 394,2-3 1,29-13 0,28-13 0</inkml:trace>
  <inkml:trace contextRef="#ctx0" brushRef="#br0" timeOffset="67949">20355 12319 7533,'-27'32'2968,"1"4"-1889,17 7-719,1-9-360,39-9-540,8-43 45,-6-7 1,-3-6 629,-8-4 0,-7-2 90,-6 4 0,-10 3 764,-17 6 1,-7 12-990,-3 24 0,-1 9 0,1-9 0,1 3 0,7 18 0,-1-1 0</inkml:trace>
  <inkml:trace contextRef="#ctx0" brushRef="#br0" timeOffset="70099">20655 11935 9062,'30'0'959,"-1"0"1,2 0-1,3 0-914,10-3 0,0 1-450,-12 1 1,0 0-856,11-7 1,-3 0 899,-7 5 360,-7-4 0,-3-2 0,-5-4 0,-1-6 0</inkml:trace>
  <inkml:trace contextRef="#ctx0" brushRef="#br0" timeOffset="70349">21096 11725 7533,'26'-9'3276,"1"16"-1335,0 14-1806,-6-4 0,0 2-360,-6 2 0,-1 0 180,6-2 0,-5 2-585,-16 16 1,-11 2-1,-9-8 0,-5-1 270,-6 2 1,-3-1 273,-4-5 0,1-5 1,1-2-1,4-1 1</inkml:trace>
  <inkml:trace contextRef="#ctx0" brushRef="#br0" timeOffset="71066">21731 11662 7533,'-29'9'1529,"-1"-1"0,-3 7-960,7 3 1,-3 7 0,4 1 419,3 12 1,2 3-691,2-12 1,-1 2 0,4 0-435,2 12 0,8-2-44,7-3-226,23-25 0,7-8-494,3-12-181,-6-7 1,4-6-1,-5-4 690,-11-5 1,-5-4-1,0 0 390,6-1 0,1 1 0,-5 0 1079,-4-14 1,-10 14 1978,-10 27-1889,-5 41 1,3 20-1470,8-22 0,3 2 0,2 0-353,3 6 1,2 0 0,4-4 652,3-1 0,5-6 0,7-13 0,-1-5 0,-5 0 0,7 0 0</inkml:trace>
  <inkml:trace contextRef="#ctx0" brushRef="#br0" timeOffset="73332">21202 11216 6723,'0'-28'1034,"0"0"1,0-11-495,-8 16-91,-10 18-89,-9 15 119,4 16 1,-3 12 0,1 0-150,1-5 0,1 0 0,1 3-218,4 0 1,0 4-1,3-2 1,1-3-608,-5 10 0,15-16-135,29-28 1,9-13 359,-12 1 0,1-5-237,6-10 1,3-7 0,-3 0 86,-9 3 1,-2 0-1,-1 1 420,3-6 0,-1 0 315,0-6 0,-7 8 1304,-12 25 989,-15 47-2158,8-7 0,2 4-840,0-4 0,0 3 0,5-2 390,10 13 0,5-5 0,-1-13 0,4-5 0,7-6 0,1 1 0</inkml:trace>
  <inkml:trace contextRef="#ctx0" brushRef="#br0" timeOffset="75216">21449 11440 7533,'-20'0'1889,"-3"16"-900,13 21-629,0 10-360,18-3 0,19-31-405,-4-24 0,0-9 270,-3-6 0,-3-6 225,-1-5 0,-7-1 135,-14 10 0,-5 3-944,-12-4 719,-13 42 0,9 13 0,9 11 0</inkml:trace>
  <inkml:trace contextRef="#ctx0" brushRef="#br0" timeOffset="76566">21819 11613 7533,'0'-32'3276,"0"13"-1425,-15 14-1087,-5 22 1,-3 11-376,-2-5 1,-3 3 0,0 2-868,5 0 0,-1 3 0,1 1 0,1-3 568,-3 1 0,0-2 0,3 1 209,0 2 1,2 1 0,5-4 640,3 6-1299,20 3 269,5-13-90,14-20 0,3-2-720,17 15 855,-14-7 0,-3 5 1683,-8 7 0,-7 5-856,-6 4 0,-10 2-467,-17 8 0,-7-2-360,10-14 0,-3-2-585,-18 10 1,-1-4-2648,6-7 3151,-12 3 1,33-20 0,12-12 0</inkml:trace>
  <inkml:trace contextRef="#ctx0" brushRef="#br0" timeOffset="76782">21925 12381 7533,'-25'36'1638,"18"-10"0,2 4 0,-8 7 0,2 1-1856,10-2 0,0 0 218,-2 1 0,-1-3 0,-4 5 0,-2-3 0</inkml:trace>
  <inkml:trace contextRef="#ctx0" brushRef="#br0" timeOffset="77566">22207 12097 7533,'-19'-13'3276,"11"6"0,57 13-2010,-7 3 1,6 1-1267,-5-3 0,3 0 0,0 0-282,-8-2 1,0 0 0,0 0 0,-1-2-289,9-2 1,-1-2-1,-3 1 120,5-1 1,-3 0-1080,-5-1 0,-4-1 1529,2-3 0,-1-1 0,-11-5 0</inkml:trace>
  <inkml:trace contextRef="#ctx0" brushRef="#br0" timeOffset="77799">23001 11985 8702,'20'0'3276,"19"17"-1638,-17-6 0,1 4-1226,5 6 0,1 2-322,6 1 0,-2 1-180,-10-6 0,-8 1-540,-13 6 1,-10 0-406,-15 1 1,-9-3 1034,-3-2 0,-6-1 0,1-1 0,8-2 0,0-1 0,0-1 0,-1-2 0,0 0 0,-1 0 0</inkml:trace>
  <inkml:trace contextRef="#ctx0" brushRef="#br0" timeOffset="78350">22666 11266 7533,'-26'-37'1529,"15"11"-90,-21 8 270,-3 29-1439,4 4-111,7 4 0,-2 8 1,3 1 409,5 5 1,3 2 0,-1-1-450,0-4 0,0 0 0,1 1 149,1 8 1,3 1 0,5-5-234,14 12-216,13-26 0,7-9-1125,7-18 1,4-11 404,0-5 1,1-5 0,-3-1 679,-12 4 1,-3-1 0,-1-2-51,6-7 0,-1-2 0,-8 3 675,-15 5 0,-2 2 404,9-5 1,-4 11 1799,-22 30-1838,12 12 1,4 9-982,-6 2 0,0 4 1,2-1-884,7 1 1,2-1 0,3-1 545,5 8 1,1-3 0,-3-11 0,0-5 0,12 0 0</inkml:trace>
  <inkml:trace contextRef="#ctx0" brushRef="#br0" timeOffset="78566">22948 11613 8342,'0'48'1638,"-3"-18"0,-2 2-1387,1 8 0,-1 2-251,-3-1 0,-2 0 0,-2-5 0,-2-3 0,1-6 0,-1-1 0</inkml:trace>
  <inkml:trace contextRef="#ctx0" brushRef="#br0" timeOffset="79599">23901 11737 7533,'-43'18'1638,"13"-5"0,-1 4-398,-5 9 0,-1 3-880,0-1 0,2 3-90,15-2 0,2 3 0,3-3-226,-1-4 1,6 0 0,14 16 0,8-2-314,10-9 89,6-2 0,2 2 0,2 8 270,-13-20 0,-5 3 0,-17 11 0,-10-1-90,-8-5-945,-3 6 1,-3-2-1395,-10-8 1519,9 3 1,5-8 0,13-11 0</inkml:trace>
  <inkml:trace contextRef="#ctx0" brushRef="#br0" timeOffset="79966">23901 12357 11670,'22'12'180,"1"1"0,12 0-450,-9 26 540,-40 1 764,8-9 1,-2 1-810,-11-2 0,3-3-855,22 4 630,39-36 0,-20-2 0,1-3 0,7-8 0,0 1 0</inkml:trace>
  <inkml:trace contextRef="#ctx0" brushRef="#br0" timeOffset="80582">24483 12047 7982,'-10'12'3239,"18"6"-1935,16-4 0,11-3-945,-5-4 1,4-3 0,2 0-1180,0 0 1,3 0 0,0-2 0,-3-1 325,1-2 1,-3-2-1,1 0-376,9 0 1,1-1 0,-4-1 949,-3-2 0,-2 1 1,2 3-1,-1 0 1,-4 0-1,0 0 1</inkml:trace>
  <inkml:trace contextRef="#ctx0" brushRef="#br0" timeOffset="80816">25206 11985 9781,'47'0'1638,"-15"1"0,1 3-1162,-2 6 0,0 4-566,7 3 0,-1 4 90,-2 8 0,-7 4-270,-14-4 0,-11 0-1369,-26 9 1,-13-4 791,11-12 0,-4-3 27,-4-2 1,-5 0 0,-2-1 0,4-3 748,-10 3 0,1-3 0,8 0 1,-2-1-1,2-1 0,-1-2 1,-1 0-1</inkml:trace>
  <inkml:trace contextRef="#ctx0" brushRef="#br0" timeOffset="81366">25912 12097 7533,'-12'-2'-1619,"6"20"1619,31-1 0,-13 6 0,4-18 0</inkml:trace>
  <inkml:trace contextRef="#ctx0" brushRef="#br0" timeOffset="81500">26158 12134 7533,'18'25'3276,"-8"-6"-3253,12-6 1,3-3 0,0-2-1,5-2 1,-1-1 0</inkml:trace>
  <inkml:trace contextRef="#ctx0" brushRef="#br0" timeOffset="81649">26811 12357 9781,'26'5'-360,"-7"-3"0,15 3 1,-7-5-1</inkml:trace>
  <inkml:trace contextRef="#ctx0" brushRef="#br0" timeOffset="81783">27376 12419 7533,'-4'12'3276,"15"0"-3263,19 1 0,11-1 0,-14 1 0</inkml:trace>
  <inkml:trace contextRef="#ctx0" brushRef="#br0" timeOffset="84616">27623 12319 7533,'-30'7'1619,"-9"5"-1169,35-11 2826,-4 10-1695,41-10-907,1-1 1,3 0-585,-7 0 0,1-1-786,6-2 0,3-2 0,-4 2 606,-9 2 0,-1 1 150,15-3 0,6-2 0,-3 1 27,-5 2 1,2-2-908,-2-2 1,5-2 0,1 0 0,-6 1-820,4-2 1,-2 1 1198,9-4 0,-8 1 0,-18 5 0,-24 6 0</inkml:trace>
  <inkml:trace contextRef="#ctx0" brushRef="#br0" timeOffset="84900">28469 12183 7533,'20'12'3276,"27"1"0,-8 10-2363,8-7-733,-20-1 0,-5 4-1259,-10 24 1079,-25-15 0,-6 2 0,7-1 0,-3-1 0,-18-1 0,-1 0 0</inkml:trace>
  <inkml:trace contextRef="#ctx0" brushRef="#br0" timeOffset="85733">28487 12059 7533,'-10'-33'629,"-6"4"181,14 22 989,-29-4 90,17 26-1529,-11-10 359,33 29-269,10-12 0,7-1-181,13 7 1,4 2 0,-11-6 0,0 2 0,-1-2-45,13 4 0,-5 2-180,-16 3 0,-9-2 45,-15-2-495,-15 0 0,-9-1-989,-12-7 0,-3-2 1394,7 6 0,0 1 0,-5-4 0,1-2 0,17-4 0,-1-1 0</inkml:trace>
  <inkml:trace contextRef="#ctx0" brushRef="#br0" timeOffset="96416">29210 11886 7533,'20'-33'2158,"-5"9"-808,-15 19 629,-23 5-1080,-5 13 1,-5 7-511,4-4 1,-3 1 0,1 2-61,-4 7 1,1 2 0,3 1-450,6-3 0,4 2 1,4-1-61,4 8 0,11-3-45,19-5 0,9-4 405,1 1 0,2 0 179,5 5 1,-5 3 225,-14 4 0,-10 3-466,-11-7 1,-6 0 0,-5-2-164,-7-1 0,-4-4 1,-3-2-617,-1-2 1,-3-2-1,2-4-979,-5-1 1,4-4-1639,-7-5 3206,33-10 1,16-2-1,1-5 1</inkml:trace>
  <inkml:trace contextRef="#ctx0" brushRef="#br0" timeOffset="96666">29245 12580 12210,'35'3'-180,"-1"1"0,-2-4 0,1 0-1214,3-2 0,-2-3 1394,-5-8 0,-5-3 0,3-11 0,-11-16 0</inkml:trace>
  <inkml:trace contextRef="#ctx0" brushRef="#br0" timeOffset="96816">29492 12344 0,'-29'14'819,"-1"0"0,9 14 0,3 7 0,1 2 273,-4 4 0,1 2 0,6 2-392,6-6 1,4 2-1,3-1 1,4-4-701,11 14 0,9-11 0,4-18 0,3-9 0,4-19 0,1 0 0</inkml:trace>
  <inkml:trace contextRef="#ctx0" brushRef="#br0" timeOffset="97899">29863 12233 7533,'-28'5'3276,"11"-4"-1245,32 11-1042,-1-11 270,22 2 1,8 0-676,-7-5 1,3-2-1405,-4 0 1,4 0 0,1-1 0,-3 0 376,8-2 1,0-1 397,-10 2 0,5-1 0,-1 1 1,-4 1-1109,4 1 0,-2 2 973,3-1 1,0 0-1460,3 2 1,-7 2-1639,-14 5 3004,18-5 0,-31-1 0,-2-7 0</inkml:trace>
  <inkml:trace contextRef="#ctx0" brushRef="#br0" timeOffset="98149">30745 11972 9781,'43'22'1092,"0"1"0,-6 0 0,0 2 546,4 0 0,-3 0-956,-17-9 0,-5 2-817,-7 7 0,-10 1-585,-19-3 1,-11-2 59,2 0 1,-4 0-1,-3 0 362,0-3 0,-2 0 0,-2-1 0,3-1 0,-3 1 0,2-2 0,0-2 0,0-1 1,-1-1-1,1 1 0</inkml:trace>
  <inkml:trace contextRef="#ctx0" brushRef="#br0" timeOffset="98934">30286 11229 7892,'-20'0'1260,"-11"0"-810,19 0 1079,-21 11-630,8 6 1,-1 7-226,-3 8 1,1 6-1523,4 0 1,-1 2-1,4-1 1028,0 3 0,4-1 120,5-7 0,1 0 0,3-4 739,6 4-1399,18 8-360,12-41 1,4-5 719,14 5-1093,-12-16 1,5-8 0,-9-1-708,-2-14 1230,-1 8 0,7-5 1,-7 1 9,-8-7 1,-5-2 858,1 4 1,1-2 0,-4 4-75,-2 1 0,-4 3 1413,-3-3 0,-6 15 0,-11 42 0,-3 19-546,6-10 0,1 3 0,-1 3-1107,-3 9 1,0 3-1,5 1-1005,8 1 1,5 1 0,1-6 2049,0-6 1,6-5-1031,19-1 0,4-10 0,-2-16 0,-7-4 0,1 0 0</inkml:trace>
  <inkml:trace contextRef="#ctx0" brushRef="#br0" timeOffset="101933">31715 11650 7533,'-28'-5'1259,"11"3"1349,-7-3-1438,-3 21-721,9 1 1,-2 4-225,-9 8 0,0 5-90,7 8 0,4 3-270,-2-7 0,5 1 90,14 1 0,10-2-180,7-8 0,5-3 135,2-4 0,1-2 45,-1-6 1,-3 0 133,6 20 91,-40-8-90,-9 5 0,-7 1-585,-3-11 1,-2-2-1080,-6 3 0,3-3 1574,3-3 0,19-23 0,16-1 0</inkml:trace>
  <inkml:trace contextRef="#ctx0" brushRef="#br0" timeOffset="102133">31785 12258 7533,'6'0'2608,"22"-11"-4092,-2 2 0,2-2 1484,-3-1 0,-2-2 0,18-11 0,-24 7 0</inkml:trace>
  <inkml:trace contextRef="#ctx0" brushRef="#br0" timeOffset="102283">31944 12072 7533,'-18'30'1638,"1"0"0,-3 12-308,3-9 0,3 2-1420,11-5 0,2-2-45,-8 2 1,2 0-811,13-5 1,4-2 944,2-5 0,13-13 0,-7-5 0</inkml:trace>
  <inkml:trace contextRef="#ctx0" brushRef="#br0" timeOffset="102449">32085 12270 7533,'-29'19'3276,"5"-1"-1965,48-11-1311,21-13 0,-12-7 0,6-12 0</inkml:trace>
  <inkml:trace contextRef="#ctx0" brushRef="#br0" timeOffset="102599">32173 12208 7533,'-23'19'1092,"-1"0"0,1 8 0,5-1 759,8-3-1851,3 17 0,14-15 0,11-4 0,9 2 0</inkml:trace>
  <inkml:trace contextRef="#ctx0" brushRef="#br0" timeOffset="102733">32367 12196 7533,'-17'46'819,"-1"0"0,6-8 0,0 2 0,1-3-1215,0 0 0,2-2 1,3 10-1,4-5 1,12-8-1</inkml:trace>
  <inkml:trace contextRef="#ctx0" brushRef="#br0" timeOffset="103883">22401 13794 7533,'-27'-27'3276,"1"21"0,17 38-2282,3 6 0,1 11 0,0 3-1589,1-11 0,1 3 0,0 2 0,-1 1 0,0 2 582,1-5 0,-1 2 0,0 2 1,0 0-1,0 0 0,0 0 0,0-1-52,0-1 1,0 0 0,0 0 0,1 0 0,-1-1 0,0-2 0,-1-2 46,1 4 0,-2-2 0,1-1 0,0-3 0,0-1-612,-1 11 0,0-4 1,0-10-1998,-3-6 2177,-7 2 450,14-26 0,-14-17 0,6-8 0</inkml:trace>
  <inkml:trace contextRef="#ctx0" brushRef="#br0" timeOffset="104166">22331 13757 7533,'31'-16'819,"1"0"0,-1 0 0,6 1 0,2 8 273,1 14 0,2 9 0,-6 4-636,-3 9 1,-5 7-487,-6-8 0,-2 4 0,-11 0-120,-23 3 0,-14 0 1,-3-1-121,3-2 0,-1-1 0,-6-3-430,-5-3 1,-6-1 0,0-2 0,6-2 699,-7 5 0,5-4 0,2-5 0,16-3 0,26-8 0</inkml:trace>
  <inkml:trace contextRef="#ctx0" brushRef="#br0" timeOffset="104399">23195 13596 7533,'-16'-29'1638,"-7"41"0,-4 16-819,3 5 0,-1 8 0,0 6 0,1 3-351,5-11 0,-1 4 0,1 2 0,-1 2 0,2 1 0,1 0 0,2 0-59,3-3 1,1 2-1,2 0 1,0 1-1,2 0 1,-1-1 0,1 0-1,0-3-295,-3 6 0,-1-1 0,1-1 0,1-1 0,5-1 1,4-1-662,6-1 1,4 2 0,2-1 0,4-3 0,2-5 0,3-7 228,14-1 0,7-11 0,-2 1 0,-1 7 0,-2 0 0,3-6 0,2-13 0,0 1 0,-1-1 0</inkml:trace>
  <inkml:trace contextRef="#ctx0" brushRef="#br0" timeOffset="109334">23795 13745 7533,'0'-26'2158,"0"2"-269,-8 18-989,-10 6-211,-7 16 1,-8 12 0,1 1-391,5-5 1,0 2 0,-1 2-75,-1 3 0,-1 3 0,0 2 0,5-2-135,3 0 0,4-1 0,5 0-1,4 14 1,10-3-180,17-8 1,8-3-316,4 2 0,4-2 180,4-5 0,-3 0 630,-7 4 0,-11 2-91,-23 3 1,-12 1 0,-11-1 0,-8-3-1155,3-11 1,-3-2-1,0-3-799,-10 3 1,4-6 1295,-2-8 0,31-14 0,32-12 0</inkml:trace>
  <inkml:trace contextRef="#ctx0" brushRef="#br0" timeOffset="109783">23707 14687 8252,'-10'0'3276,"2"0"-1605,32 0-3470,21-6 630,-13-1 0,0-4 1169,-3-1 0,-3-2 0,15-12 0,-23 3 0</inkml:trace>
  <inkml:trace contextRef="#ctx0" brushRef="#br0" timeOffset="109966">23901 14427 7533,'-24'38'819,"1"1"0,3 1 0,0 3 0,3-5 549,5-10 1,2 1-1339,1 11 0,0 5 0,2-5-749,1-13 0,4-3-920,12 5 1,3-3 1535,1-10 0,20-28 0,-17-7 1</inkml:trace>
  <inkml:trace contextRef="#ctx0" brushRef="#br0" timeOffset="110099">23936 14749 12480,'30'-12'-612,"1"-1"0,8-6 1,-6 1-1,-25 5 1</inkml:trace>
  <inkml:trace contextRef="#ctx0" brushRef="#br0" timeOffset="110250">24077 14588 7533,'-27'26'1638,"16"4"0,4 2-1676,-1 6 38,7-6 0,2-3 0,7-4 0,2-14 0</inkml:trace>
  <inkml:trace contextRef="#ctx0" brushRef="#br0" timeOffset="110400">24271 14513 9062,'-12'33'655,"1"0"0,-1-1 1,2 3-1,1 1 0,0-1-482,-1 12 1,3-3-1,5-6 1,4-3 0,8 6-1</inkml:trace>
  <inkml:trace contextRef="#ctx0" brushRef="#br0" timeOffset="111166">24694 13472 7533,'-9'6'3276,"-7"39"-1638,14 0 0,2 9-819,-4-12 0,-2 4 0,-1 3 0,0 0-718,2-3 0,0-1 0,-1 3 1,1 1-1,-1 3-79,2-9 1,-1 2-1,1 2 1,-1 2-1,1-1 1,-1 1-1,0-2 1,0-2-293,-1 1 0,-1-2 0,1 0 0,-1-1 0,1 0 1,0 1-1,1 1 270,1 2 0,1 2 0,0 1 0,1 0 0,0-3 0,0-2 0,-2-4 0,-1 3 0,-2-3 0,1-4 0,1-2 0,0 10 0,0 0 0</inkml:trace>
  <inkml:trace contextRef="#ctx0" brushRef="#br0" timeOffset="118733">25329 13906 7713,'-27'-21'3276,"9"-1"-2415,3 21-51,-11 23-585,1 1 0,-3 5 89,-1 9 1,1 3-270,0 2 0,4-3-45,8-12 0,6-3-450,10 16-89,18-10 314,-1-11 0,1 1 180,-6 9 0,-2 3 45,4 2 0,-5 1 90,-20 2 0,-9 1-45,-1 4 0,-5-4-540,-6-13 0,-1-3-719,5 3 0,3-5 854,0-11 360,25 2 0,2-6 0,5 2 0</inkml:trace>
  <inkml:trace contextRef="#ctx0" brushRef="#br0" timeOffset="119083">25277 14513 7533,'-10'7'3276,"2"4"-796,31-9-3019,7-2 89,7-7-1259,4-11-900,-13-7 1890,-9 4-450,-3-13 989,-16 2 539,0-1 2700,-24 30-1,3 26-2069,-1 13 1,1 6-810,10-16 0,2-1-225,-1 7 0,4-1-855,8-3 1,4-3 899,20 6 0,-13-9 0,3-2 0,27-9 0</inkml:trace>
  <inkml:trace contextRef="#ctx0" brushRef="#br0" timeOffset="119316">25665 14724 12030,'0'30'1709,"0"2"-3778,-24 0 2069,-5-2 0,-9-16 0,5-3 0</inkml:trace>
  <inkml:trace contextRef="#ctx0" brushRef="#br0" timeOffset="119750">26070 14117 7533,'-13'-23'1638,"-1"0"0,-19-7 0,12 38 0,-2 12-704,2 3 0,-1 6 0,3 0-709,-3 6 0,3 3-15,3-1 0,2 4 0,4-5-75,7-5 0,6-3-675,13 2 0,8-7-2737,25-16 1767,-12-31 1,-2-15 1119,-14 8 0,-4-4 0,-2-2 300,-4 1 0,-3-1 1,-2 2 1727,3-9 0,-10 13 1638,-14 24-2190,10 29 1,6 13-1147,-2-3 0,0 3 0,3 0-261,2 8 0,3 0-729,3-7 1,1-1 0,2-2 1049,4-2 0,1-3 0,-3 1 0,-1 0 0,3-6 0,0 0 0</inkml:trace>
  <inkml:trace contextRef="#ctx0" brushRef="#br0" timeOffset="119950">26405 14724 7533,'0'48'1638,"2"-23"0,-4 1 0,-7 6 0,-5-2-1486,0-6 0,-1-2 0,-4-1 1,0-1-1,-14 5 0</inkml:trace>
  <inkml:trace contextRef="#ctx0" brushRef="#br0" timeOffset="120966">27111 13993 7533,'-18'-13'1259,"9"7"270,-23 11-1529,13 17 0,1 8-45,-9 7 0,-1 5 165,8-6 0,2 2 0,3 1 0,5-5 0,3-1 0,5 0-120,8 12 0,5-4-90,5 4 45,11-24 0,1-2-45,-7 17-90,7-13 225,-19 7 0,-10 3 0,-20-5 0,-7 1-270,0 10 0,-3-1-105,5-15 0,-3-2 1,3-1 284,2-1 0,3-3 45,6-4 0,24-18 0,9-1 0</inkml:trace>
  <inkml:trace contextRef="#ctx0" brushRef="#br0" timeOffset="121133">27129 14712 7533,'-20'14'3276,"4"2"-1965,48-26-1131,-9 8-1529,10-14 0,1-3 1349,5-3 0,-17 7 0,-1 0 0,5-3 0</inkml:trace>
  <inkml:trace contextRef="#ctx0" brushRef="#br0" timeOffset="121299">27305 14476 7533,'-33'29'1638,"17"-2"0,2 1-938,0-7 1,1 2-566,-1 21 0,4 3-405,4-11 0,3 0-899,5 3 0,1 0 1169,-7-6 0,4-5 0,32-5 0,-13-17 0</inkml:trace>
  <inkml:trace contextRef="#ctx0" brushRef="#br0" timeOffset="121450">27376 14811 11400,'33'0'-383,"-19"0"1,25-6 0,-20-1 0</inkml:trace>
  <inkml:trace contextRef="#ctx0" brushRef="#br0" timeOffset="121616">27570 14650 9152,'-10'23'1049,"0"0"0,-3 14 1,2 1-1050,10-10 0,1 2 0,-5 20 0,2-4 0,3-14 0,0-6 0,0 0 0</inkml:trace>
  <inkml:trace contextRef="#ctx0" brushRef="#br0" timeOffset="122299">27781 15059 10771,'-8'29'45,"1"0"0,2-1 0,-2-3 0,-19 7 0,9-2 0</inkml:trace>
  <inkml:trace contextRef="#ctx0" brushRef="#br0" timeOffset="123066">28240 14278 7443,'2'-14'899,"-4"3"0,-23 20 1,-7 10-90,5-2-468,1 3 0,-3 7 1,3 1 166,8 2 1,3 2 0,1-1-420,-6 8 0,1 1 30,5-4 0,2 3 0,7-5-435,11-6 0,3-4 315,3 16-862,10-21 0,5-10-578,0-22 1,1-7 1259,1 12 0,-1-4-360,3-21 1,-3-8 179,-9 6 0,-3 0 495,-5 4 0,-3 0-180,3-9 0,-6 5 3321,-13 13-1874,-1-1 300,-1 34-443,2 37-1259,7-5 0,2 2 45,-1-7 0,0 0-645,-1-2 1,0 2-1,3-3-1039,5-1 1,2-2 815,-4-2 0,1-1 823,12 16 0,-2-32 0,-7-1 0</inkml:trace>
  <inkml:trace contextRef="#ctx0" brushRef="#br0" timeOffset="123233">28381 14786 11221,'27'-3'-780,"1"1"0,3-3 1,-3-3 779,-7-5 0,18-6 0,-19 7 0</inkml:trace>
  <inkml:trace contextRef="#ctx0" brushRef="#br0" timeOffset="123399">28575 14563 7533,'-23'39'1092,"1"0"0,3-14 0,3 0-662,1 17 1,4 1-341,5-16 0,2 0-720,2 8 1,4-1 629,16 10 0,-6-21 0,3-17 0</inkml:trace>
  <inkml:trace contextRef="#ctx0" brushRef="#br0" timeOffset="123550">28628 14848 11850,'27'0'-1259,"15"-5"1259,-13-2 0,6-6 0,-9 1 0</inkml:trace>
  <inkml:trace contextRef="#ctx0" brushRef="#br0" timeOffset="123716">28857 14687 11041,'-3'29'389,"0"0"1,2 11 0,-2 2-390,-4-8 0,-3 2 0,2-2 0,2 11 0,2-2 0,0-11 0,0 1 0</inkml:trace>
  <inkml:trace contextRef="#ctx0" brushRef="#br0" timeOffset="124849">26194 14501 8792,'-20'14'2159,"4"-3"-810,32-6-1259,19-9-1439,12-3 269,-20-2 1,-1-1 1079,10-4 0,-19-8 0,-9 8 0</inkml:trace>
  <inkml:trace contextRef="#ctx0" brushRef="#br0" timeOffset="125049">26370 14302 8072,'-17'28'1638,"0"3"0,0 6-546,6-5 0,1 3 0,2 1-1327,0 2 0,1 1 0,2-2-57,-1 6 1,6-4 0,11-13-1,4-6 1,12-2 0</inkml:trace>
  <inkml:trace contextRef="#ctx0" brushRef="#br0" timeOffset="126199">29210 15183 8612,'0'19'1979,"8"10"-2968,-14-8 989,-20 14 0,3-14 0,-18 2 0</inkml:trace>
  <inkml:trace contextRef="#ctx0" brushRef="#br0" timeOffset="129699">30021 14266 7533,'-27'0'1169,"-6"0"180,5 5-450,-5 3 1,0 2-720,5 5 90,1-1 0,-5 4 0,5 1-91,9 3 1,3 3-225,-16 12 1,1 0 133,13-11 1,6 1-315,7 16 1,8-1 44,8-19 0,4 0 150,3 4 0,2 2 0,0-3-150,12 9 135,-3-13 0,-5 1 315,-21 14-270,-14-6 0,-4 0 0,-11 12-150,3-20 0,-5 1 0,1-4-750,2-5 1,1-1-630,-14 18 1529,13-16 0,32-16 0,2 0 0</inkml:trace>
  <inkml:trace contextRef="#ctx0" brushRef="#br0" timeOffset="129849">29951 14922 7533,'-10'32'3276,"2"-7"-1875,16-13-2031,18-12 540,-5-7-1549,11-9 1,1-2 1627,-8 0 1,3 0 0,1 1 0,-1 5 0</inkml:trace>
  <inkml:trace contextRef="#ctx0" brushRef="#br0" timeOffset="129999">30145 14761 7533,'-35'31'1619,"13"-5"0,0 1-1169,-7 11 89,14-2 1,5 2-765,4-12 0,4 0-899,8 4 0,3-2 1124,11 9 0,7-26 0,-1-18 0</inkml:trace>
  <inkml:trace contextRef="#ctx0" brushRef="#br0" timeOffset="130149">30198 14947 8432,'0'19'3276,"0"-6"-3673,31-8-1492,-15-10 1069,25 4 1,-23-11 0,-1 5 0</inkml:trace>
  <inkml:trace contextRef="#ctx0" brushRef="#br0" timeOffset="130416">30339 14823 11311,'35'13'-720,"-7"-1"270,-11 6 0,-17 23 450,-10-11 225,-5 4 0,-3 1-1112,4-10 1,-1-3 1021,-4 1 0,2 0-135,0 17-270,40-32 270,-7-2 0,19-7 0,3-5 0,-13-7 0,0 7 0,-1 0 0</inkml:trace>
  <inkml:trace contextRef="#ctx0" brushRef="#br0" timeOffset="130599">30621 15158 9332,'-8'37'2518,"6"-11"-2968,-13 9-1798,-3-9 1348,-2 6 900,3-13 0,1-3 0,6-9 0</inkml:trace>
  <inkml:trace contextRef="#ctx0" brushRef="#br0" timeOffset="131049">31044 14476 7533,'-37'-27'3276,"-4"-1"-1875,6 54-817,8 6 1,1 4-869,5-5 1,3 4 463,2 3 0,1 5 0,5-3 0,3 1 0,4-4-180,-3-2 0,4-3-539,10-2 0,7-10-1620,23-24 900,-4-14 0,2-10 839,-10 3 0,-2-4 0,-1-1-558,-3-7 0,-2-3 0,-1 2 1157,2-2 1,-5 2 809,-6 3 1,-8 8 2286,-16 19-2126,12 2 559,-19 41-1349,12 0 0,4 4-225,1-8 0,0 3-770,0 5 0,-1 5 0,5-2-1004,8 5 1,3-2 668,-4-1 0,2-1 970,9 3 0,1-7 0,-5-17 0,4 7 0</inkml:trace>
  <inkml:trace contextRef="#ctx0" brushRef="#br0" timeOffset="131183">31168 14959 7533,'-20'13'3276,"5"-6"-1785,30-2-3020,28-10 1529,-18-1 0,-1-1 0,4-1 0,-3-3 0,9-14 0</inkml:trace>
  <inkml:trace contextRef="#ctx0" brushRef="#br0" timeOffset="131383">31327 14786 7533,'-18'18'1638,"0"0"0,-9 4-353,13 4 0,2 4-1105,3-1 0,1 0-315,2-4 0,2 0 225,-3 11 0,6-5-3367,17-14 1427,-4 6 1850,21-28 0,-13-9 0,5-11 0</inkml:trace>
  <inkml:trace contextRef="#ctx0" brushRef="#br0" timeOffset="131516">31344 14972 12570,'27'4'-36,"-1"-1"0,19 2 0,-9-5 0,-11 0 0</inkml:trace>
  <inkml:trace contextRef="#ctx0" brushRef="#br0" timeOffset="131767">31538 14836 10951,'18'16'90,"-8"-12"-720,-2 35 540,-8-23 45,-7 9 0,-2 3-315,-11 12 1124,3-13 1,-1 1-90,3-6 0,3 0-495,2 15-2789,35-23 2609,1-12 0,3-6 0,0-4 0,-1-3 0,1-1 0,1-1 0</inkml:trace>
  <inkml:trace contextRef="#ctx0" brushRef="#br0" timeOffset="132033">32085 15071 7533,'-2'-12'2698,"-4"5"-2698,30 2 0,-12-1 0,13-1 0</inkml:trace>
  <inkml:trace contextRef="#ctx0" brushRef="#br0" timeOffset="132183">32332 14959 9062,'18'-5'0,"-1"-2"0</inkml:trace>
  <inkml:trace contextRef="#ctx0" brushRef="#br0" timeOffset="132333">32579 14972 9512,'0'-28'539,"16"-10"-539,-5 33 0,15-16 0,-8 14 0</inkml:trace>
  <inkml:trace contextRef="#ctx0" brushRef="#br0" timeOffset="132466">32826 14922 11580,'25'-22'809,"11"-5"1,-7-6 0,4 4 0</inkml:trace>
  <inkml:trace contextRef="#ctx0" brushRef="#br0" timeOffset="133116">33214 14315 7533,'-33'11'3058,"11"3"-2069,-11 11-359,15 4 0,3 5-675,3-4 0,2 2-225,-5 11 0,4 1-180,14-9 1,2-3 269,-1 7 270,20 1 89,-7-9 1,3-3 180,-2 6 270,-11 8-720,-19-19 0,-7 1-45,1 10 0,-3-1 135,-2-12 0,-1-2-990,-3 3 1,5-4 989,10-10 0,4 3 0,18-11 0</inkml:trace>
  <inkml:trace contextRef="#ctx0" brushRef="#br0" timeOffset="133366">33302 14972 7533,'-16'32'1638,"-1"1"0,3 11-758,-1-16 1,7-2-791,31-3-1260,14-38 405,-8-5 1,-3-4 449,-5-3 1,-4-1 404,-2 0 0,-7 0 179,-31-12-89,-7 31-1619,-15 3 720,18 14 719,19 11 0,18-7 0,7 0 0</inkml:trace>
  <inkml:trace contextRef="#ctx0" brushRef="#br0" timeOffset="133649">33514 15183 9961,'-16'37'3276,"4"-5"-3853,-13-8-1312,-1-11 1889,15-8 0,-5-16 0,16-3 0</inkml:trace>
  <inkml:trace contextRef="#ctx0" brushRef="#br0" timeOffset="134000">33673 14612 7533,'-20'-13'3276,"-3"13"0,5 36-3172,6 10-554,3-17 0,2-1-1708,15 4-1,10-44 1349,9-22 630,-7-6 450,-3 13 0,-3 3 1709,-10 8 899,12 14-1978,-16 41-1260,-1-11 0,2 3-1279,6 6 1,2-1 1490,-5 10 0,11-16 1,-15-19-1</inkml:trace>
  <inkml:trace contextRef="#ctx0" brushRef="#br0" timeOffset="134217">33761 14848 7982,'-18'37'3276,"16"-5"-3673,-4-13-323,30-19 181,-20-14 269,4-5-90,-18 7-1079,0 6 619,-6 6 1,7 0 0,-9 0 0</inkml:trace>
  <inkml:trace contextRef="#ctx0" brushRef="#br0" timeOffset="134483">33849 14935 7533,'-22'45'252,"1"-1"0,-1 1 0,1 0 0,2-7 0,1 0 0,0-2 0,-2-1 0,-5 7 0,-2-3 0,1-3 0,-4 3 0,-1-1 0</inkml:trace>
  <inkml:trace contextRef="#ctx0" brushRef="#br0" timeOffset="183799">20232 632 7533,'-20'-7'3276,"-3"2"0,36 10-1283,7 13-1004,8 10 1,8 9-1,0 1-1057,-11-10 1,-1-1 0,0 2-1,1 4-479,-1 2 1,1 4 0,1 3 0,-1 0 0,0-1 0,-3-5 181,1-1 1,-1-3 0,-2-2 0,-1 2 0,4 14 0,-3 0 0,-4-11 0,0-13 0</inkml:trace>
  <inkml:trace contextRef="#ctx0" brushRef="#br0" timeOffset="184000">20849 595 7533,'-35'4'1638,"6"15"0,-1 9-546,3 5 0,0 5 0,1 3-273,5-10 0,1 0 0,-1 3 0,-2 2-1228,0 0 1,-4 5 0,0 1-1,-1 1 1,1-2 0,3-3-412,-2 1 1,3-1 0,1-2 0,-1 1 409,-4 5 0,0 1 1,0-1-1,4-7 1,-4 1-1,7-8 0,10-11 1</inkml:trace>
  <inkml:trace contextRef="#ctx0" brushRef="#br0" timeOffset="184599">21396 484 7533,'-35'10'1638,"16"18"0,2 8 0,3-4 0,1 6-1342,5-2 0,0 8 1,2 4-1,0 0 1,1-4-545,1-2 1,1-2 0,1 0-1,-1 2-408,0 2 1,-1 2-1,0 2 1,1-3 0,1-3 579,2 5 0,1-4 1,-2-4-1,-2-2 1,-2-5-1,-4 8 1</inkml:trace>
  <inkml:trace contextRef="#ctx0" brushRef="#br0" timeOffset="184766">21043 1450 7533,'-12'18'3276,"46"-4"-1638,10-4 0,10-2-2220,-16-6 1,3-2 0,1 0 0,-3-1 216,4 1 1,-1 0 0,-1-1 0,2-2 0,0-1 0,-6-2 0,-10 0 0,-1 0 0</inkml:trace>
  <inkml:trace contextRef="#ctx0" brushRef="#br0" timeOffset="185183">21908 434 7533,'-20'-15'3276,"4"38"-1638,20 6 0,8 7-2533,0-2 0,4 3 0,-1-2 557,4 9 0,3-3 0,7-2 1,1-6-1,-12-15 0,-1 0 0</inkml:trace>
  <inkml:trace contextRef="#ctx0" brushRef="#br0" timeOffset="185483">22437 446 8522,'-26'6'1092,"1"-1"0,-10 18 0,-1 7 0,6-4 0,0 2 0,0 2-938,2-2 1,0 0 0,2 2-605,1 6 0,1 2 1,4-7-810,-7 1 1978,27 17 2070,11-19-1305,-1 10 0,-2 4-1080,-7-2 1,-2 5-644,0-11 0,-1 7 0,-1 2 1,1-1-1,0-3 239,1 10 0,1-2 0,-1 0 0,0-7 0,-2 2 0,2-2 0,0-3 0,5 7 0,0 0 0</inkml:trace>
  <inkml:trace contextRef="#ctx0" brushRef="#br0" timeOffset="186083">22913 248 7533,'-18'8'1638,"8"26"0,3 15-819,0-7 0,1 7 0,-1 3 0,1 3-695,2-14 0,0 2 0,0 2 0,1 1 0,-1 0 0,0 1 0,0-1-124,-1 3 0,0 0 0,0 0 0,-1 1 0,1 0 0,0-1 0,0-1-180,1-2 0,0 1 0,0-1 0,0-1 1,0 0-1,1-3 0,-1-1-640,-1 11 1,0-2 0,0-3 0,2-4 765,2 1 1,0-4-1,3-6 1,8 4-1,8-9 1</inkml:trace>
  <inkml:trace contextRef="#ctx0" brushRef="#br0" timeOffset="187333">23336 620 8342,'-27'0'3276,"-14"5"-1695,27 2-321,-10 5-181,54 1 1,19-2-1125,-6-5 0,4-2-151,-3 1 1,2 0 0,-1 1-135,-5 0 0,-2-1 1,-4 1 220,-4-4 1,-5 5 468,-4 16 0,-9 5 89,-15-1 1,-10 4 59,-6 9 1,-6 5 0,1-3-668,1-2 0,-1 1 585,-2-2 0,-4 4 0,-1 1 1,6-6 291,2 2 1,3 0-571,2 0 1,1 2 0,7-3-105,5-4 0,12-7-1684,26-3 1,10-8 173,-9-9 1,3-4 371,4-4 1,5-2 0,-8-2 436,7-4 1,-10-2-1,-7-3 1,-18-6 0</inkml:trace>
  <inkml:trace contextRef="#ctx0" brushRef="#br0" timeOffset="187517">23407 1053 7533,'6'-2'3276,"7"5"-2621,15 3 0,15 5 1,7 3-1,1 0 0,-9-2-587,-2 3 0,-3 0 0,2 0 0,4-2 0,5 2 1,-3-1-1,-7-1 0,-9 1 0,1 0 0</inkml:trace>
  <inkml:trace contextRef="#ctx0" brushRef="#br0" timeOffset="193216">24500 1488 7533,'-9'-14'3276,"9"41"-1638,7 16 0,3 12-819,-6-12 0,-1 5 0,-1 2 0,1 2-1376,1-5 0,2 3 0,0 0 0,-1 0 0,-2 1 287,-3-9 0,-1 0 0,0 1 1,-1 0-1,0-2 0,2 0-382,1 11 0,2 0 0,-1-3 0,-2-4 764,-4-4 1,-2-3 0,0-6-1,-4 15 1,-8-42 0</inkml:trace>
  <inkml:trace contextRef="#ctx0" brushRef="#br0" timeOffset="193466">24571 1537 7533,'8'-47'1638,"2"20"0,5 3 0,9 14 0,5 5-777,10 0 1,3 3-862,-4 7 0,-2 4-315,-4 4 0,-3 6 90,-3 10 1,-11 6 583,-20 3 1,-10 1-210,0-3 0,-4 0 0,-2-2-634,-7 5 0,-6-5 514,-3-5 0,-4-2 0,5-3-1669,9-6 1,3-1 1130,-13 14 1,25-25-1,38-20 1</inkml:trace>
  <inkml:trace contextRef="#ctx0" brushRef="#br0" timeOffset="193716">25365 1190 7533,'-36'22'3276,"9"0"-1638,10 9 0,1 8-546,4-8 0,0 1 0,0 4-437,2-1 0,-1 3 1,0 3-1,0 1 0,1 2-763,3-4 1,0 2 0,0 2 0,0 1 0,1-1 0,0-1 0,-1-2 107,-1 5 0,0-3 0,0-1 0,1 1 0,3 2-510,3 2 0,1 4 1,2 2-1,2-3 1,1-5-1,1-7 586,7 5 1,5-5-897,-2-5 1,2 3 0,3 0 0,1-7 401,17 1 0,2-5 1,-8-2-1,1-4 1,-1-14-1,0 0 1</inkml:trace>
  <inkml:trace contextRef="#ctx0" brushRef="#br0" timeOffset="194199">25488 1524 11400,'29'11'1638,"-1"-1"0,7 2-546,-5 9 0,5 7 0,-2 3-615,-4 2 0,-3 3 0,2 1-1130,-2-1 1,2 2 0,0 1 0,-3 1-168,0 3 1,-2 1 0,-1-1 0,-1-3-98,1-3 1,-1-3-1,-4 0 917,-2 13 0,-4-10 0,-3-28 0,-8 8 0</inkml:trace>
  <inkml:trace contextRef="#ctx0" brushRef="#br0" timeOffset="194366">26158 1475 8702,'-35'0'3276,"8"6"-1638,3 7 0,-1 8-546,0 6 0,-1 6 0,-2 3-1912,0 0 1,-1 2 0,-1 1 0,0 1 163,5-7 1,1 1-1,-1 0 1,2 0 0,0-1 412,-1 5 1,1 1 0,2-3 0,1-2 0,-7 12 0,5-6-1,13-13 1,0-1 0</inkml:trace>
  <inkml:trace contextRef="#ctx0" brushRef="#br0" timeOffset="194800">26511 1190 10141,'-5'36'819,"0"-1"0,0 2 0,0 3 0,0 3 0,0 2 0,1 3 0,0 1 0,-1-2-545,0-7 1,0-2 0,0 1 0,1 4-186,-1 2 1,0 4 0,1 3 0,-1 1 0,1-2 0,1-2-522,0-3 0,1-2 1,0-1-1,1 0 1,-1 1-225,0 5 1,1 1-1,-1 0 1,0-1 0,1-3 333,0-1 1,0 0 0,1-4 0,2-4 0,4 9-1,4-13 1,10-21 0</inkml:trace>
  <inkml:trace contextRef="#ctx0" brushRef="#br0" timeOffset="195150">26917 1264 8972,'-10'33'1638,"5"-2"0,2 2 0,3-5 0,0 2-2700,2 4 0,0 3 0,2-7 523,6 4-657,4 6 0,5-1 1196,19-8 0,-20-10 0,1-1 0,14-2 0</inkml:trace>
  <inkml:trace contextRef="#ctx0" brushRef="#br0" timeOffset="195433">27446 1302 7533,'-27'12'1638,"0"5"0,-3 6-546,4 0 0,-1 3 0,-1-1-1205,3-3 1,-1-2 0,-1 3 171,-9 10 1,-1 4 0,2-4 30,2 1 0,2-3-90,2-4 0,3 0 45,0-1 0,11-1-95,20-6-40,-8-5 1465,34 8 784,-4 19-1575,-8 1 1,0 3-945,-5-11 1,-1 3-464,-5 3 0,-2 4 0,-4-2-816,-9 2 1,-2-3 482,7-3 1,0-2 1155,-6 4 0,0-7 0,8-18 0,0 9 0</inkml:trace>
  <inkml:trace contextRef="#ctx0" brushRef="#br0" timeOffset="195616">27517 2256 7533,'-9'29'1638,"0"0"0,-9 4 0,6 10 0,-1 5 0,0-12 0,-2-1-1695,2-1 0,-1 0-1023,2 2 1,-1-3-180,-13-7 1259,14-2 0,-19-11 0,11-8 0</inkml:trace>
  <inkml:trace contextRef="#ctx0" brushRef="#br0" timeOffset="196067">27905 1710 7533,'14'-27'1638,"1"-1"0,9-15 1638,-24 43-1733,0 0 346,15 0-1079,-11 5 269,35 7-899,7 7-225,-23-11 0,3-2 0,11 3 0,0-1-1304,10 4 989,-2 2-450,-12 20 945,-43 1 0,-9 2-225,11-8 0,-2 1 128,-6-1 1,-5 3-1,-2 2 1,1-2 170,-3 7 1,1-1 0,1-1-30,2-4 0,2-2 0,0 2 120,-2 6 0,1 1 0,4-5-435,4-7 0,6-4-1035,13 1 1,8-4-450,10-9 0,5-6 1214,-5-6 0,3-3-1214,17-9 0,-2-5 1619,-4-9 0,-16 10 0,-1 0 0,11-14 0</inkml:trace>
  <inkml:trace contextRef="#ctx0" brushRef="#br0" timeOffset="196250">27887 2045 7533,'-29'-14'3276,"5"14"0,56 25-1638,9-8 0,4-1-1066,-13 1 1,2-2-1393,3-8 1,5-2 0,2-2 0,-6 0 409,4 0 0,-2-1 1,-2-3-1,1-1 1,-2 0-1,1-2 0,1 1 1</inkml:trace>
  <inkml:trace contextRef="#ctx0" brushRef="#br0" timeOffset="196516">28557 1450 7533,'-2'-27'3276,"12"16"-1638,16 26 0,7 16-546,-8-4 0,0 4 0,-1 5-1186,-6-3 1,0 3-1,-2 3 1,0 0 0,-1-3 183,0-1 0,0-2 0,-2 2 0,-3 3-1,-5 1 1,-3 4 0,-2 3 0,-3 0 0,-2 0 0,-2-3-486,-7 5 1,-4-1 0,-3-1 0,-1-1-1,3 0 270,4-3 0,1-1 0,1-1 0,-3 1 1,-3 1 95,-1-5 1,-4 2 0,-2 1-1,-1 0 1,1-3 0,1-3-1,3-5 1,-4 2 0,3-6 0,-3 1-1,-3 5 1,0-1 0,-1 1-1,1 0 1</inkml:trace>
  <inkml:trace contextRef="#ctx0" brushRef="#br0" timeOffset="197183">29422 1871 7533,'-30'0'3276,"7"0"0,70 0-2280,-16-2 1,4-1-1357,0 2 0,2 1 0,-1 0-1279,12-2 1,-6 4 1468,3 10 0,-31 2 0,-31 4 0</inkml:trace>
  <inkml:trace contextRef="#ctx0" brushRef="#br0" timeOffset="197300">29492 2082 7533,'-28'38'1092,"-1"-1"0,19-7 0,11-2 546,20-6 0,12-7-1334,2-9 1,6-5-1,-1-3-669,-2-2 1,-1-3 0,0-1 0,-1 0 0,-1 0 0,-2-2 0,1-6 0,0 1 0</inkml:trace>
  <inkml:trace contextRef="#ctx0" brushRef="#br0" timeOffset="197550">30268 1475 6485,'-33'-7'3276,"19"40"-2184,6-4 0,-1 6 0,3 5-273,5 4 0,3 5 0,2 3 0,-1 2-1365,-3-7 1,1 2 0,-1 1 0,0 2 0,0-1 0,1-1 125,0-2 0,0 1 0,1-1 1,0 0-1,-1-2 0,-1 0-236,0 3 1,-1 0-1,-1-2 1,0-2 0,0-5 518,0 2 1,0-4 0,-4-11 0,-12-6-1,1-40 1</inkml:trace>
  <inkml:trace contextRef="#ctx0" brushRef="#br0" timeOffset="197833">30462 1302 7713,'49'4'1638,"-17"3"0,1 5-546,-4 2 0,2 3 0,-1 1-938,2 1 1,-1 2 0,-6 3-335,-1 19 0,-16 5 0,-17-13 0,-9 1 0,-6-1-481,-2-5 1,-4-1 0,-3-1 0,0-1 165,-1-1 0,-2-1 0,1-2 1,1-2 494,-1 0 0,1-2 0,7-4 0,4 2 0,42-24 0</inkml:trace>
  <inkml:trace contextRef="#ctx0" brushRef="#br0" timeOffset="198067">31503 1227 7533,'-43'15'1092,"0"-1"0,1 10 0,2 7-273,11-7 0,0 4 0,1 2 0,2 4-208,5 0 1,2 3-1,1 3 1,1 2-1,0 2-521,2-5 0,-1 2 0,1 1 0,0 2 0,2 0 0,1 0 0,2-1-335,1 0 1,2 1 0,2 0 0,0 0 0,2 0 0,1-1 0,1-1-303,2 5 1,0 1 0,2-1 0,2-2 0,2-2 0,4-4 218,5 3 0,4-4 0,3-5 1,2-6-1,4-5 0,3-7 1,-1-7-1,11-15 0,0 0 1</inkml:trace>
  <inkml:trace contextRef="#ctx0" brushRef="#br0" timeOffset="198666">31644 1549 7533,'-12'28'1638,"17"5"0,8 7-546,2-4 0,4 3 0,2 2-666,-1-5 1,3 2-1,0 1 1,-1-2-1247,-1-2 1,0 0 0,-1 0 0,0-3-274,5 6 1,-1-2 0,-2-3-380,-3-3 1,-3-4 1420,0 7 0,-16-32 1,0 5-1</inkml:trace>
  <inkml:trace contextRef="#ctx0" brushRef="#br0" timeOffset="198866">32103 1599 10141,'-29'18'546,"0"1"0,1-1 0,1 5 0,1 3 0,-1 2 0,1 2 109,0 2 0,1 3 1,0 2-1,0 0 0,0 0-1311,0 1 1,0 1-1,1-1 1,1 1 0,3-3 523,0 1 0,2-1 1,3-1-1,3-4 0,-1 10 1,12-10-1,39-16 0</inkml:trace>
  <inkml:trace contextRef="#ctx0" brushRef="#br0" timeOffset="199116">32508 1413 7533,'-26'-3'1638,"0"1"0,-12 22 0,19 4 0,5 7-546,8 10 0,4 7 0,0 4-507,-2-11 1,-1 3 0,0 2 0,0 0 0,1 1-1126,0-4 0,1 0 1,0 1-1,-1 1 0,1-1 1,0-1-117,-1 7 1,0 1-1,0-1 1,0-1 0,0-4 310,-1-2 0,0-2 1,0-3-1,5-4 1,5 7-1,5-12 0,10-19 1</inkml:trace>
  <inkml:trace contextRef="#ctx0" brushRef="#br0" timeOffset="199500">32632 1673 7533,'-41'0'3276,"25"0"0,0 6-1638,38 2 0,15 2-301,1 2 1,1 2-1743,7 6 0,-2 3 315,-13-6 0,-9 4 495,-16 17 0,-12 5 14,-5-11 1,-6 0 0,0 1 74,-4 7 0,-1 1 1,0-1 44,3-2 1,0 0 0,2-2-225,-4 3 0,9-4-1350,20-6 1,7-4-2243,17 1 1638,-3-13 1,2-3-1639,7-3 2457,-13-12 1,-17-9 0,-8-11 0</inkml:trace>
  <inkml:trace contextRef="#ctx0" brushRef="#br0" timeOffset="199667">32685 2045 7533,'-28'-12'3276,"11"11"0,56 13-1638,-8 0 0,5 2-2731,-2-3 1,3 0 0,-1-1 642,15 0 0,-4-1 0,-17-3 0,-5-1 0,7-5 1</inkml:trace>
  <inkml:trace contextRef="#ctx0" brushRef="#br0" timeOffset="199883">33038 1512 11580,'20'25'819,"1"0"0,-4 7 0,-2 5 0,0 5-164,-4-3 0,0 3 1,0 2-1,-3 3 0,-2-1-433,-3-3 1,-1 0 0,-2 2 0,-2 0 0,-2 0 0,-1 1-686,-2-2 0,-1 2 1,-2 0-1,-2 0 1,-1 0-1,-1-2 1,-2-2 337,-5 3 0,-1-2 1,-3-1-1,-1-1 1,0-1-1,1-1 1,-2 1-1,-1-1 1,1-1-1,-2-3 1,0-2-1,-4-3 1,-1-1-1,0 0 1,0 0-1</inkml:trace>
  <inkml:trace contextRef="#ctx0" brushRef="#br1" timeOffset="-212546.73">25188 14959 8142,'-27'2'388,"1"2"-158,17-15 1115,1 10-1199,8-5 1203,0 28-737,3 6 0,2 5-190,-3 1 0,5 0-2,9-2 1,7 1 0,3-6-119,4-9 1,3-6 0,4-3-462,0-3 0,4-4 0,1-2 0,-1-2 261,0-1 1,-1-2-1,1-1 1,-1-2-89,1-1 0,0-3 0,-2 1 0,-3 0-251,13-2 1,-6 0 94,-10 3 1,-7 2 491,-10 8-123,-24 18 0,-8 10 272,5 9 0,1 3-349,-5-6 0,2 2-20,5 13 0,8-7-101,10-24-105,8 1 0,5-5-35,18-27 1,5-11 75,-2 9 0,0-2 403,-11 0 0,1-3 0,-5 1 114,-4-4 0,-7 10 39,-10 17 219,-2 22-500,4 9-102,13-18 1,4-4-18,7-2-336,-2-15 0,0-9-228,-11-6 0,-4-4-1196,2-1 1,-1-1 1446,0 3 0,-3 0 1,-5-5-1,-2 20 1</inkml:trace>
  <inkml:trace contextRef="#ctx0" brushRef="#br1" timeOffset="-211047.73">27270 15344 2070,'-20'-11'312,"4"-3"2964,24 0-1043,26 3-1916,-19 11 497,18 2 0,5 2-393,-7 1 0,3 2-233,-2 0 1,5 0 0,2 1-1,0 0-220,-3 1 0,0 0 0,1 1 0,2 1 15,4 1 1,2 1-1,2 1 1,1-1 0,-1 1-26,-8-2 0,1-1 0,-1 1 1,1 0-1,1 0 0,1-1-21,-1 1 0,1-1 0,1 1 1,1 0-1,-1-1 0,2 1 0,-1 0 83,1 0 0,1 1 0,0-1 0,0 1 0,1-1 0,1 0 0,1-1 42,-5-2 1,2 0-1,1-1 1,1 0-1,0-1 1,0 1-1,-1-1 1,0 0-1,-1 0-345,2 1 0,-2 0 0,-1-1 1,0 0-1,1 1 0,0-2 1,2 1-1,1-1 252,-3-2 0,3 1 0,0-1 0,1 0 1,1-1-1,0 1 0,0-1 0,-1 0 1,0 0-1,-1 0-23,0 0 1,1-1 0,-2 1-1,0 0 1,1-1 0,-1 0-1,0 1 1,1-1 0,1 1-86,-3-1 1,0 0-1,1 1 1,0-1 0,0 0-1,1 1 1,-1-1 0,0 1-1,-1 0 1,1 0 199,-3 0 1,1 0 0,0 0 0,-1 1 0,0 0 0,0-1 0,0 1 0,0 0-1,-1 1 1,1-1-37,3 1 1,0 0-1,1 1 1,0-1 0,-1 1-1,-1 0 1,-1-1 0,-2 1-1,-2-1 35,4 1 0,-3 0 0,-2-1 0,0 1 0,0 0 0,2 0 116,4 2 1,3 0 0,-1 1 0,1 0 0,-2 0 0,-2-1 21,-1-1 0,-2 0 0,-1-1 0,0 0 0,1 1-180,3 1 0,1 0 0,0 0 0,0 0 0,2-1-48,-4-2 0,2-1 0,1 1 0,-1-2 0,-2 1 0,-5-1 0,7 2 0,-4-1 0,0-2-150,-4-1 0,1-1 0,0-1 0,-4 1-192,11 2 1,-2 2 371,-6 2 0,1 2 0,-3 1 0,2 1 0,-4 2 0,-6 6 0,-1 0 0</inkml:trace>
  <inkml:trace contextRef="#ctx0" brushRef="#br1" timeOffset="-210513.73">28804 15939 7806,'-17'16'1638,"7"17"0,2 10-1112,-1-1 1,0 5-1,2 3-1182,3-8 1,1 2-1,2 2 1,-1 1 0,0-1 224,-2 1 1,1 0 0,-1 1 0,1-1 0,1-1 429,3 5 0,1 0 0,1-2 0,-1-4 0,-2-3 0,1-3 1,0-5-1,3-8 0,0-1 0</inkml:trace>
  <inkml:trace contextRef="#ctx0" brushRef="#br1" timeOffset="-210275.73">28804 15963 7806,'21'-19'614,"-1"0"0,3 7 0,2 5-232,10 8 0,0 10-349,-4 15 1,-7 9-129,-14-5 1,-7 5 0,-4 0-494,-10 10 0,-7 2 0,-6-1 91,-2-8 1,-4-1 0,-2-1 0,2-2 495,2 1 0,2-2 1,-2-4-1,-3-4 1,-2-3-1,11-5 1,12-6-1</inkml:trace>
  <inkml:trace contextRef="#ctx0" brushRef="#br0" timeOffset="-209880.73">29457 16100 868,'-30'3'719,"-1"1"1,4 0 0,-1 3 918,-4 7 0,4 6-1184,6 12 0,6 5-409,4 3 0,7 0-315,8 0 1,11-6-496,17-12 1,7-13 89,0-25 0,0-8 1009,4 9 0,-3-5-694,-16-7 0,-4-7 1,-2 3 574,-2 6 0,-3 2 639,-5-3 1,-4 2 1549,-5 6-1145,-17 31 0,-3 14-539,9 2 0,2 3-1530,-10 10 0,9-2-629,28-9 0,7-5 1439,-3 3 0,11-26 0,2-6 0,-5-4 0</inkml:trace>
  <inkml:trace contextRef="#ctx0" brushRef="#br0" timeOffset="-209613.73">29863 16124 7533,'-36'18'3058,"9"7"-3418,9 1 0,3 2-179,3 20 539,2-19 0,4-2-180,22 3 0,11-7-180,-5-4 360,1-5-630,-30 19 361,-3-22-1,-6 9 0,-2 0 270,-11 1 0,2-2 0,11-8 0</inkml:trace>
  <inkml:trace contextRef="#ctx0" brushRef="#br0" timeOffset="-209479.73">29951 16323 7533,'8'-7'2069,"25"-4"-2834,-7 5 0,3 0 765,11-6 0,0-1 0,-7 0 0,-1 0 0,-3-2 0,1 0 0</inkml:trace>
  <inkml:trace contextRef="#ctx0" brushRef="#br0" timeOffset="-209330.73">30304 15951 7533,'-25'20'1092,"1"0"0,-2 18 0,3 9-495,7-13 1,1 4 0,1 1-1,4 1-1417,3 1 1,3 2 0,3 0 0,3-3 511,4 6 0,4-2 1,3-5-1,8 4 0,5-12 1,0-25-1,-1-1 1</inkml:trace>
  <inkml:trace contextRef="#ctx0" brushRef="#br0" timeOffset="-208513.73">25400 15505 7533,'-33'-6'899,"11"5"450,-11 1 1,7 12-226,-3 18 0,0 9-629,6 0 0,2 4-405,3-8 0,-2 1 0,7 0-495,7 9 0,12-5-1234,21-12 1,5-6 982,5 3 1,0-21-1,-1-8 1,-9-10 0</inkml:trace>
  <inkml:trace contextRef="#ctx0" brushRef="#br0" timeOffset="-208229.73">25541 15567 7533,'-27'23'1638,"8"5"0,4 3-623,8 0 1,3 0-1826,0 7 1,8-7-1890,23-11 1889,-5-29 1,1-8 674,-3-3 0,-3-2 1394,9-20 271,-18 24 718,-8 34-898,0 28-1845,2-12 0,4 1 495,1-6 0,3-2 0,10 10 0,5-30 0</inkml:trace>
  <inkml:trace contextRef="#ctx0" brushRef="#br0" timeOffset="-207863.73">25823 15616 10411,'-9'29'1484,"4"-3"0,2 4-1529,2 2 0,2 1 270,-1 1 0,0-4-405,0 0 180,0-31-180,8-40-225,-4 12 1,1 0 224,5-19-585,0 17 1,4 5 764,13 11 0,2-3 0,5 12 0</inkml:trace>
  <inkml:trace contextRef="#ctx0" brushRef="#br0" timeOffset="-207596.73">26000 15629 12750,'5'29'269,"0"0"1,-5 0 0,0 2-360,-1 11 0,0-2-269,-7 5-1,16-34-810,9-54 991,-5 6-271,-1 8 0,1 0 450,14-2 0,3 5 0,14 2 0</inkml:trace>
  <inkml:trace contextRef="#ctx0" brushRef="#br0" timeOffset="-207279.73">26211 15790 11400,'20'2'-989,"11"-10"-2159,-11-16 1709,0-8 1439,-13 11 1709,-32 10 1567,3 46-1335,-3 1-1582,18-1 1,6 1-450,9 0-2608,10-1 2698,1-35 0,7-13 0,-9-6 0</inkml:trace>
  <inkml:trace contextRef="#ctx0" brushRef="#br0" timeOffset="-207129.73">26405 15753 12570,'26'-3'-270,"-1"1"0,7-6 0,1-4 0,-25 0 1</inkml:trace>
  <inkml:trace contextRef="#ctx0" brushRef="#br0" timeOffset="-206963.73">26547 15517 7533,'-9'27'1092,"0"0"0,-8 16 0,1-1 546,8-12 0,2 0-584,-3 6 0,-1 4 0,5-3-2448,11-2 0,4-3 1394,-1 2 0,2-2 0,8 14 0,-3-41 0</inkml:trace>
  <inkml:trace contextRef="#ctx0" brushRef="#br0" timeOffset="-205363.73">23530 15195 7533,'-19'-14'1169,"-5"3"0,22 6 181,18 4-451,14 1 1,8 0-631,1-2 1,4 1 0,1 0-480,-7 1 1,2 1 0,0 0 0,1 1-376,2-2 0,0 1 1,0 0-1,-2 2 585,4 2 0,-2 2 0,-2 0 0,6 3 0,-4 1 0,-13 0 0,1 1 0</inkml:trace>
  <inkml:trace contextRef="#ctx0" brushRef="#br0" timeOffset="-204429.73">23548 15381 7533,'-10'-14'1169,"-6"-2"90,-1 14-359,-26 19-810,22 12 0,2 8-120,1-4 0,0 4 0,4 2-60,4 3 0,4 1 0,2 0 60,0-3 0,1-1 0,2-1-15,4 7 0,4-5-315,3-11 0,-2-1-180,-9-1 1,-4 0 134,-6-4 0,-6-2-315,-9-3 1,-3-3 719,5-2 0,1-3 0,-10-10 0,25-7 0</inkml:trace>
  <inkml:trace contextRef="#ctx0" brushRef="#br0" timeOffset="-204279.73">23213 15840 7353,'31'-22'809,"0"1"1,7 1-1,1 1-1619,2 0 1,-2 1 262,-9 8 1,-1 1 0,2 0 0,-5 1 0,-8 1 0</inkml:trace>
  <inkml:trace contextRef="#ctx0" brushRef="#br0" timeOffset="-203980.73">23654 15629 7533,'-18'43'1638,"9"-19"0,0 1-1496,0 20-772,9-7-1349,25-37 990,5-27 989,-8 11 0,-1 1 1169,-2 2 360,-3 43-899,-16 16-1709,0-3 1079,16-20 0,-5-30 0,15-7 0</inkml:trace>
  <inkml:trace contextRef="#ctx0" brushRef="#br0" timeOffset="-203830.73">23813 15592 9512,'33'-11'-1440,"4"-3"1440,0-5 0,-3-5 0,-17 5 0</inkml:trace>
  <inkml:trace contextRef="#ctx0" brushRef="#br0" timeOffset="-203663.73">23954 15406 7533,'-13'29'779,"0"0"1,-1 5-1,1 3-689,5-4 0,2 1 0,0 0-585,-4 9 1,4-3-406,12-13 1,4-5 899,2-6 0,13-28 0,-7-7 0</inkml:trace>
  <inkml:trace contextRef="#ctx0" brushRef="#br0" timeOffset="-203163.73">23989 15641 8072,'-8'36'3149,"-2"-3"-3149,0 4-540,10-23-1349,18-21 270,2-8 1169,-3 3 990,-9 35 269,-16 0-629,6 13-1349,2-29 269,18-8 541,2-12 359,-3 1 809,-9 5 720,-8-4-359,8 4-1260,2 0-270,15 2-719,-5 0 89,-3 3 720,-9-3 180,-16 10 2609,-9 18-990,5 16-1529,20 6-820,21-7 1,9-20 0,-5-13 0</inkml:trace>
  <inkml:trace contextRef="#ctx0" brushRef="#br0" timeOffset="-171646.73">23336 16397 7713,'-29'-5'1799,"-3"3"629,23-9-179,15 10 0,29 12-1575,3 15 1,4 7-555,-8-4 0,0 2 0,-2 0-892,-6-3 1,-1 1 0,-1 1 591,1 3 0,-1 2 0,-1 0-913,-2 2 1,-1 0 0,0-2 623,5 1 1,1-2 0,-6-3 0,0 1 0,-1-9 0,6-12 0</inkml:trace>
  <inkml:trace contextRef="#ctx0" brushRef="#br0" timeOffset="-171496.73">23918 16397 7533,'-26'-1'819,"-1"-1"0,0 18 0,-1 9 0,-1 3 0,3 0 0,-1 1 0,0 4 0,-1 1-1026,5-3 1,-1 2 0,0 2 0,0 1 0,0 0-1,0-2 207,-2 6 0,0 1 0,0-1 0,1-1 0,1-2 0,-2 3 0,1-1 0,2-2 0,1-1 0,2 1 0,1 1 0,-1-1 0</inkml:trace>
  <inkml:trace contextRef="#ctx0" brushRef="#br0" timeOffset="-169126.73">23248 2045 0,'-41'-11'3276,"25"3"0,1-10-1638,43-2 0,18 0-894,-11 7 1,3 1-417,2-1 1,5-2 0,-3 2-14,4 2 0,-2 4-181,-1 3 1,2 1 45,-5 1 0,1 0 0,-4 0-90,-4 0 0,-1-1 0,19 3 0,-4-1 1176,-18-10 174,-27 9-1440,-28 6 0,-17 3-45,2 3 0,-6 1 730,7 0 1,-6 1 0,-1 1 0,4-1-716,0 2 0,2 0 0,-1-2 569,-5 0 1,-2-2 0,6 0 179,8 0 1,7-4 35,13-6-965,32-7 0,23-5 1,1-2-151,1-2 0,3-2 0,1 0-27,-7 3 1,1 0 0,0 0 0,-2-1 26,7-3 0,-2-1 1,-12 6 1496,-11 7-1137,-34 15 89,-14 4 1,-13 5 0,-5 2 0,6-4 450,-3 3 0,0-1 279,2-2 0,-8 3 0,4-2 0,16-2-48,13 0-1266,44-13 1,20-8 246,-14 1 1,3-4 0,2 0 0,2-1 104,0 2 0,3 0 1,0 0-1,0 0 1,-3-1-1,0-3 1,-2 1-1,-1-1 1,-1 1-1,4 0 0,1 0 1,0 0-1</inkml:trace>
  <inkml:trace contextRef="#ctx0" brushRef="#br0" timeOffset="-168029.73">25559 16471 7533,'-39'-6'1799,"7"0"359,24 1-449,14-2-719,12-5-990,3 5 135,10 7 0,3 5-315,-5 3 0,-1 4 0,6 0 0,-3 7-135,-8 16 1,-11 6 373,-17-10 1,-8 1 0,-2 1-301,-5 10 1,-2 2-1,-3-1 488,2-7 0,-2 0 1,-1-1-1,2-3-67,1-3 0,2-2 0,0 0 239,-2 2 1,1 0 0,10-4 570,24 1-1710,18-2-919,11-14 1,6-6 380,-17-3 1,1-2 297,2 1 1,4 1 0,-4 0-680,-6 1 1,-3 0 1573,4-3 0,-1 1 0,12 5 0,-29-6 0</inkml:trace>
  <inkml:trace contextRef="#ctx0" brushRef="#br0" timeOffset="-167863.73">25453 16806 7533,'-47'-9'3276,"29"17"-2184,37 7 0,24 5 0,1 0-1208,-5 0 1,1 0 0,3-1-213,-3-4 0,4 0 0,0-2 1,-4 1-1,0 0 0,-3 0 1,-2-1-1,-1-1 0,0 1 1</inkml:trace>
  <inkml:trace contextRef="#ctx0" brushRef="#br1" timeOffset="-166813.73">29439 17042 1372,'-27'-18'-234,"1"4"3510,9 13 0,7 42-1899,12-9 1,4 2-1239,-2 0 0,4-2 44,11 2 1,3-4-812,7 7-165,-4-20 0,1-1-23,-4 2 1,1 0 824,11-4 1,1-4-1,6 4 1,-17-8 0,1-1-1</inkml:trace>
  <inkml:trace contextRef="#ctx0" brushRef="#br1" timeOffset="-166563.73">30021 17166 9564,'-41'11'1638,"11"6"0,-2 7-546,3-1 0,-2 3 0,0 1-1057,-4 5 0,-1 3 1,2 0 10,2-3 0,1 0 1,3-1 110,-2 5 0,5-5 646,2 0 807,48-4-1406,-17 0 1,-2 5-257,7 13 0,-2 7-170,-9-16 0,-3 4 0,0 0 0,1-2 0,2 3 0,1-2 0,0 1 0,0 1 0,0 0 0,0 1 0</inkml:trace>
  <inkml:trace contextRef="#ctx0" brushRef="#br0" timeOffset="-164679.73">21343 17922 7533,'-39'-12'719,"8"4"2070,31 3-1440,31 0-1664,2 4 0,4 0-195,-4-1 1,2 0-1,-1 1 41,0 3 1,0 3 0,-2-1 0,9-1 0,-5 2 0,7 13 0</inkml:trace>
  <inkml:trace contextRef="#ctx0" brushRef="#br0" timeOffset="-164530.73">21378 18306 7533,'-11'-14'3276,"36"3"-2036,19 14 0,8 5-1240,-7-4 0,0 1 0,-10 1 0,1 3 0,-5-1 0,-5 2 0,-1 0 0</inkml:trace>
  <inkml:trace contextRef="#ctx0" brushRef="#br0" timeOffset="-163696.73">22366 17773 7533,'-19'20'3148,"-5"19"-2609,19-8 1,3 5 0,-1 3-1360,-1 1 1,-1 2 0,1 1 0,0-1 245,1-3 1,0-1 0,1 1 0,0 1 519,0 0 0,0 2 0,0 1 0,1-2 0,0-6-307,1 10 0,0-5 91,0 10 0,0-3-721,0-1 991,-8-32 0,-2-8 0,-7-13 0</inkml:trace>
  <inkml:trace contextRef="#ctx0" brushRef="#br0" timeOffset="-163446.73">22401 17748 7533,'25'-16'989,"-1"1"1,7 5-1,3 6-809,14 4 0,2 7-180,-3 7 0,-4 3 45,-12-4 0,-7 2-45,-8 30 0,-45-12 0,-17 1 0,17-13 0,-2 0 0,-3 0 0,1 1-721,-4 2 1,-1 1-1,0-1 1,2-2 720,-6 1 0,2-2 0,6-3 0,7-1 0,13-5 0,26-6 0</inkml:trace>
  <inkml:trace contextRef="#ctx0" brushRef="#br0" timeOffset="-163163.73">23072 17761 7533,'-30'19'1092,"1"0"0,4 3 0,1 5-273,4 2 0,0 7 0,1 2 0,1 1-1397,3 0 1,0 1 0,3 1 0,0-1 622,1-2 0,0 0 0,2-1 0,2 2-473,1 5 1,1 1 0,3-1 0,7-4 427,13 0 0,7-4 0,-1-1 0,-2 10 0,3-3 0,3-20 0,-1 1 0,0-1 0</inkml:trace>
  <inkml:trace contextRef="#ctx0" brushRef="#br0" timeOffset="-162429.73">23319 17971 7533,'-40'-13'3058,"9"-9"-1169,47 13 270,27-3-1440,-8 26 1,2 10-750,-6 0 0,0 4 0,-2 3-1063,-1 8 1,-1 3 0,-2 0 825,-4-8 0,0 0 0,-2 1-826,-1 6 1,-1 1 0,-1-5 436,-1-10 1,-1-2 655,4 15 0,-3-3 0,-5-5 0,-2-9 0</inkml:trace>
  <inkml:trace contextRef="#ctx0" brushRef="#br0" timeOffset="-162196.73">23918 17785 7533,'-26'-2'1638,"-1"0"0,-18 1 0,16 29 0,0 13-2731,0-9 1,-1 2 0,2 0 781,9-6 1,2 0 0,-2 2 85,-3 1 0,-4 3 0,0 0 0,4-2-800,-3 11 1,3-2 529,-1-1 1,-1-1-302,1 4 0,5-4 796,8-6 0,3-9 0,7-12 0</inkml:trace>
  <inkml:trace contextRef="#ctx0" brushRef="#br0" timeOffset="-161962.73">24201 17773 7533,'-18'40'1092,"11"-6"0,1 6 0,1-1 116,0 2 1,0 4-1209,1-11 0,-1 6 0,-1 2 0,2 1 0,0-3 0,2 4 0,1 0 0,1-1 0,-1-2 0,-2 9 0,0-2 0,1 0 0,5 2 0,1-1 0,-1 1 0</inkml:trace>
  <inkml:trace contextRef="#ctx0" brushRef="#br0" timeOffset="-160896.73">24659 17959 0,'-17'-12'0,"7"-1"2502,-6 6-253,22 2 419,19 5-2713,5 0 0,3 0 135,8 2 0,0 1-90,-7-1 0,-3 3 429,-3 6 1,-7 7-430,-14 14 0,-12 8 330,-7-3 0,-6 4 0,-1 1 489,5-6 0,-1 1 0,0 1 0,-2-2-275,-3 0 1,-2-1-1,1-1 1,4-1-680,0 16 0,7-6 225,6 0-1260,29-31 1,6-8-810,-5-9 855,14 0 0,0-3 988,-6-11 1,9-6-1,-28 1 1</inkml:trace>
  <inkml:trace contextRef="#ctx0" brushRef="#br0" timeOffset="-160730.73">24730 18281 7533,'-20'-14'3276,"28"20"-3565,14 4 0,9 1 289,13 2 0,2 0 0,-11-3 0,-1-2 0,-2-5 0,0 0 0</inkml:trace>
  <inkml:trace contextRef="#ctx0" brushRef="#br0" timeOffset="-160529.73">25241 17810 7533,'16'-12'3276,"4"39"-2184,-10 4 0,-1 8 0,-1 3-414,-2-5 0,0 2 0,-1 1 0,-4 1-1404,-5 6 0,-3 1 0,-2 1 0,-3 0 70,1-7 1,-2 1-1,-1-1 1,-2 1 0,-2-3 402,-3 0 1,-2-1 0,-2 0 0,0-2 0,1-2 0,-1 4 0,-1-2 0,1-2 0,-1-1 0,-4 2 0,-1-1 0,0 0 0</inkml:trace>
  <inkml:trace contextRef="#ctx0" brushRef="#br0" timeOffset="-160179.73">25859 17996 7533,'-22'-14'1169,"0"-1"0,-7 4 2107,4-11-2594,32 33-1761,37-2 1079,-5-1 0,2 1 0,-7-2 0,1-1 0,2 0 0,0 0 0</inkml:trace>
  <inkml:trace contextRef="#ctx0" brushRef="#br0" timeOffset="-160046.73">25788 18244 7533,'-31'6'3276,"40"1"-2711,34-3 1,11-2-566,-14 2 0,2-2-403,-6-1 0,2-1 0,-4-1 1,-7-1-1,-1-2 0,0 1 1,0-1-1</inkml:trace>
  <inkml:trace contextRef="#ctx0" brushRef="#br0" timeOffset="-159063.73">26458 17897 8702,'0'32'819,"0"0"0,0 0 0,0 3 0,0 3-1076,2 1 0,0 2 0,0 1 1,0 1-564,-1 3 1,0 2 0,-1 0 0,0-2 227,1-6 1,0-1 0,-1-1 0,-2-2 591,-2 2 0,-2-2 0,-2-7 0,-11 7 0,-7-32 0</inkml:trace>
  <inkml:trace contextRef="#ctx0" brushRef="#br0" timeOffset="-158813.73">26458 17897 7533,'6'-26'2968,"14"13"-2608,12 20 0,4 10-91,-1 3 1,-3 5-990,1 13 1,-11 4 269,-19 2 1,-14 1 179,-5-13 0,-7-1 0,-3-1 30,0-3 0,-3-1 0,0-3 24,-8 4 1,4-5 0,-1 2 0,26-18 0</inkml:trace>
  <inkml:trace contextRef="#ctx0" brushRef="#br0" timeOffset="-158596.73">26952 17872 7533,'-35'-1'1638,"13"20"0,1 13-819,3-3 0,0 5 0,1 4 0,1 1-1137,3 0 1,2 3 0,1 1-1,1 1 1,1 1-169,1 1 0,0 3 1,2-1-1,3-1 0,4-2 486,4 1 0,5-1 0,3-4 0,2-4 0,3-2 0,4-4 0,3-8 0,16-12 0,1-1 0</inkml:trace>
  <inkml:trace contextRef="#ctx0" brushRef="#br0" timeOffset="-158394.73">27517 17984 7533,'17'-13'0</inkml:trace>
  <inkml:trace contextRef="#ctx0" brushRef="#br0" timeOffset="-157979.73">27376 18009 7533,'-46'-7'1638,"18"10"0,-2 5 0,-6 11 0,1 5-1451,6 0 0,-1 5-307,-1 6 0,-2 4 0,7-1-240,11-5 0,5 0-90,-3 10 1,10-4-136,14-16 1,7-4 449,9 2 0,-1 1 135,-4 4 0,-6 4 0,-11 12 0,-8 2-45,-5-5 0,-6 0-465,-4-7 0,-4-1 1,1-3 372,5-7 1,1-1 0,-16 19 0,31-32 0</inkml:trace>
  <inkml:trace contextRef="#ctx0" brushRef="#br0" timeOffset="-157829.73">27234 18691 9691,'29'-3'-300,"-1"0"0,0 1 0,4-4 1,0-4-1,-4-4 0</inkml:trace>
  <inkml:trace contextRef="#ctx0" brushRef="#br0" timeOffset="-157663.73">27428 18554 7533,'-21'18'1638,"-1"0"0,-7 20-1882,15-11 0,2 2-1015,6-1 0,5 0 1259,16 12 0,-3-11 0,14-24 0</inkml:trace>
  <inkml:trace contextRef="#ctx0" brushRef="#br0" timeOffset="-157529.73">27446 18777 9242,'27'0'-270,"-1"0"0,11 0 0,-3-5 0,-17-3 0</inkml:trace>
  <inkml:trace contextRef="#ctx0" brushRef="#br0" timeOffset="-157380.73">27570 18691 7533,'-10'25'749,"0"0"1,-1 3-1,6-2-749,21 7 0,-4-8 0,13-14 0</inkml:trace>
  <inkml:trace contextRef="#ctx0" brushRef="#br0" timeOffset="-157263.73">27711 18666 7713,'-8'30'839,"0"0"1,2 7-1,0 1-839,-3-5 0,1 0 0,3-4 0,2-3 0,3 3 0</inkml:trace>
  <inkml:trace contextRef="#ctx0" brushRef="#br0" timeOffset="-156913.73">27958 17971 7533,'-10'13'1638,"5"15"0,2 13-819,0-1 0,1 7 0,1 4 0,-1 1-1366,1-11 1,1 3 0,0 0 0,0 1 0,0-1 0,-1-2-110,0 0 1,-1-2-1,0 0 1,1 0 0,-1 0 635,1 8 1,0 3 0,0-1 0,1-6 0,3-9 0,13 10 0,-6-9 0,0-1 0</inkml:trace>
  <inkml:trace contextRef="#ctx0" brushRef="#br0" timeOffset="-156279.73">28452 18170 7533,'-28'-21'3276,"-21"26"-2981,25 21 1,1 9-206,0-6 0,-2 1 0,3 2-150,4 2 0,3 0 0,0 0 15,-8 10 0,5-3-90,15-12 1,4-2 44,9 15 90,3-21 0,2 1 0,-4 2 0,-3 2-45,-5 4 0,-6 1-405,-12 4 0,-5-1-585,-3 2 1,-1-3 1034,5-6 0,1-3 0,-14 6 0,22-18 0</inkml:trace>
  <inkml:trace contextRef="#ctx0" brushRef="#br0" timeOffset="-156129.73">28310 18864 7533,'36'14'179,"-11"-15"1,1-4-180,-3-4 0,1-2 0,2-5 0,1 0 0,-6 1 0,1-1 0</inkml:trace>
  <inkml:trace contextRef="#ctx0" brushRef="#br0" timeOffset="-155980.73">28504 18703 7533,'-26'38'1092,"0"1"0,5-6 0,4 1-1471,4 7 0,9-2 379,21 5 0,5-15 0,11-16 0</inkml:trace>
  <inkml:trace contextRef="#ctx0" brushRef="#br0" timeOffset="-155829.73">28663 18876 8702,'-15'25'1979,"11"6"-4228,-28 0 2249,20-5 0,-5-2 0,9-12 0</inkml:trace>
  <inkml:trace contextRef="#ctx0" brushRef="#br0" timeOffset="-155495.73">28910 18529 7803,'-27'22'819,"1"0"0,-1 0 0,-3 10 0,5 1-434,7 0 1,10-2-2095,34 6 810,5-32 89,-1-14 1,-1-7 899,0-11 899,-3 2-629,-18 19-360,-8 13-1349,8 6-91,-6-6 1440,13-2 0,3-10 0,9-2 0</inkml:trace>
  <inkml:trace contextRef="#ctx0" brushRef="#br0" timeOffset="-154996.73">29087 18641 10231,'0'-7'1349,"0"1"-2248,0 6-91,7 0 1,-5 0-270,6-11 269,-8-2 631,-8-7 898,-1 8 1350,-9 6-90,8 6 450,-6 0-1709,14 22-1,-5 6-1079,5 4 1,4 2-1440,5 9 1979,11 4 0,2-35 0,5-7 0</inkml:trace>
  <inkml:trace contextRef="#ctx0" brushRef="#br0" timeOffset="-154828.73">29175 18728 9871,'17'7'-150,"1"-7"0,0-7 1</inkml:trace>
  <inkml:trace contextRef="#ctx0" brushRef="#br0" timeOffset="-154680.73">29228 18691 7533,'-18'33'3276,"8"12"-3218,2-23 0,16 3 0,2-14 0</inkml:trace>
  <inkml:trace contextRef="#ctx0" brushRef="#br0" timeOffset="-154496.73">29333 18418 7533,'16'-3'3276,"4"33"-1638,-9 9 0,-3 9-1454,-4-2 1,-3 5 0,-6 1-1005,-4-9 1,-4 2 0,-2-2 0,1-2 500,1 0 1,0-3-1,-4-3 1,-5-2-1,-4-2 1,1-13 15</inkml:trace>
  <inkml:trace contextRef="#ctx0" brushRef="#br0" timeOffset="-153180.73">9472 17030 7533,'-12'-6'3276,"6"-1"-2936,26 1 1,9 0-1780,5-7 629,-4 8 1,-1-2 809,-2-11 0,-9 4 0,-11-4 0</inkml:trace>
  <inkml:trace contextRef="#ctx0" brushRef="#br0" timeOffset="-153013.73">9613 16831 8702,'-25'29'1638,"14"5"0,2 4-1567,-5-1 0,3 1-71,10-3 0,5 1 0,-1-3 0,-6-5 0,2-4 0,16 16 0</inkml:trace>
  <inkml:trace contextRef="#ctx0" brushRef="#br0" timeOffset="-55496.73">6738 17550 7533,'-5'-39'539,"0"1"1,1 1 0,0 2 629,-3-3 630,-11-4-1080,-5 43 1,-5 11-271,2 5 1,-1 6 0,0 4-1037,0 4 1,0 4 0,0 2 0,0 1 653,-1 1 1,1 1-1,0 0 1,1 2-50,4-6 0,1 3 0,-1-1 0,2-2 0,1-5 42,-1 0 0,1-5 0,1 1-1095,-10 22 1,15-13-294,29-34 818,5-16 0,6-11 1,1-3 329,-1 1 0,1-3 0,0-1 0,1 0 80,3-3 1,0-2-1,0 1 1,-1 1 436,-3 3 0,-1-2 1,-2 5-1,-1 11 1372,21 16-855,-29 28 1,-8 11-360,-7 10 0,-2 1-540,2-5 0,6-5-135,7-11 0,5-9-180,28-24 45,-5-12 1,2-4 1134,-6 5 1,-1 2-776,0 1 0,-4 8 44,3 31-899,-21 19 1,-7 5 674,-7-22 1,0 1-959,5 5 1,3 4 0,0-8 888,2-7 0,23 12 1,-7-23-1</inkml:trace>
  <inkml:trace contextRef="#ctx0" brushRef="#br0" timeOffset="-55296.73">7461 17513 7533,'-17'40'1638,"11"-6"0,2 6-546,1 1 0,0 3 0,1 2-1818,0-9 0,0 2 0,0 0 1,0-1-368,2 11 1,0 1 0,-2-5 1046,-3-9 0,-1-3 0,1-2 0,5-2 0,-1-5 1,-7 0-1</inkml:trace>
  <inkml:trace contextRef="#ctx0" brushRef="#br0" timeOffset="-55062.73">7479 17575 7533,'33'-21'3276,"4"10"-2891,-6 19 1,-1 8-521,-5 0 1,-3 6 89,1 12 0,-10 5 134,-19 4 1,-12 2-150,-2-8 0,-5 1 1,-3-1-685,-4 0 1,-3-1-1,1-2 744,5-6 0,1-2 0,2-3 0,-2 3 0,7-5 0,13-10 0</inkml:trace>
  <inkml:trace contextRef="#ctx0" brushRef="#br0" timeOffset="-54813.73">7955 17612 10411,'5'31'819,"0"0"0,-4 5 0,-1 4 0,-1 2-941,-1 2 0,0 2 0,-1 2 0,0-1-457,-1-1 0,0 1 1,-1 0-1,1-1 579,-1 1 0,1 1 0,0-3 0,-1-5 0,-4 4 0,0-6 0,0-5 0,1 1 0</inkml:trace>
  <inkml:trace contextRef="#ctx0" brushRef="#br0" timeOffset="-54579.73">8026 17687 7533,'19'-34'1638,"18"12"0,5 4-1316,5 9-682,-2 6 0,-4 11 900,-21 36-1,-31-4 1,-14 2-330,-3-9 0,-7 1 0,0-1-1303,1 2 1,-1-1 0,0-2 1017,7-9 1,0-2 0,4-1 0,0 3 0,9-6 0,15-11 0</inkml:trace>
  <inkml:trace contextRef="#ctx0" brushRef="#br0" timeOffset="-54329.73">8608 17501 7533,'0'-27'3276,"-8"53"-1638,-8 16 0,-1 10-819,8-16 0,1 1 0,1 5 0,-1 3-1118,1-3 1,-1 5 0,1 4 0,-1 0 0,2 1 0,1-3 0,3-4-278,3 1 0,2-3 1,3-1-1,0 0 1,0 2 28,-1 0 1,-1 3 0,2 1 0,0-3 0,3-4 0,2-7 192,15 8 1,5-14 0,-6-17-1,-1-6 1,-7-5 0</inkml:trace>
  <inkml:trace contextRef="#ctx0" brushRef="#br0" timeOffset="-53462.73">9472 17612 7533,'0'-25'1979,"0"6"989,-39 18-2339,1 19 1,-4 10-383,10-6 1,-3 3-1,0 2 1,1 0-205,1 2 0,-1 2 0,2 1 1,2 0 113,2-1 0,1 0 1,4 1-1,5-2-22,1 12 0,16-4 78,35-11 0,17-6-213,-15-9 0,3-2 0,1-2-150,8 0 0,2-1 0,-5 3 195,2 9 0,-13 4 225,-27 11-840,-32-6 0,-21 4 1,0-5-524,11-10 1,0-3 0,-1 1 623,-6 7 1,0 2 0,5-5 0,5-6 0,9-3 0,13 3 0</inkml:trace>
  <inkml:trace contextRef="#ctx0" brushRef="#br0" timeOffset="-53212.73">9895 18430 7533,'-7'-14'3276,"-3"14"-1638,-6 20 0,-2 7-2613,-11 6 300,4 9 0,-1 1 206,7-18 1,1-1 0,-4 7 0,1 0 0,3-7 0,0 0 0</inkml:trace>
  <inkml:trace contextRef="#ctx0" brushRef="#br0" timeOffset="-52613.73">10566 17501 7533,'8'-32'1304,"-1"0"0,-3-17 855,12 29-990,-24 49-764,4-3 0,-2 7-539,-2 1 0,-3 9 0,-2 5 0,-1 2 0,0-1 0,2-3 26,-1 1 0,2-2 0,-1 0 0,-1 1 0,-1 3-302,2-8 0,-2 4 1,-1 1-1,0 1 1,0 0-1,1-2 0,0-2 1,1-5 313,-2 11 0,1-4 1,0-4-1,1-2 1,-2-1-1,0-2 1,3-13-1,5-13 1</inkml:trace>
  <inkml:trace contextRef="#ctx0" brushRef="#br0" timeOffset="-52446.73">10513 17748 7533,'0'36'1638,"10"2"0,3 8-819,-7-11 0,-2 3 0,1 2 0,2 0-1475,3-1 1,2 2-1,1 0 1,0-2 0,-2-2-438,0 6 1,-1-3 0,0-1 195,1 2 0,1-1 1,-2-6 916,-1-8 1,-2-4-1,-5 7 1,6 5 0</inkml:trace>
  <inkml:trace contextRef="#ctx0" brushRef="#br0" timeOffset="-52312.73">10389 18244 7533,'25'-10'359,"-1"1"1,19-4 0,2 2-360,-8 7 0,-1 0 0,11-4 0,-4 0 0,-8 1 0</inkml:trace>
  <inkml:trace contextRef="#ctx0" brushRef="#br0" timeOffset="-52145.73">11148 18356 9781,'-4'27'1092,"0"1"0,-4 3 0,-2 0 373,-1 0 1,-5 1-1466,-6-2 0,-5 1 0,1-2 0,0 2 0,-1-1 0,-1-4 0,0 0 0,0-1 0</inkml:trace>
  <inkml:trace contextRef="#ctx0" brushRef="#br0" timeOffset="-51546.73">11642 17501 7533,'0'24'1638,"0"12"0,0 9-819,0-6 0,0 4 0,0 3 0,0 1-1279,0 0 0,0 3 1,0 1-1,0 0 1,0 0 159,0-9 0,0 1 0,1 0 0,-1 0 0,0-1 1,-1-1-187,-1 4 0,-1 0 0,0-2 1,-1-1-1,0-3 486,-1 9 0,-1-4 0,-3-8 0,-3-8 0,-3-9 0,-11-15 0</inkml:trace>
  <inkml:trace contextRef="#ctx0" brushRef="#br0" timeOffset="-51329.73">11642 17612 7533,'31'-32'1638,"2"25"0,5 6-488,4 1 1,2 8-912,-6 10 1,2 7 0,-6 3 30,1 9 0,-14 6-240,-19-3 0,-10 4 0,-7-1-850,-4-8 1,-6-2 0,-3-1 0,-2-1 788,-6 2 1,-4-2 0,-1-2 0,1 0 0,5-4 0,1-1-1,0-1 1,2-2 0,-1 1 0,-1 0 0,1-1 0</inkml:trace>
  <inkml:trace contextRef="#ctx0" brushRef="#br0" timeOffset="-50712.73">12188 18542 10771,'20'19'2249,"-4"-1"-2025,-27 1 1,-10 2-1215,-9 5 1,-2 0 989,6 1 0,-1 0 0,-11 0 0,3-2 0,8 0 0</inkml:trace>
  <inkml:trace contextRef="#ctx0" brushRef="#br0" timeOffset="-49929.73">12806 17538 7533,'-8'39'1092,"0"0"0,2 5 0,0 7-470,2-12 0,-2 7 0,1 2 0,-1-1 0,2-5-1279,0 3 1,1-3 0,0 3 692,1-4 0,0 5 0,0 0 0,1-1 0,0-7 54,2 13 0,-2-5 0,-1 3 0,-4-3 85,0-8 0,-5-14-1973,-17-38 1258,13-9 0,3-9-67,7-5 0,5-9 0,2-2 0,-1 4 245,-1 0 1,0 1-1,4-4 302,3 8 0,2-6 0,2-1 0,1-1 0,1 4 0,0 6 330,2-3 0,1 5 0,4 0 404,2-2 1,5-3 0,0 3-1,-2 8-224,4 1 0,1 11 44,17 15 1,-4 11-405,-17 15-230,1 4 1,-7 7-191,-25-5 0,-11 4 1,0-2 104,2 11 0,-6 0 157,-4-9 1,-7 2 0,-1-1-1,2-5 1706,-7 3 0,1-4-982,-8-2 0,12 0 2620,40 11-2746,12-22 0,7 1-560,1 9 0,3 4 0,-2-2-135,1 1 0,-1 0-465,-4 2 1,1 3-1,-5-1-450,-5 0 1,-2-1-90,-1-3 0,1 1-91,3 1 1,-3-4 1259,-10-7 0,20-2 0,-14-12 0</inkml:trace>
  <inkml:trace contextRef="#ctx0" brushRef="#br0" timeOffset="-49346.73">13653 17599 7533,'-2'18'1638,"11"7"0,7 3 0,9-2 0,5 3-834,-8-2 0,3 4 0,0 1 0,-1-3-684,2-4 0,0-1 0,-2 3 419,-1 7 1,0 4 0,-2 0 0,-3-3 286,0 4 0,-7 0-706,-9 2 0,-5 4 0,-4-7-75,-2-9 0,-5-2-555,-11 1 1,-7 1-1,-1-1-583,-5-1 1,-1-3 0,0 1 334,6-2 1,1-1 0,-3 2 757,-1-1 0,-3 2 0,1-2 0,4-2 0,-5 1 0,2-3 0,2-1 0,0 0 0,1 0 0</inkml:trace>
  <inkml:trace contextRef="#ctx0" brushRef="#br0" timeOffset="-48596.73">8855 17526 7533,'0'-25'1349,"0"11"-180,-8 8 180,-25 35-989,9-5 149,-3 5 1,-6 9 0,5-4-782,10-9 1,-1 1 406,-7 6 0,-6 4 0,-1 3 0,2-2-782,7-6 0,0 0 0,2-1 1,-2-1 675,-7 6 1,-1-2 0,1 2 150,6-3 0,0 2 0,2-2 0,6-5 449,-5 16-494,6-18 0,9-2 765,38 1-1,10-4 1,4 0-753,-12-9 0,1 3-58,6 5 1,3 4 0,-5 3-750,-13 0 1,-5 2 0,0-2 614,9 5 0,-1 3 45,-9-3 0,1 6 0,-1 0 0,-5-6 0,-1 1 0,-2-2 0,3 6 0,-1-1 0,1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25:43.78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18821 1091 8252,'0'47'1092,"-2"-13"0,-1 6 0,0 4-902,0-7 0,0 2 1,-1 2-1,0 1 1,0 0-847,-1 4 1,0 1-1,-1 1 1,0-1 0,1-1 52,1-4 0,0-1 1,0-1-1,0-1 1,0 0 197,-2 9 0,-1 0 0,1-3 1,2-6-137,2-4 0,2-3 541,-3 8 0,-2-10 0,-3-26 0,-2-23 0</inkml:trace>
  <inkml:trace contextRef="#ctx0" brushRef="#br0" timeOffset="233">18803 1141 7533,'25'-34'1092,"-1"1"0,-1 12 0,3 5-685,6 6 0,4 5 0,-2 8-587,4 13 0,-7 13-355,-12 8 0,-5 10 0,-10 1 692,-12-4 1,-9 3-1,-5 0 1,0-2-248,2-1 0,-2-2 0,-2-1 0,-2-1-144,1-7 0,-2 1 0,-1-1 0,1-4 1,5-4-563,-5 4 1,7-7 795,6-5 0,41-31 0,9-11 0</inkml:trace>
  <inkml:trace contextRef="#ctx0" brushRef="#br0" timeOffset="453">19156 1488 7533,'-13'36'819,"0"1"0,0 0 0,0 0 0,0 1 273,-2 8 0,-1 4 0,12-11 181,29-6-1543,6-39 1,3-12-721,1-11 1,-3-9 869,-10 5 0,-2-3 0,-11 2-15,-20-2 0,-10 10-944,-22 28 1079,14 4 0,3 7 0,10 8 0,9 3 0,17 11 0</inkml:trace>
  <inkml:trace contextRef="#ctx0" brushRef="#br0" timeOffset="1533">19614 831 510,'-27'5'1638,"9"23"0,3 12-1261,4-5 0,3 5 1,-1 0-318,0 1 0,0 0 0,0 5 178,2-2 0,-1 4 1,1 2-1,1-1 0,0-4-568,1 4 0,1-3 1,2 2-212,0 2 0,0 4 1,3-2-1,2-8-539,4-3 1,5-10 1079,16 0 0,-3-68 0,-7-7 0</inkml:trace>
  <inkml:trace contextRef="#ctx0" brushRef="#br0" timeOffset="1667">19703 992 7533,'0'-9'3276,"0"27"-4060,0 11 1,0 4 783,-1-7 0,2-1 0,2 11 0,1-3 0,6-2 0</inkml:trace>
  <inkml:trace contextRef="#ctx0" brushRef="#br0" timeOffset="1800">19756 1413 9062,'-13'33'1092,"0"0"0,2-1 0,2 1-1075,5 0 0,0 2 1,3-1-565,0 1 1,4-2 0,4 5 0,3-4 0,8 2 0</inkml:trace>
  <inkml:trace contextRef="#ctx0" brushRef="#br0" timeOffset="2016">19950 1537 7533,'-34'11'3276,"5"19"-1638,10-4 0,3 5-1316,1 11 0,4 2-457,5-12 0,2-2-1504,1 8 1,6-7 1467,15-15 1,9-11 0,9-19 0</inkml:trace>
  <inkml:trace contextRef="#ctx0" brushRef="#br0" timeOffset="2300">20020 1599 7533,'-8'-14'3276,"6"14"-1638,-4 24 0,5 10-185,24 7-2757,-10-6 0,3-10-335,10-31 1,1-10 1747,-7-1 0,-2-3 745,1-12 1,-5 12 2204,-12 36-2070,-5 17 1,-4 11-901,-1-10 1,-3 4 0,-1 1 0,0 0-685,0-1 0,-1 0 0,-1 1 1,-2 0-62,-2-3 1,-1 2-1,-3 0 1,0-2 0,1-4 599,-7 7 0,-1-4 1,0-1-1,-1 0 0,0-1 1,2-5-1,-2-8 0,1 1 1</inkml:trace>
  <inkml:trace contextRef="#ctx0" brushRef="#br0" timeOffset="2500">20567 1277 0,'-35'-12'3276,"15"21"-1711,20 4-1565,20 10 0,-1 11 0,-3-15 0</inkml:trace>
  <inkml:trace contextRef="#ctx0" brushRef="#br0" timeOffset="2634">20567 1698 7533,'-10'30'1092,"0"-1"0,9 4 0,2-1-1054,-1-2 1,4-1 0,11-1-1,2-3 1,2 0 0</inkml:trace>
  <inkml:trace contextRef="#ctx0" brushRef="#br0" timeOffset="3816">21325 1016 7533,'0'-33'2428,"0"4"-1258,0 22 134,0 41 0,0 26-1079,1-21 0,-1 3 0,0 3 0,-1 3-772,0-5 1,0 3 0,-1 2 0,0 1 0,1-2 0,1-1 423,-1 2 0,2-2 0,-1 0 0,2-1 0,1-1 347,2 12 1,0 2 0,4-9 0,6-19 1309,34-32-1564,-20-18 0,2-12 0,-5-7-474,-10 4 0,-4-6 1,-3-3-1,1-1 0,0 0 368,0 4 1,1-1 0,-1 0 0,0 0 0,-1 1 0,0 2 0,-1-6 0,-2 3 0,0 1 0,1 1 0,2 0 0,-1 0 0,1 0 0</inkml:trace>
  <inkml:trace contextRef="#ctx0" brushRef="#br0" timeOffset="3983">21396 1401 7533,'-20'5'3276,"28"2"-2936,16-3 1,5-1-341,-4 0 0,1-1 0,8 1 0,-1 0 0,2 4 0</inkml:trace>
  <inkml:trace contextRef="#ctx0" brushRef="#br0" timeOffset="4867">21872 1463 7533,'18'-20'2338,"-8"8"-179,21 6-540,-2 23-989,9-7-46,-13 3 1,-1 8-495,-8 16 0,-3 7-510,-1-10 0,1 1 1,-3 2-532,-2 9 1,-3 2 0,0-3 440,1-9 1,-1-3-1,0-1-75,-5 3 0,2-5 0,5-11 0,-7-8 1</inkml:trace>
  <inkml:trace contextRef="#ctx0" brushRef="#br0" timeOffset="6317">22401 1264 7533,'-7'-7'3276,"-11"2"-1335,-2 5-1042,-7 5 1,-3 6-361,3 6 1,-2 3-61,-3 3 1,-2 3 0,4 0-712,-1 2 1,3 0 591,-3 7 0,5-1 634,8 4-635,9-5 91,16 8-540,13-15-405,18-2 1,6-1 224,-16-7 0,-1 2 510,3 5 0,1 4 0,-8-1-16,-9-2 1,-8 2 255,-11 6 0,-8 4 0,-2-5-1560,-1-10 1,-4-2-560,-20 12 1,-2-6-1639,3-18 2457,4-7 1,19-18 0,16-8 0</inkml:trace>
  <inkml:trace contextRef="#ctx0" brushRef="#br0" timeOffset="6750">22401 1376 8072,'-7'-25'3276,"-3"6"-1811,-12 9 1,-5 7-972,-4 18 1,-3 9 14,2-6 1,-2 2 0,2 2-330,5 3 0,2 1 0,3 2 150,-2 3 0,2 1 0,9-1-286,12-1 1,8-1-45,1 0 0,5-2-360,16 4 1,3-4 224,-12-10 0,-1 1 135,8 10 0,-5 3 180,-10 9-1819,-21-7 1,-6-2-1086,-2 0 2346,-21-2 0,-5-2 0,2-5 0,7-4 0,0 0 0</inkml:trace>
  <inkml:trace contextRef="#ctx0" brushRef="#br0" timeOffset="7517">23636 1302 7263,'-25'1'1529,"5"3"540,-13-15-1260,21 10 91,-4-5-181,63 12-989,-19-6 1,3 1-271,3 1 0,3 0 1,-2 0-618,7-2 1,-2 0 1156,4 0 0,-3 0 0,-2-6 0,2-1 0</inkml:trace>
  <inkml:trace contextRef="#ctx0" brushRef="#br0" timeOffset="7700">23954 1302 7533,'-27'26'546,"0"1"0,0-1 0,0 1 0,-8 7 0,0 0 0,1 2 273,7-3 0,0 1 0,1 0 0,2-3-855,3-3 0,2-3 0,-2 2-392,-2 5 1,-2 3 0,2-1 0,6-4-832,8-4 0,2-1 224,-12 7 1,7-3 214,28-6 1,-4-28 0,13-9 0</inkml:trace>
  <inkml:trace contextRef="#ctx0" brushRef="#br0" timeOffset="7867">23848 1463 9691,'-6'39'1092,"-2"-1"0,-1 6 0,-2-2 46,0-1 0,-1 1-1161,2 1 1,-1 7 0,3-1-1,6-9-668,7-8 0,5-3-948,4 18 1,8-6 1617,15-29 1,4-9 0,-10-2 0,-1-5 0,7-12 0,0 0 0</inkml:trace>
  <inkml:trace contextRef="#ctx0" brushRef="#br0" timeOffset="8067">24465 1178 7533,'-27'27'655,"-1"1"0,10 3 1,0 6-1,2 2 0,2-2 437,1 3 0,3 0 0,1 3-1748,3-4 1,-1 5-1,2 1 1,0-2 0,3-5-984,0 12 1,6-3 545,1-11 1,4 1 0,2-9 1388,17-5 1,7 5-1,0-15 1</inkml:trace>
  <inkml:trace contextRef="#ctx0" brushRef="#br0" timeOffset="8384">24800 1388 7533,'-23'-24'3276,"-7"21"-3742,0 12 1,0 6-75,-2 16 1064,7-1 1,3 3-1154,10 13 449,-5-12 320,17 10-410,25-34 270,5 13 45,-5-14 0,1 0 3077,3 10-3302,4 0 90,-23 5 360,-33 6-360,2-8 0,-5 0 90,-2-4 0,-4-1 0,3-1-547,4 5 1,-1-3 0,-6-4 0,2-5 0,10-3 0</inkml:trace>
  <inkml:trace contextRef="#ctx0" brushRef="#br0" timeOffset="8617">25100 1091 7533,'47'5'1638,"-21"2"0,-3 4 1638,-3 21-2184,-8-1 0,0 6 0,-3 0-115,-4 2 1,-6 3-1660,-1-6 1,-3 5-1,-2 0 1,-4-1-139,-8 0 1,-6 0 0,-2-2 0,1-2 536,4-4 0,0-1 1,0-1-1,-2 1 283,-2 5 0,-2 1 0,-1-1 0,3-4 0,-1-5 0,2-4 0,0 1 0,1 1 0,0 0 0,0-1 0</inkml:trace>
  <inkml:trace contextRef="#ctx0" brushRef="#br0" timeOffset="28267">21220 2380 0,'-16'-19'1320,"4"6"1661,-5 13-1767,6 20 1,6 11-766,4 4 1,4 5 0,1 2-121,-2-2 0,-1 2 1,2 1-1,1 0-149,0 2 0,2 1 0,1-1 0,3-3 239,4 5 1,2-2 0,5-19 625,6-23 1,1-14-1226,-3-14 0,-1-13 0,-3-4-315,-3 0 0,-2-5 1,-2-2-1,1 3 699,-1 5 0,-1 1 0,0 2 0,0 1 0,1-2 0,0 2 0,1 6 0,3 11 0,-1 0 0</inkml:trace>
  <inkml:trace contextRef="#ctx0" brushRef="#br0" timeOffset="28533">21237 2777 8702,'-10'-13'3276,"10"-5"-3404,42-1 128,-15 11 0,2 2 0,4 0 0,-1 1 0,-3 5 0,1 0 0</inkml:trace>
  <inkml:trace contextRef="#ctx0" brushRef="#br0" timeOffset="29500">21960 2504 7533,'-25'-19'3276,"-10"23"-1676,8 18 0,1 9-1195,-3 5 0,3 3-316,1-2 1,5 3-45,9 2 0,12-4-1574,34-8 989,-7-6 1,1-1 314,1-12 0,-5 3 540,-11 13 0,-10 3 89,-18-2 1,-8-1-585,-1 6 1,-3-2-1,0-6 0,-1-3-1259,-14 2 1439,30-10 0,-5-3 0,16-11 0</inkml:trace>
  <inkml:trace contextRef="#ctx0" brushRef="#br0" timeOffset="29750">22190 3185 8702,'-18'13'2069,"-7"5"-2069,5 7 0,-13-5 0,5 4 0</inkml:trace>
  <inkml:trace contextRef="#ctx0" brushRef="#br0" timeOffset="32301">22437 2814 7713,'-20'0'3148,"4"5"-540,16 2-629,32 5-1529,15-5-720,-5-5 0,4-4-1369,-4-5 1,-2-4 1627,-3 2 1,-3-2 0,9-14 0,-18 7 0</inkml:trace>
  <inkml:trace contextRef="#ctx0" brushRef="#br0" timeOffset="32550">22701 2528 7533,'-8'-13'3276,"-1"29"-1638,-7 23 0,-2 12-819,8-16 0,1 2 0,0 3 0,0 1-885,-1 5 1,-1 3 0,2 0-1,2-2 133,1-4 1,0 0 0,4-2-1,6-4-1160,11-1 1,6-4 0,2-8 763,-1-9 1,3-8-1,17-12 1,-2-11-1,-22-2 1,-1-1-1</inkml:trace>
  <inkml:trace contextRef="#ctx0" brushRef="#br0" timeOffset="33883">23636 2591 7533,'-33'5'3276,"43"7"0,19 2-3314,12-6 0,8-3-892,-13-3 1,0 0 0,0-1 929,14-1 0,-2 0 0,-11 0 0,-4 0 0,-7 0 0,-1 0 0</inkml:trace>
  <inkml:trace contextRef="#ctx0" brushRef="#br0" timeOffset="34101">23918 2566 7533,'-25'23'3276,"-3"14"-2184,10-7 0,-2 5 0,0 1-2185,-2 1 1,0 0 0,1 2 581,-1 2 0,1 2 0,-1-1-207,-1 0 0,-1 0 1,5-7 717,-3 9 0,22-22 0,29-49 0</inkml:trace>
  <inkml:trace contextRef="#ctx0" brushRef="#br0" timeOffset="34251">23865 2739 7533,'-7'33'819,"-1"-1"0,-1 1 0,-1 2 0,1 2 273,0 6 0,1 3 0,4 0-1981,5 0 1,3 0 0,6-5 888,11 4 0,7-9 0,3-12 0,3-9 0,-5-15 0,1 0 0</inkml:trace>
  <inkml:trace contextRef="#ctx0" brushRef="#br0" timeOffset="35934">24095 3222 7533,'-18'0'2878,"8"0"-1978,2 0 988,40-10-3776,7-4 1393,-12 4 0,1 1-585,-2 2 1,-1 1 1079,2 1 0,-1-1 0,-9-1 0</inkml:trace>
  <inkml:trace contextRef="#ctx0" brushRef="#br0" timeOffset="36134">24289 2987 7533,'-28'13'1638,"7"7"0,1 5 1638,-1 12-3122,9-7 1,0 6 0,2-3-290,4-3 0,2-2 90,0 13 0,8-5-1594,15-17 1,4-6 1250,10 5 0,-7-20 0,-1-7 0,0-12 0</inkml:trace>
  <inkml:trace contextRef="#ctx0" brushRef="#br0" timeOffset="36400">24694 2616 7533,'-19'-14'3276,"3"3"0,0 32-1638,3 14 0,-1 8-1017,2-11 1,-1 2 0,1 0-1102,2 2 1,1 0 0,0 1 149,0-1 0,0 1 1,4 0-764,4 4 1,3 1 0,3-4-547,6 5 1,3-3 1261,-5 12 1,6-12 0,8-30-1,3-9 1,1-8 0</inkml:trace>
  <inkml:trace contextRef="#ctx0" brushRef="#br0" timeOffset="36767">25030 2727 10231,'-28'5'1638,"0"20"0,-1 7 0,8-7 0,1 2-1181,-7 13 0,1 0-547,9-12 0,9-2-1619,39 11 1079,-5-11 270,-1-14 1,1-1-901,-1 18 1350,-23-12-90,-7 8 0,-8 1-630,-8-11 1,-3-1 179,1 8 1,-1-1-371,-19-2 1,18-8 0,7-11 0</inkml:trace>
  <inkml:trace contextRef="#ctx0" brushRef="#br0" timeOffset="37100">25206 2541 12750,'18'-1'3276,"-1"13"-4192,5 20 1,-3 6 1140,-11-14 0,0 0 164,7 11 1,4 4 0,-6 2-65,-8-1 1,-5 1-1,-1 0-415,2-2 0,-1 0 0,-1 0 30,-2 7 0,-3 2 0,-5-4-1033,-5-6 1,-5-2 0,0-3 1016,2-3 0,1-2 1,-2 0-1,-3 3 1,-1 0-1,0-1 1,-6 7-1,0-1 1</inkml:trace>
  <inkml:trace contextRef="#ctx0" brushRef="#br0" timeOffset="-200342.73">4251 14129 0,'-27'-7'0,"9"-4"3042,18 10-2862,41-5-584,-6 5 0,3 2 449,-5 2 0,2 0 314,3-2 1,5 0 0,-2-2 242,-8 0 1,-1 0-1,5-2-207,0-1 1,5 0 0,3-1 0,0-1 0,-1 0-270,-1 0 0,-1 0 0,0-1 0,1 0 0,1 0 20,-2 0 1,1 0-1,2 0 1,-1-1-1,0 1 1,0 0-87,1 1 0,0-1 0,0 1 0,-1 0 0,-2 0 0,-2 0-60,3-1 0,-3 1 0,-1 0 0,4-1-18,3 0 0,3 0 0,2 0 0,-1 0 0,-3 1-263,1-1 0,-2 0 1,-1 1-1,0-1 303,-2 1 1,-1-1-1,1 0 1,1 1 31,0 1 0,2 0 0,1 0 0,0 1 0,-3 0 35,3 0 1,-2 1 0,-1 0 0,0 0-45,-5 0 0,-1 0 0,1 0 0,2 0-58,2 1 1,4 0-1,0 1 1,-1 0-1,-2 0 58,-1 0 0,-1 1 0,-2 0 0,0 1-7,-2 0 1,-1 0-1,1 1 1,2 1 14,-1 0 1,2 0 0,1 1 0,0 0 0,-2 0 126,2 1 0,-1 0 0,-1 0 0,-1-1-150,9 1 0,-1-1 0,3 1 24,-11-1 0,2 1 0,1 0 0,0-1 0,-2 0 80,4-2 1,-1 0 0,0-1 0,-2 2-105,5 3 0,-1 1 0,3-2 78,-9-2 0,4-2 0,0 0 0,1 0 0,-4 0 49,3 2 1,-2 0-1,-1 0 1,-1-1-98,10-1 0,-2-1 0,4 0 65,-10 1 1,3-1 0,2 1 0,-1-2 0,-1 0 31,6-1 1,0-1-1,-2-1 1,0 1-91,-8 1 1,-1 0-1,0 0 1,3 0-16,-2-1 0,4 0 1,1 0-1,0 0 0,-1 0 1,-3 1 36,7 1 1,-2 1 0,-1 0 0,0 0-113,-2-1 1,-1-1 0,1 1-1,2-1 41,-1 2 0,2 0 0,1 0 0,-1 0 0,-2 0 153,0 2 1,-2-1 0,0 1 0,3-1-64,-1-1 0,2 0 0,2 0 0,-1 0 0,1 1 35,0 1 1,2 0 0,-1 0 0,-2 1 0,-2-1-99,-4 0 0,-2-1 0,-1 1 0,1 0-23,1 1 1,2-1 0,-2 1-1,-7 1 902,-6 2 0,-2 1-864,12 0 0,4 1 0,-5 0 75,-9-1 0,-1 1-1774,18 7 1,-4-1-932,-10-6 1503,-7 4 1067,-54-12 0,7-6 0,-1 3 0,-1-1 0</inkml:trace>
  <inkml:trace contextRef="#ctx0" brushRef="#br0" timeOffset="-199344.73">5468 13943 7533,'-24'-23'689,"-1"-1"1,-9 2 0,-2 4-556,4 13 1,1 4-708,-2-1 1,-3 4 512,-4 4 0,-5 4 0,-1 3 37,9 1 1,1 2-1,-2 2 1,-2 1 52,4-3 0,-2 0 0,-1 0 0,-1 1 0,1 1 0,0 1-561,-1 1 0,0 2 0,0 0 1,1 1-1,0-1 0,0 0 657,-6 2 0,0-2 0,1 1 0,0 1 0,2 2-55,1 3 1,2 0 0,0 3 0,0 0 0,1 1-210,5-4 0,-1 2 0,1 1 1,1 0-1,0-1 0,2 0 174,1-2 0,1-1 0,2 0 0,-1 1 0,0 3-159,-2 2 0,-1 4 1,0 1-1,1 0 1,1 1-1,3-2 105,2 2 0,2 0 0,2-1 0,1 0 0,-1-1-82,-1 2 0,0-1 0,1 0 0,0 4 55,3-5 0,0 2 0,0 2 0,1 1 0,1-2 0,3-1 90,0 8 0,4-2 0,2-1 0,-2 0 22,0-4 1,0-1-1,0 1 1,1 3-14,1 2 0,1 4 0,1 1 0,0-1 0,2-2-9,2 2 0,1-2 0,0-1 0,1-1 0,-1-3 0,-1-2 0,2 1 0,1 3 26,1 1 1,2 3 0,1 0 0,2 0 0,1-3 18,5 3 0,2-2 0,1-2 0,-1-1-68,-3-5 1,-1-2 0,1 0-1,1 3 26,3 3 0,1 2 0,2 2 0,0-3 0,1-3 87,2-2 0,1-5 0,1 0 0,1 3-75,-3-4 0,1 2 0,2 0 0,0 1 0,-1-1 0,0-3-15,4 5 0,-1-2 0,1-2 0,2 1-9,0-1 0,3 0 0,1 0 0,-1-2 0,1-2 31,0-2 1,0-4-1,1 0 1,2 1-83,-5-3 0,1 0 0,1 1 0,1 0 0,1-1 0,0-1-137,3 1 1,2-1-1,0 1 1,0-2-1,-2 0 1,-1-2 151,3 2 0,-2 0 0,-1-3 0,2 0 0,3-1 0,1-2 0,0-1 0,-1 1 187,-4-1 1,-1 0-1,0 0 1,0-1-233,-2-2 0,0 0 0,0-1 0,1 2 67,5 1 1,2 2-1,-1-1 1,-4 0-143,-2-2 0,-4 0 0,0 0 310,9 3 0,-2-1-1829,-1-1 1,-4-3 1602,9-7 1,-15-15 0,-32-17 0</inkml:trace>
  <inkml:trace contextRef="#ctx0" brushRef="#br0" timeOffset="-198928.73">6033 18133 7533,'33'-17'749,"0"1"1,3 1-1,3 6-809,2 11 0,5 6 1,-4-1 14,-1-3 0,-2 3 134,9 8 1,-6 4-90,-6 6-3277,-32 12 3413,-8-9 103,-20-4 1,-14 2 0,2-3 87,4-9 0,-3 0-363,4 3 0,-5 5 0,-3 1 0,1 1 1,2-2 35,-1 0 0,2-1 0,1 0 0,-1 0 0,-2 2 0,-1 0 0,2 0 0,0 1 0,4-2 0,1 0 0,0 0 0,-1 0 0</inkml:trace>
  <inkml:trace contextRef="#ctx0" brushRef="#br0" timeOffset="-190895.73">8590 17959 7533,'-19'-40'3276,"3"33"-1638,10 43 0,4 22-1477,-4-19 0,-3 4 0,0 1 0,0 2-536,0-3 1,0 2-1,0 1 1,-1 0-1,0-1 69,-1-2 0,0 0 0,-1-1 1,1-2-1,1-2-714,-4 15 1,0-3 0,7-29-1940,7-46 2599,2-5 0,2-11 0,2-6 1,1 1 484,1 6 1,1-1 0,0-2 0,1 1 0,-3-1 287,-1 0 1,-2-1 0,-1 0 0,1 3 0,1 4 1224,8-26 0,-3 30 1113,-10 49-2481,9 25 0,6 13-405,-6-19 0,2 3 0,1 0 0,1-2-225,6 9 0,2-1 1,4-9 539,13 0 0,2-20 119,-12-31 1,-1-17 0,-4-4-19,-6 4 1,-2-3-1,-2-3 1,-1 1-665,0-1 1,-1-1 0,-1 1-1,0 3 383,1-2 0,0 3 0,-1 6 0,1 0 0,15 30 0</inkml:trace>
  <inkml:trace contextRef="#ctx0" brushRef="#br0" timeOffset="-190611.73">8978 18467 7533,'-15'34'1638,"1"0"0,14 1 1202,45-18-3560,-16-38 1,-1-12 269,2 2 1,-7-5 419,-19 2 0,-6-3 0,-6 5 209,-8 3 1,-7 8 270,-16 9 0,-3 13-2089,7 18 1,6 9 1609,8-5 1,6 2 0,9 20 0,24-32 0</inkml:trace>
  <inkml:trace contextRef="#ctx0" brushRef="#br0" timeOffset="-190178.73">9296 18306 11131,'-1'27'989,"0"-1"0,1 5 1,2 2-1260,5 6 0,3 0 90,-2-5 0,2-12-269,15-37 269,-6-19 0,-2-10 509,-5 13 1,1-1 0,-1 0 749,5-20 1,1 19 809,8 48-1529,-20 12 0,-2 8-360,5-2 0,3 3 0,-2-3 0,-4 4 0,2-4 0,8-10 0,1 0 0</inkml:trace>
  <inkml:trace contextRef="#ctx0" brushRef="#br0" timeOffset="-189545.73">9596 18381 10501,'38'-10'569,"0"0"1,10 3 0,2 2-570,-13 4 0,0 1 0,-1 1 0,7 1 0,-4 3 0,-11 1 0,1 0 0</inkml:trace>
  <inkml:trace contextRef="#ctx0" brushRef="#br0" timeOffset="-189211.73">10495 18170 7533,'-26'-4'1638,"-1"1"0,-10-2 0,9 15 0,-1 7-1901,5 4 0,1 4 218,3-3 0,1 3-90,-4 15 0,7 1-224,14 1 314,7-8 0,5-2 225,7-9 0,4-2-180,3 6 0,-1 0-45,-5 1 0,-9 1-45,-16 5 0,-11 0-315,-8 0 0,-5-4-989,-5-5 0,-1-6 1394,9-10 0,3-6 0,0-17 0,17-18 0</inkml:trace>
  <inkml:trace contextRef="#ctx0" brushRef="#br0" timeOffset="-189061.73">10389 18306 9781,'34'7'1638,"-5"-6"0,2-2-1432,-6-1 0,1-3-1299,15-5 1,6-4 0,-5-2 682,-12-1 0,-2-2 1,6 2-1,2-2 1,-6 0-1,-8-2 0,0 0 1</inkml:trace>
  <inkml:trace contextRef="#ctx0" brushRef="#br0" timeOffset="-188894.73">10883 17934 7533,'-29'19'655,"1"-1"0,-1 0 1,3 9-1,1 4 0,1 2 164,3-1 0,0 3 0,2 1 0,2 2-997,2 6 1,3 3 0,2 0-1,2-3-542,1 0 1,3-2 0,5-2-241,6 0 1,4-2-1,6-12 491,10-18 1,3-10 0,2-4 0,-1-7 0,-5-14 0,-1 0 0</inkml:trace>
  <inkml:trace contextRef="#ctx0" brushRef="#br0" timeOffset="-188644.73">10883 18442 9602,'-25'29'1092,"-1"0"0,9-2 0,3 1 418,-4 6 0,10-4-4209,34-11 1485,0-30 0,3-9 719,0 0 0,-1 2 2204,15-1 1080,-35 52-1935,-12 6 1,-2 3-900,2-12 0,6-3-3232,23 12 0,-1-46 2650,-2-7 0,-3-3 0,-9-14 0,-2-7 1</inkml:trace>
  <inkml:trace contextRef="#ctx0" brushRef="#br0" timeOffset="-188495.73">11095 18344 13289,'34'0'-248,"0"1"1,-2-7 0,1-4 0,-2-3 247,-1-3 0,-1-2 0,-1-1 0,13-9 0,-4-3 0,-16 2 0,-1-1 0</inkml:trace>
  <inkml:trace contextRef="#ctx0" brushRef="#br0" timeOffset="-188328.73">11377 17860 7533,'-14'38'819,"1"1"0,-1 0 0,2-7 0,0 2 0,2 7 0,-2 8 0,1 2 0,3-5-305,3-6 1,2-2 0,1 1-1078,1 0 1,-1 2 0,2-1 0,3-4 562,8 10 0,4-10 0,14-8 0,14-49 0</inkml:trace>
  <inkml:trace contextRef="#ctx0" brushRef="#br0" timeOffset="-188194.73">11536 17946 7533,'-8'-20'3276,"6"20"-2576,4 23 1,4 13-701,-5-10 0,2 1 0,8 9 0,1-1 0,-2 1 0</inkml:trace>
  <inkml:trace contextRef="#ctx0" brushRef="#br0" timeOffset="-188011.73">11589 18331 7533,'-18'23'3276,"0"9"-1638,13-3 0,1 3-3277,-1 0 1,2 0-1,6 1 1,2-2 818,-3 6 1,13-21 0,-5-16 0</inkml:trace>
  <inkml:trace contextRef="#ctx0" brushRef="#br0" timeOffset="-187228.73">11695 18467 9961,'15'44'3276,"-3"-18"-4483,29-14 667,-19-47-179,3 0 1078,-25 9 1,-8 2 1619,-19 5-719,-2 36-4139,19 7-398,37-11 977,12-33 3109,-16 1 1,-3-2 720,6-16 1746,-16 24-616,5 26-3289,-5 8-1,8 3 720,-8-11-2879,5-8 1710,-5-16 1799,0 3-720,-2-5 809,7-3-2518,13 8-1568,9-21 14,-2 19 2094,-1-23 1169,-15 23 359,-1-13 811,-10 16 1348,-8-4 1,0 10-810,-16 12-90,-3 26 1657,-1 4-2724,11-13 1,2-2-463,7-5-2068,0 1-1299,24-21 347,-3-6 1671,22-20 1888,-23-3-269,-4 3 2916,-16 15-1605,8 15-3649,1 2 1978,9 0 0,0-2 0,-1-5 0</inkml:trace>
  <inkml:trace contextRef="#ctx0" brushRef="#br0" timeOffset="-186945.73">12400 18207 8792,'-8'30'3276,"6"-9"-1875,2 13-951,2 9-270,6-13-90,-3-3 0,-2-3 90,-1-9-270,6-8-270,0-21-2788,9-22 3148,3 8 0,5-1 0,-7 17 0</inkml:trace>
  <inkml:trace contextRef="#ctx0" brushRef="#br0" timeOffset="-186678.73">12612 18331 8432,'0'43'3276,"0"1"0,15-11-4881,5-15 1336,8-25-1171,5-12-808,-14-17 4226,7 19 1298,-24 56-1270,-4 3-1437,-2-3 1,-1 9 0,-4-1-660,-6-1 0,-3 1 0,2-2-352,8-7 0,2-2 0,-5 1-378,-8-1 1,-6 1 0,-2-3 0,2-9 585,-1-7 0,-1-5 1,-7 0-1,-4-1 0,5-5 30</inkml:trace>
  <inkml:trace contextRef="#ctx0" brushRef="#br0" timeOffset="-185492.73">13899 18145 7533,'-22'15'1092,"-1"0"0,2 3 0,-1 1-707,-4 3 1,1 1 154,9-1 0,1 0 89,-18 15 1,40 4-360,9-21 0,4-1-180,11 14-1729,-1-4 1,-3-2 1163,-13-8 520,-9 16 0,-10 4-315,-18-9 0,-7-1-630,6-2 1,-1 2 0,-1-3 445,-11 6 0,2-6 1,-8-2-1,27-33 0</inkml:trace>
  <inkml:trace contextRef="#ctx0" brushRef="#br0" timeOffset="-185342.73">13935 18344 8702,'45'-13'360,"-5"-1"0,2-1-360,-7 2 0,-1-1 0,6-5 0,0 0 0,-11 4 0,1 0 0</inkml:trace>
  <inkml:trace contextRef="#ctx0" brushRef="#br0" timeOffset="-185175.73">14340 17909 7533,'-28'40'468,"0"0"0,0 0 0,11-6 0,0 4 0,2 1 0,1-1 0,3-1 624,-2 12 0,4-2 0,3 3-1912,3-3 1,2 2 0,2 0 0,0-2 350,1 4 1,1-2 0,4-6 0,8 0 0,5-9 0,16-5 0</inkml:trace>
  <inkml:trace contextRef="#ctx0" brushRef="#br0" timeOffset="-184942.73">14446 18591 7533,'0'42'3276,"16"-4"-2981,4-54 1,3-10-925,18-2 449,-15-6 0,-9-4-90,-17-11 810,-27 16-225,2 23 0,-3 7 449,-4 11 1,1 9-2404,6 10 1,3 2 186,2-7 0,7-1 1452,21 25 0,3-39 0,15-2 0</inkml:trace>
  <inkml:trace contextRef="#ctx0" brushRef="#br0" timeOffset="-184126.73">14905 18306 7533,'-28'6'2788,"-5"6"-1439,6 24-450,5-7 1,1 4-812,1 1 0,2 4-58,7-2 0,3 4 0,0-4-31,-4-2 0,8-3-1394,23 11 1,9-8 1394,8-21 0,-2-12 0,0-8 0,-12-6 0,-1 0 0</inkml:trace>
  <inkml:trace contextRef="#ctx0" brushRef="#br0" timeOffset="-183792.73">15152 17711 7533,'-30'37'1638,"8"5"0,5 3-1925,15-15 0,0 1 616,-7 9 1,-4 6 0,4-4-150,6-8 0,2 1-225,-3 0 0,0 7 0,-1-1 0,2-4-45,3 5 0,0 0-180,0-2 0,0 6 0,0-2 1,0-6-1,0-3 0,0-3-94,3 17 1,2-6-986,5-21 1009,8-22 160,-1-39 225,-4 14 0,0-2-428,-4-4 0,1 1 203,16-3 2864,-1-1-2594,-13 25 2159,12 9-990,-22 25-449,5 19-810,-7-4-225,0-7 0,0-2-45,0-7-765,0 3 1,0-3 45,0-8 989,24 2 0,-10-24 0,19-8 0</inkml:trace>
  <inkml:trace contextRef="#ctx0" brushRef="#br0" timeOffset="-183528.73">15434 18442 7533,'-20'32'819,"0"1"0,-1-1 0,4 3 0,3-1 819,-2 1 0,8-4-3783,26-8 1605,9-28-1258,9-3 1618,-9-24 0,-3 7 3058,-9 36-1259,15-15-1979,-29 27 1,-2 6-2070,18 9 2429,3-27 0,6-24 0,-9-6 0</inkml:trace>
  <inkml:trace contextRef="#ctx0" brushRef="#br0" timeOffset="-183109.73">15699 18393 10591,'0'14'1979,"0"2"-1170,0-14 451,0 9 539,-24 1-1350,18 2-359,-25-2-90,21 5-809,0 2-361,2 13 721,8-1-91,0 0 360,0-7 270,8-10 180,2 3-90,16-16 90,-7 5-360,14-6 90,-21 0-180,12 5 0,-22 8-540,-10 11-179,-4 2-181,-29-1 1080,19-12 0,-11-8 0,15-5 0</inkml:trace>
  <inkml:trace contextRef="#ctx0" brushRef="#br0" timeOffset="-182958.73">15822 18467 7533,'20'-26'1638,"2"9"0,3 0 1638,6-9-3179,-5 14 0,1-3-1736,3-12 1,-1-2 1450,-5 8 1,-1-1 0,0-8 0,-1-2 0,-5 8 0,-1 0-1</inkml:trace>
  <inkml:trace contextRef="#ctx0" brushRef="#br0" timeOffset="-182791.73">16104 18009 7533,'-22'20'1092,"-1"1"0,4 12 0,3 7 0,5 0 0,3 4 0,1 1-1716,3 3 0,1 0 0,1-1 384,-1-1 0,0-1 0,1-3-30,-1 4 0,6-8-812,20-2-1077,-9-29 2159,7-20 0,-1-9 0,0-10 0,-7 3 0,-1-1 0</inkml:trace>
  <inkml:trace contextRef="#ctx0" brushRef="#br0" timeOffset="-182661.73">16245 18021 7533,'2'-10'3276,"4"41"-3525,-9 10 0,-2 6 1,8-11-1,2 0 0,0 3 1,0 1-1</inkml:trace>
  <inkml:trace contextRef="#ctx0" brushRef="#br0" timeOffset="-182442.73">16369 18505 12120,'-10'46'270,"2"-16"-405,7-1 0,2 0-854,-1-1-181,8 8-359,2-17 1169,8-6-719,-9-8 1079,7 1 0,-6-5 0,7 4 0</inkml:trace>
  <inkml:trace contextRef="#ctx0" brushRef="#br0" timeOffset="-181711.73">16704 18418 7533,'-27'19'1169,"1"4"-90,9-1 1,1 3-496,4 4 1,2 1-495,-3 3 0,1-1-270,2 3 0,12-5-495,26-16 1,7-6 674,-4 3 0,13-16 0,2-9 0,-23-2 0,-1 0 0</inkml:trace>
  <inkml:trace contextRef="#ctx0" brushRef="#br0" timeOffset="-181028.73">17392 18281 7533,'-20'-6'1799,"20"-6"-1709,43 11-135,-14-1 0,-1 4 269,2 11 1,-5 9 0,-8 15 0,-8 5-135,-7-7 0,-6 2-134,-9 6 0,-5 5 1,0-1 43,2-6 0,0-1 0,-1 0-120,-6 2 0,-3 0 0,4-1-360,8-4 0,3-1 1,-1-6-691,-12 6 1170,24-48 0,8-27 0,-3 11 0,0 0 0</inkml:trace>
  <inkml:trace contextRef="#ctx0" brushRef="#br0" timeOffset="-180809.73">17586 18182 7443,'37'-14'1574,"-9"8"0,1 2-1304,-2 2 0,1 4-315,5 1 0,-1 4-45,-5 3 0,-9 5 0,-23 16 0,-14 4-90,1-7 0,-5 0 0,-2 0-150,-5 3 0,-2-1 1,1-1 329,-7 4 0,6-4 0,6 0 0,28-24 0</inkml:trace>
  <inkml:trace contextRef="#ctx0" brushRef="#br0" timeOffset="-180544.73">18009 18294 7533,'-23'32'1092,"-1"1"0,-3 7 0,5 1 193,12-13 0,9-3-1554,24 10-1441,18-55 1215,-11-6 1,-5-8 179,-10-5 0,-12 2 1215,-39 4-585,9 35 0,-2 10-945,2 3 0,7 6 630,11 7 0,10-3 0,12-9 0,21-7 0</inkml:trace>
  <inkml:trace contextRef="#ctx0" brushRef="#br0" timeOffset="-180328.73">18433 17835 7533,'-18'-13'3276,"8"13"-1811,2 20 0,1 12-1195,-2 4 0,1 6 0,-1 2-628,2-3 1,-1 3 0,1 0 0,0 1 154,-1 1 1,1 2-1,0-2 1,1-2 82,-1 1 0,1-3 0,4-3-1409,2 5 0,7-14 1529,11-27 0,9-11 0,9-24 0</inkml:trace>
  <inkml:trace contextRef="#ctx0" brushRef="#br0" timeOffset="-180194.73">18627 17860 10861,'-9'25'146,"0"1"0,3 1 0,2 1 0,3 4 1,2 1-1,4-7 0,0 0 0</inkml:trace>
  <inkml:trace contextRef="#ctx0" brushRef="#br0" timeOffset="-180044.73">18609 18256 7533,'-14'35'1092,"1"-1"0,2 6 0,4-1-1021,6-6 0,2-1-71,-1-3 0,2-2 0,14 9 0,-7-18 0</inkml:trace>
  <inkml:trace contextRef="#ctx0" brushRef="#br0" timeOffset="-179861.73">18803 18344 10321,'-10'12'3276,"-21"22"-2800,23-10 0,2 3-971,-7 5 0,1 1 495,6-6 0,4-3-3277,10 5 3039,2-24 1,15-5-1,2 0 1</inkml:trace>
  <inkml:trace contextRef="#ctx0" brushRef="#br0" timeOffset="-179595.73">18909 18418 11490,'8'47'3059,"2"-12"-4678,23 2 1619,-12-25-1035,0-25 1,0-9 404,-7-3 1,-1-2 763,1-1 1,-1 2 3141,5-4-1638,-12 52 0,-4 14-1354,-10 8-652,2-5 1,-2 8-1,-3-3-725,-7-6 1,-4-2 0,1-1 733,4-1 1,1 1-1,-2-2 1,-6 4-1,-2-1 1,1-4 0,3-7-1,-1 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30:33.32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  <inkml:brush xml:id="br2">
      <inkml:brushProperty name="width" value="0.09071" units="cm"/>
      <inkml:brushProperty name="height" value="0.09071" units="cm"/>
      <inkml:brushProperty name="color" value="#0070C0"/>
    </inkml:brush>
    <inkml:brush xml:id="br3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29774 3619 9691,'28'0'1092,"-1"0"0,2 0 0,1 0-841,10 1 0,4-2-579,-9-5 0,4-3 0,0 0 1,-3 0-1,14 0 0,-2-1 1,-8-6-1,0 1 0,0-1 1</inkml:trace>
  <inkml:trace contextRef="#ctx0" brushRef="#br0" timeOffset="164">30163 3632 7533,'-26'26'655,"1"1"0,-1 0 1,1 3-1,1 2 0,8 2-218,13 6 0,7 3 0,1-1-437,-2 0 0,1 0 0,1 0 0,1 2 0,1 1 0,0-4 0,0-3 0,1-1 0</inkml:trace>
  <inkml:trace contextRef="#ctx0" brushRef="#br0" timeOffset="281">29951 4413 7533,'-19'22'1638,"1"1"0,55-4-1380,-1-30 0,9-13 0,-1 1 0,-8 11 1,0 0-1,0-2 0,-2-6 0,1 0 1,-1 0-1,0 0 0</inkml:trace>
  <inkml:trace contextRef="#ctx0" brushRef="#br0" timeOffset="614">30374 4128 7533,'0'20'3276,"8"20"-1721,-3-12 0,0 3-1870,0 15 0,0-4 46,2-9-1261,17-43 1620,1-16 0,3-1 540,15 12-585,-17 0 0,-3 9-45,-8 35 0,-6 4 0,-6-24 0,13 1 0</inkml:trace>
  <inkml:trace contextRef="#ctx0" brushRef="#br0" timeOffset="897">31080 3359 7533,'-35'36'1638,"1"0"0,1-2-1092,22-4 0,2 11 0,0 6 0,2 3 0,1-4 0,1-8-550,-1 10 1,2 3 23,1-16 0,-2 8 0,1 6 0,-1 3 0,0 2 0,-1-1 0,1-3 0,1-6 0,0-6-50,-1 6 0,0-8 0,-1 7-86,1-2 0,-2 9 1,0 3-1,-1 2 1,1-4-1,0-7 1,1-11 152,1-6 1,-2-5-38,-9 22 0,-1-16 0,5-54 0,-3-18 0</inkml:trace>
  <inkml:trace contextRef="#ctx0" brushRef="#br0" timeOffset="1047">30692 4289 13289,'41'-20'114,"1"0"1,0 0-1,1 2 1,0-2-1,-6 1 1,5-4-1,-2 1 1,-4 2 0,1-1-1,1 0 1</inkml:trace>
  <inkml:trace contextRef="#ctx0" brushRef="#br0" timeOffset="1299">31309 3458 7533,'-9'42'409,"0"0"1,2-9-1,-2 7 1,-1 4-1,-1 2 1,1 1 0,1-2-1,1-4 246,1 1 0,1-3 1,0-1-1,1 2 0,-1 5-841,1-4 0,-1 6 0,-1 3 0,0 2 1,0 0-1,1-3 0,1-4 0,1-7 0,2-8-170,1 0 0,4-5 356,8 12 0,4 4 0,0-20 0,9-41 0,-3 5 0,-1-1 0</inkml:trace>
  <inkml:trace contextRef="#ctx0" brushRef="#br0" timeOffset="1649">31468 4115 8252,'-20'-1'1638,"-1"25"0,3 14-546,8-7 0,3 3 0,2 0-1670,6 7 1,2-2-323,-1-6 1,4-12-91,13-36 1,7-21 0,-4 4 989,1-8 1638,-5 9 0,-4 12 0,-13 48 0,-2 14-1354,9 1-284,13-2 0,7-11 0,-1-35 0,1 0 0,1 0 0</inkml:trace>
  <inkml:trace contextRef="#ctx0" brushRef="#br0" timeOffset="1866">31785 4028 7533,'-39'7'3276,"55"4"-1425,3-9-2871,21-7 1,12-4 0,-8 1 1019,-7-5 0,-4 3 0,6-3 0,-7 2 0,-5-2 0</inkml:trace>
  <inkml:trace contextRef="#ctx0" brushRef="#br0" timeOffset="2080">31997 3669 7533,'-27'26'819,"13"4"0,0 10 0,2 6 0,3-1-305,3-6 0,3 1 0,1 1 0,0 0 0,-1-1-813,-3 0 1,-1 0-1,-1 0 1,2 0 0,1 0 298,3 14 0,3 3 0,0-6 0,-1-16 0,0-16 0,0 7 0</inkml:trace>
  <inkml:trace contextRef="#ctx0" brushRef="#br0" timeOffset="2264">32209 3607 7533,'-24'9'1092,"1"1"0,5 32 0,10 6-574,7-20 0,4 1 1,4 20-1,4-1 1,6-1-1</inkml:trace>
  <inkml:trace contextRef="#ctx0" brushRef="#br0" timeOffset="2464">32156 4078 7533,'-24'26'819,"1"0"0,-1 10 0,1 6 0,5-7 2457,2 6-4369,9-4 1,1 6 0,4-10-564,6-8 1656,11 10 0,1-30 0,4-5 0</inkml:trace>
  <inkml:trace contextRef="#ctx0" brushRef="#br0" timeOffset="2733">32297 4202 7533,'-18'40'1638,"20"-2"0,10-9-957,25-36-681,-4 35 180,-17-53 0,-8-7 0,-12 19 1034,-25 3 1,-5 8-1035,15 14-180,-1 8 0,6 0 0,18-11 0,22 8 0</inkml:trace>
  <inkml:trace contextRef="#ctx0" brushRef="#br0" timeOffset="3047">32544 4128 9062,'0'46'1638,"0"-11"0,0-1-237,0 12-2256,2-14 1,4-9 494,3-28-674,15-15 0,1-5 854,-7 2 314,10-8 1,-1 5-135,-15 19 2069,13 13-1619,-15 8 584,-5 26 1,-2 5-945,5-11-90,-10 10 0,6-9 0,19-34 0,-3-2 0</inkml:trace>
  <inkml:trace contextRef="#ctx0" brushRef="#br0" timeOffset="13164">2558 8007 0,'-28'6'1140,"-5"0"2136,29 7-693,29-1-2223,3-6 0,8-2 0,4-2-137,-4-1 0,4-1 1,2-1-1,0-1 1,0 0-224,1 0 0,-1-2 0,1 1 0,1-2 0,0 0 0,-3 0 0,1-1 0,0 0 0,1 0 0,-1-1 0,-1-2 36,5-2 0,0-1 0,0-2 0,-2 2 0,-1 1 54,1 2 0,-2 2 0,0 0 0,-1 0 523,-1-3 0,-1-1 0,0 2 0,-3 6 46,1 8 1,-3 7 0,-3-2-480,1-1 0,1 0-61,3 5 1,3 3 0,2-7 90,-3-9 0,1-5 0,3-1 128,1 3 0,2 0 0,1 0 1,-3-3-189,1-4 0,-1-3 0,1 1 74,-5 5 1,3 2 0,-2 0 0,-4 0-125,4 1 0,-2 1 200,-3 1 0,3 2 0,-1-1 569,-3 0 1,1 0-1,0 0-359,4-2 0,0 0 0,0 0-451,-4 2 1,-1 0 0,-1-1-506,1 0 1,0 0 0,-2-2-1194,4-4 1,-1-3 1412,6-4 0,-2-4 0,-9 2 1,-3-2-1,-3-3 0,1 1 1</inkml:trace>
  <inkml:trace contextRef="#ctx0" brushRef="#br0" timeOffset="15314">2681 8453 7533,'0'14'3058,"16"3"-2549,13-27 1,13-16 0,0 2-1603,-2 8 1,1 1 0,0-2 905,-6 0 1,0-1 0,0-1 0,-3 3-1,18-10 1,-12 8 0,-20 11 0</inkml:trace>
  <inkml:trace contextRef="#ctx0" brushRef="#br0" timeOffset="15480">3104 8280 7533,'-22'25'655,"-1"-1"0,0 1 1,4 12-1,4 5 0,0-1-602,-1-3 0,1 1 1,3 1-437,3-3 1,2 2 0,2 0-1,2-3-1236,6 14 0,0-5 1619,-7-7 0,2-3 0,9-1 0,2-4 0,1-5 0</inkml:trace>
  <inkml:trace contextRef="#ctx0" brushRef="#br0" timeOffset="15716">3140 8800 7533,'2'31'929,"0"-1"1,25-39-1,-1-14-659,-26-18-45,27-6 0,-9 10-810,-52 36 0,-5 13 226,23 3 359,0 11 0,9-1 0,25-17 0,9 3 0</inkml:trace>
  <inkml:trace contextRef="#ctx0" brushRef="#br0" timeOffset="15897">3404 8490 8432,'14'20'3276,"0"-8"-4105,12-11 1,7-8 828,-2-3 0,0-4 0,-2 1 0,-1-2 0,1-3 0,1 0 0</inkml:trace>
  <inkml:trace contextRef="#ctx0" brushRef="#br0" timeOffset="16066">3651 8206 7533,'-17'40'468,"-1"1"0,0 0 0,6-2 0,0 4 0,1 1 0,1 1 0,2-2-251,3 1 0,1 0 1,2-1-1,0 0 0,-3 2 1,0 1-1,2-2 0,4-5 1,12 3-1,-1 0 0</inkml:trace>
  <inkml:trace contextRef="#ctx0" brushRef="#br0" timeOffset="16364">3722 8701 7533,'-17'32'359,"1"-1"1,0 1 0,24-7 1709,11-17-1575,9-26 1,-7 4 2781,-29 49-6553,44-12 2457,-27 17 1,35-48 0,-29-17 0</inkml:trace>
  <inkml:trace contextRef="#ctx0" brushRef="#br0" timeOffset="16563">3986 8206 11400,'-8'47'182,"-1"1"0,0 0 0,0 0 0,0 0 0,0 0 0,17-3 0,6-6 0,2 1 0,-5 3 0,-7 5 0,-7 6 0,1-1 0,4-5 0,9-10 0,22-18 0,0 0 0,-1 0 0</inkml:trace>
  <inkml:trace contextRef="#ctx0" brushRef="#br0" timeOffset="17747">4604 8565 8162,'-2'27'944,"26"-24"1,9-11-2159,-6-20 0,1-6 899,12 3 0,-10-2 1709,-34-11 0,-15 6-134,-11 21-168,-2 29 0,-7 14 0,12 5-886,18 15 0,16 2-206,8-17 0,8-1 0,0-4 0,2 2 0,5-11 0,4-27 0,1 0 0,0 0 0</inkml:trace>
  <inkml:trace contextRef="#ctx0" brushRef="#br0" timeOffset="17897">4939 8354 11670,'19'38'-90,"-1"0"0,1-1 0,-1 1 0,-2-1 0,-3-3 0,3-1 0,6 1 1,2-1-1,-3-5 0,5 6 0</inkml:trace>
  <inkml:trace contextRef="#ctx0" brushRef="#br0" timeOffset="18080">5203 8354 7533,'-26'29'411,"-1"0"0,0 1 0,0-1 0,5 1 1,1 2-1,1 0 0,0 1-411,-3 4 0,0 1 0,0 0 0,4-1 0,2 3 0,3-2 0,6-7 0,8-1 0</inkml:trace>
  <inkml:trace contextRef="#ctx0" brushRef="#br0" timeOffset="18830">5309 8453 8432,'-29'0'3276,"21"0"-3673,36-5-143,17 9 720,-8 3 359,-24 25 1,-9 10 179,-6 5 1,-5 5-716,0-11 1,-2 3 0,-1 1 0,0-2-275,-2 4 0,0-1 0,-1-2-630,1-4 1,0-2 0,1-6 899,-7 10 0,10-44 0,8-17 0</inkml:trace>
  <inkml:trace contextRef="#ctx0" brushRef="#br0" timeOffset="19063">5415 8391 7533,'18'-19'3276,"23"6"-796,-10 19-2705,-4 1 1,-3 5 224,-4 20 135,-13-7 0,-6 4-405,-10 4 0,-8 3-300,-1-5 0,-4 1 1,1-2 569,0 6 0,-1-4 0,-7-3 0,2-6 0,9-12 0</inkml:trace>
  <inkml:trace contextRef="#ctx0" brushRef="#br0" timeOffset="19364">5609 8503 7533,'0'19'3276,"0"-1"-616,24-11-4639,21-18 1530,-4-4-46,-11-2 0,-3-2-224,-8-7 719,-1-10 1619,-26 20 809,-27 28-1348,-4 16-586,15 15 1,5 3-495,1 1-1304,13-6 0,10-2-335,14-21 1,3-4 1375,4 13 1,-2-19 0,1-5 0,-8-10 0</inkml:trace>
  <inkml:trace contextRef="#ctx0" brushRef="#br0" timeOffset="19564">6050 8428 9871,'-37'18'1638,"12"-8"0,1 5 0,4 18 0,3 4-2261,-4-3 1,4 1-1017,9 9 1,7-1 488,4-16 1,5-4 1149,20 0 0,-3-18 0,-7-5 0</inkml:trace>
  <inkml:trace contextRef="#ctx0" brushRef="#br0" timeOffset="19730">6085 8602 13829,'32'-16'-656,"-1"0"1,-7 3-1,-3 1 1,13-5 0</inkml:trace>
  <inkml:trace contextRef="#ctx0" brushRef="#br0" timeOffset="19964">6209 8280 7533,'-18'-13'3276,"8"6"-2261,2 28 1,1 13-837,1 5 1,2 4-210,0-8 0,1 1 1,0 3-451,0 8 0,0 2 0,1-5-375,1-4 1,2-2 854,7 3 0,0-4 0,-4-8 0,12-24 0</inkml:trace>
  <inkml:trace contextRef="#ctx0" brushRef="#br0" timeOffset="20230">6262 8664 12480,'45'-17'-3277,"-2"-3"2056,-31-6 1851,-6 8 2158,-32 40-539,-1 1-3148,7 20 899,28-18 0,6-13 0,19-6 0</inkml:trace>
  <inkml:trace contextRef="#ctx0" brushRef="#br0" timeOffset="20547">6473 8627 8882,'-13'31'1638,"-1"0"0,-4 9 933,18-17-3471,15-36 1,4-14-361,1-13 1,-1-8 825,-6 10 1,1-5 0,0-1 0,-2 2 493,1-3 0,-1 2 0,-2 0 210,-3 1 0,-1 1 0,-1 6 2608,3-5 398,-8 50-2523,-4 26 0,0 14-1181,2-12 1,0 4 0,2 1 0,2 0-393,4-2 1,2 0 0,1 0 0,-1-1 787,-4 12 1,-1-1-1,8-10 1,16-13-1,3-11 1,-3-11-1</inkml:trace>
  <inkml:trace contextRef="#ctx0" brushRef="#br0" timeOffset="21297">7003 8342 8252,'-2'27'1304,"5"-1"1,3 5-1066,0 0 1,1 4 0,0-1 120,3 11 0,-2-3 269,-3-6 1,-2-6 90,-3-14-360,0-44-1260,9-7 1,5-3-361,-1 8 1,3 1 712,9-12 1,3 6 0,-5 20 0,-1 5 0,22-8 0</inkml:trace>
  <inkml:trace contextRef="#ctx0" brushRef="#br0" timeOffset="21613">7391 8565 7533,'-38'26'3276,"5"-3"-1515,47-16-2931,-8-12 315,21-10 1,3-6-675,-15-26 1889,-7 2 1259,-29 21-495,-4 35 1,-1 13-451,5 6 1,4 4-945,4 0 0,7 0-1214,10 1 0,9-6 1484,12-18 0,5-8 0,-1-1 0,-1-5 0,1-7 0,1 1 0</inkml:trace>
  <inkml:trace contextRef="#ctx0" brushRef="#br0" timeOffset="21947">7567 8404 9422,'-5'27'1638,"0"1"0,-3 17-1316,32-2-862,-2-24-1099,3-28 1,0-10 1047,5-12 951,-12 3 0,-3 1 1169,-5 2 989,-2 52-179,-8 11-2789,16 7-2608,27-39 1079,-2-23 1979,-15-3 0,-1-1 0,0 0 0,-7-2 0</inkml:trace>
  <inkml:trace contextRef="#ctx0" brushRef="#br0" timeOffset="22280">8026 8292 7533,'-23'28'1092,"1"1"0,-1 4 0,3 0 546,8-10 0,4 1-3063,8 18 165,20-29-1618,15-31 2293,-13 0 1,-1-3 2563,0-14-1350,3 12 2647,-24 41-2864,0 21-951,0-5 539,16 1 0,-5-29 0,15 0 0</inkml:trace>
  <inkml:trace contextRef="#ctx0" brushRef="#br0" timeOffset="22563">8220 8255 7533,'-10'23'1638,"0"1"0,-6 11-398,15-5 0,2 0-1240,-1 8-135,0-10 1,0-2 493,0 3-449,16-28-1549,-3-22 1,2-9 1412,10-3 0,2-1 1,-7 1-1,0 4 0,0 12 1,1-1-1</inkml:trace>
  <inkml:trace contextRef="#ctx0" brushRef="#br0" timeOffset="22947">8431 8354 12570,'-17'30'1092,"-1"1"0,3 3 0,3 1-257,0-5 1,6-1-1376,11-2 1,6-6-811,10-14-289,8-23 1,1-15 901,-12-3 1,-3-6 0,-1-3 127,0 5 0,0-3 0,-1 0 0,-1 0 519,-2 0 0,0 0 0,-2 1 0,-1 2 1139,0-6 1,-2 2 0,1 12 2226,2 15-1638,-17 47 0,-6 22-1021,12-21 1,2 1 0,-1 5-957,-1-1 0,-3 6 1,1 2-1,2-3 0,5-4-754,8 2 1,6-4 0,-1 0 623,-5 3 1,-1 1 0,5-8 0,14-8 0,3-12 0,4-13 0</inkml:trace>
  <inkml:trace contextRef="#ctx0" brushRef="#br0" timeOffset="26316">9419 7945 7533,'-19'-14'2878,"-13"-2"-2158,28 14 449,-35 24-809,18 13-301,9-8 0,0 6 0,0 2 143,3-1 1,0 2-1,1 2 1,1 1-347,1 5 0,1 0 1,1 2-1,-1 1 126,2-6 0,-1 2 0,1 0 0,-1 0 0,1-3-252,-2 2 0,1-1 0,0-2 1,1-2 59,3 0 0,1-2 0,-4-3-1429,-7 4 1,-3-8 1220,-7-13 1,-15-4-1,-1-18 1</inkml:trace>
  <inkml:trace contextRef="#ctx0" brushRef="#br0" timeOffset="26464">9013 8453 9062,'26'-6'929,"-1"0"1,10-3-1,1 0-2009,4-1 1,2 0 1079,-7 3 0,1-1 0,-3-1 0,-2-3 0,-3-1 0,0 1 0,1-1 0</inkml:trace>
  <inkml:trace contextRef="#ctx0" brushRef="#br0" timeOffset="26766">9507 8304 8162,'0'38'3276,"0"-1"-2530,0-8 0,0 1-566,0 7 89,0 1 1,0-1 0,0-7-180,0-5-360,16-61-90,-10 12 1,0-2 44,9-10 0,3-1-1214,-1 2 0,1 4 764,1 12 1,0 2-56,8-17 1,-3 28 0,-15 6 0</inkml:trace>
  <inkml:trace contextRef="#ctx0" brushRef="#br0" timeOffset="27047">9772 8379 8162,'-14'35'1092,"1"1"0,-1-1 0,24-13-1759,33-37 757,-16-16 0,-9-6-315,-18 1 0,-10 13-2563,-14 38 2788,-9-1 0,25 27 0,8-23 0</inkml:trace>
  <inkml:trace contextRef="#ctx0" brushRef="#br0" timeOffset="27333">9966 8342 8702,'-4'37'1092,"0"1"0,2-11 0,2-1-1606,2 4 1,4-5-657,14-15 361,15-41 1753,-14 14 1,1 7 2331,7 18-1425,-3 0-2391,-12 22 0,-5 4 540,-5-11 0,20 6 0,-14-24 0</inkml:trace>
  <inkml:trace contextRef="#ctx0" brushRef="#br0" timeOffset="28163">10724 8230 9512,'-25'26'45,"7"-7"0,1 4 44,1 5 1,2 3 45,-1 5 0,5-2-45,10-5 45,14-8 0,5-2-135,12 6 180,5 7-90,-36 16-315,-12-22 0,-4-1 225,-2-2 0,-1-1 0,-8 8 0,11-19 0</inkml:trace>
  <inkml:trace contextRef="#ctx0" brushRef="#br0" timeOffset="28314">10813 8441 8072,'25'-6'0,"1"1"0,9-9 0,0-3 0,-9 4 0,-1-2 0,9-6 0,-3 0 0,-4-4 0</inkml:trace>
  <inkml:trace contextRef="#ctx0" brushRef="#br0" timeOffset="28497">11060 8081 5649,'-17'28'1092,"0"1"0,2 8 0,1 4-625,1 0 0,1 4 0,2 0-1037,1-2 1,3 0-1,3-2-510,4-6 1,2 0 0,1-5 1079,-1 1 0,6-7 0,24-7 0,-6-24 0</inkml:trace>
  <inkml:trace contextRef="#ctx0" brushRef="#br0" timeOffset="28748">11148 8453 8612,'-24'35'1092,"1"0"0,0-6 0,5-3 939,8 10-4819,18-22 1438,27-19-179,-4-5 2429,10-8 989,-31 46-540,-2 13-2968,-8 6 1619,24-13 0,-11-39 0,21-9 0</inkml:trace>
  <inkml:trace contextRef="#ctx0" brushRef="#br0" timeOffset="29047">11307 8453 9961,'31'-25'-13,"-8"7"0,1 0 0,0 7 1,1 1-1,-1-5 0,1 1 0</inkml:trace>
  <inkml:trace contextRef="#ctx0" brushRef="#br0" timeOffset="29214">11448 8180 7533,'-13'27'1092,"0"-1"0,3 12 0,1 5-625,0-3 0,-1 2 0,3 2-1367,2 2 1,1 2 0,3-4 899,4 5 0,2-5 0,-1-8 0,4-10 0,17-21 0</inkml:trace>
  <inkml:trace contextRef="#ctx0" brushRef="#br0" timeOffset="29480">11536 8540 9062,'0'32'3276,"16"-13"-4214,11-30-1310,2-22 1708,-3-1 2789,-58 21-1170,7 34 180,-5 7 1,1 4-1530,10 11 225,7-13 0,8-2-3232,27-2 1607,-9-7 1670,19-8 0,-7-11 0,1 0 0</inkml:trace>
  <inkml:trace contextRef="#ctx0" brushRef="#br0" timeOffset="29832">12047 8193 7533,'-19'-12'3276,"3"5"-1335,16 7-772,0 62-1034,0-36 0,0 1-45,3 19 0,2-1 180,5-1 89,15-4-269,-5-8 0,5 1 270,-15 8-270,-10-4-810,-33-3 720,3-13 0,-3-1 0,4-9 0,-1-1 0,-3 1 0,0 1 0</inkml:trace>
  <inkml:trace contextRef="#ctx0" brushRef="#br0" timeOffset="30599">12277 8057 7533,'-38'23'655,"1"-1"0,0 1 1,5-1-1,3 0 0,6 2-557,6 12 1,8 1-1,9 11 1,5-22 0,0 1-1</inkml:trace>
  <inkml:trace contextRef="#ctx0" brushRef="#br0" timeOffset="31049">12612 8342 7533,'-39'0'3276,"15"0"-3829,46-4 1,25-3 0,-4 1 552,-14 1 0,1 0 0,12-2 0,7-1 0,-9 0 0,3-4 0</inkml:trace>
  <inkml:trace contextRef="#ctx0" brushRef="#br0" timeOffset="31249">12859 8007 7533,'-27'39'546,"0"-1"0,0 1 0,7 2 0,1 3 0,1 1 0,5 0-488,4-6 0,2 0 0,3 0 0,2-1-468,2 13 0,3-2 1,6-6-1,7-2 1,7-13-1,3-22 0,-1-1 1</inkml:trace>
  <inkml:trace contextRef="#ctx0" brushRef="#br0" timeOffset="31547">13035 8428 7533,'-29'30'1092,"1"0"0,-1 0 0,1 6 129,9 6-2525,45-59 0,9-1 4580,-10 49-2711,6-24 1,-1-1-3843,-9 23 2621,17-25 1,-20-23-1,-3-5 1,3-6 0</inkml:trace>
  <inkml:trace contextRef="#ctx0" brushRef="#br0" timeOffset="32030">13229 7933 7533,'-19'0'3276,"3"11"-76,16 24-2930,4 6 0,0 9-616,-3-11 1,-1 5-1,0 1 1,1-1 322,0-1 1,2-1-1,-1-1 1,0 1-181,-2 1 1,1 1 0,-1-2 0,-1-5 101,-3 10 1,0-21-1699,2-43 1349,4-10 0,4-6 30,0-5 0,2-4 1,5 5 464,14-3 1,-1 9 314,-10 13 989,-12 46 180,-12 5 0,-6 0-1079,-10-1 772,32-14-2861,15-3 1,3-3 982,-6-6 1,8 6-1,-1-2 1,-17-10 0</inkml:trace>
  <inkml:trace contextRef="#ctx0" brushRef="#br0" timeOffset="32530">13511 8069 7533,'-27'0'3276,"17"22"-706,4-11-4144,20 16 0,4 2-405,-12-9 765,11 20 0,-3 4 1663,-20-10 1189,6 4 0,-2 0 1638,-16 1-1013,9 3-3702,9 1-630,9-21 810,25-6 1349,3-28 2698,8 9-1079,-10 10 90,-17 25-1507,-21 1 1,-8 10-1,-5 4 1,-1-5-1386,-4-1 1,-2-4 0,-2 4 794,5-6 0,-1 5 0,-1 0 0,0-2 0,0-6 0,-6 1 0,1-6 0,1-3 1,-3 1-1,-1-1 0</inkml:trace>
  <inkml:trace contextRef="#ctx0" brushRef="#br0" timeOffset="33249">14288 8180 7533,'-31'0'1092,"1"-1"0,-10 21 0,1 11 0,13-2 0,1 5 0,2 0 0,3-6 0,1-1 0,3 3-381,0 5 1,3 3 0,11-9-2151,33-2-180,-5-21 0,3-9 526,3-16 1,2-13 0,-2 0 715,-7 8 0,-2-2 0,-3-1 2015,7-29 0,-12 21 1562,-27 75-4504,8-13 0,4 3 1304,6 19 0,8-2 0,0-23 0,3-5 0,24 5 0</inkml:trace>
  <inkml:trace contextRef="#ctx0" brushRef="#br0" timeOffset="33466">14605 8280 7533,'-36'13'1092,"-1"0"0,5 10 0,4 6 546,6 14 0,8 4-552,9-4 1,8-4-2726,8-10 1,6-8 982,30-10 1,-20-16-1,-1-4 1,17-15 0</inkml:trace>
  <inkml:trace contextRef="#ctx0" brushRef="#br0" timeOffset="33663">14693 8292 14819,'42'-6'-547,"0"0"1,-10 0 0,-5-1 0,-3-5 0,-14 0 0</inkml:trace>
  <inkml:trace contextRef="#ctx0" brushRef="#br0" timeOffset="33847">14834 7945 9062,'-13'34'655,"-1"1"0,3-1 1,0 5-1,0 1 0,3-3-203,0 12 0,2 1-1037,-1-13 0,0 4 1,0-1-1,4-4-1054,9 13 1,4-7 818,2 1 1,6-4 0,-11-39 0</inkml:trace>
  <inkml:trace contextRef="#ctx0" brushRef="#br0" timeOffset="34030">14975 7970 11940,'-4'32'305,"-1"-1"1,-1 13 0,0 6 0,2-6 0,3-15 0,0 0 0,-2 8 0,1 1 0,-1 0-1</inkml:trace>
  <inkml:trace contextRef="#ctx0" brushRef="#br0" timeOffset="34213">14975 8329 8792,'-7'47'3276,"5"-22"-1991,-3 4 1,2 4-1286,6 7 0,2-2 0,-3 6 0,1-11 0,1 0 0</inkml:trace>
  <inkml:trace contextRef="#ctx0" brushRef="#br0" timeOffset="34530">15169 8391 10591,'2'34'329,"0"0"1,0 0 0,18-13-1139,9-17 4085,-50-17-3404,9-13-952,-12 48 1,7 10 1079,27-15 0,9-2 0,7-27 0</inkml:trace>
  <inkml:trace contextRef="#ctx0" brushRef="#br0" timeOffset="34747">15328 8428 10861,'0'19'2249,"16"5"-4228,11-27 1349,3 6 3906,-5 1-1785,-17 0-3130,1 22 1,-2 5-122,-3-11 1760,19 21 0,-21-36 0,6-5 0</inkml:trace>
  <inkml:trace contextRef="#ctx0" brushRef="#br0" timeOffset="35414">15981 8243 7533,'-8'-7'3276,"-17"7"-2184,7 21 0,0 14 0,1-2 546,-5-1 0,2 2-546,2 7 0,1 5 0,11-7-1168,18-10 0,8-7-733,13-10-830,5-35 1,0-13 218,-17 13 0,-2-3 1180,2-17 0,0-9 1,-7 11 3515,-8 12 0,16 31-2184,-21 22 0,-8 16 0,5 2-321,13 5 1,6 1 0,2-2-1182,-4-7 0,1-2 1,4-6-1,18 0 1,4-10-1,-7-16 0,-1 1 1</inkml:trace>
  <inkml:trace contextRef="#ctx0" brushRef="#br0" timeOffset="38114">19914 7759 7533,'-27'-7'1709,"-6"2"180,-3 5 0,15 0-1080,-3 0 2467,48 11-1065,13-3-997,-4 1 1,5 0-91,5-5 0,2-1-360,3 2 1,2 1-682,-11-4 0,2 0 1,0 1 65,3 1 1,0 0 0,1 0-83,-6-2 1,1 0-1,0 0 1,0-1-23,-1 0 0,-1 0 0,0 0 0,0 1 165,12 3 0,0 1 0,-1 0-31,-2-2 1,0 1 0,-2 1-90,-5 4 0,-1 1 0,0-2-90,-1-1 0,0-2 0,-1 0-58,-1-2 1,-2 0 0,0 0 57,16 2 0,-2-1 0,1-1 0,0-1 0,-14-2 0,0-1 0,-1 0 0,16 1 0,-2-3 0,-11-4 0,1 0 0,-3 3 0,2 1 0,-3 0 0,-4-4 0,0 1 0,13 4 0,0 0 0,-10-4 0,-5-1 550,2 5-3827,-7-4 2457,-31 15 1,-1 10 0,-9 11 0</inkml:trace>
  <inkml:trace contextRef="#ctx0" brushRef="#br0" timeOffset="41463">21590 8317 0,'-25'6'960,"13"-5"2291,-4 10-732,16-4 688,39 5-3252,-12-13 0,3-2-899,17-3 0,4-2 944,-15 1 0,0-2 0,-2-1 0,1-3 0,-3 1 0,-4 3 0,0 0 0</inkml:trace>
  <inkml:trace contextRef="#ctx0" brushRef="#br0" timeOffset="41632">21819 8367 7533,'-17'28'1638,"3"-6"0,2 0 663,0 20-1987,1-12 1,-1 3-135,2 6 0,2 1-810,2-6 1,1 2-361,-6 10 1,6-3 989,12-16 0,2-4 0,-6 3 0,13-9 0</inkml:trace>
  <inkml:trace contextRef="#ctx0" brushRef="#br0" timeOffset="41880">21960 8627 8612,'-8'39'1092,"-1"-1"0,0-12 0,0-1 238,1 9 1,6-3-1421,26-7-180,-1-28 360,7-2 0,-1-8-1729,-8-23 1,-5-4-1,-1 18 1,-2 0 810,0-13 1,-10 3 2226,-35 8-1309,9 11-955,-6 14 1,-1 6-215,0 3-436,5 20 1515,17-20 0,16 7 0,2-9 0</inkml:trace>
  <inkml:trace contextRef="#ctx0" brushRef="#br0" timeOffset="42048">22207 8404 7533,'-9'0'3276,"16"0"0,5 0-3494,15-5 0,3-1 218,3-3-1639,1-2 1,-1-1 1278,-4 4 1,5-9 0,-17 10 0</inkml:trace>
  <inkml:trace contextRef="#ctx0" brushRef="#br0" timeOffset="42232">22437 8156 7533,'-18'28'1092,"0"0"0,4-1 0,1 1 546,-4 19 0,1 0-2191,5-20 0,2 1 673,0 10 0,1 5 0,0-4-435,-2-10 0,2-2-1035,2 10 1,2-1 1442,2-7 1,4-4 0,16-3 0,9 0-1</inkml:trace>
  <inkml:trace contextRef="#ctx0" brushRef="#br0" timeOffset="42530">22507 8565 7533,'-25'41'1638,"7"-16"0,0 1 0,7-2 0,1-1-2973,-14 18-734,48-28 1619,-18-13-1619,33-24 180,-19-14 3778,-1 3-1709,-3 12 2878,-16 35-359,-8 31-1710,6-2-4266,18-3 2057,-3-28-1658,29-28 2878,-23-13 0,15-2 0,-7-3 0</inkml:trace>
  <inkml:trace contextRef="#ctx0" brushRef="#br0" timeOffset="42714">22807 8168 7533,'0'-20'3276,"-8"36"-1638,-4 13 0,-1 11-1261,3 0 1,1 8-1,-1 3 1,2-4-513,-1-9 0,0-2 0,1 1 0,4 2-685,5 10 1,5 5 0,2-3 0,1-10 272,-2-6 1,5-9 0,16-1 0,1-13 0,-11-24 0</inkml:trace>
  <inkml:trace contextRef="#ctx0" brushRef="#br0" timeOffset="43547">23195 8503 4136,'-17'7'1619,"7"9"898,2-2-1257,24 5-1215,7-20 0,4-7-945,17-9 315,-9-10 1,-4-5 89,-14 6 0,-6-1 561,-5-9 0,-10 10 1572,-30 39 0,-7 13 663,-2-3-1897,18 2 1,-3 9 0,5 3 0,11-4-855,22 5 1,9-3-676,-9-4 1,6-4 663,24-10 1,4-12 0,-3-19 0,-16 1 0,-1 1 0</inkml:trace>
  <inkml:trace contextRef="#ctx0" brushRef="#br0" timeOffset="43700">23566 8342 9512,'0'37'1638,"10"-5"0,3 1-1253,-3-9 1,2 1-386,5 5 0,5 2 0,-3-6 0,13 6 0,-12-13 0,1 0 0</inkml:trace>
  <inkml:trace contextRef="#ctx0" brushRef="#br0" timeOffset="43866">23830 8317 7533,'-42'19'655,"0"0"0,10 8 1,-1 6-1,2 1 0,5-4 45,5-2 1,3 2-1248,-4 13 1,-2 6 0,5-9 0,4-5 0,5-1 0</inkml:trace>
  <inkml:trace contextRef="#ctx0" brushRef="#br0" timeOffset="44147">23830 8441 7533,'8'-28'3276,"10"-5"-2055,1 30-2030,22-13 719,-27 37 90,10-11 179,-24 24 1,-8 7-430,0-8 0,-2 1 729,-3 7 1,-2 5 0,0 0-745,0-2 0,-1 1 0,0-1 115,-1-2 0,-2-2 0,2 1-450,2-1 0,0-1 1,2-5-2678,-7 7 3055,5-13 0,15-46 1,0-8-1</inkml:trace>
  <inkml:trace contextRef="#ctx0" brushRef="#br0" timeOffset="44380">23901 8367 7533,'23'-18'1092,"1"1"0,4-1 0,1 8-617,-5 23 1,-3 7-1285,2 11 674,-11 0 0,-10 4-15,-16-7 0,-9 1 0,1-2 15,1 2 0,-1 0-225,-8 10 1,1-3 359,4-4 0,23-18 0,4-10 0</inkml:trace>
  <inkml:trace contextRef="#ctx0" brushRef="#br0" timeOffset="44680">24201 8453 9422,'-20'33'3276,"12"-4"-2325,41-27-2076,-9-11 1,-1-6-515,6-6 1,-3-3 938,-1-2 0,-7-1 1600,-8-15-91,-35 51 1170,-7 15-495,2 8 0,2 7-585,11-4 1,4 1-1350,-2 2 1,5-1-1,11-7 0,6-3-89,12 3-281,16-19 1,-7-22 0,-3-3 0</inkml:trace>
  <inkml:trace contextRef="#ctx0" brushRef="#br0" timeOffset="44882">24553 8391 9781,'-17'19'1638,"1"5"0,-2 3 0,-1 2 0,1 2-1316,2 9 0,3 2-772,-1-6 1,4-3-1440,10 10-90,16-25-1298,4-18 3084,7-2 0,-2-9 1,-7 5-1</inkml:trace>
  <inkml:trace contextRef="#ctx0" brushRef="#br0" timeOffset="45116">24624 8490 8252,'-20'0'2339,"5"0"90,30-16-2250,5 12 271,7-18-1170,-3 15 1,1 1-180,7-7-721,-6-1 1,-1-1 1619,-6-11 0,-3-1 0,-16 4 0</inkml:trace>
  <inkml:trace contextRef="#ctx0" brushRef="#br0" timeOffset="45297">24800 8218 7533,'-10'24'3276,"-5"7"-1638,6-2 0,0 6-1770,1-1 1,-1 6 0,-1 0-1,2-3-183,-3 8 1,0 1-779,2 3 1,0 5 0,4-17 944,5-22 0,8 2 0,1-17 1</inkml:trace>
  <inkml:trace contextRef="#ctx0" brushRef="#br0" timeOffset="45497">24765 8614 12120,'10'14'1529,"5"-3"-4806,11-22 0,-4-8 1712,3-13 3634,-41 28-1120,-5 25-3108,1 3 1592,14 9 0,24-43 0,0-4 0</inkml:trace>
  <inkml:trace contextRef="#ctx0" brushRef="#br0" timeOffset="45780">24941 8553 7533,'0'26'1638,"-7"0"0,-1-1 1638,4-6-833,-12 21-4602,40-56-90,-11 0 720,12-14 0,-1-5 944,-16 7 0,-2-3 705,9-8 0,4-6 0,-6 5 240,-9 8 0,-2 1 1278,11-17 0,-2 11 1638,-11 30-2462,-5 34 0,-2 33 1,3-3-1745,6-22 1,3-2-1,0 2 829,-4 8 1,-2 5 0,1-2 0,4-8-1,4 0 1,3-12 0,5-15 0</inkml:trace>
  <inkml:trace contextRef="#ctx0" brushRef="#br0" timeOffset="46450">25612 8342 7533,'0'-27'3276,"0"10"-1875,0 22-1041,0 9-46,-1 17 1,2 7-405,2 3 1,2 3-969,-5-3 1,1 2-1,-1-2 1148,5 4 0,-2-4 180,-6-3 0,-2-7 1553,4-18-1103,-7-40-1813,24-9 1,13-10 0,-4 2-108,-13 2 1,2 0 1199,9 5 0,8-4 0,1 2 0,-7 9 0,9-4 0,-5 13 0,1 0 0</inkml:trace>
  <inkml:trace contextRef="#ctx0" brushRef="#br0" timeOffset="46782">25947 8441 7533,'-20'30'1092,"1"1"0,5 4 0,12-9 2184,22-21-4162,23-12-238,-16-20 0,-1-7-1,-5 7 1,-3-2 944,-2-11 0,-7 3 0,-11 3 1818,-31 37 0,-6 15 0,18 11 0,3 8-1214,-10-3 1,-2 3 0,13 1-1518,23-2 1,11 1 0,-3-4-148,-9 0 0,4-8 1240,27-16 0,1-13 0,-18-19 0,-6-1 0,0 0 0</inkml:trace>
  <inkml:trace contextRef="#ctx0" brushRef="#br0" timeOffset="47116">26229 8292 10321,'-20'23'3276,"5"4"-1811,13 4 1,4 2-1466,-2 6-1080,8 7 1,7-12-560,6-47 1,3-5-122,18 28 2029,-19-35 1,0-14 0,-5 18 3006,-4 35 0,9-6-2909,-21 15 0,-4 6-142,11 6 0,6-12-2924,22-51 2519,2 28-1459,-12-34 1,-5-6 598,-2 16 1040,5-10 0,-15 27 0,-2 2 0</inkml:trace>
  <inkml:trace contextRef="#ctx0" brushRef="#br0" timeOffset="47480">26793 8367 7533,'-29'6'1638,"5"3"0,1 4 1638,1 24-1650,1-11 0,-1 1-1446,10 4 0,5 0-2339,-1 7-629,26-20-489,17-47 2236,-6 10 411,-7-11 1,-3-2 3905,1 9-2145,-2-2 2145,-11 43-2054,9 27-3201,-12-9-1298,12-3 2949,-8-44 1,1-3-1,9-10 1</inkml:trace>
  <inkml:trace contextRef="#ctx0" brushRef="#br0" timeOffset="47665">26899 8453 12840,'0'31'1889,"-8"-5"-2429,7-1-360,-7-13-1708,23-34 1978,-3 10 630,4-8 0,1-1 0,3 8 0,6-5 0</inkml:trace>
  <inkml:trace contextRef="#ctx0" brushRef="#br0" timeOffset="48031">27058 8465 8072,'-18'34'3276,"1"6"0,7-20-2002,2 0-1814,16-4-1529,17-36 2069,-11 14-1439,6-18 0,-1-9 135,-4-4 0,-2-5 1079,-1 4 0,2-6 0,-1 0 0,1 4 345,-1 4 0,1 2 0,-2-2 972,1-17 0,0-3 0,-6 30 546,-5 43 0,-4 17-819,-2 7 0,-3 10 0,2 4 0,4-3-780,7-9 0,4-1 0,1 0 0,-3 1-695,-7 1 1,-5 3-1,0 0 1,5-7 0,9-11 510,30-5 1,0-22 0,-16-36 0,-4 6 0,1 1-1</inkml:trace>
  <inkml:trace contextRef="#ctx0" brushRef="#br0" timeOffset="48982">28169 8007 7533,'-41'-12'2878,"10"5"-2339,2 13 1,-1 10-225,-2 15 0,3 11-113,12-12 1,0 3-1,1 3 1,2 2-323,1 0 0,1 3 0,1 1 1,1 1-1,1-2-24,0-1 0,2 0 0,0-1 0,2 2 0,-1-1-450,2 6 0,1 3 1,0-1-1,0-3 1,1-4 443,-1-3 0,0-4 0,-1 0-630,-2 8 1,-3-1 0,-2-12 858,-8-20 0,-7 2 0,9-18 0</inkml:trace>
  <inkml:trace contextRef="#ctx0" brushRef="#br0" timeOffset="49149">27640 8602 7533,'21'-22'1092,"-1"0"0,10 5 0,3 2-1291,11-3 0,2 2-831,-8 8 1,-1 1 759,2-5 1,-4 0-551,-5 0 1,11-1 0,-14 1 0</inkml:trace>
  <inkml:trace contextRef="#ctx0" brushRef="#br0" timeOffset="49397">28099 8428 9512,'-10'6'1349,"2"23"-1214,7-5 0,2 3-315,-1 8 0,0 0 225,0-7 0,0-4-45,0-6 0,6-40 0,4-15-855,6 0 1,3-2 269,3-6 0,3 2 47,-3 17 1,1 4 0,18-6 0,-13 15 0</inkml:trace>
  <inkml:trace contextRef="#ctx0" brushRef="#br0" timeOffset="49681">28399 8379 7533,'-19'18'1079,"0"1"0,-3 7 1,3 2 359,7 18-1169,-3-1-180,23-22-270,17-34-270,-6-5 0,-1-5 90,-1-4 1,-4-2 179,-2-2 0,-7 1 0,-29-9-180,-4 41-1169,1 13 1529,20 14 0,18-13 0,8-13 0</inkml:trace>
  <inkml:trace contextRef="#ctx0" brushRef="#br0" timeOffset="49982">28540 8342 9602,'-8'35'2338,"6"10"-2563,1-20 0,2 0-494,17 14-630,1-26 1169,7-16-180,-9-26 90,9-3 720,1-1 449,1 8-629,-3 14 1799,-7 22 180,-8 3-4048,29-17 539,-24 10 1260,10-14 0,-1-2 0,-4 9 0,6 0 0</inkml:trace>
  <inkml:trace contextRef="#ctx0" brushRef="#br0" timeOffset="50831">29369 8206 7533,'-43'15'1349,"19"6"0,3 7-1169,0 4 0,4 3 135,3 3 0,3-1-136,3 11-89,24-12-809,3 1-1,-15 13 360,-13-11 1,-9 0 119,-3-13 0,-5-3 0,0 1-240,1 3 0,0-1 1,1-4 479,-5-5 0,5-8 0,8-12 0,26-29 0</inkml:trace>
  <inkml:trace contextRef="#ctx0" brushRef="#br0" timeOffset="50997">29333 8416 7533,'36'-19'2878,"-1"12"-3957,8 8 134,-13-4 1,1-3 134,6-8 1,-2-4 809,-9 1 0,-3-2 0,4-4 0,-7-1 0,-10 0 0</inkml:trace>
  <inkml:trace contextRef="#ctx0" brushRef="#br0" timeOffset="51147">29669 8094 7533,'-21'28'655,"1"1"0,0-1 1,-4 7-1,0 1 0,1 5-463,5-1 1,2 5 0,0 0 0,2 0-441,0-6 1,0 0 0,3-1 0,5-2-653,5 2 1,4-1-1,2-5 565,0-2 1,6-8-1,38-17 1,-21-12-1</inkml:trace>
  <inkml:trace contextRef="#ctx0" brushRef="#br0" timeOffset="51414">29686 8528 8342,'-37'31'1484,"7"-2"1,3 0-2295,11 3-719,16 4 449,32-43 450,-5-2 1,-1 3 2608,1 10-540,-19 23-539,-10 13-1800,2-10-1438,18-41 2338,1 0 0,7-23 0,-9 15 0</inkml:trace>
  <inkml:trace contextRef="#ctx0" brushRef="#br0" timeOffset="51563">29757 8478 9332,'33'-7'-45,"-8"-1"0,3 0 45,8-1 0,1-2 0,-8-1 0,-2-2 0,-2-1 0,-1 0 0</inkml:trace>
  <inkml:trace contextRef="#ctx0" brushRef="#br0" timeOffset="51747">30039 8168 7533,'-22'35'742,"1"1"0,5-8 0,1 1 0,1 3-742,-2 8 0,1 3 0,1-1-510,0-3 0,1 0 1,4-2 509,6 9 0,5-6 0,1-3 0,23-27 0</inkml:trace>
  <inkml:trace contextRef="#ctx0" brushRef="#br0" timeOffset="51997">30057 8540 7533,'8'25'3238,"-7"-11"-4228,31-14 900,-26-9-180,14-6 1,-1-4-1170,-23-9 2158,-14 24 495,-4 12 1,-3 6-631,5 5 1,1 4 224,-11 16 1,13 2-990,27-19 0,8-1 180,3 7 0,5-6 0,3-13 0,2-7 0,7-9 0,-1 0 0</inkml:trace>
  <inkml:trace contextRef="#ctx0" brushRef="#br0" timeOffset="53013">30798 8292 9062,'-18'-7'2249,"0"7"-1890,-15 29-539,11-6 270,-2 10 0,-1 3-135,9-9 0,3 0 135,0 8 0,6-1 270,17 10-180,14-27 0,5-5-405,0-3 0,-1 0 0,-2 1 0,-7 5-494,-19 27 629,-22-13-180,-1-3 0,-5-1-810,1-10 1,2-2 1079,-7 13 0,-7-10 0,29-16 0</inkml:trace>
  <inkml:trace contextRef="#ctx0" brushRef="#br0" timeOffset="55131">31115 8106 8072,'0'-14'2879,"0"3"-1170,-8 39-1350,-3-5 1,-3 5-960,-1 6 1,0 5-1,0-2 600,-5 6 0,0-2 0,2 5 0,3-4 0,7-6 0</inkml:trace>
  <inkml:trace contextRef="#ctx0" brushRef="#br0" timeOffset="58164">20302 8255 7533,'-26'32'819,"0"0"0,0 0 0,3 1 0,5 5-1639,9 1 1,3 8 0,4 0 0,3-6 283,7 1 0,6-2 206,1-2 0,3 2 0,0-8 60,11 1 1,4 1 0,-15-14 0</inkml:trace>
  <inkml:trace contextRef="#ctx0" brushRef="#br0" timeOffset="58515">21220 8255 8792,'21'14'1092,"1"0"0,-3 0 0,-1 6-205,-1 14 0,-3 8 0,-2-1-1133,-1 1 0,-2 3-272,-4-7 1,0 6 0,-1-1 0,-3-5 22,-3 3 1,-4-3 494,2-4 0,-1 2 0,-3-7 0,-20 10 0,11-21 0,-1-1 0</inkml:trace>
  <inkml:trace contextRef="#ctx0" brushRef="#br0" timeOffset="59015">20443 8404 7533,'-8'38'546,"-1"-1"0,0 1 0,0 0 0,2 0 0,0-3 0,2 2-488,0 11 1,2 1 0,3-7 0,3-11 0,4-8 0,10-6 0</inkml:trace>
  <inkml:trace contextRef="#ctx0" brushRef="#br0" timeOffset="59414">20443 8280 10321,'16'-21'2789,"12"-1"-3509,9 21-270,-2 6 451,-17 14-1,-18 19 630,-14-4 0,-6 3 135,-2 0 0,-3-1 134,1 0 1,1-2 90,3-5 0,7-5-540,21-5-990,35-6 811,-2-3 269,-13 0 0,-5 4 539,-13 30-224,-20-13 0,-6 1-855,-2 3 1,-3-1-451,-2-7 1,1-3 989,-3 7 0,17-20 0,8-11 0</inkml:trace>
  <inkml:trace contextRef="#ctx0" brushRef="#br0" timeOffset="59733">20585 8751 7533,'5'41'3148,"31"-24"-4722,-12-28 0,1-10 719,0-6 1,-5-3 1753,-5-16-629,-32 4 3006,-26 46 0,4 23-2684,18 1 0,6 5-772,8 3 0,6-1-1349,8-5 0,4-2 1529,9 8 0,5-25 0,-7-11 0</inkml:trace>
  <inkml:trace contextRef="#ctx0" brushRef="#br0" timeOffset="60000">20884 8614 7533,'-35'32'3276,"8"4"-3205,17-12 0,2 0-161,0 1-990,16 13 990,10-36 180,1 3 900,-1 1-540,-10 6 179,-8 13-539,-16-4-450,-3 8-269,-17-16 629,9 0 0,9-13 0,10-7 0</inkml:trace>
  <inkml:trace contextRef="#ctx0" brushRef="#br0" timeOffset="60149">20920 8751 8252,'25'-6'315,"10"-12"0,-5-2 0,3-11 0</inkml:trace>
  <inkml:trace contextRef="#ctx0" brushRef="#br0" timeOffset="60332">21096 8441 8252,'-27'23'3276,"1"14"-2184,16-7 0,3 4 0,-1 3-1097,-2 5 1,0 1-1,2 2-535,4 2 1,2 1-1,4-2 252,4-8 1,3-2-1,4-5 1,5-4 0,5-7-1,6-15 1,1 1 0</inkml:trace>
  <inkml:trace contextRef="#ctx0" brushRef="#br0" timeOffset="62066">1446 8329 7533,'-25'11'899,"-1"0"1,-3 20-1,4 10-510,6-1 1,4 4 0,2 4-699,1-5 0,2 4 0,3 0 0,2-1 106,5 1 1,3-1 0,2 0-1,3-2-562,1-4 1,1 0-1,2-4 1,2-3 764,9 9 0,3-8 0,0-10 0,-1-10 0,0-14 0</inkml:trace>
  <inkml:trace contextRef="#ctx0" brushRef="#br0" timeOffset="62282">1640 8379 8792,'-5'33'611,"-1"1"1,0-1 0,2 2-1,1-1 1,0 2-1332,-1 6 1,1 1-1,2-2 720,8 8 0,2-5 0,-5 6 0,11-28 0</inkml:trace>
  <inkml:trace contextRef="#ctx0" brushRef="#br0" timeOffset="62649">1588 8391 7533,'23'-16'1304,"1"-1"0,19-1-1574,-28 48 1,-7 13 358,-5-9 1,-6 1 90,-9 1 0,-6 3 0,3-4-450,2-1 0,8-7 91,31-2-91,13-3 450,-2 8 449,-29-4 1,-8 5-405,-14 11 0,-7 2-585,2-4 0,-1-1 360,-4-4 0,5-3 0,9-1 0,12-20 0</inkml:trace>
  <inkml:trace contextRef="#ctx0" brushRef="#br0" timeOffset="62948">1782 8837 8792,'12'26'60,"1"-1"0,22-23 0,4-11-1050,9-6 690,-23-6 0,0-8 1,-9 2 2098,-16-14 90,-43 16-360,2 50-855,12 9 1,7 6-720,14-6 0,6 1-900,2 9 1,10-5 944,13-22 0,5-7 0,13 1 0,-12-18 0,1 1 0</inkml:trace>
  <inkml:trace contextRef="#ctx0" brushRef="#br0" timeOffset="63264">2170 8714 11311,'-28'22'1888,"3"16"-1978,14-12 1,4 0-1441,5 19 181,12-17 899,17-21 540,1 4-90,-18 7 270,-20 14-630,-18 1-90,7-14 1,-1-2 449,-7-3 0,-5-9 0,17-12 0</inkml:trace>
  <inkml:trace contextRef="#ctx0" brushRef="#br0" timeOffset="63400">2170 8726 7803,'25'-18'-540,"3"-1"540,7-6 0,-8 0 0,-1 0 0</inkml:trace>
  <inkml:trace contextRef="#ctx0" brushRef="#br0" timeOffset="63582">2258 8379 7533,'-8'38'1092,"0"1"0,6 5 0,0 1-797,-7 1 1,3-1-656,10 5 1,7-5 359,2-17 0,2-3 0,6 12 0,3-21 0</inkml:trace>
  <inkml:trace contextRef="#ctx0" brushRef="#br0" timeOffset="63781">2434 8280 7533,'18'-15'3276,"7"16"-2184,-11 23 0,-3 14 0,0-2 546,0-4 0,-1 2-1770,-3-1 1,0 5 0,-1 2-1,-2-1-48,-2 10 0,-1 0 1,-4-1-914,-5-1 1,-3 0 0,-2 1 1029,2-8 0,-2 2 0,-2-2 0,-1-4 0,-2-4 0,-1-3 0,-2-3 0,-13 4 0,1-1 0</inkml:trace>
  <inkml:trace contextRef="#ctx0" brushRef="#br0" timeOffset="138216">24994 1760 10051,'7'42'347,"-1"0"0,0 0 0,1 0 0,0-2 0,0 0 0,0 0 0,-1 5-412,-2-6 1,0 4 0,0 1 0,-1 2 0,0 0-1,-2-2 1,0-1-291,-2 7 0,-1-1 1,-1-1-1,-1-2 1,-2 0 605,1-4 1,-1 0 0,-1-1 0,-2-2 0,-3-3 557,-11 11 1,-5-4 0,1-9 231,-3-4 1,3-18-862,5-35 0,8-18-1,17-1 1,11-6 0,3-3-297,-4 12 0,2-3 0,2 0 0,1-1 0,1 2 63,2-1 0,3 1 0,0 1 0,1 0 1,-1 0-253,-3 3 0,1 0 0,-1 1 0,1 1 1,-1 3-788,11-10 1,0 5 0,-1 3 1081,1-3 1,-2 6 0,7 2 0,-13 24-1</inkml:trace>
  <inkml:trace contextRef="#ctx0" brushRef="#br0" timeOffset="138717">26158 1871 14279,'-34'20'655,"-1"-1"0,1 0 1,-2 6-1,0 1 0,0 1 411,-4 3 1,1 1 0,2-1-228,10-6 1,3-1 0,1-2-211,-9 1 1,15-4-315,34-3 0,13-1-990,2 5 0,4 1-418,1-1 1,3 2 0,-1 1-1,-2 2 1,-2 1 0,-1 0-1,-6-3 1,-1 0 0,-2-1 436,3 2 1,-3-2-1,8 1 1,-15-22 0</inkml:trace>
  <inkml:trace contextRef="#ctx0" brushRef="#br0" timeOffset="138931">26599 1661 7533,'0'-32'3276,"0"13"0,8 41-2184,-5 6 0,-4 10 0,1 3-273,1 3 0,-1 4 0,0 3 0,-1 2-1366,0-9 1,0 1 0,0 3 0,-1-1 0,0 0 0,-1-1 272,0 2 1,0 0 0,-1-1 0,1-1 0,-1-1 0,0 4 0,0 0 0,-1-3 0,0-4 0,-4 5 0,1 1 0</inkml:trace>
  <inkml:trace contextRef="#ctx0" brushRef="#br0" timeOffset="170716">14764 12580 7533,'-37'-14'1638,"11"20"0,3 10-488,6 13 1,4 5-972,-3 3 1,5 1 0,10-2 0,10-10-270,36-32-540,-16-20 1,-2-11 419,-5 8 0,-2-1 0,-9-2 390,-13-2 0,-8-1 0,1 5-540,-3-12 360,-29 29 0,43 33 0,15 4 0</inkml:trace>
  <inkml:trace contextRef="#ctx0" brushRef="#br0" timeOffset="170866">14993 12518 8792,'-8'38'1638,"3"-9"0,0 0 1638,3 7-6553,20 7 2953,19-25 0,1-13 0,-5-5 0</inkml:trace>
  <inkml:trace contextRef="#ctx0" brushRef="#br0" timeOffset="171182">15311 12295 7533,'-34'11'1638,"15"7"0,1 5 0,-5 6 0,1 1 0,5 3 0,6-1-3011,19 11-1904,37-60 1638,-12-6 1,-1-6 1587,1-3 0,-3 3 1040,-3 8 649,-27 49 0,-10 18-819,3-11 0,-3 6 0,-1 2 0,2 1-942,2-1 1,1 2 0,0 1-1,1-1 1,0-2 0,0 3 0,0-2-1,1 0 1,2-2 0,5-4-1,-1 0 1,0 0 0,1 0 0</inkml:trace>
  <inkml:trace contextRef="#ctx0" brushRef="#br0" timeOffset="174498">22648 12258 7533,'-37'12'1214,"12"1"0,1 3-404,-5 22-1903,14-1 1,0 8 0,2-4 1114,-2-7 1,2 0 187,3 9 0,3 5 0,7-8 1427,15-5-1457,15-4-180,-1-31 0,2-13 0,-6-11 0,-1-10 0,-2-2-453,1-1 0,-1-4 0,-2 0 303,-3-6 0,-1 0 1,-4 0 59,-3 7 0,-3 1 0,-6 4 0,-12-6 0,-9 9-180,-5 18 0,-3 10-944,-4 13 0,1 8 1214,8 4 0,3 4 0,6 7 0,7 0 0,8-2 0</inkml:trace>
  <inkml:trace contextRef="#ctx0" brushRef="#br0" timeOffset="174664">22895 12518 7533,'-17'31'1638,"-1"1"0,-2 3 0,10-2 0,5 3-1451,7-8 0,4-3-2256,3 7 1413,3-2 1,2-4-1,5-11 1,7 9 0</inkml:trace>
  <inkml:trace contextRef="#ctx0" brushRef="#br0" timeOffset="175347">23319 12171 7533,'-36'-19'3276,"17"6"-2055,-5 8-1041,14 5 90,-15 16 134,7 9 1,1 4-180,1-2 0,2 2 0,0 13 0,3 0 0,5-7 0,4-2-405,10 14 90,9-6-1529,19-34 1079,1-20 225,-15 0 0,-1-5-360,2-16 1,-3-4 359,-5 7 1,0 0 269,3-6 0,-3 1 584,-5-12-539,-2 27 1799,-8 5-629,0 32-451,0 0 450,-8 30-854,3-21 0,0 1-485,-4 5 1,0 2 259,4 4 0,0 4 150,-2 4 0,-2 4 0,2-1-630,2-6 0,2-1 0,-1 1-215,-2 4 1,0 0-1,1-1-355,1-8 1,1-2 0,2-4-30,1 11 989,0 7 0,8-26 0,1-10 0</inkml:trace>
  <inkml:trace contextRef="#ctx0" brushRef="#br0" timeOffset="175748">23548 11836 8882,'-2'-12'3276,"4"-1"-1515,31 6-1581,-11 2-720,11 5 630,-23 5-450,-2 24 405,-14-2 0,-4 3 630,5 0 0,-2 1-136,-5 8 1,-1-2 0,3 4-360,18-6-1620,19-17 1440,6-13 0,3-3 0,7 4 0,-15-6 0,1 0 0</inkml:trace>
  <inkml:trace contextRef="#ctx0" brushRef="#br0" timeOffset="-126781.73">2223 15555 9332,'-10'16'1638,"15"5"0,5 6-546,0 12 0,-1 7 0,2 1-1300,-1-5 0,2 1 0,0 1 0,-1 2 369,-2-3 1,0 1 0,0 2 0,-1-2 0,0-2-27,-1 2 0,-1-2 0,0-1 0,2-2 344,4 7 1,1-3 0,4-18 1513,20-32-1694,-14-19 1,1-14 0,-3-5-426,-6 8 0,-1-3 0,-2-3 0,0 0 1,0 0-151,0 2 1,-1 0 0,-1 0 0,1-1-1,0-1-271,0 1 1,0-4 0,1 0 0,-1 0 0,0 5 0,-2 5 77,3-14 1,-1 5 0,0 0 0,1-1 0,-2 14 0,-2 20 0</inkml:trace>
  <inkml:trace contextRef="#ctx0" brushRef="#br0" timeOffset="-123513.73">3210 15306 7533,'0'-42'3276,"0"20"-346,-15 61-2451,4-9 1,-2 7 0,1 4-1136,3-1 1,-1 5-1,1 2 1,-1 0 0,1-4 644,-1-3 0,1-3 0,-1 1 0,2 3 70,2-2 1,0 4 0,1 2 0,1-1 0,2-3 0,2-4-203,2 4 1,3-5 0,3 1-488,3 2 1,4 2-1,1-2 1,1-5 629,7 5 0,5-9 0,9-7 0,0-8 0,5-8 0</inkml:trace>
  <inkml:trace contextRef="#ctx0" brushRef="#br0" timeOffset="-123148.73">3704 15555 7533,'-33'11'3276,"-4"19"-1638,6 1 0,1 5-1227,1 3 1,3 1-322,2-2 0,3 0-135,4-10 0,8-3-224,25 6 359,-2-18-135,13 0 0,3-4 45,-7-6-225,7 6 0,-3 4 585,-13 7 89,-6 11-2088,-30-4 1,-7 0 1221,12-9 0,-2 0 237,-17 6 0,0-2 119,-1 3 0,-8-16 0,1-5 0</inkml:trace>
  <inkml:trace contextRef="#ctx0" brushRef="#br0" timeOffset="-122865.73">3916 15257 7533,'41'-8'1638,"-17"14"0,-1 6 0,3 4 0,-5 13-1876,-15 0 0,-3 10 1,-4 8-1,-3 5 1,-1 4-1,-2-1 1,0-1-1,-1-6 1,2-6-101,-4 6 1,0-7 0,-3 0-1,-1 8 338,3-13 0,0 6 0,-1 5 0,-2 2 0,0 2 0,0-1 0,-1 0 0,0-4 0,0-3 0,0-6 0,0-8 0,-12 9 0,0-11 0,-2 1 0,2-1 0,1 1 0,-1-1 0,0 1 0</inkml:trace>
  <inkml:trace contextRef="#ctx0" brushRef="#br0" timeOffset="-122448.73">4551 15753 7533,'-12'-21'3276,"6"5"-1638,28 11 0,13 4-1271,8-2 0,4-1-1460,-8 1 1,2-2 0,-1 1-1,-3 0 1,0-1 0,-3 2 954,2 0 1,-4-1 0,1-7 0,-15 4 0</inkml:trace>
  <inkml:trace contextRef="#ctx0" brushRef="#br0" timeOffset="-122315.73">4657 15963 7533,'-43'21'1638,"-1"0"0,27 12 0,42-32 0,16-8-1964,3 5 1,5 0-1,0 0 326,-6-1 0,0 1 0,0 0 0,3 0 0,1 0 0,-3 0 0,-9 2 0,1 0 0,-1 0 0</inkml:trace>
  <inkml:trace contextRef="#ctx0" brushRef="#br0" timeOffset="-119865.73">5644 15406 7533,'0'-14'3276,"0"19"-1638,0 20 0,0 10-1154,0-3 1,0 5-1,0 1-1284,0 10 0,0 2 1,0-2 799,0-6 0,0-1 0,0-1-90,0 10 0,0-5 601,0-3-870,0-22 113,0-20-1283,16-69 989,-3 37 0,3-2 1,-2 1 809,-2-13 0,2 2 179,12-3 1,-5 21 180,-19 43 89,-2 11 1,0 4-540,-2 15 1156,-5-5 1,6-4-1337,24-16-270,3-29 0,1-7 0,16-8 330,-13-2 0,2-7 0,-5 5 167,-2 1-227,1 4 0,-3 10 809,-13 32-764,-6 5 0,0 4-1619,4 6 0,-1 0 1439,-6-2 0,2-3 135,18-1 0,5-9 0,6-13 0,-2-2 0,1-1 0</inkml:trace>
  <inkml:trace contextRef="#ctx0" brushRef="#br0" timeOffset="-119531.73">6544 15604 7533,'-31'15'1092,"-1"-1"0,4 1 0,3 3 546,6 3 0,3 2-597,2 4 1,3 0-1132,1 7-90,2 2-1349,24-24 809,-12-6-809,35-23 314,-20 0 1,-1-3 765,13-10 539,-10 6 0,-2 3 2158,-10 12-2248,1 4 3276,-10 28-1065,-2 16-2346,0-14 0,4 1-3142,24 12 2702,-5-14 0,20-24 0,-13-7 1</inkml:trace>
  <inkml:trace contextRef="#ctx0" brushRef="#br0" timeOffset="-119332.73">6791 15443 9422,'33'0'3276,"-3"0"-1638,-9 11 0,1 5-957,8 15 1,-1 6-1282,-10-6 1,-1 2-1,1 1-493,5 2 1,0 1 0,-1-3 436,0 3 1,-1-5-1,11 2 1,-15-28 0</inkml:trace>
  <inkml:trace contextRef="#ctx0" brushRef="#br0" timeOffset="-119198.73">7285 15369 7533,'-28'14'1092,"1"1"0,-6 1 0,-1 6-273,12 3 0,1 6 0,-1 3 0,1-1-870,-1 0 0,1 0 0,-1 0 1,1 1-1,-2 2 0,0 0 0,1-1 1,2 0-1,0 4 0,0 0 0,1 0 1</inkml:trace>
  <inkml:trace contextRef="#ctx0" brushRef="#br0" timeOffset="-118064.73">6632 16434 7533,'-35'-5'1799,"8"4"1439,-22-5-2429,25 14 1,0 6-1,-15 13 1,0 7-391,15-5 1,3 4 0,1 1-300,2 0 0,1 1 0,7 0-1110,11 12 1,14-9-315,14-24 0,7-13 211,-2-13 1,4-10 0,-3-4 487,-6 1 0,0-2 0,-3-3 0,-2 0 1084,1-9 1,-3-1 0,-4 2 689,4-8 1,-13 19 2106,-42 61-1638,22 8 0,6 9-2113,5-8 0,3 4 0,2-4-72,4 5 1,8-5 0,14-5 0,4-9 0,10-9 0</inkml:trace>
  <inkml:trace contextRef="#ctx0" brushRef="#br0" timeOffset="-117113.73">7885 14997 7623,'-36'16'1638,"14"7"0,1 8-752,2 1 1,1 6 0,2 3-1204,6 1 1,2 3 0,2 2 0,-1 0 563,-2 0 0,-2 0 1,3 0-1,5-1-157,5 0 0,5-1 0,3-1 0,2-5 247,7 13 0,9-16-427,14-29 0,4-20-60,-11-13 0,-1-14 0,-5-5-93,-10 9 0,-3-4 0,-1-3 0,-2-1 0,-1 0 369,-1-3 0,-2-1 0,-1-1 0,-3-1 0,-3 2-72,-3 1 0,-2 0 0,-3 1 0,-1 1 0,-4 4 179,-1 1 0,-2 2 1,-4 4-1,-2 8-953,-21 1 1,1 20-920,14 28 1,5 13 1476,1 6 1,9 3-1,15 1 1,8-1-1,-2-15 1,-1 0-1</inkml:trace>
  <inkml:trace contextRef="#ctx0" brushRef="#br0" timeOffset="-116698.73">7938 15431 7533,'-20'16'3276,"12"16"-1638,18 2 0,6 5-554,-5-9 0,1 2 0,2 1-2177,5 5 1,3 0 0,-2-1-547,-5 3 1,1-2-1,14 2 1,-5-5 1026,-19-13 1,17 7-1,-23-17 1</inkml:trace>
  <inkml:trace contextRef="#ctx0" brushRef="#br0" timeOffset="-116313.73">8608 14922 7533,'-31'15'819,"1"0"0,5 15 0,2 8 0,0 5-164,6-6 0,0 5 1,0 2-1,2 2 0,1 0-129,3-4 0,1 1 0,1 1 0,1 1 0,2-1 0,1 0-1182,1 5 1,1 0-1,1 0 1,5-2 0,3-3 613,7 0 1,5-2 0,2-3 0,2-5 0,-1-3 0,3-4 0,1-6 0,16-4 0,1 1 0</inkml:trace>
  <inkml:trace contextRef="#ctx0" brushRef="#br0" timeOffset="-115746.73">9084 15145 7533,'-8'-27'3276,"-17"10"-1638,4 30 0,-3 9-1002,-12-1 1,1 5-682,9 7 0,3 3-180,-1-8 1,7 0-226,17 20 270,18-10 270,17-7 719,-6 5-539,-11 1-225,-23-10 0,-8 1-765,-11 2 1,-5-2-920,1 1 1,-1-2 1627,2-6 1,2-4 0,-1 0 0,18-11 0</inkml:trace>
  <inkml:trace contextRef="#ctx0" brushRef="#br0" timeOffset="-115530.73">9172 15728 16258,'-25'27'-570,"-1"1"0,3 3 1,-1 0 569,1-7 0,1-1 0,-11 13 0,15-25 0</inkml:trace>
  <inkml:trace contextRef="#ctx0" brushRef="#br0" timeOffset="-115146.73">9684 15294 7533,'-33'10'655,"0"-1"0,1 0 1,1 5-1,1 3 0,3 3 437,3 5 0,3 3 0,3 2 546,-5 11 0,11 0-931,14-7 1,11-6-2347,12-16 1,5-10-1,7-15 1,1-12 854,-10 2 1,-1-6-1,-4-1 454,-5 0 0,-3-1 1,-3 1 1967,0-9 0,-6 9 1638,-8 23-1103,-8 53-2533,7-9 0,6 3-1169,11-4 0,5-2 1529,-1-7 0,3-6 0,25-8 0,-13-15 0</inkml:trace>
  <inkml:trace contextRef="#ctx0" brushRef="#br0" timeOffset="-114946.73">10001 15047 7533,'41'-3'1638,"-17"16"0,-1 9 0,7 15 0,-5 9-819,-12-12 0,-2 4 0,-4 2 0,-2 1-461,-5-3 1,-2 2 0,-3 0 0,-3 1 0,-1 0-1015,-4 2 1,-5 2-1,-1-1 1,-1-1 0,2-2 357,0 2 0,1-2 0,-1-1 0,-4-3 0,-4-3 0,-4-2 0,-1-2 0,5-5 1,-2 0-1,1 0 0</inkml:trace>
  <inkml:trace contextRef="#ctx0" brushRef="#br0" timeOffset="-111861.73">2117 7871 7533,'6'11'1638,"29"9"0,20 1-983,-21-11 0,4-1 1,3-1-1,4 0 0,1 0-1065,-6-2 0,2 0 1,3 0-1,1-1 1,1 0-1,0 0 0,1-2 1,-1-1 125,-2-1 1,2 0 0,-1-2 0,2 0-1,-1-1 1,0 0 0,0-1 0,-1 0 0,-1 1 90,5-1 0,0 0 0,-2 0 0,0-1 0,1-1 1,1 0-1,1-2-68,-7-1 0,2 0 0,1-2 0,1-1 0,1 0 0,-2 0 1,0 0-1,-1 1 0,-3 0 0,-3 2-24,6-1 0,-5 1 0,-1 0 1,-1 1-1,1-1 0,3 0 249,2-2 1,3-1-1,1 0 1,0-1-1,-1 2 1,-2 1-1,-4 1 1,9 1-1,-3 3 1,-3 0-1,-2 1 1,-2 2-1,0-1 1,0 0-1</inkml:trace>
  <inkml:trace contextRef="#ctx0" brushRef="#br0" timeOffset="-109131.73">6756 6445 7533,'-38'-9'1092,"24"29"0,4 17 0,1 2-877,3-4 0,2 3 1,0 2-1,1 1-801,-1 2 0,1 2 0,-1 1 1,1 1-1,-1-1 658,-1 2 0,0 0 0,-1 0 0,1-2 0,0-4-102,1 5 0,0-5 0,1 2 277,-2-2 0,1 1 1,0 0-1,1-5 618,3 7 1,0-2-506,-2-3 0,-1 2 0,0-2-46,-2 6 1,0-3-315,1 1 0,-1-4-270,-3 1 174,23 5-174,13-27 45,-7-7 0,3 0-90,14 4 0,0-1 136,5 5 29,-11-8 0,5 0 0,-2-1 105,4-1 0,-1 0 325,6 3 1,4-1-341,-7-6 0,2-2 0,-4-1 15,-4 0 0,1-1 0,2-1 0,6-1 0,3-1 0,-4 1 45,5 0 0,-2 0 0,3 0-433,-6 0 0,3 0 0,2 0 0,-2 0 0,-3 0 523,6 0 0,-4 0 0,4 0-72,-8 0 0,4 0 0,0 1 0,1-1 0,-4-1-335,1 0 0,-2 0 0,0-1 1,3 1 271,-5 0 0,3 0 0,1-1 0,1 1 0,0 0 0,-1 0-30,0-1 0,0 0 0,0 0 0,0 0 0,-1-1 0,0 1-280,6 0 1,0 0-1,0-1 1,-2 1-1,-2-1 332,0 0 1,-3 0 0,1-1-1,1 1-13,-2 1 0,2-1 0,0 1 0,0 0 0,-1-1-9,3 0 0,-1 0 0,0 0 0,1 0 27,-6 0 0,0 1 0,1-1 0,1 1 1,2-1-104,4 1 1,2-1 0,2 1 0,1-1-1,-2 0 1,-3-1 30,-1-2 0,-2 0 0,-1 0 0,0-1 0,2 1 45,-2 2 0,1 0 0,1 0 0,-1 0 0,2-1 0,-1-1-45,4-3 0,2 0 0,1-2 0,-2 0 1,-3 1-1,-4 2 30,5-1 0,-5 1 0,5 0 90,-6 1 0,5-1 0,3-1 0,0 1 0,-1 0 0,-5 3-27,3 0 0,-4 1 1,1 2-1,3-1 12,-3 1 0,3 0 0,3 0 0,0 0 0,-1 0 0,-1-1-15,-5 1 0,-1-1 0,-1 0 0,1 0 0,0 0 0,1 1-45,5-1 0,3 1 0,0 0 0,-1 0 0,-2 0 0,-4-1 90,-2 0 0,-5-1 0,1 1 0,3-1 30,1 1 0,4 0 0,2 0 0,0 0 0,-2 1 0,-3 0 130,0 1 0,-3 1 0,0 0 1,3-1-87,0 0 1,2-1 0,3 0 0,0 0 0,0 0 0,-1 0-105,-4 2 0,0-1 0,0 1 0,0 0 0,-1 0 0,0 0 129,7-1 1,0 0-1,-1 0 1,0-1 0,0 2-163,-4-1 0,0 1 0,0 0 0,0 0 0,-1 1-36,0-1 0,0 2 0,-1-1 0,-1 0 0,-2 0-6,7 0 0,-4-1 0,3 0 37,0 2 1,3-1-1,-1 1 1,-7-1 22,2-1 0,-1 0-23,-1-2 1,6-1-1,0-1 1,-6 2-23,2 1 0,0-1 45,-3-2 0,7-1 0,3-2 0,0 1 0,-4 1 0,-5 2 0,-2 1 0,0 0 0,5-1 0,2 0 0,5-2 0,3 1 0,0 0 0,-2 0 0,-6 1 0,-2 0 0,-5 1 0,0 1 0,4 0-30,1 0 0,4 0 0,2 0 0,1 0 0,-2 1 0,-3-2 75,6 0 0,-3-1 0,0 0 0,3 0 0,-4 1 0,2 1 0,2 0 0,1 0 0,-1 0 0,-1-1 134,-2-1 1,0 0 0,-1 0 0,0-1 0,0 1 0,0 1-135,0 0 0,1 1 0,-1 0 0,-1 0 0,1 0 0,-1 0-63,4 0 0,0-1 0,0 1 0,-1 0 0,1 1-90,-1 1 0,0 1 0,1 0 0,-2 1 0,1 0 36,-4-1 0,0 1 0,-1-1 0,0 1 1,-1 0 48,5 2 1,-2-1-1,0 1 1,2 0 40,-5 1 0,2 0 0,-1 0 0,1 0 0,-2-1 126,3 1 0,0-1 1,-1 0-1,2 0-90,-3 0 0,2 0 0,0 1 0,0-1 0,-1-1-36,-3-1 0,-2 0 0,1-1 0,-1 0 0,1 0-54,1 1 0,-1-1 0,1 0 0,0 1 0,1-2-36,0 1 0,1 0 0,0-1 0,0 0 0,0 0 72,1 1 0,1-1 0,0 1 0,-2-1 0,-1 0 0,-2 1 0,-3 0 0,1-1 0,1 0 36,2-1 0,3-1 0,0-1 0,-1 1 0,-2-1-14,-2 1 1,-3-1-1,0 0 1,2 0-5,0 1 0,1-1 0,2 1 0,0-1 0,1 1-72,2 1 0,2-1 0,0 1 0,-1 0 0,-2 1 253,0 2 1,-3 0 0,0 0 0,1 1-254,-1-2 0,1 1 0,0 0 0,-1-1 0,-1 2 99,2 0 0,-3 1 0,1-1 0,0 0 92,3 0 0,1-2 0,0 1 1,-1 1-138,-4 1 0,-1 1 0,0 0 0,0 0-90,2-1 0,-1 0 0,1 0 0,-2 1 60,7 4 0,-1 1 0,0-2 30,-5-3 0,2-1 0,-2-1 0,-3 1-45,9 1 0,0 0 45,-7-4 0,4 0 0,0-1 0,-3 0 0,-3-1 0,-3 0 0,4 0-23,4 0 1,5 0-1,-1 0 1,-3 0 112,-3-2 0,-2 1 0,1-2-120,10-1 0,2-2 0,-1-2 329,-2-4 1,0-2 0,0-3-210,-8 2 0,1-1 0,0-2 0,0-2-18,-5 3 0,2-2 0,-1 0 0,-1-2 0,-4-2 40,2-5 1,-4-3-1,-1-1 1,-2-1-91,-2 1 1,-1-2-1,-2 0 1,-3-3-1,-2-7 1,-2-4-1,-3 1 1,1 4 102,1 4 0,-1 4 0,-2-4-283,-1-4 1,-2-3 0,-1-2 0,-2 3 7,-3-4 0,-3 1 0,-3-1-8,-2 6 1,-2-1 0,-3 0-1,-3 0 0,-4-1 1,-4 0 0,-3 2 0,-4 4 67,1 11 0,-2 3 0,-3 2 0,-2 2 0,-1 1-294,-6 0 0,-4 3 1,0 1-1,-1 2 1,4 1 338,3 1 0,3 2 0,-3 1 0,-6 2 107,10 2 1,-5 1 0,-4 0 0,-3 0 0,-1 1 0,0 1 0,-1 0 0,2 0 0,3 1 0,4 0-214,-8 1 0,4 1 0,3 2 0,-1-1 1,-1 0-1,-4 0 141,7-2 0,-2 1 0,-1-1 0,-2-1 0,0 1 0,0 0 0,0 1 0,1-1 0,2 2-70,-9 0 0,0 1 1,-1 0-1,2 1 1,3 0-1,3 0 1,4-1 109,-8 2 0,7-1 0,-9 1-87,14-2 1,-5 0-1,-4 0 1,-2 1-1,-3-1 1,0 0-1,1 1 1,1-1-1,3 0 45,1-1 1,2 1 0,0-1 0,1 1 0,0-1 0,-1 1-1,-2-1 1,-3 1-4,7 0 0,-2 0 0,-2 0 0,0 0 0,-1 0 0,-1 0 0,0 1 0,-1-1 0,1 0 0,-1 0 0,1-1 0,1 1-45,-1-1 0,0 0 0,1 0 0,-1 0 0,0-1 0,0 1 0,1 0 0,-1-1 0,0 1 0,0-1 1,0 1-1,-1 0 15,0-1 0,0 2 0,0-1 0,-1 0 0,1 0 0,-1 0 0,1 1 0,-1-1 0,1 0 0,0-1 0,0 1 0,-1-1 45,2 0 0,0 0 0,-1-1 0,1 0 0,-1 0 0,1 0 0,0 0 0,0 0 0,0 0 0,0 0 0,1 0 0,0 0 8,-1 0 0,1 0 0,0 0 0,0 0 1,0 0-1,1 0 0,0 0 0,-1 0 1,1 0-1,-1-1 0,0 0 32,-2 0 1,-1-1 0,0 0 0,0 0 0,-1-1 0,1 1 0,0-1 0,2 1 0,1-1 0,2 1 0,2 1-41,-6-1 0,4 1 0,2 0 0,1-1 0,0 1 0,-2 0 0,-3-1 13,0-1 0,-2 0 1,-3 0-1,-1-1 1,0 1-1,2-1 0,2 1 1,4 0-1,5 1 9,-7 1 1,8 1-1,0 0 1,-6-1 24,5-1 0,-3 0 0,-3 0 1,-2 0-1,-1 0 0,0-1 0,1 1 1,2 0-48,-2 0 0,1 0 0,0 1 0,1-1 0,0 0 0,0 1 0,1-1 0,-4 0 0,2 0 0,0 0 0,0-1 0,-2 1 0,-2-1 20,5 0 0,-1 0 0,-3 0 0,-1 0 0,0 0 0,0-1 0,1 1 0,2-1 0,3 1 57,-1 0 0,3 0 0,0 0 0,2 0 0,-1 0 0,0 0 0,-3 1-44,-1-1 1,-2 0 0,0 1 0,-1-1 0,-1 1-1,0-1 1,0 1 0,-1 0 2,7 1 0,-1-1 0,-1 1 0,1 0 0,-2-1 0,1 1 0,1 0 0,0 1 0,0-1 0,2 0-25,-4 1 0,1 0 0,1 0 1,0 0-1,1 0 0,-1 0 1,0 0-1,0 0-34,-4 0 1,0 0-1,-1 0 1,1 0-1,-1 0 1,0 0-1,1 0 1,1 0 44,1 1 1,0-1-1,0 1 1,0 0-1,1 0 1,2-1-1,1 1 1,3 0-23,-4-1 0,4 0 0,1 0 0,0 0 0,-5 1 141,1 1 0,-4 0 1,-2 0-1,-1 1 0,1 0 1,1-1-1,3 1 3,-4-2 0,3 1 0,0-1 0,0 1 0,-2 0-80,6 0 0,0 0 0,-2 1 1,0 0-1,-1-1 0,1 1 1,-1 0-78,-1-1 0,-1 1 0,0-1 0,0 1 0,0-1 0,1 1 1,1 0-3,-5 0 0,1 0 0,1 0 0,0 0 0,1 1 0,3-1-21,0 1 0,3 0 0,1 0 0,-1-1 0,-1 1 36,1-1 0,-2 0 0,0 0 0,0 0 0,2 0 0,1 0 151,-7 1 0,3 1 0,0 0 0,-3-1-92,6-1 1,-3 1 0,0-1 0,-1 0 0,1 0 0,3 0-60,-8 1 0,4 0 0,-1-1 0,-2 0 108,0 0 0,-2 0 0,-1-1 0,2 0 0,4-1 270,-5 0 1,4-1 0,-3-1-271,5 0 0,-4 0 0,-2 0 0,0 0 0,1 0 18,-1 0 0,1 1 0,-1 0 0,1 0 0,0-1 58,1 0 0,1-1 0,0 0 0,0 1 0,-1 1-110,2 3 1,-1 1 0,-1 1 0,1 1 0,2-1 0,3 0-75,1-1 0,4-1 0,0 1 0,-3 3-90,-2 3 0,-3 2 0,-1 2 0,1 2 1,4 1-731,1 4 1,3 3 0,1 0 0,0-1 773,2-3 0,0-2 1,0 1-1,3 3 1,-1 3-1,1 2 1,3 0-1,5-2 1,5 4-1,1-1 1</inkml:trace>
  <inkml:trace contextRef="#ctx0" brushRef="#br0" timeOffset="-107832.73">10636 15381 14459,'41'-7'719,"-9"7"-989,-5 0 1,5 1-278,10 2 1,0 0 0,5-3 0,-11 0 0,0 0 0</inkml:trace>
  <inkml:trace contextRef="#ctx0" brushRef="#br0" timeOffset="-107681.73">10724 15666 7533,'-19'25'3276,"3"-11"0,48-9-2595,1-12 1,4-4-1252,-6 6 0,1 1 570,3-2 0,3 0 0,-5 1 0,8 5 0,-12 0 0,1 0 0</inkml:trace>
  <inkml:trace contextRef="#ctx0" brushRef="#br0" timeOffset="-106132.73">11695 15084 7533,'-10'-7'3276,"2"12"-1965,16 36-1041,-7 1 0,0 3-90,3-1 0,0 0-180,-4-10 0,0 1 0,0-2-45,0 6 0,0-5-135,0 8 0,0-3-180,7-48-180,3-12 180,2-4 1,2-5 89,3-4 0,1-1 540,-4 4 0,1 9 629,11 19 450,-26 46-1214,-1-14 0,0 2 45,-6 2 0,6-8-270,32-23-225,0-13 1,1-8 89,2-2 0,1 0 674,5 0 1,-4 9 90,-8 20-450,-28 38-675,-1-5 1,-2 1-46,-8-12 0,6-3 630,21 3 0,7-6 0,3-13 0,3-15 0,0 1 0</inkml:trace>
  <inkml:trace contextRef="#ctx0" brushRef="#br0" timeOffset="-105831.73">12453 15381 7533,'-24'14'1638,"-1"1"0,-8 13-38,7-6 0,1 4-1106,2 1 1,5 1-495,4 19 0,-10-10-1349,40-21-1079,4-32 1348,15-10 675,-13 7 1,-1-1 44,-2-5 0,-1 2 990,10 1 1349,-13 0 809,-7 55-1259,-14 8-1889,8-7 1,2 1 44,0-8 0,0-3-2962,8 12 3174,21-24 0,-13-6 1,5-6-1</inkml:trace>
  <inkml:trace contextRef="#ctx0" brushRef="#br0" timeOffset="-105365.73">12753 15306 11850,'25'33'2159,"-5"-19"-2204,-3 17 0,-1 6-945,2-8 1,0 0-225,1 4 0,-1 0 314,-4-1 1,-1-4 899,3 3 0,-8-13 0,2-6 0</inkml:trace>
  <inkml:trace contextRef="#ctx0" brushRef="#br0" timeOffset="-105215.73">13053 15269 7533,'-38'17'819,"-1"-1"0,11 4 0,1 3 0,0 3-952,-4 8 1,0 4-1,3-1-960,5-4 1,2 0 0,2-1 694,-4 11 1,5-3 0,9-15 0,0-2 0,-8 21 0</inkml:trace>
  <inkml:trace contextRef="#ctx0" brushRef="#br0" timeOffset="-104648.73">12347 16100 7533,'-25'-10'1638,"-1"1"0,-21 13-263,9 6 0,0 6-970,12 8 0,3 3-360,-2-1 0,7-1-1484,18 7 1079,27-16-630,10-32-224,1-4 0,-1-3 944,-2-9 45,-1 3 0,-3 7 1664,-19 19 720,3-1-1035,-15 26 1,-8 7-855,-1-1 674,2 10 1,4 4-1125,11 5-450,11-8 630,16-23 0,5-10 0,-14-10 0,1-4 0,15-2 0,0 1 0</inkml:trace>
  <inkml:trace contextRef="#ctx0" brushRef="#br0" timeOffset="-104031.73">13317 14798 7533,'-17'-6'3276,"15"0"-706,35 6-2705,5 0 1,4 0-1,-3 0 0,1 0-784,-4-1 1,2-1 0,-4 0-252,-5-2 1,-2 1 1169,0 0 0,-1-1 0,16-7 0,-15 4 0</inkml:trace>
  <inkml:trace contextRef="#ctx0" brushRef="#br0" timeOffset="-103731.73">13476 14774 7533,'-45'5'3276,"18"35"-1638,13-3 0,4 7-1486,6-9 0,2 3 1,1 2-1,-2 2-26,0-4 0,0 2 0,-1 0 0,0 1 0,1 1-90,-1 1 0,0 2 0,0 0 0,1-1 0,0-1 278,0 5 1,-1-1 0,2-1 0,1-4 254,2 1 1,1-3 0,3-6-210,2-3 0,6-10 917,30-15-2042,-7-14 1,4-2 764,2 5 0,0 1 0,4-1 0,-1 4 0,-7 8 0,0 0 0</inkml:trace>
  <inkml:trace contextRef="#ctx0" brushRef="#br0" timeOffset="-102347.73">13899 15034 0,'-19'-7'2669,"3"-4"222,16 10-2441,0-5 629,25 5 1,13 2-1395,-1-3 0,4-1-142,1-1 1,5 0 0,-2-1 456,-5 1 0,-1-1 0,-3 0 0,-1-1 0,-5 0 0,9 0 0</inkml:trace>
  <inkml:trace contextRef="#ctx0" brushRef="#br0" timeOffset="-102029.73">14093 15022 0,'-29'11'1638,"0"0"0,-12 0 0,13 5 0,12 2 608,40 1-1766,-2-11 0,5-2-1605,13 1 1,0 3 249,-8 4 1,-9 6 694,-20 14 0,-12 6 599,-1-6 1,-4 2 0,-3-2 672,-3-4 0,-3-2 0,1-1 429,-5 13 0,3-6 132,7-8-1473,17-6 180,41-9-1035,-3-10 0,4-2 675,-6 1 0,2 0 0,-2 0 0,8 0 0,-4 0 0,-7 0 0,-1 0 0</inkml:trace>
  <inkml:trace contextRef="#ctx0" brushRef="#br0" timeOffset="-101464.73">14323 15728 7533,'-45'6'3148,"2"11"-2878,15-1 90,3 18-1,15-13-359,2 9-359,24-5 269,-5-11 0,23 2-270,-15-3 450,-1 11 90,-26 8-450,-7-12 0,-5-3-540,-19 4 810,3-4 0,29-29 0,16-1 0</inkml:trace>
  <inkml:trace contextRef="#ctx0" brushRef="#br0" timeOffset="-101313.73">14499 15704 10411,'-25'9'337,"-3"17"0,1 8 1,1 8-1</inkml:trace>
  <inkml:trace contextRef="#ctx0" brushRef="#br0" timeOffset="-100864.73">14817 14959 9512,'-20'45'1638,"11"-10"0,2 7-1311,4-8 1,2 5 0,0 2 0,-1-1-865,-2 0 1,-1 1-1,0 0 1,1-2-454,0 10 1,1-2-1,-2-4 990,-4 1 0,2-9 0,7-13 0,0-29 0</inkml:trace>
  <inkml:trace contextRef="#ctx0" brushRef="#br0" timeOffset="-100631.73">14799 15009 7533,'26'-31'3276,"17"11"-1515,4 31-2121,-26 5 0,-5 7-90,-7 9 1,-10 5-181,-16 6 0,-9 0-270,-2-3 1,-1-2 808,1-5 1,1-5 0,-6 3 0,25-20 0</inkml:trace>
  <inkml:trace contextRef="#ctx0" brushRef="#br0" timeOffset="-100279.73">15363 14798 7533,'-17'20'819,"-1"0"0,1 7 0,-1 5 0,2 0 97,4 1 1,3 2 0,-1 5-1298,-1 2 1,-1 8-1,1 2 1,2-2 0,3-5-430,4 1 1,5-4-1,0 1 810,-2 0 0,0 3 0,1-3 0,6-11 0,21 2 0,4-35 0</inkml:trace>
  <inkml:trace contextRef="#ctx0" brushRef="#br0" timeOffset="-99879.73">15681 15047 12840,'-29'32'-240,"-1"0"0,1 0 0,1 2 240,3 7 0,3-1 135,2-7 0,9-4 225,23-6 0,7-3-181,21 10-134,-13-18 0,0 1-315,-5 6 1,-8 3-451,-22 24 45,-8-20 1,-5-1-361,-2-4 1,-1-5 214,-20-4 1,27-19 0,9-12 0</inkml:trace>
  <inkml:trace contextRef="#ctx0" brushRef="#br0" timeOffset="-99698.73">15875 14947 7533,'-18'-7'3276,"1"18"-3404,-17 27 128,20-10 0,-1 2 0,-3-4 0,1 0 0,4-3 0,0 0 0</inkml:trace>
  <inkml:trace contextRef="#ctx0" brushRef="#br0" timeOffset="-99064.73">16122 14811 7533,'-10'-1'3276,"-6"40"-2184,10-6 0,1 7 0,-1 3-931,-1 0 0,0 3 0,0 2 0,0 0-776,2-8 1,-1 2-1,0 0 1,1-1 0,0-1-151,0 4 0,-1 0 1,2-3-1,1-2 765,2-1 0,2-4 0,-1-4 0,2 7 0,6-21 0</inkml:trace>
  <inkml:trace contextRef="#ctx0" brushRef="#br0" timeOffset="-98731.73">16369 15108 7533,'-28'-7'3276,"-5"13"-1155,6 35-2526,4-12 0,3 2 270,8 3 0,2 2-45,-5-4 0,7-4 720,31 4 180,14-9-450,2-4-450,-13 5-270,-36 13-989,-14-6 0,-3-1 1439,2 7 0,2-13 0,7-2 0,16-10 0</inkml:trace>
  <inkml:trace contextRef="#ctx0" brushRef="#br0" timeOffset="-98564.73">16510 15567 8432,'-27'12'2069,"1"17"-2069,16-12 0,-5 12 0,5-17 0</inkml:trace>
  <inkml:trace contextRef="#ctx0" brushRef="#br0" timeOffset="-98214.73">16704 15220 7533,'-37'-8'1638,"6"19"0,5 6 1638,10 10-2415,-6 17 1,5 3-1762,23-2 405,3-11 1,7-7-2294,31-26 1573,-14-16 1,-3-8 449,-5-8 1,-5-3 1123,-4 7 1,-6 1 2519,-10-2-1,-10 56-2698,8 14-810,4 3 630,17-25 0,3-5 0,2-3 0,17 0 0</inkml:trace>
  <inkml:trace contextRef="#ctx0" brushRef="#br0" timeOffset="-97681.73">17004 14885 7533,'18'-15'3276,"15"44"-1638,-17 10 0,-3 10-614,-2-5 0,-1 3 0,-3 1-1617,-6-9 1,-1 1 0,-3 0 0,-3-2 82,-6 10 0,-5-1 1,1-4 40,3-9 1,0-3 0,-2-2 0,-14 3 0,1-5 0,0 3 0</inkml:trace>
  <inkml:trace contextRef="#ctx0" brushRef="#br0" timeOffset="-91382.73">17392 14774 7892,'-20'-7'3276,"5"1"-2395,36 4 0,13-1-1556,-9-6 0,2 0 675,7 2 0,3 1 0,-4-2 0,-3-4 0,-3-1 0,-2 4 0,-1 0 0</inkml:trace>
  <inkml:trace contextRef="#ctx0" brushRef="#br0" timeOffset="-91032.73">17480 14749 7533,'-25'23'3276,"5"-2"-2235,-5 9-456,18-5 0,4 3 134,-5 20-528,8-11 0,0 4 19,-2-4 0,-1 3 0,0-4-814,-2 1 0,0 1 664,2 8 0,1 7 0,-2-4-90,-4-11 0,-1-2 0,2 1 90,3 0 0,1 0 0,-2 0 90,-3 0 0,-1-1 0,1-3 340,2-3 1,2-3 229,-4 11 359,24-4 270,19-25-1079,-9-5 0,3-3-1909,13-11 1,2-3 1328,-6 8 1,-1-1 0,-5-6 0,-2 2 0,12 10 0</inkml:trace>
  <inkml:trace contextRef="#ctx0" brushRef="#br0" timeOffset="-89229.73">17992 14873 7533,'-18'11'2428,"8"8"-1529,5 13 1,2 6-750,0-6 0,1 2 0,0 2-415,1 11 0,1 2 0,-1 0 205,-4-2 0,-1 0 0,1-2-360,4-7 0,1-2 0,-1-4-665,-3 3 0,0-15-624,4-31 1304,4-25 0,0-8 405,-3 8 0,0-1 0,3 4 0,2-2 0,0 4 0,-2 6 0,1 1 0</inkml:trace>
  <inkml:trace contextRef="#ctx0" brushRef="#br0" timeOffset="-88913.73">17974 14947 7533,'9'-36'1092,"0"1"0,2 5 0,3 6-231,21 6-861,11 29-405,-22 2 1,-3 6 44,-8 12 0,-7 5 90,-7 8 1,-8 0 313,-11 0 1,-5-4 0,6-6 0,-1-6 225,-1-10 0,1-7 180,2-5 449,16-23 361,4 13-181,24 4-1169,-8 16 0,-1 5 0,5 9-450,-2 3 1,-1 2-2340,0 6 2384,-6-18 1,2 0 494,2-2 0,-1-2 0,-4-6 0,4 5 0</inkml:trace>
  <inkml:trace contextRef="#ctx0" brushRef="#br0" timeOffset="-88198.73">18609 14737 7533,'-27'-7'1638,"5"21"0,2 10-901,7 3 0,1 5 0,0 3-869,-1 3 1,-1 5 0,0 1 0,2 0 131,1 4 0,1 0 0,2 1 0,0-2-90,1-7 0,1-2 0,2 0 0,3-1-960,6 7 1,4-1 0,3-8 502,2-12 1,3-5 0,5 4 0,-1-4 0,5-5 0</inkml:trace>
  <inkml:trace contextRef="#ctx0" brushRef="#br0" timeOffset="-87848.73">18944 14947 7533,'-43'-5'3276,"6"20"-2891,15-4 1,1 4-611,2 9 1,2 3 89,2 1 0,3 0 0,5-2 0,4-2 405,13 13 0,17-7-360,9 1 0,-25 6 0,-13-13 0,-5 1-450,-10 4 0,-4-1 540,-1-4 0,-1-2 0,-4 13 0,11-17 0</inkml:trace>
  <inkml:trace contextRef="#ctx0" brushRef="#br0" timeOffset="-87681.73">19032 15394 8702,'-25'16'3276,"5"5"-6553,-5 16 3187,15-11 0,2-3 1,8-10-1</inkml:trace>
  <inkml:trace contextRef="#ctx0" brushRef="#br0" timeOffset="-87348.73">19244 15009 7533,'-23'11'1092,"1"0"0,-5 9 0,3 4 546,8 10 0,3 2-957,-3-3 1,6-1-2301,18 16-1658,27-52 2352,-15-10 0,-1-5 880,8-1 0,-3-1 2384,-4-15 629,-12 53-2788,-10 22-1574,1-5 0,2 1 1394,3-8 0,2-1 0,3 21 0,-1-22 0</inkml:trace>
  <inkml:trace contextRef="#ctx0" brushRef="#br0" timeOffset="-87181.73">19403 15381 11850,'0'25'990,"-16"11"-1800,4 2 810,-13 1 0,15-14 0,2-14 0</inkml:trace>
  <inkml:trace contextRef="#ctx0" brushRef="#br0" timeOffset="-86815.73">19738 14972 7533,'-18'-14'3276,"-15"14"-886,4 30-2255,10-8 0,2 2-180,6 4 0,5 0 135,6 22 450,17-13-360,19-7-540,1-5-359,-10 11 179,-42 8-45,1-15 0,-4-1-494,-12-4 0,-1-3 1079,2 9 0,6-30 0,23-13 0</inkml:trace>
  <inkml:trace contextRef="#ctx0" brushRef="#br0" timeOffset="-86615.73">19897 14848 7533,'-18'-14'3276,"0"25"-1515,-7 28-1761,15-11 0,0 2 0,-2-4 0,-1-1 0,-5 16 0</inkml:trace>
  <inkml:trace contextRef="#ctx0" brushRef="#br0" timeOffset="-86282.73">20020 14724 11400,'24'41'819,"-1"1"0,-9-6 0,-2 4 0,-5 2-132,-4-2 1,-4 3 0,-3 0 0,-1 1-1508,-3 2 1,-2 2 0,-2-1 0,-1 0 813,0-7 1,-1-1-1,0 1 1,-2-3 0,0-1-1,-8 8 1,-1-3 0,0-2-1,-1-4 1,1 0-1,-1 0 1</inkml:trace>
  <inkml:trace contextRef="#ctx0" brushRef="#br0" timeOffset="-85665.73">20426 15121 7533,'-39'0'3276,"7"0"-1766,52 1 0,15-2-1870,2-4 1,3-1-631,-2 2 1,2-1-1,-1 0 990,8-4 0,-4-1 0,-11 1 0,-5 0 0,-1-3 0</inkml:trace>
  <inkml:trace contextRef="#ctx0" brushRef="#br0" timeOffset="-85498.73">20638 14873 9691,'-5'38'819,"0"1"0,4-6 0,1 3 0,1 1-982,-1 6 1,0 2 0,2 0-248,2 4 0,3 0 1,-3-3-1,-3 1 1,0-3-1,3-10 0,0 1 1</inkml:trace>
  <inkml:trace contextRef="#ctx0" brushRef="#br0" timeOffset="-85081.73">21078 14811 7533,'0'-7'3276,"0"18"-616,24 31-2165,-13-6 0,0 4-226,0 0 1,2 3 0,-2 2-484,-5-8 1,0 1-1,-3 0 1,-1 1 168,-1 2 0,-3 1 0,-1-1 0,0-1-165,0 5 0,0-3 0,-3-2 109,-5 8 1,-4-18-1519,-2-40 1214,8-26 0,8-14 405,3 7 0,4-3 0,2-2 180,-3 8 1,1-2-1,2 0 1,2 4-1,7-5 0,4 3 0,2 3-390,-4 7 0,2 3 0,2 5 210,8 4 0,0 6 0,14 1 0,-11 11 0</inkml:trace>
  <inkml:trace contextRef="#ctx0" brushRef="#br0" timeOffset="-79346.73">21149 14885 7533,'-18'-5'1709,"1"3"-180,-1-9 0,8 5-719,2-1 269,8 1 810,16 23-450,4 14-540,-6 1 1,2 7-1,-3 2-419,-5-2 0,-1 2 0,-1 0-649,5 5 0,1 1 1,-3-1 437,-5-1 1,-1-1 0,0-4 494,1-1 1,1-4-315,4-5 0,-2-4 269,-5 2-179,16-48 0,3-15-540,-9 10 0,0-3-656,3-2 1,4-7-1,2-3 1,-2 1 0,-3 5 81,-2-11 0,1 0 214,2 11 0,3-5 0,3-1 1,-3 3-1,-6 6 95,-5 0 0,0 2-828,8-5 1,5-4 0,-4 5-1478,1-9 931,-5 11 1,-2 4 1265,-2 12 1,-2-7-1,-8 15 1</inkml:trace>
  <inkml:trace contextRef="#ctx0" brushRef="#br0" timeOffset="-78831.73">21202 14749 7533,'-27'-7'3276,"9"24"-1638,12 10 0,4 6-1092,1 0 1,2 3-1367,3 0 1,3 6 0,0 0 0,-1-5 392,-4 0 0,1-1 487,4 8 0,2 6 0,-1-2-539,-2-12 0,-1-1 0,0-2 479,-4 6 0,2-3 1437,12 11-1527,1-89-330,-8 3 0,1-8 1,1 1 75,2 12 0,1 2 0,0-1 344,-1-4 0,-1 0 0,1 4 0,1 4 0,-1 5 0,6-7 0</inkml:trace>
  <inkml:trace contextRef="#ctx0" brushRef="#br0" timeOffset="-76764.73">21202 14873 8072,'-18'-14'3276,"9"-2"-3044,1 14 1477,8 2 540,0 51-1799,-1-26 0,2 1-279,2 19 0,2 6 38,-2-7 1,0 2 0,0-5-447,2-2 0,0 0 357,0 4 0,-1 4 0,3-7 105,1-11 0,1-4 224,11 20-179,-2-17 720,-3-39-810,-5 3 892,8-27-802,-5 6 0,-1-2-675,-2-3 0,0 0 115,2 0 0,1-1-790,0-1 1,0 3 117,6-2-522,-3 1 0,2-3 1484,3 5 0,1 1 0,-6 1 0,-1 1 0,6-1 0,-1 1 0</inkml:trace>
  <inkml:trace contextRef="#ctx0" brushRef="#br0" timeOffset="-76064.73">21996 14724 7533,'-38'22'1638,"13"13"0,1 13-819,11-11 0,2 5 0,1 2 0,-1 1-473,3-7 1,0 1-1,0 1 1,1 0-1,-1 0-414,-2 9 1,0 1 0,1-2-1,5-3-592,5 2 1,4-4-1,5-6 660,7-2 0,3-8 0,11 3 0,1-19 0</inkml:trace>
  <inkml:trace contextRef="#ctx0" brushRef="#br0" timeOffset="-75631.73">22401 14959 10411,'-17'-1'3276,"-9"13"-2324,15 4-773,-11 7 1,-4 5 45,7-2 0,-1 0-90,-3 1 0,-1 0 0,1-1 0,5 0-135,16 10-90,-4-20-90,38 17 90,-11-19-90,22 6-180,0 3 91,-13-9 179,-5 15 269,-25 2-179,-10-3 0,-15 6-1169,-18-9-630,4-4 360,-4-4 1439,17-11 0,16-17 0,2-3 0</inkml:trace>
  <inkml:trace contextRef="#ctx0" brushRef="#br0" timeOffset="-75414.73">22648 14798 10681,'-19'15'3276,"-5"-9"-1901,18 20 0,2 4-1824,-13-5-676,3 9 1,2 1 135,1-4 333,-1 0 1,0 1-1,2-3 1,-7 12 0</inkml:trace>
  <inkml:trace contextRef="#ctx0" brushRef="#br0" timeOffset="-74880.73">22807 14712 10051,'18'4'3276,"-1"15"-1901,-9 17 1,-6 11-1167,0-7 1,-2 5 0,-2 2-1030,-2-1 1,-2 4 0,-2 0 0,1-2 109,0-6 1,0-1-1,0 0 1,-2-1 506,0 0 1,-2-1 0,0 0-1,-1-3 225,-4 7 0,-1-3 1,-1-3-1,-1 0 0,-1-2 1,3-6-1,0 0 0,0 0 1</inkml:trace>
  <inkml:trace contextRef="#ctx0" brushRef="#br0" timeOffset="-73214.73">22983 14414 12300,'24'-7'2339,"13"2"-2160,-7 4 1,3 2-135,2-1 0,1 0-450,2-1 1,2 2-631,5 1 1,-2 1 899,-13 3 0,-1 1 450,3-2 0,-7 3 584,-15 10-359,5-11-90,-13 4-360,6-9-90,-8 3 90,8-5 359,-6 0 1,13 0-90,-13 6-270,6 6 90,0 13 90,-6 18-180,2-13 0,0 2-46,-4-6 1,0 1-15,0 18 1,0 3 209,0-14 0,0 1 0,0 2-329,0-2 0,0 3 1,0 1-1,0 0 201,-2 4 1,0 1-1,0 0 1,0 0 67,2-2 0,0 0 0,-1 0 0,0 0-46,-2-1 1,-1-1 0,0 0 0,-1-1 45,1 8 0,-2-1 0,-1-2-60,-2-3 0,-2-1 0,-4-2-319,-5-3 0,-3-3 1,-3-1-642,-1-4 0,-3-2 1,-3-3-254,-9 0 1,-4-4 0,2-1 545,0 0 1,0-3 0,-3-3 0,4-5 0,8-6 0</inkml:trace>
  <inkml:trace contextRef="#ctx0" brushRef="#br0" timeOffset="-52081.73">22207 15790 7533,'-29'0'3276,"-10"0"0,35 0 0,-12 0-2209,36-2 1,15-2-843,1-4 0,4-1-315,-2 2 0,3 0 0,-2 0 90,8-5 0,-4-1-1215,-6 4 1,-7 0 1034,-11 2 990,-50 7-630,-4 7 119,-2 2 1,-9 1 0,5 0 150,9-1 0,0-1 642,-7 0 0,-2 0 0,5-1 399,-5-2-1491,15-5-90,62 0-225,-2-4 0,4-2-180,7-1 1,0 0-46,-3 0 1,-3 0-811,6-4 1620,-22 11-90,-43-1 0,-15 2-45,-1 11 0,-4 4 194,2-9 1,-3 0 0,2 2 120,-8 12 0,4 1 944,8-12 0,11-1-584,22 2-630,22-17 44,15-2 1,7-2-765,4 1 1,0-2-406,-7-2 1,-2 1 269,-1 4 1,-15 4 134,-52 9 405,4 9 0,-3 2 720,-11 1 0,-1 1 44,9 1 1,4-1 629,3 0-180,52-23-1439,-1-2 1,5 0-1280,8-3 1,4 0 1412,7 3 0,-2 2 0,-17 4 1,-1 2-1,-1 2 0,1 1 1</inkml:trace>
  <inkml:trace contextRef="#ctx0" brushRef="#br0" timeOffset="-50731.73">22331 15741 7533,'-28'-20'3276,"-5"8"-526,13 1-1940,-5 15 89,7 3-359,1 23-630,7-14 270,2 17-90,16-24-270,-6 3 0,14-1 450,1-9 0,11 3-90,4-9 0,2-3-270,-8 4 0,-1-2 45,7-3 0,-3-2 315,-4-2 539,-25 5-539,-33 18-180,2-2 45,3 7 0,-3 3-1382,0-6 1,1 0 1516,-3 7 314,2-4 1,7-4 1934,20-9-1979,-12 8-181,32-16-179,4 3-225,8-8 0,3-2-134,2 2 1817,-5 0 0,1-3-2570,-3 1 1,-1 0 661,8 3 45,-7-2 0,-3 0 675,-13 4-180,-18 0-900,-27 1 540,3 12-1549,-5-1 1,2 2-302,9 7 1940,-7-1 0,35-8 0,16-5 0</inkml:trace>
  <inkml:trace contextRef="#ctx0" brushRef="#br0" timeOffset="-49598.73">22384 15728 7533,'-28'-7'3276,"3"-4"0,7 10-1553,8-4-1363,18 10-180,28-4-180,-5 5-360,-2-8 0,-1-2-539,-7-3 269,20 0 450,-29 2 0,-4-1 1034,-27 12 1,-11 3-315,-5-4 134,-7 9 1,1 1 45,10-7 179,-10 3 360,31-6-1079,2-3-539,24 3 179,19-5-360,4-5 225,-9 2 0,-1-1-764,16-9 719,-7 7 90,-13 0 270,-17 6 0,-16 6 270,-25 6-90,9 2 90,-11 0 0,-2 0-270,3 2 269,6-2 1,-2 1-1022,3-5 1,3-1 1291,0 5 539,-7-3-449,31-11-540,15 0 90,5-6-720,16-4 1,2-3 89,0-4-540,6-1 1,0 2-2288,-5 7 527,6-2 2750,-11 11 0,-17 0 0,1 0 0</inkml:trace>
  <inkml:trace contextRef="#ctx0" brushRef="#br0" timeOffset="-49062.73">22331 15840 7533,'-45'12'3276,"17"-5"-796,13 4-1670,54-21-900,-14 7 135,3-7 0,3-3-450,0-2 0,-3 0 405,5-7-449,8-2 808,-33 14 181,-16 8 180,-17 2-226,-5 8 1,-1 2-405,-4 5-1246,-8 0 0,7-1 1515,29-6 271,-25 3-3508,64-16 1978,-9-2 576,16-6 0,4-3 0,-17 5 0,-1 0 0,14-7 0,-1 0 0</inkml:trace>
  <inkml:trace contextRef="#ctx0" brushRef="#br0" timeOffset="-47448.73">2258 16943 7533,'-35'-6'3276,"15"5"-1946,41-2 0,13 0 199,15 3-1999,-11-1 0,11 0 0,1-1 0,-7 1 1145,0 0 0,2 0-244,-4-1 1,8-1 0,2-1 0,2 0-1,-4 1-125,-6 1 0,-1 0 0,0 1 0,0-1 0,3 1-232,1-1 1,1-1 0,2 1 0,1 0 0,-2 0 0,0 0-194,-4 2 0,0-1 0,0 1 1,-1 1-1,-1-1 0,-2 0-601,7 0 1,-1 0-1,-3 1 1,-3 0 782,-2 0 1,-2 1 0,-6 0 0,13 4 0,-27 1 0</inkml:trace>
  <inkml:trace contextRef="#ctx0" brushRef="#br0" timeOffset="-40264.73">21167 15691 7533,'-30'-19'2968,"-9"6"-1169,19 13 360,-7 18-90,33 14-1035,16-19 0,9-4-704,3-1 0,6-2 0,1-3-449,-2-6 0,1-3 0,1-2 1,0 1 118,2 1 0,0 1 0,0 0 0,-1-1-135,-3 0 0,-1-2 0,0 2 0,-2 1 161,1 3 1,-1 1 0,-4 4 647,2 4 1,-7 5 1394,7 25-450,-9 2-1439,-5-7-90,21-9-180,-9-20 0,4-4-405,6-4 1,1-3-46,6 1 0,0-1 720,-13-2 0,-2 2 731,-7 8 1,-3 5 1067,4 15-1344,-8-2 0,1 1-455,16 14-90,-5-16 0,5-4 90,2-4 0,2-5 225,8-10 0,0-5-405,-7 1 0,-2-2 0,0-4 0,-3 1 0,8-3 0,-20 14 0,1 2-3277,19-3 2457,-8-2 1,-4-6 0,-15 1 0</inkml:trace>
  <inkml:trace contextRef="#ctx0" brushRef="#br0" timeOffset="-38765.73">21149 15790 7533,'-37'6'3276,"11"0"0,34 18-1913,35-4-1003,-6-4 0,7-1-240,-3-7 0,4-2 0,0-1-319,0 0 1,1-1 0,0 0 78,2-2 0,0 0 1,-3-1 168,1-1 0,-2 0 640,-8-1 1,1 1-1,-4 1 570,-2 4 1,-1 1-751,2 0 1,3 0 0,0 1-578,-1 4 0,0 0 0,2-1-142,7-1 0,1-2 0,2-2 210,2-1 0,0-3 0,1-1-68,-8-2 1,2-1 0,-1-1-1,-3-1 667,-3 0 1,-2 0 0,0 2 524,14 0 1,-4 6-1125,-18 3 0,-1 1-1639,4-1 1,2-3 1566,6-5 1,-1-3-1,-3-2 1,-1-1-1,-3-4 1,0 0-1</inkml:trace>
  <inkml:trace contextRef="#ctx0" brushRef="#br0" timeOffset="-31281.73">14834 15704 7713,'-27'-14'3276,"-14"-3"-1515,27 16-232,-17 17-1259,29-5 359,9 11 1,9 1-1,15-9 1,9-6-330,-3 2 0,5-1 0,4-3-608,-4-4 1,5-4 0,1-1 0,0-1 0,-2 0 397,3 0 0,-1-2 0,-1 0 0,3 0 15,-7 2 0,2-1 0,1 1 0,0-1 0,-3 1 0,-3 0-43,13 0 0,-5 0 1,0 1 184,-9 2 0,0 2 1,0-1-1,-3 1 23,14 3 0,-2-2-31,-9-4 1,2-3 0,-2 1 120,9 0 0,-1 0-151,-10 1 1,1 0 0,-2 2-30,6 3 0,-3 3-581,-12 1 1,0 2 669,8-1 1,3-2 359,-3-3 1,3-3 0,1 0-121,2-2 1,1-2 0,0 1-450,-2 1 0,-1 1 0,0-2-60,-2-1 0,0-1 0,-7 1 0,-5-2-1169,7 2 0,1-2-1024,4-11 1564,8 9 629,-10-2 0,-9 11 0,-9 0 0</inkml:trace>
  <inkml:trace contextRef="#ctx0" brushRef="#br0" timeOffset="-24114.73">13988 15331 7533,'-26'-23'-540,"-1"-3"1124,5-2 1,1-3 45,5 2 0,2-1-181,0-1 1,11 4 809,31 2 1,16 8-811,-6 11 1,6 5 0,3 1-1103,-2 2 1,4 1 0,2 1-1,0 1 1,-2-1 724,-7 0 0,-1 0 0,-1 1 0,1-1 0,3 1 12,-1 0 0,2 0 0,2 0 0,1 0 0,0 0 1,-1 1-1,-1-1-175,2 1 0,1 0 1,-1 1-1,-1-1 1,-1 0-1,0-1 138,1 0 1,0-1 0,-2 0-1,1 0 1,0 1-18,2 1 1,1 0 0,1 0-1,-2 0 1,-2-1 418,3-1 1,-3-1 0,0 0 0,1-1-225,1 1 1,-1-1 0,2 0 0,1-2-401,-9 0 1,1-1 0,2-1 0,-1 0 0,-1 0 0,-3-2-47,6-1 1,-2-1-1,-2-1 1,-1-1-391,4-2 1,-3-1 0,-3-1-182,0-4 1,-5 2-1584,0 1 2368,-64 30 1,5-1-1,-3 2 1,-1 0 0</inkml:trace>
  <inkml:trace contextRef="#ctx0" brushRef="#br1" timeOffset="-23714.73">14305 15406 8823,'-35'-7'908,"0"0"1,-12 2 250,52 28-594,21-10 0,15-3 0,4 0-275,-10-2 0,3 1 0,2-2 0,2 1 1,3-1-539,-3-2 1,2-1-1,3 1 1,2-2-1,0 1 1,1-1-1,-1 0 1,-1 0 446,-1-1 0,-1 0 0,1 0 1,-1 0-1,1-1 0,-1 0 0,1 0 1,0 0-126,0 0 0,2 0 0,-1 0 0,1 0 0,-1-1 0,0 1 0,-1-1 0,-1 1 22,2-1 1,0 0-1,-1 0 1,0 0-1,-3 0 1,-1 0 0,-5 0-31,4 0 0,-5 0 0,-1 0 1,2 0-243,10-2 0,2-1 1,-2 0-1,-8 0-698,-2-2 1,-3 1 866,10 1 0,-4 5 1,-7 12-1,-27 18 0</inkml:trace>
  <inkml:trace contextRef="#ctx0" brushRef="#br0" timeOffset="-6781.73">14023 16100 7533,'-27'0'1638,"1"0"0,-11 5 1638,27 2-1913,14 6-554,23 1 1,11 1-315,0 4 0,6 0-737,-11-7 1,4 0-1,2 0 1,1-2 353,3-1 0,1 0 1,1-2-1,1 0-22,2-1 0,2-1 0,-1-2 0,0-1-45,0-3 0,1-2 0,-1-1 0,-3 1-105,4 0 0,-2 1 0,-1-1 300,2-3 0,0-1 0,-4 2-44,-10 2 0,-3 1 0,1 0-136,7-3 0,1-1 0,0 0 0,0 1 0,0-1 0,0-2-300,3-5 0,0-2 0,2 0 262,-10 4 1,2 0-1,0-1 1,-2 1-256,10-4 0,-1 0 0,0 1 203,-3 1 0,-1 1 0,-1 1 60,-5 4 0,0 0 0,-1 2-161,1-1 0,-1 0 1,1 0 40,-1 0 0,-1-1 0,0 2 90,8 1 0,0 0-30,-5-3 0,1-2 0,-4 3-15,-7 2 0,1-1-45,12-6 0,5-3 0,-4-1 45,-4 1 0,-1-1 45,1 0 0,2-2 0,-2 1 487,-3 0 1,-2 1-488,4 0 0,-1-1 150,1-1 0,-1-2-150,-6 1 0,0-2 0,0 0 0,2-3 0,-3 0 631,-2-6 0,-1-1-572,-1-1 1,1-3 0,-5 4-60,-7 5 0,-2-1 22,2-8 1,1-7 0,0-2-1,-4 4 38,-5 3 0,-4 3 0,2-2 60,4-11 0,2-3 0,-7 1 180,-8 1 0,-6 1 0,0 7-114,2 14 0,-1 1-97,-5-8 1,-2-5 0,-2 5-135,-9 4 1,-1 2 88,7-5 1,-3-1-113,-2 10 1,-7 2 0,-2-1 0,4 2 127,3 1 0,2 0 0,-3-1-248,-4 0 1,-4-1 0,0-1 0,1 3 247,-5-3 0,1 2 0,-1 2-30,-3 3 0,0 1 0,0 2 60,2 0 0,1 1 0,-3 2-135,3 4 0,-4 3 0,0 0 0,2 0 22,6 0 1,0-1-1,1 1 1,-1 0 22,-3 0 0,-1 2 0,0-1 0,-1 0-180,-4-1 0,-1-1 0,1 0 0,3 1 150,0 1 0,2-1 0,-1 1-353,4-2 1,-2 1 0,2-1 0,3 1 382,-8 1 0,2 0 90,7 0 0,0 0 0,3 0-45,8 0 0,-1 0 105,-8 1 0,-5 1 0,1 1-40,-3 2 1,0 2-81,7 0 0,-1 1 0,-1 2 0,-1 1 0,0 1 0,3 2-75,-3 7 0,1 2 75,6-4 0,0 1 0,1 2 150,-2 7 0,-1 5 112,5-4 0,-3 4 1,0 2-1,4-1-112,1 3 0,3-1 0,-1 5-406,4-4 1,-2 5 0,1 1 0,1-1 0,3-3 314,2 2 1,4-3 0,0 4 90,0 1 0,0 5 0,1-1 0,1-3-269,1-2 1,2-3 0,0 1 148,0 0 0,0 1 0,1 2 52,2-5 1,0 2-1,2-1 1,0-4-158,0 5 0,2 0 58,2-3 1,1 4 0,1 1 0,-1-5-239,-3 3 1,2-4 134,6 7 0,5-2-823,1-11 0,3-6-706,14-8 526,0-6 1,9 2 0,-1-3-547,9 0 1,0-1 545,-5-1 1,1 1 0,0-1 985,-6 0 1,-2 1 0,-2-1 0,3 2 0,-3-1 0,-1 0 0,0 0 0</inkml:trace>
  <inkml:trace contextRef="#ctx0" brushRef="#br0" timeOffset="-6048.73">16439 16026 7533,'-27'0'1092,"0"0"0,-5 0 0,5 0 2184,5 0 0,30 5 0,23 8-4369,2-7 1,6-1 0,-3 3-547,-3 4 1,-1 1 1083,12-3 1,-4-1-1,-7 3 1,-15-7 0</inkml:trace>
  <inkml:trace contextRef="#ctx0" brushRef="#br0" timeOffset="-5898.73">16457 16286 7533,'-43'25'3276,"14"-6"0,-5-1 0,32-6-1861,51-5-3034,-19-4 0,1 0 1096,13-3 1,0 0 522,-4-3 0,-3 0 0,-9 0 0,-1-1 0,3-2 0,0 0 0</inkml:trace>
  <inkml:trace contextRef="#ctx0" brushRef="#br0" timeOffset="-5747.73">16880 16075 7533,'-17'-21'3276,"-1"10"-1638,8 37 0,3 16 0,-7 2 0,2 6-2458,8-13 1,1 5 0,1 0 0,-1-2 630,-2 1 0,-1-2 0,2-1 0,2 1 0,3-1 0,0-3 0,-1-4 0,0 0 0</inkml:trace>
  <inkml:trace contextRef="#ctx0" brushRef="#br0" timeOffset="-3314.73">10707 17265 7533,'-10'0'3276,"41"0"-1245,3 0-1941,1 0 0,6 0-570,-8-1 0,2-1 0,-1 0 11,10-2 1,0 1 0,5-1 0,-2 1 0,-17 0 0,-1 0 0</inkml:trace>
  <inkml:trace contextRef="#ctx0" brushRef="#br0" timeOffset="-3164.73">10777 17662 7533,'-4'5'2698,"48"2"-2698,-14-4 0,5-1 0,0 0 0,13-1 0,0-2 0,-15-1 0,0-1 0,1 1 0</inkml:trace>
  <inkml:trace contextRef="#ctx0" brushRef="#br0" timeOffset="-2648.73">11765 17141 7533,'-10'-14'3276,"3"9"-975,7 39-2032,0-9 136,3 9 0,1 6-90,-3 1 0,0 0-226,3-7 1,0 2-665,-3 15 1,-2-4 754,1-17-666,0 10 396,0-33-90,0-13-989,24-35 270,-11 4-70,4 5 1,3-4 0,0 6 788,12-6 270,-11-3 0,1 5 812,3 25-452,-15-8 1327,-2 39 562,-16 11-2249,14 1 89,-12-10-179,26-33 0,7-11-1349,-2-10 2234,4 8 1,1 7-796,-2 20 0,-11 17-1350,-9 21-1708,8-6 2968,3-11 0,9-2 0,-3-12 0</inkml:trace>
  <inkml:trace contextRef="#ctx0" brushRef="#br0" timeOffset="-2347.73">12524 17228 8972,'-24'12'1092,"1"1"0,-3 0 0,3 4 283,8 6 0,2 2-2094,-14 16-1620,40 2-938,19-42 2397,-5-9 0,1-4 880,-1-4 0,-3-1 1799,-5-2 1477,-3 36-2055,-8 12-2300,9 8 809,3-19-3007,5-6 2457,-7-11 1,0-7 0,-1-8 0</inkml:trace>
  <inkml:trace contextRef="#ctx0" brushRef="#br0" timeOffset="-2198.73">12823 17216 7533,'44'-13'3276,"-15"6"0,12 24-3179,-18 3 0,-3 4-142,-4-4 0,0 2-1215,12 13 1,0-1 1259,2 1 0,-9-16 0,1-1 0,13 5 0</inkml:trace>
  <inkml:trace contextRef="#ctx0" brushRef="#br0" timeOffset="-2045.73">13264 17153 9781,'-43'12'3276,"14"-4"-2395,1 13 0,-1 9-1376,1 6 0,1 4-322,3-4 0,-1 3 817,0-1 0,-1 3 0,5-4 0,8-8 0,2-2 0,-9 12 0,-1-1 0</inkml:trace>
  <inkml:trace contextRef="#ctx0" brushRef="#br0" timeOffset="-1314.73">12559 17872 7533,'-29'2'1092,"1"0"0,-2 18 0,1 7 0,4-2 0,0 1 0,3 2-411,-3 8 1,7 2-637,4 6 0,12-8-944,25-19 899,-1-1-495,10-27 0,3-12-854,-2-13 0,-2-3 845,3 8 0,-3-2 234,-12 1 0,-3-3 1,0 9 3545,9 8-1965,-15 3-322,-12 40 1,-4 19-601,3-11 1,1 2 0,3 0-1483,9 3 1,5 1 0,0-3 953,-4 12 0,7-11 1,18-19-1,3-13 1,-4-19-1</inkml:trace>
  <inkml:trace contextRef="#ctx0" brushRef="#br0" timeOffset="-581.73">13653 16918 7533,'-20'-14'3276,"28"3"-2774,5 11-592,18 0 0,3 0 0,7 0-630,4 0 1,2 0 719,-9-2 0,-1-1 0,0 0 0,-2-1 0,-5-2 0,-1 0 0</inkml:trace>
  <inkml:trace contextRef="#ctx0" brushRef="#br0" timeOffset="-364.73">13776 16906 7533,'-20'27'819,"-1"0"0,1 0 0,-4-4 0,1 2-109,8 5 0,2 6 0,1 2 0,1 0-877,0 8 0,2 0 1,2 2 278,0-1 0,0 1 1,2 2-1,6-3-157,7-5 0,4-1 0,2-1 1,-1-3 74,-3-1 0,0-2 0,7-8-750,22-8 0,10-10 1,-5-6 629,-16-7 0,1-3 90,12 1 0,6-1 0,-6-2 0,-14-2 0,-1-2 0,16-1 0,0 0 0</inkml:trace>
  <inkml:trace contextRef="#ctx0" brushRef="#br0" timeOffset="1552.27">14570 16955 7533,'-8'-14'2158,"-2"3"-359,0 39-1124,5 5 0,2 7-376,5 2 1,1 5 0,0 2-538,-2-4 1,-1 3 0,1 0 0,-1-1 259,2-1 1,1 0-1,-1-1 1,-1-3-53,-2 6 0,-1-2 0,-3-9-69,-12 6-756,10-64 1,2-19 381,1 6 1,1-6 0,2-3 0,1-1-103,2 2 1,3-2 0,0-2-1,2 1 1,-1-1 735,2-1 1,0-1 0,1 0 0,1 1 0,1 3 63,0-3 0,2 1 0,1 2 0,2 6-88,6 3 0,2 4 0,-1 6-47,-4 4 0,1 9 612,9 18 0,-1 10-702,-8 1 0,-3 5-180,1 12 0,-6 6 45,-7 6 1,-10 2 194,-9-14 0,-6 0 0,1-2 714,-1 6 0,-3-4-459,-15 0 0,3-5 1124,14-8 1642,3 13-2901,43-2-1350,1-3 1,3 3 239,-5-8 1,0 1 0,1 1 519,0 2 0,-1 0 1,-3-1-1,0 5 1,-4-1-1,-6-7 0,1-1 1</inkml:trace>
  <inkml:trace contextRef="#ctx0" brushRef="#br0" timeOffset="1868.27">15275 16906 8252,'-43'19'3276,"22"0"-2269,2 9 0,0 9 0,2 3-2100,4 6 1,4 3 0,-1-1 1017,-2-8 0,-2-1 0,3 2-150,3-1 0,1 3 0,4-2 1,5-4-183,16 5 1,6-5-1033,-5-4 0,3-2 1236,3-5 1,3-6 0,13-14 0,-14 0 0</inkml:trace>
  <inkml:trace contextRef="#ctx0" brushRef="#br0" timeOffset="2285.27">15716 17116 7533,'-25'-33'3276,"5"15"-2126,-3 27 1,-3 11-1017,2 10 1,1 4-1774,-5 5 1,1 0 1331,4-4 0,3-1 307,3 13 769,32-23-1084,6-11 1,3-1-1,4 3 0,1 1 90,1-5 0,-7 4 360,-17 10 0,-10 2-45,-11-3 0,-7-1 1201,-9 3 0,-3-1-2415,6-5 0,1-4 1124,-6-4 0,25-6 0,8-6 0</inkml:trace>
  <inkml:trace contextRef="#ctx0" brushRef="#br0" timeOffset="2485.27">15857 17562 11400,'0'24'-89,"-23"13"-1486,12-12 1,0 1 1574,-16 14 0,3-11 0,15-24 0</inkml:trace>
  <inkml:trace contextRef="#ctx0" brushRef="#br0" timeOffset="2835.27">16281 17141 7533,'-40'17'1092,"-1"-1"0,4 8 0,4 5 546,6 10 0,9 4-1137,8-4 1,10-2-1402,10-12 1,7-6-1529,23-13 1528,-10-23 1,-2-9 584,-7-5 0,-4-3 1079,-3 1 1,-1 1 539,-3 2 1,-4 12 1393,-6 22-3687,8 35-585,0-5 0,1 2 1574,0 0 0,2-2 0,4-7 0,3-4 0,10 6 0</inkml:trace>
  <inkml:trace contextRef="#ctx0" brushRef="#br0" timeOffset="3135.27">16616 17562 10681,'0'31'1619,"0"12"-3868,-16 2 855,7-20 0,-1 0 1394,-10 6 0,-4-13 0,15-13 0</inkml:trace>
  <inkml:trace contextRef="#ctx0" brushRef="#br0" timeOffset="3651.27">17074 17116 10591,'-35'-7'2878,"8"7"-2878,1 24 180,13-4 0,1 4 90,1 4 0,2 2-270,-2-2 0,5 0-90,10 0 0,7-2 0,19 13-135,-4-16 0,1 2 180,-10-4 0,-5 2-315,-12 26-90,-11-23 1,-7-2-586,-12-1 1,-1-2 1034,-1 5 0,-7-15 0,29-18 0</inkml:trace>
  <inkml:trace contextRef="#ctx0" brushRef="#br0" timeOffset="3901.27">17268 17042 11850,'-13'39'-90,"-1"0"0,0-5 0,3-1 0,5-2 0,2-1 0,-4 12 1</inkml:trace>
  <inkml:trace contextRef="#ctx0" brushRef="#br0" timeOffset="4218.27">17480 16930 7533,'28'11'1638,"-10"7"0,-3 6 0,-6 15 0,-6 9-546,-1-4 0,-1 5 0,-4 1-1410,-4-8 0,-3 2 0,-2 1 0,-2 0 91,-1-4 1,-2 1 0,-1 0 0,-1-1 0,-1-3 0,0-1 0,-1-2-1,-1-1 1,-1-1 0,-2-1 0,-1 0 0,1 0 0,-1 0 0</inkml:trace>
  <inkml:trace contextRef="#ctx0" brushRef="#br0" timeOffset="15384.27">17974 17327 7533,'-20'0'3276,"20"11"-1605,28-3-1311,17 5-300,-15-10 0,5-1 0,0-2-780,12-4 0,2-3 720,-8 2 0,2-1 0,-4-2 0,0-4 0,-5-2 0,-10-1 0,1-1 0</inkml:trace>
  <inkml:trace contextRef="#ctx0" brushRef="#br0" timeOffset="15568.27">18327 17017 7533,'-26'24'1638,"12"10"0,1 7-1051,3-8 0,1 2 0,0 2-1407,2 1 1,0 4 0,1 0 0,1-3-274,1 2 1,1-2 0,0 0 1006,0 0 1,0-1 0,1-4 0,2-7-1,0-3 1,0 24 0</inkml:trace>
  <inkml:trace contextRef="#ctx0" brushRef="#br0" timeOffset="16018.27">18803 17067 9152,'0'29'819,"0"0"0,2 2 0,1 5 0,0 1-424,-3 0 0,0 3 1,0 1-1,2 0-579,2-1 0,2 2 0,0-2 0,1-1 304,0 6 0,0-1 0,7-15 935,31-21-1055,-23-30 0,-2-15 0,-1-4-225,-2 0 0,-2-4 1,0-1-1,0-1-237,-2 7 0,0 0 0,0-1 0,-1 2 0,0 2 462,4-11 0,-1 3 0,-1 4 0,3-6 0,-1 9 0,2 13 0</inkml:trace>
  <inkml:trace contextRef="#ctx0" brushRef="#br0" timeOffset="16318.27">19526 16943 7533,'-43'9'1638,"23"14"0,3 8-632,1-1 1,2 5 0,1 2-1214,1 9 1,3 3 0,2 1 266,2-3 0,1 0 0,4-2-840,3-7 0,3-2 1,2-4 779,5-1 0,4-7 0,26-2 0,-8-22 0</inkml:trace>
  <inkml:trace contextRef="#ctx0" brushRef="#br0" timeOffset="16635.27">19826 17030 7533,'-25'9'1638,"3"7"0,1 5-83,0 10 0,2 3-1735,-4 3 0,3 2-45,12-4 1,6-3-586,20 12 540,4-13 0,7-9 0,-2 1-179,-11 18 314,-9-7 0,-6 0 45,-8-10 0,-8-3-1170,-16 3 1,-4-6 1259,1-5 0,-7-7 0,33-13 0</inkml:trace>
  <inkml:trace contextRef="#ctx0" brushRef="#br0" timeOffset="16852.27">20091 16943 7533,'0'-19'3276,"-8"17"0,-2 27-2730,-6 11 1,-1 6-2186,6 4 1,0 1 1169,0-15 1,-1 0 0,2-2 0,1 6 0,0-5 0,-8 5 0</inkml:trace>
  <inkml:trace contextRef="#ctx0" brushRef="#br0" timeOffset="35018.27">13899 16187 8342,'-2'26'1638,"19"-10"0,8-3-803,12-9 1,8-5-626,-1 1 0,4 0 0,1-2-682,-12-2 0,1-2 1,0-1-1,2-1 598,0 1 0,2-2 0,1 0 0,-1 0 0,-3 1-37,5-4 1,-3 1 0,3-1 0,-3 1 0,4 0 0,2-1 0,-2 0 0,-3 0 30,5-2 0,-4 1 0,2 1-30,-5 2 0,2 0 0,1 1 0,0-1-1,-2 0 1,1 0 0,1 0 0,-1 1 0,-2 2 32,2 3 0,-2 2 1,0 0-1,1-1-10,7-2 1,1-2 0,1 1-1,-3 2 38,4 3 0,-2 3 0,-2-3-60,-11-2 0,-1 0 0,0-2 60,3 1 0,0 0 0,-3-1-106,0-2 1,-1 0 195,0-1 0,3 0 0,-2 2 398,-2 4 0,0 1-233,15-7 0,0-1-180,-3 8 0,-1 1 27,-4-5 1,0-1 16,-4 3 1,-1-1 722,-1-2 0,0 0-678,2 0 1,-1-1-180,-2 1 0,-2 0-90,-3 2 0,-3 1 833,9-3-3757,-17-4-398,-15 7 2457,-12-3 1,-17 13 0,-8 5 0</inkml:trace>
  <inkml:trace contextRef="#ctx0" brushRef="#br0" timeOffset="36785.27">20249 16869 7533,'16'-9'3276,"4"38"-1638,2 8 0,-1 7-1271,-8 0 0,-5 6-618,-4-13 0,-2 6 0,-2 2 1,-2-1-1,-2-5 221,-5 3 0,-4-4 0,-2 3-186,1 0 0,-3 5 0,-1 1 0,0-3 0,-1-6 216,-3-2 0,-1-6 0,-1-1 0,-1 4 0,-2 0 0,3-4 0,2-5 0,1 1 0</inkml:trace>
  <inkml:trace contextRef="#ctx0" brushRef="#br0" timeOffset="38551.27">20373 16559 7713,'-10'0'3276,"26"11"-706,29 2-2480,-3-3 0,4-1-135,-4 3 0,0 0-315,6-3 1,-2 1 449,-12 4 0,-5 2 269,-8 2 1,-5 2 180,8 24-270,-24-5 44,0-7 1,0 4-45,0 10 0,0 2-762,0-4 1,0 1 521,0-2 0,0 2 0,0-5-75,0-7 0,0 2 135,0 5 0,1 8 0,-1 3 0,-1-1 202,-2-1 0,0 0 1,-2 0-1,0 2-95,1-7 1,0 1 0,-1 0 0,-1-1 0,-2 0 108,-2-3 0,-2 2 0,-1-2 0,-3-3 0,-2-6-636,-8 1 0,-4-6 0,-4-4 330,-2-6 0,-4-3 0,-1-2 0,3-1 0,3-2 0,2-1 0,-1-2 0,-7-2 0,0 0 0,0 0 0</inkml:trace>
  <inkml:trace contextRef="#ctx0" brushRef="#br0" timeOffset="42302.27">18909 17835 7533,'-32'-3'1092,"-1"-1"0,2 1 0,3 1 849,1 2-502,9 5-989,18-3 584,25 6 0,15 0-554,-9-5 0,3-3 0,3 0-1078,7 2 0,5-1 0,2 1 1,-3-2 754,-7-1 0,-1 0 1,-1-1-1,2 0-67,3 0 0,1 0 0,0 0 0,-1 1 179,-2-1 1,0 1 0,-2-1 0,-1 1-180,-2 1 0,-2 0 0,2 0 164,3 1 1,3-1 0,0 0 0,-4-1 104,-3 0 1,-2-1 0,-2 0-270,11 1 0,-2 0 225,8-4 0,-10-1-135,-23 5 0,31-10-1170,-43 4 900,12-5-1259,-16-1 2245,-16 1-2425,-3 5 944,-8 3 1,-5 2-496,-15 10 1,-2 1 555,9-7 1,-1 0 163,-3 4 0,-5 3 0,3-2-317,3-3 0,0-1 617,2 2 0,-2 1 0,-2 1 105,4 0 0,-1 1 0,1 0 0,2-1 15,1 1 0,2-1 0,-2 0 142,-1 2 0,-3 0 1,-1 0-1,3-1 212,-6-2 1,2-2 0,2-1 65,8 0 0,1 0 0,0-2-256,-16 1 1,6-5 945,12-9-990,29 4 1169,-6-2-1169,16 8 989,33-3-719,-8 5 63,4 0 1,9 0 70,-6 0 1,5 0 0,2 0-1,-5 0-403,-6-2 1,-2 0 0,4 0-33,-2 1 1,6-1 0,3 0 0,0 0 0,-1 0 0,-5-1-83,0-1 1,-3-1-1,0 0 1,2-1-122,1 2 0,3-1 0,0 0 0,-1 0 0,-1 0 84,11-2 0,-2 0 0,-2 1-90,-6 2 0,-2 0 0,-2 0-168,4 1 1,-5 0-223,5 3 0,0-10 180,-33 1 67,-8-14-337,-8 9-367,-25-9-712,0 12 0,-5 2 944,-3 2 1,-2 1 69,7-1 1,-1 1 0,-2 2 334,2 5 0,-2 4 0,-1 0 1,3-1-409,0-1 1,1-1 0,-3 3 641,3 1 0,-4 2 0,-1 1 0,0 0 1,1 0 192,-1 2 0,1 1 1,0-1-1,-1-1 147,-4 0 0,-2-2 0,1 1 0,2-1 303,4 0 0,1 0 0,1-1 1,4-1-69,-13-2 1,7-3 899,7-1-1259,25-5 900,47-7-721,-5-3-280,4 7 0,11 0 0,-5 1 236,-7 0 0,3 0 112,2 2 0,7 1 1,2 0-1,-5-1-98,-6 1 1,-2 0 0,1 0-10,0 2 1,2 0 0,2 1 0,-1-1-321,3 0 0,2 0 0,-2 1 0,-4 1-115,8 2 1,-2 1 114,-8-2 0,4-1 0,0 0 0,-7 1-315,0 3 0,-3-3-1303,8-10 0,-2-4-1,4-4 2846,-27-24-2866,-25 17 1,-6 0 982,-6-12 1,0 14-1,-1 3 1,-14 1 0</inkml:trace>
  <inkml:trace contextRef="#ctx0" brushRef="#br0" timeOffset="50001.27">2840 15034 11131,'-20'5'3276,"5"13"-1155,15 25-1492,0-10 1,0 3-1,-2 3 1,4-1-450,6-1 0,7-5-180,5-9 0,5-9 0,7-11 0,1-11-270,4-20 0,-4-11 330,-15 11 0,-3-3 0,-3-2 359,0-5 1,-3-3 0,-4 2 659,-5-7 1,-8 4-406,-6 8 1,-7 7-720,-9 11 0,-3 7-1574,1 4 0,-1 5 1619,1 7 0,4 4 0,0 4 0,13 8 0</inkml:trace>
  <inkml:trace contextRef="#ctx0" brushRef="#br0" timeOffset="51919.27">21819 14538 10051,'-9'-13'3276,"1"18"-1766,2 17 1,4 10-837,1 8 1,0 4-316,-3 4 1,0 0 90,4 0 0,0-5 0,0-3-450,0-29-1529,0-54 809,3 0 0,2-6 480,0 9 0,1-1 1,1 1 239,-1 4 0,0 0 0,1 3 1638,2-10 0,0 9-1136,-1 16 307,-8 30-135,-7 22 1,-2 8-315,3 1 0,0 2-300,-2-10 0,-1 0 0,1-3-150,-2 29 0,10-61-450,10-17 315,-2-16 1,1-8-451,4-3 0,0-1 945,-3-2 0,-1 0 629,4-3 1,-8 16 989,-13 31-1169,-4 21-2327,-1 16 1,1 4 887,2-1 449,5-10 0,2-3-1529,3-16 360,0-8-90,0-30-1748,8-5 3264,10-7 0,-6 17 0,3 7 1</inkml:trace>
  <inkml:trace contextRef="#ctx0" brushRef="#br0" timeOffset="53268.27">19403 16707 7533,'-18'-14'2338,"8"-2"-629,-5 4-1349,13 3 1889,-6-2-1530,8 11 181,-8 11 89,3 18 1,0 6-630,-12 7-91,10-8 1,1 7 0,1-7 90,-5 10-45,2-6 0,0 0-46,7 2-89,-7-8-719,16-27-1100,-3-26 1,-1-10 623,14-15 385,-12 4 1,-2-4-342,4-3 0,-1 2 1195,-5 13 1,-2 2-45,5-12 0,-2 6 2159,-3 19-1530,-8 19-89,6 25-271,-9 7 1,-1 2-360,10-9 0,0 1 1392,-6 13 1,0-2-2653,8-4 1921,0-8-1111,10-50 1,4-16 224,-3 16 0,-1-3 584,2-13 1,0-7 0,0 8 449,5-4 1530,-17 5-720,-17 79-2802,7-11 1,1 6 0,0-1 984,-2 11 0,3 2 1,3-10-1,2 0 1,3-4-1,5-6 1,0 0-1</inkml:trace>
  <inkml:trace contextRef="#ctx0" brushRef="#br0" timeOffset="55201.27">18997 17909 7533,'-41'6'-1619,"2"1"1709,1 0 449,-1-7 181,20-7-180,-17 0 359,9-4 1530,2 4-1980,15 0 541,10 2 989,41 5-1080,-8 3 1,6-1-451,8-2 1,4-3 0,-2 2-832,-14 3 1,-3 0 0,3-2 605,8-4 1,5-3 0,1-2 0,-3 2 45,-4 1 0,-1 1 0,-1 0 0,0-1-136,1-2 1,-1 0 0,1 0 0,0 0 0,1 1 0,1 1 0,0 0 0,-3 2 254,5 0 1,-1 3 0,-5-1-300,-3-1 0,0 0 240,0 3 0,2 0 0,-6 0-60,7 0 269,-13 0 1,-1 0-270,3 0 90,-11 0-1,-1-5-1708,-14-2-1349,-2-11 1708,-10 10 990,0-9 0,-13 16 0,3-5 0</inkml:trace>
  <inkml:trace contextRef="#ctx0" brushRef="#br0" timeOffset="56385.27">20232 18232 7533,'-10'-7'3276,"2"1"-346,47 6-3065,-5 5 0,5 1-15,-5-1 0,3-1 1,2 1-944,5 1 1,1 1 0,-3-1 656,-2 4 0,-4-2 0,0-4 0,-7-1 0,-11 3 0</inkml:trace>
  <inkml:trace contextRef="#ctx0" brushRef="#br0" timeOffset="56535.27">20408 18381 7533,'-34'17'819,"0"0"0,0 0 0,-4 1 0,8 0 2457,14 11-2415,52-19 1,16-6-1402,-23 3 1,3-1-281,9-3 1,8-2 0,3 0 0,-6-1 632,-5 0 1,-3 0 0,1 0 0,8 1 0,1 1 0,-2 1 0,-12-1 0,0 0 0,0 1 0</inkml:trace>
  <inkml:trace contextRef="#ctx0" brushRef="#br0" timeOffset="59801.27">21555 17798 7533,'-10'-19'2069,"2"12"-720,8 52-1080,0-12 1,0 5 0,0 3-738,2-1 0,0 2 1,0 2-1,0 2 522,-1-3 0,-1 2 0,0 1 0,0-1 0,1-1 36,1 6 0,1-1 0,-1-2 0,-1-1-210,-3 3 0,-1-1 0,0-8 171,3-5 1,-2-16-817,-6-39 1,0-19 374,7-2 0,5-7 1,-1-2 64,-2 12 0,0-2 1,0-1-1,2-1 0,1 0 397,3-3 0,2-2 0,2 0 0,1 1 0,0 1 242,2-4 1,1 2 0,1 1 0,4 4-122,-1 6 0,3 2 1,1 4-1,1 6-58,16-2 0,0 16 309,-6 20 1,-5 13-670,-6 17 0,-11 7 75,-12-14 0,-6 2 1,-4-1 269,-2 2 0,-3 0 0,-5-2 209,-4-5 1,-4-2 0,0-2 659,-9 4 1,2-3 134,4-4 1,9 3-316,19 4 1,11 3-571,6-2 1,5 1 0,3 1-555,3-2 0,4 0 1,2 0-1,0 0 160,2 2 1,2 0 0,-1-1 0,-1-1 0,3 2 0,-3-3-1,0 0 1,-5-6 0,-1 0 0,0 1 0</inkml:trace>
  <inkml:trace contextRef="#ctx0" brushRef="#br0" timeOffset="60619.27">22472 18232 7533,'-10'7'3276,"34"-2"-1766,7-9 0,8-3-1780,-2 3 0,2-1 1,3 0-551,-5 0 1,1-2 0,0 1 0,0-1 734,6 1 0,-1 0 1,-3-1-1,7-2 1,-6 1-1,-16 1 0,-1 1 1</inkml:trace>
  <inkml:trace contextRef="#ctx0" brushRef="#br0" timeOffset="60788.27">22948 17835 7533,'-29'22'819,"-1"0"0,14 7 0,4 4 0,-1 4-42,-2 5 1,-2 3-1,2 2 1,3 1-1031,7-8 1,2 2 0,2 0 0,0-1 0,0-1 0,-2 5 0,1-2 0,0 0 0,3-3 0,5 3 0,0 1 0,-1-1 0</inkml:trace>
  <inkml:trace contextRef="#ctx0" brushRef="#br0" timeOffset="62068.27">23530 17934 8432,'-1'44'819,"0"0"0,1-3 0,1 3 0,0 2 0,2-1 0,1 3 0,1 0 0,1 0-423,1-3 0,1 0 0,1-1 0,0-3-7,1 9 1,0-3 0,7-20 239,20-32 1,3-22-600,-13-6 0,-3-12 0,-1-4-612,-4 12 1,-1-4-1,0-1 1,-1-1 0,0 3 581,0-5 0,-1 1 0,-1 1 0,-1 4 0,1-1 0,0 3 0,-2 5 0,0 6 0,0-1 0</inkml:trace>
  <inkml:trace contextRef="#ctx0" brushRef="#br0" timeOffset="62435.27">24112 17575 7533,'0'-19'3276,"24"6"-256,13 8-3200,-10 8 0,1 5-1259,17 11 1079,-19 12 315,-38 3 0,-8 3 989,8-9 1,-1 0-1080,-10 8 0,10-4-2923,39-2 3058,15-19 0,-14-10 0,-1-2 0,7 1 0</inkml:trace>
  <inkml:trace contextRef="#ctx0" brushRef="#br0" timeOffset="62669.27">24694 17538 0,'-24'8'1092,"-1"0"0,0 27 0,1 11-273,5-9 0,-2 4 0,1 3 0,2 3-164,4-3 0,2 2 1,2 3-1,0 0 0,1-1-990,0 1 0,0 1 0,2 1 1,1-2-1,2-1-321,3-5 1,1-1-1,2 0 1,1-3 0,1-3 506,1 4 0,3-5 1,0-2-1,6 2 0,0-7 1,1-10-1</inkml:trace>
  <inkml:trace contextRef="#ctx0" brushRef="#br0" timeOffset="63485.27">25206 17909 7533,'-27'-12'3276,"1"5"-1335,1 2-1087,0 22 1,-1 10-541,1-4 1,1 4 45,-5 11 0,5 5-315,10-6 0,10-1-45,13-5 0,8-1 45,8 2 0,4-1-225,0 0 0,-1 0 135,-1-4 0,-11 2 0,-25 5 0,-13-2-225,-5-4 0,-5-4-899,-8-2 0,-2-5 1169,9-5 0,5-7 0,11-18 0,18-6 0</inkml:trace>
  <inkml:trace contextRef="#ctx0" brushRef="#br0" timeOffset="63735.27">25435 17687 7533,'0'-21'3276,"-8"26"-1721,-1 16 0,1 8-1645,-1 6 0,-2 2-1259,-6 7 0,1-2 1349,9-12 0,2-2 0,-3 14 0,18-25 0</inkml:trace>
  <inkml:trace contextRef="#ctx0" brushRef="#br0" timeOffset="63885.27">25576 17687 9691,'-13'39'510,"-1"0"0,-3 8 0,1-1-510,6-5 0,0-2 0,-2-1 0,-1-4 0,-5 2 0</inkml:trace>
  <inkml:trace contextRef="#ctx0" brushRef="#br0" timeOffset="64135.27">25788 17599 7533,'31'-9'3276,"-15"28"-2184,-1 11 0,0 11 0,-4 1 0,-6 0 0,-5 2 0,-3 4-1654,-1-7 1,-1 4 0,-2 1 0,-2-2 0,1-3 561,-4 7 0,-1-5 0,-3 3-522,0-8 0,-2 3 1,-3 1-1,-1-1 1,-1-2 449,-3-2 0,-2-1 0,-1-1 0,0-1 0,2 0 1,-2 5-1,2-2 0,0 1 0,-2 0 0,1-6 0,-1 1 1,1-1-1,0 1 0,0-1 0</inkml:trace>
  <inkml:trace contextRef="#ctx0" brushRef="#br0" timeOffset="68352.27">23954 18591 7533,'-45'-5'989,"1"-2"-4266,17-6 2513,2 6 3072,7 2-779,8 16 950,2 8-1939,32 2 404,16-7 1,12-5-563,-14-7 0,3-3 0,3-2 1,3 1-413,-3 2 1,3-1 0,1 1 0,2 0-1,1-1 1,-1 0 131,-2 0 1,0 0 0,0-1 0,1 0 0,1 0 0,-1 0 0,0 0-137,-4 0 0,-1 1 0,1-1 1,0 0-1,0 0 0,0 0 1,-1-1-1,0 1 284,4-1 0,0 0 0,0 0 0,-1 0 0,-1-1 0,-1 0 0,-2-1-322,6-3 0,-1 0 0,-3-2 0,-2 1 1,-2 0 400,9-2 1,-4 1 0,-11-4 659,-3-20-1528,-70 21 224,-5 11 0,-8 3-435,9 0 1,-2 2-1,-3 0 454,2 1 1,-3 1-1,-2 0 1,-1 0 151,3-1 0,-1 0 0,-1 0 0,0 0 0,0 0 108,1-1 0,-1 1 0,1 0 0,0-1 0,1 0 216,3 0 0,0 0 0,0-1 0,1 0 0,2 1 403,-6 0 0,2 0 0,2 0 1,1 0-75,-1 0 1,2-1 0,3 0-1093,-9 1 1,6 0 717,13-3 0,7 0 1304,6 0-539,55 11-301,-5-9 1,7-2 0,4 0-396,-7 2 1,3-1-1,2 1 1,3-1-1,1-1-137,-5-1 1,2-2-1,2 1 1,1-2-1,1 1 1,-1-1 0,0 1-1,-1 0-203,2-1 1,-2 2 0,1-1 0,-1 0 0,1 0 0,0-1 0,1 0 123,-1 0 1,2 0 0,1-1 0,0 0 0,-1 0-1,0 0 1,-3 1 0,-2 1 29,9-1 0,-3 1 0,-2 1 0,-1-1 0,0 1 316,-3-1 0,0 1 1,-1 0-1,-2 0 0,-3 0-754,7-2 1,-4 1-1,-4-1-1219,5-2 1,-7-2 1243,-8-6 0,-19 9 0,-18 12 0</inkml:trace>
  <inkml:trace contextRef="#ctx0" brushRef="#br0" timeOffset="68869.27">26688 18368 7533,'27'-23'539,"1"-1"1,7-6 0,4 4-945,8 13 0,2 4-5,-17-3 0,0-1 1,0 2-1,17 1 1,-2 1-1,-18 0 0,1 0 1</inkml:trace>
  <inkml:trace contextRef="#ctx0" brushRef="#br0" timeOffset="69068.27">27111 17835 7533,'-26'34'819,"-1"0"0,12-5 0,3 3 0,2 4-447,1 5 1,1 4 0,3 2 0,1 0-1193,4 0 1,2 1 0,1 0 0,0-1 651,-1-6 1,1 0-1,-1-1 1,3-3 0,2 3-1,2-3 1,0-5-1,0-6 1,0 1 0</inkml:trace>
  <inkml:trace contextRef="#ctx0" brushRef="#br0" timeOffset="69568.27">27446 17848 7533,'0'8'3276,"0"41"-2184,-2-12 0,-2 6 0,2 1-1912,3-5 1,1 2 0,0 0 0,-1-2 191,-2 7 0,-2-2 0,1 2 695,3-3 0,2 1 1,-1-1-1,0-6 95,-1 2 1,-2-4-928,-4 13 1,-6-17-1035,-16-55 1304,11-16 1,3-9 547,-2 4 1,4-5-99,10 7 0,3-4 0,4-2 0,3 5 285,5 0 0,4 4 0,3-2 119,-2 3 1,3-3 0,2 2 0,1 6-31,4 1 1,3 5 0,-1 9-330,7 6 0,-5 15-250,-15 25 0,-11 12 130,-14-6 0,-10 2 1,0 0 179,-1 6 0,-1 0 0,-3-1 1032,-4-4 0,-2-1 0,2-2 546,-6 4 0,11-1-617,19-5 0,10-1-1246,11-3 0,9-3 15,-1-5 0,5 0 0,-1-2-1429,7 3 1,-2-2 1555,-1 1 1,-3-2 0,3 8 0,1 0 0</inkml:trace>
  <inkml:trace contextRef="#ctx0" brushRef="#br0" timeOffset="70101.27">27905 18393 7533,'-10'-5'3276,"41"9"-2036,9-8 0,8-2-1720,-4 3 1,2-1-1,2-1 152,-8-2 0,1-1 0,0-1 1,-3 1-1,1-1 0,-2 0 1,-3-1-1,7-4 0,0-1 1</inkml:trace>
  <inkml:trace contextRef="#ctx0" brushRef="#br0" timeOffset="70268.27">28240 17959 7533,'-18'28'819,"1"-1"0,5 10 0,4 5 0,0 3 0,1-3 0,-1 2 0,2 3 0,2 2-1038,2-5 1,3 3-1,1 2 1,0 0-1,0-3 1,-1-3-1,-2 0 1,-1-2-1,0-3 1,3 3 0,3 3-1,-1 0 1,1 1-1,0-1 1</inkml:trace>
  <inkml:trace contextRef="#ctx0" brushRef="#br0" timeOffset="71085.27">26741 18442 7533,'-20'-13'3276,"-4"-15"-526,46-14-2390,-6 12 0,5 0-696,9 3 1,6-1 0,2 3-715,1 4 1,2 2 0,-1 2 639,-5 2 0,-1 3 1,-1 2-1,7 1 0,-6 7 1,-8 8-1</inkml:trace>
  <inkml:trace contextRef="#ctx0" brushRef="#br0" timeOffset="71235.27">26864 18505 7533,'-34'6'1638,"-1"0"0,10 6 1638,50-11-3228,7-5 1,10-6-1,5 0 1,-3 0-1142,4 2 1,0 0 0,1-2 818,-10 0 1,3-2 0,1-1 0,-3 1 0,-4 1 0,-1 2 0,-3 1 0,-1-1 0,1-1 0,0 0 0,0 0 0</inkml:trace>
  <inkml:trace contextRef="#ctx0" brushRef="#br0" timeOffset="72318.27">28822 18009 0,'-8'-25'2669,"6"11"607,10 42-1670,1 3 1,2 8-1427,-2-6 0,1 6 0,1 3 0,0 1 0,-1-3-7,-2 3 0,-1 0 0,1 0 0,0 1-65,1 0 0,2 2 0,0 0 0,-1-3 0,-2-4-63,-3 13 0,2-8 224,8-7 1,1-17 516,-2-48 0,-1-21-876,4 9 0,2-3 1,-2-5-567,-5 7 1,0-3-1,-1-3 1,-1 2 0,0 2 927,0 0 0,-1 3 1,0-1-1,0-1-928,2 1 1,2-4-1,0 1 1,-2 3 0,-4 7 345,-3 0 1,0 2-1,8-3 1,3-3 0,-3 8-1,-2-1 1</inkml:trace>
  <inkml:trace contextRef="#ctx0" brushRef="#br0" timeOffset="72902.27">29369 17724 7533,'0'-31'2158,"0"0"-1258,8 10 809,9-1-1079,11 26-900,7-3-270,-15 12-989,-5 10 1349,-15-8 180,-8 20 630,-1-4 89,-1 3-629,2-4 90,24-12-270,11-6 180,-5-5-360,1 4-90,-23 7 1,0-3-181,-31 19-225,9-15 1,-3 0-226,-8 1 1,1 0 989,8-4 0,3-1 0,-10 7 0,21-15 0</inkml:trace>
  <inkml:trace contextRef="#ctx0" brushRef="#br0" timeOffset="73252.27">29986 17736 7533,'-26'20'819,"-1"0"0,4 7 0,0 6 0,1 3-42,2 2 1,2 4-1,0 2 1,1 2-1215,2-2 0,1 2 0,1 2 0,1 0 0,1-1 419,2-3 0,0 0 0,1 0 0,2-1 0,3-1-477,3 4 0,2 0 1,3-3-1,6-6 495,6-3 0,6-5 0,-1-6 0,3-5 0,1-7 0,3-12 0,-1 0 0</inkml:trace>
  <inkml:trace contextRef="#ctx0" brushRef="#br0" timeOffset="73768.27">30321 18083 7533,'-45'-7'1638,"14"16"0,3 4 1202,5 0-2615,-3 12 0,5 6-675,17 15 180,2-18 1,4 1-91,13 0 0,5-3 90,-1-3 0,1-3 225,3-4 0,-3 0 45,-2 20 180,-34 1-270,-7-9 0,-6-1-90,0-5 0,-1-3-360,-6 2 1,3-6 539,6-15 0,19-14 0,18-11 0</inkml:trace>
  <inkml:trace contextRef="#ctx0" brushRef="#br0" timeOffset="73968.27">30586 17810 7533,'-37'-1'3276,"3"14"-1785,24 29-2526,6-14 1,1 2-91,2 2 1,2-1 1124,-1 8 0,7-12 0,3-20 0</inkml:trace>
  <inkml:trace contextRef="#ctx0" brushRef="#br0" timeOffset="74118.27">30656 17860 9332,'-7'32'809,"-1"1"1,-1 4-1,-2 3-1529,0-7 1,-1 2 0,0-3 366,-2 3 0,0-4 0,5-2 1,1-7-1,0-9 0</inkml:trace>
  <inkml:trace contextRef="#ctx0" brushRef="#br0" timeOffset="74335.27">30886 17699 11131,'21'34'1092,"1"1"0,-6-13 0,-3 3 0,-1 14 0,-3 10 0,-4 0-1044,-4-10 0,-2 1 1,-2 1-1,-2 2-408,-2-1 0,-2 3 0,-1 0 1,-2 1-1,-1-1 90,1-5 0,-1 1 0,-1-1 0,-2 0 1,-1 0-1,-1-3 69,-7 5 0,-2-1 0,-2-2 0,-2-2 1,2-3-1,-3-2 0,1-2 0,-2-4 1,-1-1-1,0-8 0,0 0 0,-1 0 0,1 1 1</inkml:trace>
  <inkml:trace contextRef="#ctx0" brushRef="#br0" timeOffset="80352.27">30092 15394 7533,'-30'-14'1638,"-1"0"0,10-19-1799,42 22 1,20 3 0,-1 2 160,0-3 0,4 1-810,-3 1 0,7-1 1,0 1-1,-5 2-771,8 3 0,-2 2 1581,-10-2 0,0 0 0,-3 1 0,-4 3 0,-5 1 0,-2 4 0</inkml:trace>
  <inkml:trace contextRef="#ctx0" brushRef="#br0" timeOffset="80485.27">30374 15418 3925,'-33'14'819,"0"1"0,-1-1 0,7 0 0,5-1 2457,-3 11-2184,51-22 0,26-8 0,-1-1-894,-15 2 1,-1 0 0,4 0-505,8-2 0,5-1 0,0 0 0,-7 1 0,-1-3 0,-2 0 0,-5 4 0,1 0 0,-1 0 0</inkml:trace>
  <inkml:trace contextRef="#ctx0" brushRef="#br0" timeOffset="82001.27">31168 14885 7533,'-41'1'2788,"25"4"-539,-15-11-1889,39 12 494,19-5 1,10-1-990,4 3 0,4 0-958,3-6 1,5-2 0,-5 2-547,1 2 1,-2-1 1302,-6-3 0,0-2 0,-9 2 0,-6 4 1,13-4-1</inkml:trace>
  <inkml:trace contextRef="#ctx0" brushRef="#br0" timeOffset="82285.27">31468 14848 7533,'-40'6'1092,"-1"1"0,8 0 0,4 3-3912,1 21 3000,22-9 479,23 0 1,8 1-750,-6-6 0,1-1 180,2 0 0,1 1-695,1 7 0,-7 3-205,-20 1 1,-6 0 809,8 0 0,-4 0 300,-12 0 0,-7 2 0,-1-2 419,1-1 1,-1-2 0,1-1-672,-2 4 1,1 1 1030,-11 10 1,17-5-630,57-18-360,-21 7-855,27-18 1,10-10-329,-18-1 1,0-2 0,0-1 966,-1 2 0,1 0 1,-1-1-1,0-2 1,1 0-1,-5 0 0,-6 1 1,1 0-1</inkml:trace>
  <inkml:trace contextRef="#ctx0" brushRef="#br0" timeOffset="82852.27">31909 14861 7533,'-10'-14'3276,"2"30"0,8 2-2550,4 17 1,0 10-577,-3-6 0,-1 3 0,1-1-610,1-7 0,1-1 1,0 2 459,-2 7 0,0 4 0,-2 0 0,0-2-150,-3 2 0,-2-2 0,0 0-60,1-3 0,-1 0 0,-3-2 120,-1-2 0,-2-1 1,-1-8 89,-6-5-975,3-68 675,17 7 0,7-8 0,-1 1-232,-4 8 1,0 0-1,2-4 316,1 1 0,2-3 0,0-3 1,1 2-1,2 3 81,1 3 0,2 2 0,-1 1 0,0 0 315,1-10 0,-2 1 0,4 2 179,6-2 1,3 2 0,0 8 135,-2 10 0,1 7-136,8-1 1,-1 10-209,6 21-556,-25 13 0,-8 5 225,-14 17-225,-4-11 1,-5 0 224,-7-4 0,-1-2 405,7-7-1,-1 1-89,-12 10 0,1-2 2384,3-6-1170,1-1 1927,36 13-1749,21-12-1347,-5-6 0,3 3 0,-1-3-180,-1 0 0,1 1-870,1 5 1,2 3-1,-3-1-769,-1-1 1,-3-1 1091,1 5 1,-1-1 0,-4-8 0,-3-5 0,3 0 0</inkml:trace>
  <inkml:trace contextRef="#ctx0" brushRef="#br0" timeOffset="110985.27">31186 15865 7533,'-10'12'3276,"10"-5"-2235,25-2-1580,12-22-901,9 13 451,-11-23 989,-2 19 0,-21-10 0,4 5 0</inkml:trace>
  <inkml:trace contextRef="#ctx0" brushRef="#br0" timeOffset="111168.27">31344 15753 7533,'-17'-32'2069,"7"13"-900,2 8 360,0 49-1259,6-12 0,-9 15 0,-1 5-855,10-4 0,0-1 360,-7-9 0,2-1-225,7 13 1,8-9-2429,17-24 2878,13 0 0,-9-25 0,-5-10 0</inkml:trace>
  <inkml:trace contextRef="#ctx0" brushRef="#br0" timeOffset="111302.27">31450 15914 11490,'28'-7'-2158,"13"-4"2158,-20 10 0,5 1 0,-18 7 0</inkml:trace>
  <inkml:trace contextRef="#ctx0" brushRef="#br0" timeOffset="111452.27">31503 16013 7533,'-27'14'2608,"9"-3"-1888,18-11-2519,33-11 1349,-9 3 450,8-6 0,0-1 0,-8 0 0,17-9 0</inkml:trace>
  <inkml:trace contextRef="#ctx0" brushRef="#br0" timeOffset="111569.27">31732 15802 8792,'-17'32'1638,"3"-7"0,2 2-1522,6 8 0,0 0-971,-2-7 1,1 0 198,5 11 1,4-4-1,6-7 1,1 7 0</inkml:trace>
  <inkml:trace contextRef="#ctx0" brushRef="#br0" timeOffset="114985.27">31133 14538 7533,'-36'6'1799,"9"6"-990,9 19-944,20-7 0,4 1 315,6 16-270,10-13 0,5-3-899,12-5 719,-5-15 0,1-8 225,-11-13 0,-1-6 135,11-5 0,-2-5 225,-8-6 0,-1 2-1,10 11 1,3 5-270,6 0 0,2 5 0,-6 10 0,1 3-225,5 0 1,-2 4 358,3 16 271,-20 3 90,-25 4 359,-25-2-629,3-9 180,-7-4 0,-6-2-1,-13-4 1,0-2-796,15 2 1,-1-2 285,-2-2 0,-4-2 0,4-2-75,4-1 0,2-2-90,0 0 0,1 0 225,-14-5 0,37 7 0,23 5 0</inkml:trace>
  <inkml:trace contextRef="#ctx0" brushRef="#br0" timeOffset="119435.27">31873 14898 7982,'-19'0'1080,"-5"0"539,22 44-1529,-2-8 0,1 5-120,2-3 0,2 3 0,-1 1-17,-5 3 0,0 2 0,-1-3 17,2-6 0,1-2 0,-2-2-15,-4 3 0,0-5-225,2 2 11,7-39-326,10-19 1,3-5 314,1-10-95,-2 6 0,3-5 0,-1-1 155,-2 2 0,0-1 0,-1 1-285,4-9 0,0-1 554,-2 2 1,1-3 0,0 5 390,0 8 0,-1 3-360,0-2 0,2 3 316,0 2 0,3 7 494,25 14-900,-4-3 90,-13 11 0,-1 5-270,2 5 0,-3 3 90,8 26 90,1-5 222,-25-9 0,-8 1 588,-24 13-630,11-5 479,-9-11 1,-5 0-481,-3-2 1,-1 0 135,-2 5 0,-1 1 0,-3 1 0,4 0-270,13-8 0,4-2 404,1 5 181,38 0-181,2 2 1,3 4-360,5 6 0,1 2-403,-2-5 1,-2 2-363,-4 6 1,-3 0-965,0-13 1,-2-2 1297,-5 1 1,-1 0 188,2-4 1,-1-2 0,8 3 0,-5-3 0</inkml:trace>
  <inkml:trace contextRef="#ctx0" brushRef="#br0" timeOffset="129902.27">31150 16434 6571,'-19'-18'1638,"35"6"0,15 0-546,-2 0 0,5-1 0,5 1-1336,1 0 1,5 1 0,4 0-1,-2 0 1,-3 1 288,-5 0 0,-3 1 0,1 1 0,4-1 6,-3 1 0,3 0 1,2-1-1,2 0 1,0 1-1,-1 0 1,-2 1-483,6 0 1,-1 0 0,0 1 0,-2 0-1,1-1-225,-1 0 1,0-1-1,0 0 1,-1 0 0,-2 1 609,8-1 0,1 2 0,-5-1 1,-12-3-1,-1-13 0,-25 4 0</inkml:trace>
  <inkml:trace contextRef="#ctx0" brushRef="#br0" timeOffset="130785.27">31997 16596 7533,'-45'18'1638,"29"16"0,4 6 1202,-3 4-2630,19-6 0,7 6 0,5-6-300,5-11 0,5-3 30,-1-1 0,3 0 0,0-3-120,0-6 0,0-3 0,5-3 0,-1-5-180,-9-12 1,-1-4 359,13-8 0,1-2 0,-9 2 0,2-1-243,5-1 0,3-2 0,-2 4 243,0 5 0,1 3-38,3 2 1,3 0 0,-4 3 82,-3 0 0,-3 5 315,3 12 0,-3 4-360,-5 4 1259,-9 29 0,-18 4-1169,-2-9 315,-8-13 0,-4-4-136,-5-3 46,-6-13 0,-1-4-135,-6-5 0,-3-15 0,-2-8 45,2-6 0,-3-3-846,-1 5 1,-4-1 0,2 2 650,9 4 0,1 1 0,-2 2 180,-13 0 0,-3 3 0,5 3 225,3 3 1,3 3-256,-3-3 0,2 2-3457,-10 2 0,39 9 2981,2 21 1,8-7 0,0 7-1</inkml:trace>
  <inkml:trace contextRef="#ctx0" brushRef="#br2" timeOffset="157202.27">20867 14836 7982,'0'49'1394,"3"-22"1,2 1-946,-1 6 1,1 0-225,0-1 0,0-2-135,-1-3 0,0 1 135,0 10 0,0 2-135,1-5 0,0 1-30,-1-4 0,-1 1 0,0 0 74,-2 7 1,-2-1-45,-3-8 0,-2-4-90,-4-2-90,2-9 90,8-23-270,0-23 1,0-5 134,3 8 0,2-3 0,-1-1 0,2 0 135,2-4 0,1-1 180,3-5 0,2-2 179,2-4 1,3 0-122,-3 15 0,3-1 0,-1 1 122,0 0 0,0 0 0,1 0-121,4-2 1,0 0 0,0 1-15,1-8 0,-1 3-180,-6 7 0,1 3-90,-2 6 0,-1 3 45,-3-2 0,13 1-360,-15 1-719,-2 11-990,0-4-630,-6 9 2699,-2 14 0,-10 3 0,-8 15 0</inkml:trace>
  <inkml:trace contextRef="#ctx0" brushRef="#br2" timeOffset="158619.27">18521 16769 7533,'0'-25'-450,"0"17"1349,0 21-359,3 10 0,2 3-450,-3 17 359,2 0 1,-1 5-90,-2-6 0,-2 0-505,1-2 0,0 1 265,0-4 0,0 3 0,0-3-804,0 6 0,0-2 729,0 1 0,0 2 44,0-7 1,0 2 0,0-5-90,1-9 0,-2 1 30,0 9 0,-1 4 0,-2-4-165,-5-8 0,0-2 180,5 10 0,-4-4-314,-23-2 11,19-33-192,-6-32 360,23 3 0,6-4 60,-1 5 0,3-2 0,1-1 616,8-7 1,2-1-1,1 0-541,-7 10 0,1-1 0,-1 1 0,-1 1-45,2-2 0,0 1 0,-2 1-30,1-1 0,-2-1 0,-1 3-330,-1-1 1,0 2 269,-1 8 0,1 1-990,2-7 1,2 5 1079,9 15 0,0 3 0,-1 11 0</inkml:trace>
  <inkml:trace contextRef="#ctx0" brushRef="#br2" timeOffset="160769.27">19244 17823 6813,'-10'-7'-809,"-5"1"899,5 6-1,-24 6 91,13 1 90,-20 0 540,21-2-450,-5-5 539,7-5 540,8 3-989,2-9 899,32 4-630,-4-3 1,5-3-270,18 0 0,10 0-692,-18 4 1,4-1 0,3-1 0,-1 1 0,-2 2 196,2-1 0,-2 2 0,0 0 0,3 1 45,1 0 0,3 0 0,1 1 0,-3 1 0,-5 1 0,-2 2 0,-4 2 0,-1 1 0,14 4 0,0 0 0</inkml:trace>
  <inkml:trace contextRef="#ctx0" brushRef="#br3" timeOffset="164202.27">17692 18306 12017,'-10'6'3220,"10"1"-3737,23 2 0,11-1-225,2 0 1,4-2 161,1-1 1,5 0 0,-1-2 202,-3-2 1,1-1 0,-3-1 0,8-2-1,-4-1 1,-7-2 0,1 0 0</inkml:trace>
  <inkml:trace contextRef="#ctx0" brushRef="#br3" timeOffset="164369.27">18080 18120 9930,'-23'17'819,"1"-1"0,3 11 0,2 6 0,2 4-1150,2 3 1,1 4-1,2 2 1,0 0 56,0 1 1,1 1 0,0 0 0,0-1 0,-2-1 0,1-1 0,-1 0 0,1-3 0,1-2 0,0-1 0,0 1 0</inkml:trace>
  <inkml:trace contextRef="#ctx0" brushRef="#br2" timeOffset="167369.27">20937 17996 7533,'-19'6'899,"-5"17"-539,22 5 89,0 5 1,4 4-90,13 3 0,4 3-421,-6-4 0,0 2 0,0 3 241,-1-8 0,0 0 0,-1 2 0,-1 0-136,-3 3 1,-1 0 0,-2 0 0,-3-1 15,-4 7 0,-3-2 0,-3-2 132,-1-6 1,-2-2 0,-3-9-103,-23-7-360,30-41 0,7-11-30,5 2 0,7-4 1,1-3-241,3-4 1,3-5 0,1-1 0,0 4 246,-3 8 1,0 1 0,0 2-1,2 0-112,3 0 0,2-1 1,-1 2-1,-3 5 405,-4-4 0,1 9 0,31 10 0,-27 6 0</inkml:trace>
  <inkml:trace contextRef="#ctx0" brushRef="#br2" timeOffset="167685.27">21555 17624 7533,'-26'23'546,"-1"0"0,1 0 0,2 6 0,-1 4 0,1 2 0,1 3-158,3 3 0,0 2 0,1 3 0,2 2 1,1 0-936,2-3 1,1 3 0,0 0 0,2 0 0,3 0 0,3-1 382,1 3 1,3 0 0,4-1 0,3-1 0,5-1-384,4-7 1,5 1 0,3-1 0,1-1 0,1-4 0,-1-4 270,11 5 1,0-6 0,3-2-1,0-3 1,4-2 0,-2-2-1,-5-4 1,-4-5 0,1 1-1</inkml:trace>
  <inkml:trace contextRef="#ctx0" brushRef="#br2" timeOffset="168352.27">26106 17488 7533,'4'-29'1214,"1"0"0,11-8 225,2 54-809,1 2-90,-5 18 0,-2 11-1,-3-8 1,0 2 0,-2-1-877,-2-8 1,-1 0-1,-1 3 562,1 8 0,0 5 0,-2 2 0,-4-1 80,-4-10 1,-3-1 0,-1 1 0,-2 0 0,0-1-288,-1 1 0,0 1 0,-2-1 0,-1 0 0,-2 2-198,-1 0 0,-3 3 0,-1 0 0,-2-1 0,0-2 1,0-4-641,-6 2 1,-2-4 0,0-2 0,1-1 491,3-2 0,0-1 0,0-1 1,0-3-1,-2-2 0,0-3 1,1-2-1,-1 0 0,-1 0 1</inkml:trace>
  <inkml:trace contextRef="#ctx0" brushRef="#br2" timeOffset="171519.27">24624 9741 7533,'-18'-12'2338,"8"5"-1348,3 7-451,14 24 1,3 20-360,-1-10 0,0 6-389,-3-4 1,-1 5-1,-1 3 1,-1 0 316,-3-2 0,0 2 0,-1 0 0,-2 2 0,1 1-4,-1 0 1,-1 1 0,0 1 0,-1 1 0,0-1 0,-2-1 0,0-2 0,-1 0 0,-2-1 0,1 0 0,-1-3 0,-1-2-46,-2 6 1,0-2 0,-1-4 0,-1-6-465,-3 5 0,1-20-225,8-40 1,4-25 0,4-4 179,3 10 0,3-4 0,3-2 1,0-3-1,0 0-19,-2 4 1,0-1 0,1-3 0,0 0 0,-1 1 0,2 0 0,-1 3 326,0 1 0,1 2 1,-1 0-1,2 2 0,-1-1 1,2 0 186,1-2 0,0-1 0,1 0 0,1 2 0,0 3 0,-1 4 520,5-4 0,1 5 0,2 1-236,7-3 1,3 2 0,1 4-120,-1 7 0,0 3 0,1 9 198,11 12 1,-4 15-724,-7 16 0,-9 10 45,-12 5 0,-10 5-107,-7-5 1,-5 3-1,-5-2 467,-4-8 0,-4-2 0,-1-1-60,2 0 0,0-1 0,-3-3 30,0-6 0,-3-3 0,3-2 1578,-1 5 0,1-5 428,-10-2-169,14-3-1178,43-7 1,7 2-540,-16 4 142,23 4 1,3 7-233,-21 5 0,-6 7 0,1 0-930,4-2 1,1-1 0,0 3 19,-2-4 1,0 3 0,-2-2 0,-1-2 303,-2 9 0,2-6 516,8-14 0,1-6 0,-6-10 0,19-2 0</inkml:trace>
  <inkml:trace contextRef="#ctx0" brushRef="#br2" timeOffset="171969.27">25400 10299 6353,'-35'-5'3276,"31"3"-1119,31-3-2247,14 5-585,6-4 1,4-3-136,-4-2 1,-1-2 809,-7 1 0,0 0 0,1-2 0,-8 0 0,-14 0 0</inkml:trace>
  <inkml:trace contextRef="#ctx0" brushRef="#br2" timeOffset="172135.27">25700 9878 8432,'-15'33'819,"1"1"0,0-1 0,-5-1 0,1 2 0,5 2 0,2 5 0,1 3 0,0 1-1475,3-6 1,1 3-1,1-1 1,0 1 0,1-1 377,0 5 1,2 0-1,0-1 1,0 1-1,0 4 1,0 2-1,0-2 1,2-8-1,4-3 1,0-1-1</inkml:trace>
  <inkml:trace contextRef="#ctx0" brushRef="#br2" timeOffset="173902.27">25083 10795 7533,'-26'11'3276,"14"14"-2486,3 0 1,3 5-2051,4 7 1,4 2 1259,-2-6 0,0 0 0,0-2 0,0-3 0,0 2 0</inkml:trace>
  <inkml:trace contextRef="#ctx0" brushRef="#br2" timeOffset="175652.27">26158 9903 9871,'12'38'539,"0"0"1,0 0 0,-4 0 0,-1 2 0,-1 1 0,0 0-518,0-4 0,-1 0 1,-1 0-1,-1 4-569,-3 0 1,-2 3 0,-1 3 0,-1-1 0,1-3 0,-1-6-39,1 3 1,-1-6 0,-3 4 629,-2 7 0,-2 6 0,-3-3 0,-1-12 569,-2-14 1,-3-7-840,-4 3 0,3-11-180,11-34 0,8-16 225,7 2 0,5-5 1,3-2 245,-2 11 0,3-1 1,1 0-1,1-1 1,0 1 130,2-1 1,2 1 0,0 0 0,0 1 0,0 1-356,3-3 1,-1 0 0,0 3 0,1 2-715,6-3 1,1 4 0,-2 4 871,0-2 0,-1 6 0,-2 9 0,1 4 0,9-1 0</inkml:trace>
  <inkml:trace contextRef="#ctx0" brushRef="#br2" timeOffset="175952.27">26935 9679 7533,'-21'22'819,"0"0"0,3 10 0,0 5 0,0 5-164,2-5 0,-1 3 1,0 4-1,1 1 0,1 1-1124,4-6 1,0 2 0,1 1 0,1 1 0,0 0 0,2 0 0,0-1 134,-1 7 1,1 0 0,1 0-1,2-1 1,1 0 0,3-2-323,3 3 1,3 0-1,2-1 1,1-3 0,0-4 583,3 6 0,2-5 1,3-8-1,13-7 1,-1-10-1,-3-13 1</inkml:trace>
  <inkml:trace contextRef="#ctx0" brushRef="#br2" timeOffset="176519.27">27058 10089 7533,'-10'-27'3276,"2"48"-1638,7 10 0,2 8-1298,0-3 1,-1 4 0,0 2 0,-1 0-1161,0 3 1,-1 1 0,-1 0 0,2-2-6,0 5 1,1-2 0,-1 0 734,-3-2 0,-2-1 0,0-8 869,-4 0-1768,-7-28 629,-1-20-90,11-14 0,4-12 1,3-2 67,1 3 1,3-3 0,1-1-1,1-2 364,-1 4 0,2-1 0,0-2 0,2 1 0,0 1 305,2 0 1,0-1 0,2 0 0,1 3 0,0 2 281,5-10 1,2 3 0,1 11 15,5 12 0,-1 10-585,2 8 1304,-18 23 0,-5 9-1844,-2 6 1,-6 3 209,-5-6 0,-3 1 0,-1 2 252,3 4 0,-1 1 1,-2-4 122,-15 7 0,1-5 269,11-11 1,2-2 2961,-2 8-3068,15-24 692,0 12-181,14-1 1,3 3-1575,-5 5 1,0 3-239,1 0 1,3 3 0,-2-3-547,-1-1 1,-1-2 1392,-3 2 0,0-5 0,1-12 1,-3 4-1</inkml:trace>
  <inkml:trace contextRef="#ctx0" brushRef="#br2" timeOffset="176802.27">27411 10683 7533,'-18'-5'3148,"8"4"128,10-5-1875,26 6-1581,-12 0-1079,33 11-360,-34 14 764,-1-2 1,-6 4 1528,-19 11 1,-7 3 963,4 2 0,-2-2-398,-7-4 1,7-3-1691,34 12 450,31-33 0,-19-12 0,1-2 0,0-3 0,1 1 0</inkml:trace>
  <inkml:trace contextRef="#ctx0" brushRef="#br2" timeOffset="177619.27">27799 10299 7533,'-33'-5'3276,"27"3"-2415,-16 2-141,69 13-675,-8-9 0,3 0-135,-4 2 0,4-1-944,0-3 0,4-3 1,-3 0 1033,1-1 0,-4-1 0,-1 0 0,-3-1 0,-8-3 0,1 1 0</inkml:trace>
  <inkml:trace contextRef="#ctx0" brushRef="#br2" timeOffset="177802.27">28187 10014 7533,'-9'25'1092,"0"0"0,0 16 0,1 7-720,2-11 1,1 4 0,1 1 0,1 1-671,1 2 0,2 2 0,0 0 0,0-3 0,0 3 0,0-1 0,2-3 0,4-6 1,0 0-1,0 0 0</inkml:trace>
  <inkml:trace contextRef="#ctx0" brushRef="#br2" timeOffset="179235.27">28787 10076 6813,'0'-25'2249,"0"6"-270,0 7-1485,3 32 1,2 15-135,-1-8 0,1 5-23,-2 8 0,-1 10 1,0 2-1,1-1-654,1-6 0,0-1 1,0 0-1,0 2 371,-1-5 0,1 2 0,0 0 0,-1-1 0,0-3 6,1 8 0,-1-3 0,2-4-15,5 2 0,4-15 914,11-37-735,-10-13 1,0-9-383,-1-1 1,1-6 0,0-4 0,-1 1-498,-2 3 0,-1 0 0,-1-1 0,1-1 1,0-1 279,1 0 0,-1-1 0,1 0 0,1-1 1,-2 1-1,1 3 375,2-11 0,0 2 0,-1 2 0,1 2 0,1-3 0,-1 3 0,0 5 0,-1 4 0,-1 1 0</inkml:trace>
  <inkml:trace contextRef="#ctx0" brushRef="#br2" timeOffset="180302.27">29369 9716 7533,'-10'-20'2968,"2"3"-2788,24 28-270,11 9-180,3 6-180,-7-7 1,-5 3 134,-16 7 0,-8 3 450,-6 3 0,-4 2 269,0 1 1,-1-1-360,0-10 0,9-4-1034,43 0 989,0-25 0,2-7 0,-3 5 0,-1-2 0,0-5 0,1-1 0</inkml:trace>
  <inkml:trace contextRef="#ctx0" brushRef="#br2" timeOffset="181569.27">29739 9605 7533,'0'-19'1799,"16"6"-540,11 35-855,-4 0 1,-1 7 112,-8 5 0,-2 7 1,-2 5-1,-1-1-800,-1-7 0,-1 1 0,-1 1 0,-1 2 0,-3 1 283,-2 3 0,-2 2 0,-1 1 0,-2 1 0,-1 0 0,-2-2-272,0-2 1,-3 0 0,0-1 0,-2 0 0,-1-1-1,-1-1-58,-1-2 0,-1-1 0,-1-1 1,-1 0-1,0-2 0,-2-1 330,-4 4 0,-1-1 0,-1-2 0,0-2 0,1-3 0,-6 6 0,2-5 0,0-2 0,2-5 0,-1-1 0,1 0 0</inkml:trace>
  <inkml:trace contextRef="#ctx0" brushRef="#br2" timeOffset="182552.27">28663 11229 7533,'-10'-7'3276,"34"7"-2441,1 1 1,5-1-477,8 1 1,5-1 0,-3-1-684,1-1 1,1-3 480,-5 2 0,5-2 1,1 0-1,-5 1-247,12-3 0,-2 0-240,-8 0 0,1-2 1,-4 1 103,7 2 0,-19-1-313,-57-11 269,4 16 0,-6 4 0,-4 2 171,0-2 1,-3 1 0,-1 1 0,1 0 480,-2 3 0,-1 2 1,1-1-1,2 0 217,-5 0 1,3-2 0,7 1 1289,-9 4-990,66-23-809,1 4 0,5 2-46,6 0 1,4 0-1,-1 0 1,11-4 0,0 2-345,-13 5 0,0 0 1,0 1-61,10-4 0,-4 1-2248,3 5 1798,-31 0-1798,-53 11 1888,8-5 1,-3 1 719,-5 5 0,0 1 0,9-3 0,5 0 0,2 7 0</inkml:trace>
  <inkml:trace contextRef="#ctx0" brushRef="#br2" timeOffset="184171.27">28416 9989 8522,'22'43'659,"-1"0"1,-10-14 0,0 2-450,4 7 0,3 3 0,-4 0-455,-8-6 1,-2-1 0,0 3 176,2 4 1,2 4 0,-1 0-1,-3-4 68,-2-1 0,-3-3 0,0 1-30,0 7 0,-2 1 0,-3-5 30,-6-6 0,-1-4 45,4-3 0,-2-4 541,-14 10-766,15-73 180,2 13-144,10-3 0,4-8 0,2-1 54,2-3 0,3-2 0,-1 2-222,-2 6 0,0 0 0,1-1 289,4-3 1,1-3-1,1 1 1,0 3-158,1 3 0,0 4 0,1-1-184,2-1 1,0 0 0,2 2 363,0 2 0,0 2 0,-1 5 0,16-2 0,-5 13 0</inkml:trace>
  <inkml:trace contextRef="#ctx0" brushRef="#br2" timeOffset="186769.27">24800 11960 0,'-25'0'1109,"-1"0"1,3 5 2166,15 2-3244,27 0 1,15-1-933,10 1 1,2-2 899,-3-1 0,-2-1 0,-4 2 0,-5 1 0,1 1 0</inkml:trace>
  <inkml:trace contextRef="#ctx0" brushRef="#br2" timeOffset="186902.27">24818 12295 7533,'-35'27'3276,"31"2"-4915,35-5 1,12-4 1335,-14-6 0,3-3 1,7-4-1,6-2 0,-6 0 1,-7-2-1,-1 1 0</inkml:trace>
  <inkml:trace contextRef="#ctx0" brushRef="#br2" timeOffset="191185.27">25523 11848 9512,'-7'31'1638,"5"1"0,2 6-1231,-1-2 0,1 4 0,1 3-830,-1-1 1,1 3-1,0 2 1,-1 0 458,-1-7 0,-1 1 0,1 0 0,-1 0 0,0-1-59,0 4 1,0 1-1,-1-3 1,-2-3 293,-3 4 0,-1-4 0,1-21-1531,-2-35 600,8-14 1,6-14 0,2-4 112,-1 12 1,3-3 0,0-2 0,2-1 0,0-1 0,0 2 446,0-1 1,0 1-1,1-1 1,0 0-1,1 1 1,0 0 476,3-7 1,1-1 0,0 1 0,0 3 0,2 5 71,4-7 1,0 5 0,2 11 314,0 14 1,-3 13-255,-4 26 0,-6 14-870,-7-2 0,-5 4 1,-2 1-31,-5 5 0,-4 2 0,-4-1 296,-2-3 0,-4 0 1,0-3 602,0-7 1,0-2 0,1-3 1128,-4 0 0,5-3 1638,12 0-1861,36 6-1595,-10-6 0,1 3-1169,3 13 0,-1 4-290,-6 4 1,-3 1 1293,1-11 0,0-3 1,-5-5-1,1-5 0,9-7 1</inkml:trace>
  <inkml:trace contextRef="#ctx0" brushRef="#br2" timeOffset="191352.27">26017 12369 12120,'-5'43'1092,"1"0"0,-1 7 0,2-1-709,2-11 1,2-2-1,-1 1 1,0-4-1,0-2 1</inkml:trace>
  <inkml:trace contextRef="#ctx0" brushRef="#br2" timeOffset="192769.27">26335 12183 7533,'-26'-12'0,"15"5"3276,-5-4 0,39 10-204,-1-5-2892,8 8 0,8 3 0,0-1-1260,7 0 1,0 0-14,-4 1 1,3-1 0,-6 0 542,-4-1 0,-5-1 0,10-2 0,-29 0 1</inkml:trace>
  <inkml:trace contextRef="#ctx0" brushRef="#br2" timeOffset="192936.27">26617 11985 7533,'-16'-8'3276,"12"42"-1638,-10 8 0,-3 9-1163,12-15 1,3 2 0,0 1 0,-1 0-804,-1 1 0,-1 1 0,1-1 1,0-1-1,0 5 0,2-2 1,0-3-1,2 5 0,0 0 1</inkml:trace>
  <inkml:trace contextRef="#ctx0" brushRef="#br2" timeOffset="194169.27">27058 11898 7533,'0'-13'3276,"8"7"-166,10 46-2481,-5-5 1,1 5-270,-4-1 0,-1 4 0,-1 1-399,-2-8 1,0 2-1,-2 0 1,-2 0 127,-3 2 1,-3 1 0,-1-1 0,-1 0-180,-1 8 0,-2-1 1,-4-3-271,-5-4 0,-3-2 0,-1-4 16,0-1 0,-3-10-466,-2-15 1,3-10 719,5-37 404,11 4 1,8-4-45,7 5 0,5-1 0,2-1-174,2-5 1,2-1-1,3 0 84,-1 7 0,3 1 0,0-1 0,-1 1-180,3-9 0,-1 1 0,2 2-316,-1 6 0,1 2 0,-1 4-944,2 0 1,-1 6 1259,11 0 0,-3 33 0,-17 3 0</inkml:trace>
  <inkml:trace contextRef="#ctx0" brushRef="#br2" timeOffset="195169.27">27570 11861 0,'0'-14'600,"7"-2"2676,-5 9 0,14 39-2048,-13 4 0,-4 9-846,0-5 0,-1 5 1,0 3-1,-1-2-7,1-5 0,-1 0 0,0 0 1,-1 4-316,0-3 0,-1 5 0,-1 1 0,0-1 0,0-2 0,0-6-270,-1 5 0,1-6 0,0 2-180,0 10 0,1 1 1,-2-13 847,-9-16-1403,13-45 1,4-16 344,0 3 1,2-5-1,1-2 681,1 6 1,1-3-1,1-1 1,1-1-1,1 1-63,3-2 0,1 0 0,2 1 0,0 0 0,1 1 319,3-5 0,1 0 1,1 2-1,1 5 292,4-1 1,1 3 0,1 11 179,4 9 1,-4 14 122,0 42-752,-24-5 0,-8 4-450,-8-1 0,-7 3 1,-1-3-91,-8 2 0,-3-2 330,5-8 0,-1 1 0,2-7 1379,-13 4 1927,23 0-1131,32 4-1831,-7-8 1,0 4-1408,1 3 1,0 4 0,0-1-547,3 11 1,0-1 1091,-1-1 1,1-3 0,-1-13 0,0-5 0,4-3 0</inkml:trace>
  <inkml:trace contextRef="#ctx0" brushRef="#br2" timeOffset="195418.27">27922 12605 7533,'0'-14'3276,"24"8"0,-3 13-2902,15 17-1139,-31 0 1,-8 5 1573,-9 4 1,-4 0 89,1 6 1,-1-2-271,-6-10 1,11-4-630,36-3 0,12-6 0,4-5 0,-7-6 0,-1 1 0,0 0 0</inkml:trace>
  <inkml:trace contextRef="#ctx0" brushRef="#br2" timeOffset="195902.27">28310 12344 7533,'-2'-12'3276,"36"11"-2351,3 9 1,6 1-1346,-8-5 0,2-1 0,1 2 10,1 2 0,0 3 1,-1-6-1,3-7 1,-2-5-1,-10 1 0,1 1 1</inkml:trace>
  <inkml:trace contextRef="#ctx0" brushRef="#br2" timeOffset="196052.27">28646 12009 10501,'-13'47'819,"0"-1"0,4-11 0,0 1 0,0 4-395,1-3 0,1 4 0,0 2 1,0-1-1,0-4-1517,0 8 1,1-3 0,0 1 682,-1 4 0,1 1 1,3-7-1,6-13 1,2-3-1,0-1 0,0 0 1</inkml:trace>
  <inkml:trace contextRef="#ctx0" brushRef="#br2" timeOffset="196819.27">29122 12171 7533,'0'-50'3276,"15"23"-1695,21 38-772,-15 24 1,-3 15-653,-6-14 1,1 4-1,-3 3 1,-2 1-581,-4-4 0,-3 2 1,-1 0-1,-1 1 1,-1-1 489,-1 8 1,0 0-1,-3-1 1,-2-1-113,-2-1 0,-3 0 0,-1-3 0,-1-7 296,-8 3 0,-2-17-431,-10-37 210,30-12 0,10-11 0,3-4-224,1 5 0,4-4 0,2-1 0,1 0 0,0 3-54,2-1 1,1 2 0,1 0 0,1 2-338,0-2 0,0 0 1,2 2-1,0 6-508,6 5 1,0 4 0,-4 5 1079,0-5 0,22 4 1,-37 9-1</inkml:trace>
  <inkml:trace contextRef="#ctx0" brushRef="#br2" timeOffset="197119.27">29580 11898 7533,'-2'-43'3276,"20"16"-1155,19 15-2391,1 31 45,-22 6 0,-7 5 0,-14 7 0,-6 2 0,2-1 1,-3 1 763,-9-1 1,7-3-1350,27-2-539,34-27 1349,-14-9 0,1-4 0,1-5 0,-1 0 0,9 0 0</inkml:trace>
  <inkml:trace contextRef="#ctx0" brushRef="#br2" timeOffset="197669.27">30004 12072 7533,'-10'20'3276,"-6"-7"-2184,9 16 0,2 15 0,0 1-639,-3-6 0,-1 1 1,0 3-1,-1 1-912,2-1 1,-2 2-1,1 1 1,0 0 0,0-1 422,2-1 0,-1 1 0,1-2 0,0-1 0,-1-2-354,-3 11 0,-1-4 0,2-10-1003,0-6-46,2-71 1124,12 4 0,7-11 1,1-4-1,0 2-269,-2 6 0,-1 0 0,2 0 0,0-1 494,1 1 0,2-2 0,0 0 0,1 0 0,1 2 745,1 4 0,2-1 1,0 1-1,0 4 0,-1 4 585,8-11 1,1 8-882,8 4 1,-3 16-360,-15 35-270,-15 16 0,-9 15 1,-3-6-136,-3-12 0,-4-1-77,-2 10 1,-2 4 0,0-7 391,6-15 1,-1-5 808,-10-2 1,5-2 2068,17 8 488,4 2-2501,8 3 1,4 1-507,7 7-1753,-2 7 0,-2 3-155,-9-13 1,-1 0-1,8 8 1,0-2 1545,-4-10 1,0-4 0,0 3-1,-1-17 1</inkml:trace>
  <inkml:trace contextRef="#ctx0" brushRef="#br2" timeOffset="197986.27">30251 12754 7533,'15'-21'3276,"-3"4"0,29 23-2542,-27 1-2354,10 10 631,-32 6 0,-8 1 1888,-6 13 585,-3-4 0,-1-1 585,5 1-1709,5-8 360,42-9-630,3-8-180,6 9-1260,-40 19 901,-25 4 449,-3-11 0,-4-3 0,8-8 0,1-3 0,-2 0 0,1-1 0</inkml:trace>
  <inkml:trace contextRef="#ctx0" brushRef="#br2" timeOffset="198486.27">30586 12456 7533,'-33'0'3276,"29"-5"-1856,38 0 0,18 2-1375,-25 0 0,1 0-465,7-1 0,5 0 1,-4 1-76,-6 0 0,-1-1 495,16-7 0,-2-2 0,4-2 0,-15-8 0</inkml:trace>
  <inkml:trace contextRef="#ctx0" brushRef="#br2" timeOffset="198669.27">30903 12109 8972,'-17'39'819,"-1"0"0,3 0 0,0 2 0,2 2 41,2-1 1,2 0 0,0 3-1086,-1 1 0,1 3 0,1 1 0,1-5-765,3-1 1,1-3 0,0 0 989,0 2 0,0 1 0,2-3 0,3 7 0,3-7 0,5 0 0</inkml:trace>
  <inkml:trace contextRef="#ctx0" brushRef="#br2" timeOffset="199185.27">31327 12196 7533,'0'-20'3276,"0"8"0,23 50-2595,-11 2 1,-2 9-368,-3-12 1,1 5 0,-1 2 0,-2 1-563,-2-6 1,-2 1 0,-1 1-1,-2 0 1,0 0 337,-2 9 0,-1 0 0,-3-1 0,-2-2-90,-3-7 0,-2 0 0,-1-3 0,-1-6-388,-8 8 0,1-20-377,7-35 1,7-16 651,10-1 1,9-9 0,3-2-1,2 1-202,-2 6 1,2 0-1,1 0 1,1-1-1,1 1 297,2-6 0,2-1 0,0 0 0,1 1 0,1 5-747,3 1 1,1 3-1,0 2 1,-1 2 764,2-1 0,-1 1 0,0 5 0,8-2 0,-1 7 0,9 2 0</inkml:trace>
  <inkml:trace contextRef="#ctx0" brushRef="#br2" timeOffset="200702.27">31821 11923 7623,'-20'-6'3276,"4"5"-1065,40-4-1312,-3 5-449,22 5-450,-7 2-270,-17 11-270,-19 6 540,-11-3 0,-5 1 495,1 1 0,1 0-181,-2 2 1,6-1 225,26 14-225,1-20 0,3-1-315,19 10 0,-6 8-450,-56-3-675,4-16 1,-1 0-45,-19 8 513,10-14 1,3-2-1,12-1 1,-19-1 0</inkml:trace>
  <inkml:trace contextRef="#ctx0" brushRef="#br2" timeOffset="201952.27">32209 12282 7533,'0'-19'270,"0"1"2788,-8 11-720,14 46-1663,-8-1 0,-2 7-496,2-11 1,1 3 0,-1 2 0,-1 1-472,-2 3 0,-1 2 0,-2-1 1,-1 0 336,0-3 0,-2 0 0,-1-2 0,-1-2-225,-1 4 0,-1-2 0,-1-7 35,-1-6 0,-1-9-35,0-15-630,17-36 1,10-17 59,5 9 0,4-2 1,1-4 252,-5 8 0,0-2 0,0-3 0,2 1 0,1 2 479,1 1 0,2 2 0,0 0 0,1 1 0,-2 1 310,-1-4 0,0 1 1,0 3-1,0 7 742,9-3 1,-3 18-45,-6 47-1170,-18 6 0,-8 6 0,-1-8 0,-3 0 0,-2 0-90,-1-5 0,0 0 1,-2-4 818,-10 6 0,1-5 1790,-2 1-810,20-11-810,18 23-1484,-1-11 1,0 4 584,-4 6 0,0 2-1459,7 0 1,-1-3 1333,-10-11 0,2-5 1,21 6-1,-15-23 0</inkml:trace>
  <inkml:trace contextRef="#ctx0" brushRef="#br2" timeOffset="202119.27">32420 12729 9512,'0'34'3276,"16"0"-2756,-4-8 1,3-2-2160,11-6 1,1-4-572,13 3 1390,1-17 1,-24-6 0,1-7 0</inkml:trace>
  <inkml:trace contextRef="#ctx0" brushRef="#br2" timeOffset="202235.27">32632 12704 7533,'-30'28'1092,"-1"0"0,-1 5 0,1 7-818,16-4 1,1 5-1,1 1 1,1-4 0,-4-3-1,1-3 1,2 2-1,5 6 1,-1 0 0,1 1-1</inkml:trace>
  <inkml:trace contextRef="#ctx0" brushRef="#br2" timeOffset="202802.27">27058 14216 7533,'-22'5'3276,"32"2"-3889,16-1 1,12-2 0,0-1 612,-2-2 0,0-1 0,0 0 0,3 0 0,1 0 0,-3-1 0,0-5 0,0 0 0</inkml:trace>
  <inkml:trace contextRef="#ctx0" brushRef="#br2" timeOffset="202968.27">27411 13906 7533,'-35'11'1638,"15"11"0,4 8-1141,5 0 0,3 5 0,0 1-1503,-2 8 1,1 3 0,2 2 1005,3-4 0,2 3 0,0-1 0,1-3 0,0-4 0,1-2 0,1-1 0,2 2 0,0 0 0,0-1 0</inkml:trace>
  <inkml:trace contextRef="#ctx0" brushRef="#br2" timeOffset="203119.27">27746 14439 7533,'-18'11'719,"9"3"-719,1 0 0,23 8 0,5-9 0</inkml:trace>
  <inkml:trace contextRef="#ctx0" brushRef="#br2" timeOffset="203269.27">28116 14488 7533,'-29'-6'3238,"13"0"-4058,42 12 1,-5-5 0,13 4 0</inkml:trace>
  <inkml:trace contextRef="#ctx0" brushRef="#br2" timeOffset="203402.27">28434 14526 8342,'-10'7'1080,"10"-2"-1080,18 1 0,9 1 0,8 5 0</inkml:trace>
  <inkml:trace contextRef="#ctx0" brushRef="#br2" timeOffset="203552.27">28751 14650 12300,'16'-14'-23,"4"9"1,15 11-1,0 7 1</inkml:trace>
  <inkml:trace contextRef="#ctx0" brushRef="#br2" timeOffset="203669.27">29051 14737 7533,'-10'-25'3276,"10"11"-2724,18 3 1,10 5 0,7-1 0</inkml:trace>
  <inkml:trace contextRef="#ctx0" brushRef="#br2" timeOffset="-200703.46">24783 14798 0,'-28'-28'3276,"18"17"-632,44-17-4218,0 25 0,4 5 1574,-3-5 0,-1 0 0,1 1 0,-4-2 0,-5-2 0</inkml:trace>
  <inkml:trace contextRef="#ctx0" brushRef="#br2" timeOffset="-200560.46">24800 14997 7533,'-27'-11'3276,"9"8"-526,10-14-2840,34 12 0,11 4 90,-10-3 0,1 1 0,19-1 0,2 2 0,-15 2 0,1 0 0</inkml:trace>
  <inkml:trace contextRef="#ctx0" brushRef="#br2" timeOffset="-199194.46">25329 14464 7533,'0'-14'2338,"-15"3"-5615,-13 16 3682,7 2 657,-12 5 0,-5 5-913,7 3 1,-1 3 0,-3 1-38,3-5 1,-2 1-1,-2 0 1,-1 0-112,1 0 0,-1 1 0,-2 0 0,3-1 0,2-2 238,-3 1 1,2-2 0,1-1 120,-3 0 0,-1-2 0,7-5 1836,2-8-1836,3 4 2900,58 6-3980,9 14 30,-12-10 1,4 1-1,-1 3-403,-1 6 1,-1 3 0,-1-1-547,5 0 1,-1 2 1565,-7-1 0,1 3 0,-8-5 1,-5 5-1,-2-8 0,-1 1 1</inkml:trace>
  <inkml:trace contextRef="#ctx0" brushRef="#br2" timeOffset="-199027.46">24624 15170 5791,'-41'-3'1092,"0"0"0,8 2 0,13 7-801,36 23 1,15 5-1461,2 3 1019,-4-11 0,5 2 0,1-2 158,-4-4 1,1-3 0,-3-1 0,0 2 0,-1-1 0,2 0 0,0 0 0,0 1 0</inkml:trace>
  <inkml:trace contextRef="#ctx0" brushRef="#br2" timeOffset="-198410.46">25488 14724 7533,'0'-40'2608,"0"11"668,0 51-1638,-6 20 0,-3 11-1387,1-12 0,-1 4 0,0 3 0,-1 0-475,2-2 0,-1 1 0,0 2 0,-1-1 0,-1-1 206,0-2 0,-2 0 0,0-1 0,0-2 0,2-2-432,2 13 0,1-4 1,-4-10 27,-19-4-297,29-46-241,2-21 1,2-17-1,4 0 622,0 12 1,2 0 0,2-1 0,1-3 38,0 0 1,2-3 0,2-2 0,0 0 0,1 1 0,0 2 603,1 1 1,1 1 0,1 1 0,0 2 0,2 1-14,6-6 0,2 1 1,0 5-1,0 7 145,7 4 1,0 13-304,-4 9 1,-5 12 90,-11 20 0,-4 6-45,5-7-270,-10 3 0,-4 9 0,-5-1-240,-9 2 0,-7 0 1,0 0 329,3 3 0,-1 0 0,-4-1 134,-3-5 1,-4-1 0,-1-1 0,2-5 630,-8 5 0,2-7 641,-2-8 1,9-4-1137,23 1-1529,29 23-380,0-12 1,1 3 1339,-7 2 1,0 4-1,0-2 1,6 3-1,-1-2 1,-5 2 0,1 0-1</inkml:trace>
  <inkml:trace contextRef="#ctx0" brushRef="#br2" timeOffset="-197960.46">25859 15381 7533,'-20'-8'3276,"4"37"-1638,15-5 0,2 5-777,-1 20 1,0 0-862,0-20 0,0-1-180,0 9 0,0-7-270,0-20-179,8-27 224,7-12 0,3-5 495,-2 2 0,0 1 405,6-3 0,-1 14 494,-3 32 1080,-18 28-1889,-2 6-360,-6-16-270,23-19 90,-3-11-179,22 0 359,-23 0 90,13 22-810,-22-11-739,5 14 1,1 1 1333,2-8 0,16 5 0,1-24 0</inkml:trace>
  <inkml:trace contextRef="#ctx0" brushRef="#br2" timeOffset="-197510.46">26247 15604 8612,'-16'-14'3276,"4"14"0,-13 8-2092,7 33-1094,5-19 0,1 1-270,4 6 0,4 0-1979,4 9 360,19-16 180,17-38 899,-1 6 630,-15-8 270,-5 13 180,-15 10-1259,0 8 899,0-5-1889,8 3 360,10-39 2518,1-17 585,-1 18 0,-2 0-135,-5-21 1260,13 25-1890,-22 16 1620,21 18-1215,-12 11 1,-2 4-856,11 18-1148,-3-3 0,-3-1 699,-10-4-1549,11-1 1,1-1-1639,-4-9 2457,21 4 1,-21-36 0,4-12 0</inkml:trace>
  <inkml:trace contextRef="#ctx0" brushRef="#br2" timeOffset="-197377.46">26635 15567 7533,'-8'-28'3276,"-2"12"0,-15 39-1638,-3 11 0,-3 9-1483,7-7 0,-1 6 1,0 0-1,1-2 1,-3 2-1,0-2 1,0 2-1,5-3 1,-1 0-1,1 0 1,-1 0-1</inkml:trace>
  <inkml:trace contextRef="#ctx0" brushRef="#br2" timeOffset="-194327.46">26899 15208 7533,'-37'-14'2698,"4"-3"1,15 16-2340,8-10 181,2 10-990,24-5-989,19 6 899,-3 0-989,9 0 720,-31-11 899,-18 8-90,-4-8 2248,-29 11 361,19 6-1620,-3-5-809,41 4-1619,-10-5 1439,20 0 0,2 0 0,-12 0 0,25 0 0</inkml:trace>
  <inkml:trace contextRef="#ctx0" brushRef="#br2" timeOffset="-193444.46">27076 14861 7533,'-36'4'1638,"14"9"0,1 9-546,5 11 0,2 9 0,-1 3-1343,3-8 0,-1 2 0,0 2 0,1 1 0,1 0 340,1 4 1,1 2 0,2 0 0,0 1 0,1-2-126,1 0 0,1 1 0,1-1 0,3-1 1,2-4-748,5 1 1,3-2 0,3-4 0,3-3 782,3-3 0,4-4 0,1-5 0,11-1 0,1-8 0,-11-10 0,1-1 0</inkml:trace>
  <inkml:trace contextRef="#ctx0" brushRef="#br2" timeOffset="-193160.46">27340 15133 7533,'8'-14'3276,"-6"53"0,6-10-2552,-10 2 0,-5 8 1,0 0-662,2 7 0,-2 4-153,2-11 0,-3 3 0,2 1 0,0-2-1003,2 4 1,1-3 0,0-1-1,0-2 1,0-1 0,1-6 660,2 14 1,8-40 0,2 0 0</inkml:trace>
  <inkml:trace contextRef="#ctx0" brushRef="#br2" timeOffset="-192744.46">27587 15493 7533,'-27'-25'3276,"9"11"0,26-2-3269,14 13 0,7 4-592,14-6 1,4-1 584,-11 5 0,2 1 0,-2 0 0,10-1 0,-2 2 0,-11 2 0,1 1 0</inkml:trace>
  <inkml:trace contextRef="#ctx0" brushRef="#br2" timeOffset="-192577.46">27887 15220 7533,'-25'20'1092,"-1"0"0,5 14 0,3 6 0,2-4 0,1 2 0,3 2-1943,4 4 1,2 1-1,2-1 851,0-8 0,1-2 0,2-2 0,4 3 0,2-4 0,5-3 0</inkml:trace>
  <inkml:trace contextRef="#ctx0" brushRef="#br2" timeOffset="-192277.46">28063 15183 6269,'0'-9'1638,"-3"29"0,-1 11 1638,-6 12-2762,7-5 1,0 7 0,-1-1-545,-3-9 0,-3-1 0,4 0-67,4 4 1,2 1 0,-2 0-444,-10 4 1,-4 1-1,4-6 511,10-9 1,-1-7 298,-21-6-90,26-48 0,12-21 149,-3 12 1,4-3 0,2 0-990,-2 8 1,1 0-1,1 0 1,-1 3 659,3-1 0,0 3 0,0 2-1639,11-3 1,-3 8 1614,-7 16 1,5-9-1,-7 10 1</inkml:trace>
  <inkml:trace contextRef="#ctx0" brushRef="#br2" timeOffset="-191994.46">28328 15034 7533,'-5'-28'1638,"0"-1"0,21-9 1022,13 20-3874,-6 25 0,-1 9 224,-4 5 1,-8 4 719,-14 11 0,-8 2 989,-2-4 1,-3-3 404,-8-2 1,5-3-765,18-1-360,31-14 0,18-11 0,-21 0 0,-1 0 0</inkml:trace>
  <inkml:trace contextRef="#ctx0" brushRef="#br2" timeOffset="-191777.46">28452 15641 7533,'-18'-11'3276,"8"3"-1245,41-4-5308,18 6 3268,-17 6 1,1 0-1,-2-2 1,-3-1-1,7-4 1</inkml:trace>
  <inkml:trace contextRef="#ctx0" brushRef="#br2" timeOffset="-191594.46">28628 15381 7533,'-26'-12'3276,"-1"32"-1638,9 8 0,1 6-1394,4-2 1,1 3 0,1 1-1338,3 7 1,2 2 0,1-2 876,1-7 1,1-1 0,2-4 0,1 3 0,2-6 0,6 0 0</inkml:trace>
  <inkml:trace contextRef="#ctx0" brushRef="#br2" timeOffset="-190994.46">28751 15369 11760,'10'0'2249,"-2"0"-450,-8 0-1439,0 0 90,0-6-450,0-1-90,0-5-180,8-1-630,-6 1 540,6 5 270,-8 1-179,0 6-91,0 0 270,0-5 270,0 4-450,8-5 270,-7 6-1259,7 0 1259,-8 0-1440,0 0-269,-8 11 1709,7 9 0,-15 0 0,6 4 0</inkml:trace>
  <inkml:trace contextRef="#ctx0" brushRef="#br2" timeOffset="-190044.46">28275 14984 7533,'0'-14'1259,"0"-2"-989,0 15 90,0-5-91,0 6-179,0 6-809,8-5 359,10 4 180,1-5 90,-1 0 90,-10 0 90,-8 6 180,0 1 629,0 0-539,0-2-450,0-5 0,8 0-359,1 0-451,9-5 990,-8 4 810,-10 6 449,-10 20-270,0 2-1708,2 4-451,24-19 91,-4-17 449,13-9 1080,-23-6 1169,-19 25-360,3 21-1079,-10 14 0,48-3-1440,-3-36 721,23-21 449,-25-8 1439,-27-6-1259,-5 31 539,-36 4-2248,35 35 1529,-2 4 0,34 4 0,9-8 0</inkml:trace>
  <inkml:trace contextRef="#ctx0" brushRef="#br2" timeOffset="-189560.46">28804 15257 9602,'-9'39'1638,"0"-5"0,2 7-662,3 1 1,1 3 0,0 1-1127,1-2 1,-1 1 0,-2 0-91,-5 3 0,-2 0 1,3-4 294,7-6 0,-2-4-640,-14 6 1,-3-11-78,1-19 33,8-50 224,17 0 0,8-5-225,2 5 1,4-2-1,2 3 301,2 3 1,2 2 0,-1 3 0,4-4 0,-1 4 0,-6 13 0,0 0 0</inkml:trace>
  <inkml:trace contextRef="#ctx0" brushRef="#br2" timeOffset="-189261.46">28963 15232 7533,'14'-45'3276,"-1"15"-2891,19 22 1,3 10-2454,-2 16 1618,-12 4 0,-8 4 765,-25 5 0,-10 3 134,6 4 1,-1 0 269,-5-9 1,9-2-1529,38 9 809,2-27 0,3-6 0,-1 1 0,-1-2 0,21-2 0</inkml:trace>
  <inkml:trace contextRef="#ctx0" brushRef="#br2" timeOffset="-189094.46">29157 15641 7533,'-20'20'3276,"20"-2"-3404,44-1-952,-13-12 1,2-1 1079,-4 2 0,-1-1 0,21-11 0,-31 0 0</inkml:trace>
  <inkml:trace contextRef="#ctx0" brushRef="#br2" timeOffset="-188927.46">29369 15468 7533,'-30'25'1092,"1"-1"0,7 13 0,3 5-273,2-11 0,-1 4 0,0 1 0,4-1-1710,4 8 1,5 1-1,-1-2 891,-3-4 0,-1 0 0,5-4 0,7-1 0,4-4 0,4 12 0</inkml:trace>
  <inkml:trace contextRef="#ctx0" brushRef="#br2" timeOffset="-188627.46">29598 15604 7533,'-10'-14'3276,"-13"31"-1638,20 5 0,2 7-1334,-10 9 1,-5 7-1,4-1-304,6-8 0,3 1 0,-2 0-1044,-5 8 1,-2 2-1,1-7 954,1-8 0,2-6-179,-2 3-1,10-75 225,18 4 0,5-5-195,-10 10 0,0-1 0,2 1-853,9-2 1,3 1 0,-1 5 1004,-2 5 0,-1 5 0,12-10 0,-19 26 0</inkml:trace>
  <inkml:trace contextRef="#ctx0" brushRef="#br2" timeOffset="-188277.46">29774 15480 7533,'8'-26'3276,"10"3"-2055,17 27-2390,-13 15 539,1 14 720,-35-9 0,-7 0 1439,3 9-449,-17 3-990,25-22 269,24 8-449,11-14-90,-5 5-539,-22 9 719,-30 4 0,8-10 0,-1 1 0,2 1 0,-1-1 0</inkml:trace>
  <inkml:trace contextRef="#ctx0" brushRef="#br2" timeOffset="-187594.46">29792 15988 7533,'-29'6'2518,"13"-5"-1798,49 10-1350,1-12 1,3-2 179,-7 6 0,1-2-62,3-5 0,-2-3 1,2-5-1,-7-8 1</inkml:trace>
  <inkml:trace contextRef="#ctx0" brushRef="#br2" timeOffset="-187427.46">30039 15765 7533,'-25'11'1638,"-1"0"0,-5 17-1208,4 10 1,5 6-431,14-10 0,4 1-656,-5 12 1,2-3-1,7 2 1,0-12 0</inkml:trace>
  <inkml:trace contextRef="#ctx0" brushRef="#br2" timeOffset="-187277.46">30110 16087 7533,'-40'27'3276,"9"-4"-3106,47 1 0,3-9 1,17 8-1</inkml:trace>
  <inkml:trace contextRef="#ctx0" brushRef="#br2" timeOffset="-187144.46">30251 16236 7533,'-38'0'3276,"21"0"-3129,27 0 1,9 6 0,7 1 0</inkml:trace>
  <inkml:trace contextRef="#ctx0" brushRef="#br2" timeOffset="-187010.46">30409 16323 10591,'26'-12'30,"-6"-1"0,5 1 0</inkml:trace>
  <inkml:trace contextRef="#ctx0" brushRef="#br2" timeOffset="-186808.46">30709 15939 10051,'19'36'819,"0"-1"0,-6 6 0,-2 3 0,-2-2 819,-2-1 0,-4 2-1882,-4-1 1,-1 7 0,-3-1 0,-3-6-1113,-7 0 0,-7-3 1356,-2-3 0,-6 4 0,-3-1 0,2-6 0,1-6 0,1-6 0,-4 0 0,-1-4 0,0 1 0,1-1 0,-1 0 0</inkml:trace>
  <inkml:trace contextRef="#ctx0" brushRef="#br2" timeOffset="-185544.46">26811 16038 7533,'-47'-6'2069,"6"0"-271,39-1-1348,4 1 0,19 9 0,7 5-180,5 1-349,-4 0 1,5 4 0,1-1 198,1-3 0,1 0 0,-2 1-301,9 6 1,2-1 240,0-5 0,5-3 0,-3-1-120,-8-1 0,-1-1 0,0 0 0,-4-2 0,1 0 0,1 1 120,11 0 0,3 1 0,-3 0 165,0 2 0,-4 0-135,-6-1 0,0 4 134,8 12 1,-4 4-404,-18-8 1,-1 1 28,9 4 0,4 2 0,-2-4 105,0-3 0,3-5 45,5 0 0,6-1 0,1-6-613,-8-7 1,2-4-1,0-2 1,-3 2 612,-1 2 0,-2 1 0,4-1 395,2-1 1,7-1 0,1 1 0,-6 0 0,-10 2 72,4 3-198,-2 6 0,5 3 0,-11 5 629,-20 21-1034,12-4 0,3-2 45,6 0 0,8-10 0,10-5-675,-8-11 0,3-4 1,-1 1 764,-9 3 0,-2 1 0,3 0 90,5-2 0,4-1 0,0 2 0,-5 3 29,-7 5 1,-3 2 0,1-1-75,15-2 0,0 3 1278,-3 14 1,-4 3-874,-15-10 0,-3 0-315,-3 0 0,1 0 224,8 3 1,3-1 225,9-5 0,1-2-583,-10-1 0,2-1 417,6 0 1,5 1 0,-2-1 659,6 6 1,-2-1-1105,1-3 1,2-1 653,-4 0 1,4 1 0,-1-4-450,-4-6 0,0-3 0,-1 0-120,-4 0 0,0 1 0,1-3-330,10-4 0,2-2 0,-4-2-1369,1-4 1,-4-2 1119,0 1 1,-3 0 0,-9-1 0,-6-1 0,-10-4 0</inkml:trace>
  <inkml:trace contextRef="#ctx0" brushRef="#br2" timeOffset="-175227.46">24624 15988 7533,'10'-19'3058,"-2"1"218,-1 11-1065,-20 13-1761,-7 8-1,-15 4 1,-14 4 0,2 1-61,9-4 1,1-1 0,-2 1 284,0 1 1,-3 1 0,2-1 0,4-1 89,-6 3 1,14 0 44,28 13-1214,19-20 1,9 0-1235,10 9 1,4 2 545,-12-7 1,0 1 0,-2-2 545,2 3 1,-3-2 0,-4 2 0,-5-3 0,-10-5 0</inkml:trace>
  <inkml:trace contextRef="#ctx0" brushRef="#br2" timeOffset="-175077.46">24183 16596 7533,'-37'0'3276,"35"16"-1638,23 0 0,11 0-1170,8 9 0,4 1 0,-2-5 0,-2-2 0,-6-2 0,-1 0 0</inkml:trace>
  <inkml:trace contextRef="#ctx0" brushRef="#br2" timeOffset="-173911.46">25118 15827 7533,'0'-26'3276,"0"8"0,0 18-1733,8 40-1003,-6-3-686,-1 0 0,-2 3 416,-7-6 0,-2 1-61,-1-2 1,-2 3 0,2-2-199,0 11 0,0-3-281,-3 5 0,5-19-1439,9-32 629,6-27 1,3-14 479,-1 2 1,0-5-1,4 0 361,1 10 1,2 1 0,2 0 0,-2 1 328,1-4 0,-2 1 0,5 5 539,19 0 1,-1 9-270,-6 9 855,10 27-1485,-23 19 0,-17-3 0,-8 2 90,-7 7 1,-7-1 673,-6-3 1,-3-1 764,-7 0 1,4-3 539,3 5-352,40 14-2122,3-22 1,5 0-965,12 3 1,-1 1 1524,-9 6 1,-3-2-1,1-12 1,0-2 0,7 16-1</inkml:trace>
  <inkml:trace contextRef="#ctx0" brushRef="#br2" timeOffset="-173461.46">25453 16174 12660,'-14'27'779,"0"0"1,5 2-1,1 0-734,-2 1 0,4-2-404,12 9-1530,12-48 719,11-18 1395,-7 4 0,-1 1 2204,-1 3-271,-20 28-988,-4 26-2609,-12 5-1350,32-13-488,3-14 3264,17-11 0,-9-6 1,-1 0-1</inkml:trace>
  <inkml:trace contextRef="#ctx0" brushRef="#br2" timeOffset="-173160.46">25735 16273 7533,'-35'9'3276,"0"13"0,7 12-3622,11 6-2532,32-37 539,7-16 2159,13-3 1529,-9-13 1927,-17 22-1694,-1 13-2392,8 2-1708,-4 4-759,5-1 3106,-9-9 1,0 3 0,2-5 0</inkml:trace>
  <inkml:trace contextRef="#ctx0" brushRef="#br2" timeOffset="-173027.46">25823 16323 7533,'18'-19'3276,"0"12"-76,7 19-4099,-5 20 899,-7-10 0,-1 0 0,-2 11 0,-2-4 0</inkml:trace>
  <inkml:trace contextRef="#ctx0" brushRef="#br2" timeOffset="-172893.46">26017 16286 7533,'-33'-14'1638,"0"24"0,-3 8-263,3-2 0,-2 5-1601,1 2 1,-2 2-1,4 0 1,3-2-1,1-1 1,-1-1-1,-1 0 1</inkml:trace>
  <inkml:trace contextRef="#ctx0" brushRef="#br2" timeOffset="-172444.46">24624 16522 7533,'16'-20'3276,"27"8"-1638,-7 13 0,8 3-819,-4-1 0,7 0 0,0 1 0,-3 0-315,-2 1 0,-2-1 0,4 1-265,-7-3 1,4 0 0,3 0 0,1-1 0,-1 1 0,-2 0-204,2 0 0,-1 0 0,0 0 0,0 0 0,1 1-630,2-1 0,1 1 1,0 0-1,0 0 0,-1 0-62,-1-1 1,1 1-1,-1 0 1,-3-1 0,-4 1 538,1 1 0,-3 0 0,-5-1 0,-3-2 1,-5-2-1,-8 1 0</inkml:trace>
  <inkml:trace contextRef="#ctx0" brushRef="#br2" timeOffset="-171827.46">24994 16744 10951,'0'46'1638,"-3"-5"0,-2 5-1051,0-9 0,-1 2 0,0 2-1173,-1 4 1,1 2 0,-1-3 45,-2 6 1,1-5 539,3-9 0,2-6 0,3-5 0,0-14 0</inkml:trace>
  <inkml:trace contextRef="#ctx0" brushRef="#br2" timeOffset="-171677.46">25188 17079 7533,'16'-19'1638,"7"8"0,5 4-3183,8 2 0,2 3 1545,-4-1 0,-1 1 0,-2 1 0,-5 2 0,-8-1 0</inkml:trace>
  <inkml:trace contextRef="#ctx0" brushRef="#br2" timeOffset="-170844.46">25541 16831 7533,'8'-19'3276,"-6"7"-796,14 6-231,1 17-1709,-5 3 359,8 7 1,-1 5-631,-15-1 1,-2 2 0,14 11 0,-1 4-45,-15 7 0,-5 0-135,5-12 0,-2 0-540,-13 12 0,-4-5-179,-2-7 134,0-17 0,1-6-404,8-14 179,-4-24 630,20-4 0,8-4 405,7-7 0,5-1-195,-7 9 0,2-1 0,2 2-930,13-7 1,2 5 153,-9 11 1,-1 5-1,9 5 1,-9 17 0</inkml:trace>
  <inkml:trace contextRef="#ctx0" brushRef="#br3" timeOffset="-134057.46">22154 18554 8177,'-9'-21'1123,"1"-1"410,23 15-202,21 1-803,-10 2 1,3 2-197,3 0 0,-2 4 314,8 9-292,-23 19-243,-31-5 1,-9 1 379,1 6 1,-1 0-4,-4-1 0,3 0 295,9 13-1264,60-20 478,0-14 0,4-3 1,-8-3-1,0-1 0,2 3 1,1 0-1</inkml:trace>
  <inkml:trace contextRef="#ctx0" brushRef="#br2" timeOffset="-119944.46">27834 18480 7533,'-29'-39'2248,"5"9"-808,24 17-1081,0 8 451,16 5-1260,27 5 45,-12 1 1,3 1 44,4 0 0,-4 5 45,-14 6 0,-10 5 945,-19 8 0,-10 0-495,3-8 0,-3-2 359,-19 15 1,3-4 315,22-10-721,-11 8 181,32-12 90,17 0 180,-3 12 269,-4 14-719,-20-4 45,-12-13 0,-6-1-45,-1-8 0,-3-3-1259,-15 11 1169,-2-4 0,23-21 0,1 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44:29.127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  <inkml:brush xml:id="br2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15240 6557 0,'-25'-6'2309,"13"5"967,-4-10-2131,55 4-1145,2-5-495,-7 8 0,3 1 75,9-3 0,0 1 420,-15 4 0,-1 0 0,9-1 0,-2-1 0,6 3 0</inkml:trace>
  <inkml:trace contextRef="#ctx0" brushRef="#br0" timeOffset="166">15434 6507 7533,'-18'26'1092,"1"-1"0,2 3 0,2 3-565,1-1 0,0 3 0,3-1-1157,2 10 1,2 0-464,-1-3 1,-1 1 0,5-4 901,8-5 1,3-5 0,3 10 0,13-25 0</inkml:trace>
  <inkml:trace contextRef="#ctx0" brushRef="#br0" timeOffset="433">15575 6805 7533,'-17'47'3276,"15"-17"-2774,4 11-727,24-39 0,4-8 225,-2 2-315,6-15 0,-4-8-135,-18-18 1350,-43 9-451,3 30 1,-3 7-360,-8 1 0,4 8-90,11 11 0,12-2 0,16-16 0,32 1 0</inkml:trace>
  <inkml:trace contextRef="#ctx0" brushRef="#br0" timeOffset="700">15857 6569 7533,'-19'0'3276,"3"0"-2145,24 0-591,33 0-630,-15 0-1215,9-2 1,2-2 484,10-8 1,0-2 0,-6-4 0</inkml:trace>
  <inkml:trace contextRef="#ctx0" brushRef="#br0" timeOffset="883">16087 6247 0,'-21'38'819,"1"0"0,4-5 0,0 3 0,0 2 0,2-1 0,0 2 0,0 2 0,2-1-850,1 1 1,0 1 0,3-1 0,2-1 30,4 6 0,2-1 0,2-4 0,2 2 0,4-6 0,18 3 0</inkml:trace>
  <inkml:trace contextRef="#ctx0" brushRef="#br0" timeOffset="1183">16210 6731 7533,'-35'26'1092,"0"1"0,8-4 0,7 1-231,2 20-1760,30-26-46,12-26 1,3-8 584,-4-1 990,9-12 2338,-32 56 90,-8 20-2743,5-20 0,4 0-3592,14 8 1638,6-48 1,3-14 1482,1 1 0,-1-4 0,4-10 0,-5-1 0,-10 8 0,0 0 0</inkml:trace>
  <inkml:trace contextRef="#ctx0" brushRef="#br0" timeOffset="1316">16457 6333 8792,'-13'39'1092,"1"0"0,5 1 0,2 4-273,-3-6 0,-1 4 0,0 2 0,3-1-1574,5-5 1,2 1 0,1-1 0,0-1 754,0 12 0,0 0 0,4-6 0,6 1 0,6-12 0,25-23 0</inkml:trace>
  <inkml:trace contextRef="#ctx0" brushRef="#br0" timeOffset="2233">16845 6681 7533,'-39'-7'3276,"15"18"-2055,34-2-1266,12 2 0,5-4 225,14-18 45,-10 1 0,-1-6-1080,-6-12 1,-5-4-136,-7 5 1,-4 0 854,0-2 0,-8 3 495,-22 9 0,-5 9 1349,-9 19-1215,6 2 1,2 7 269,7 19 1,8 6-315,9-8 0,4 1-855,5 5 0,8-7-1234,11-17 1,7-11 1502,9-16 0,0-9 0,-10 3 1,-3-4-1,-2-8 0,-1 0 1</inkml:trace>
  <inkml:trace contextRef="#ctx0" brushRef="#br0" timeOffset="2383">17110 6470 8792,'0'39'3276,"8"2"-2845,7-13 0,3-2-251,5 5-900,5-2 0,1-1-2518,8 3 2418,-7-8 1,1 4 0,-21-20 0</inkml:trace>
  <inkml:trace contextRef="#ctx0" brushRef="#br0" timeOffset="2567">17357 6470 7533,'-21'23'1638,"1"-1"0,-12 16-623,7-5 1,-1 5-837,4 4 1,1 0-1819,-2 1 1,1 0 466,7-4 1,1-1 856,-4-10 0,4-4-505,12-6 1,-6-6 0,8 1 0</inkml:trace>
  <inkml:trace contextRef="#ctx0" brushRef="#br0" timeOffset="2833">17357 6569 8702,'8'-25'719,"14"9"1,5 2-990,8-1 450,-3 31 0,-5 12 270,-18 20-121,-12-3 1,-7 8 0,-2-5-1190,-7-4 0,-1-2 830,4-3 0,1 2 0,1-3-915,-5 1 1,4-4 350,6 12 594,1-18 0,8-36 0,0-12 0</inkml:trace>
  <inkml:trace contextRef="#ctx0" brushRef="#br0" timeOffset="3066">17498 6470 7533,'25'7'1638,"1"0"0,21 9-1567,-20-13 0,-1 1-161,1 14-270,-43 23 225,2-20 0,-3 0 90,-8 8 0,-3 2-675,-7 4 1,4-3 719,5-1 0,3 8 0,42-39 0</inkml:trace>
  <inkml:trace contextRef="#ctx0" brushRef="#br0" timeOffset="3350">17745 6594 9422,'-10'25'2788,"18"-12"-4047,19-13 179,10-13 1,-18-4 0,-2-2 719,0-3 180,-9-7 2429,-31 33-91,-7 32-1483,7-11 0,1 4-675,5 10 0,7 2-1125,7-14 1,6-2 1124,16 5 0,9-26 0,-3-16 0</inkml:trace>
  <inkml:trace contextRef="#ctx0" brushRef="#br0" timeOffset="3566">17992 6582 10411,'-28'18'2519,"-5"12"-2429,21-4 0,4 3-1530,-1 19-449,18-5 1889,11-32 0,5-18 0,-7-5 0</inkml:trace>
  <inkml:trace contextRef="#ctx0" brushRef="#br0" timeOffset="3699">18027 6668 11670,'23'-19'-607,"1"0"0,9-11 0,-25 12 0</inkml:trace>
  <inkml:trace contextRef="#ctx0" brushRef="#br0" timeOffset="3850">18150 6321 9062,'-17'47'1638,"8"-3"0,0 2-1792,-4-10 0,1 2-194,7-3 1,3 5 0,0 0 0,-1-3 347,-6 13 0,2-3 0,6 4 0,2-8 0,-1-14 0</inkml:trace>
  <inkml:trace contextRef="#ctx0" brushRef="#br0" timeOffset="4400">18168 6731 10051,'0'19'1349,"8"-2"-3147,10-15 808,1-4 540,-1-4 810,-18 6 2916,-18 18-2144,6-3-863,-3 8-1708,15-16 1259,0-2-1169,15-5-1259,5-27 1348,7-2 1620,-9 0 0,-2-2 0,-6 5 0,-1 0 404,4-4 1,0 0 224,-4 4 1,-1 1-721,-2-3 1,-2 1 630,4-6-1,-8 4-269,0 16-630,0 7 540,0 0-91,0 39 136,-7 8 0,-2 9-286,5-7 1,0 4 0,1-1-1393,-2 3 1,0-1 0,5-3 664,5 6 1,7-10-1,26-7 1,-12-38 0,1 1-1</inkml:trace>
  <inkml:trace contextRef="#ctx0" brushRef="#br0" timeOffset="5250">18874 6408 7533,'-28'24'1799,"11"7"-900,11 5 1,4 5-451,1-1 1,2 0-315,2 11 0,2-3-90,-2-14 0,3-10 45,4-17-855,-2-28 1,0-14-361,3-5 1,3 0 1124,11-3 0,3 4 0,-8 13 0,1 4 0,4 11 0,-1-1 0</inkml:trace>
  <inkml:trace contextRef="#ctx0" brushRef="#br0" timeOffset="5533">19156 6482 7533,'-16'36'3276,"4"3"-1065,-5-6-2661,48-26-1169,2-39 1349,-6 16 0,-1-4-405,-4-11 1,-10-1-46,-18-2 1170,-14 19 899,-9 31 0,-3 16-315,5 8 1,5 6-1005,9-10 0,2 1 0,8-2-1469,11 3 0,11-7 1439,15-15 0,5-9 0,-9-8 0,-1-6 0,-1-6 0,1 1 0</inkml:trace>
  <inkml:trace contextRef="#ctx0" brushRef="#br0" timeOffset="5883">19420 6482 8702,'-9'31'3276,"9"0"-3764,17-4-1400,11-21 718,-1-14 2160,-1-11 1078,-24 23-359,3 17-1079,-5 6-1260,18-9-1348,17-36-901,3-9 2879,-3 1 0,-10 4 0,-7 14 0</inkml:trace>
  <inkml:trace contextRef="#ctx0" brushRef="#br0" timeOffset="6183">19773 6482 10051,'-18'21'1638,"-1"0"0,-14 13-2035,31 3-2302,11-24 540,19-26 2249,-8-2 1799,-5 3 450,-15 24-1440,0 9-2518,16 3-809,-4-11 2428,13-8 0,-7-10 0,-1-2 0</inkml:trace>
  <inkml:trace contextRef="#ctx0" brushRef="#br0" timeOffset="6383">19897 6482 11221,'0'36'2248,"0"-3"-2787,0-7-721,8-20-988,9-36 2248,11-5 0,-1-2 0,-1 14 0</inkml:trace>
  <inkml:trace contextRef="#ctx0" brushRef="#br0" timeOffset="6717">20073 6495 7533,'-14'21'1638,"1"1"0,-5 16 752,10-6-2569,24-25-3060,11-43 2250,-4-1 0,-1-7 504,-5 1 0,-2-4 1,-2 0 514,1 0 0,-2-1 0,-2 1 989,-3 7 0,-1 1 1,-2 4 149,2-7 1,-4 19-78,-7 42 0,-5 23 0,2 2-432,2 0 0,2 2 0,0 4-696,1-9 0,0 3 0,0 1 0,2-1 0,1-3-834,3 11 1,3-3 0,5-6 869,9-3 0,5-10 0,20-13 0,-2-17 0</inkml:trace>
  <inkml:trace contextRef="#ctx0" brushRef="#br0" timeOffset="8567">20937 6024 7533,'-27'0'2248,"1"38"-1978,9 4 0,1 8-564,8-12 1,1 2-1,0 3 1,0 1 347,-1-5 0,-1 1 0,0 2 0,0-1 0,1-1-54,-2 8 0,2 0 0,-1 0 0,0-3-180,-2 5 0,-1-2 0,0-5-751,-2 1 0,1-8 931,-5 0 0,2-30 0,7-13 0</inkml:trace>
  <inkml:trace contextRef="#ctx0" brushRef="#br0" timeOffset="8716">20567 6606 7892,'34'-12'-30,"1"-1"0,5 1 1,0 0 29,-10 2 0,-1 0 0,5 2 0,-4-1 0,-2-4 0</inkml:trace>
  <inkml:trace contextRef="#ctx0" brushRef="#br0" timeOffset="9017">20990 6507 7982,'-10'31'659,"1"0"1,2-4 0,6-3-1109,26 8-1,5-38 270,-3-32 540,-19 12 0,-8 0 44,-10 2 1,-5 3-405,-15 4-989,-5 40 989,17 0 0,26 13 0,12-18 0</inkml:trace>
  <inkml:trace contextRef="#ctx0" brushRef="#br0" timeOffset="9600">21026 6396 7713,'0'-21'3238,"0"38"-2879,0 8 1,0 7-300,0 1 0,1 4 0,-2-1-30,-4 3 0,-1-1 0,1 0 15,4 10 0,-2-7 315,-13-4-990,24-79 45,3-1 1,4-5-136,-4 13 1,1 0-1,2 2 720,2 2 0,3 2 0,-1 3 0,0 3 0,1 4 0,14-5 0</inkml:trace>
  <inkml:trace contextRef="#ctx0" brushRef="#br0" timeOffset="9866">21237 6507 7533,'-9'28'1638,"1"1"0,6 15-957,11-25-1040,27-37-136,-20-3 0,-3-3 360,3-5 0,-6 0 675,-26-15-450,-6 37-675,0 16 1,1 8-226,2 17 810,11 8 0,18-28 0,7-3 0</inkml:trace>
  <inkml:trace contextRef="#ctx0" brushRef="#br0" timeOffset="10150">21378 6445 8612,'0'43'3276,"0"-5"-3674,0 0-411,8-25-91,18-19 181,3-21 1079,6-4 1079,-9 11-180,-16 26 270,-3 20-2068,1 12 539,2 0 0,8-14 0,-1-6 0</inkml:trace>
  <inkml:trace contextRef="#ctx0" brushRef="#br0" timeOffset="11166">22084 6309 7533,'-45'11'1638,"18"2"0,3 4-777,2 23-906,8-12 0,5-1 45,24 12 180,-3 8 0,14-9-90,-17 1-135,-14-13 0,-5 0-315,-12 3-809,-6-7 0,-3-3 1169,0-5 0,-10 3 0,23-10 0</inkml:trace>
  <inkml:trace contextRef="#ctx0" brushRef="#br0" timeOffset="13683">22507 6383 7533,'-33'-7'2878,"-4"24"-2384,14-3 1,1 5 90,-2 13 0,4 3-675,10-10 0,1-1 180,-7 17-1080,24-30 451,10-11 359,-7 0-540,21-6 630,-28-1 180,11 1 0,-15 0 90,0 6 180,0 0-360,-7-6 0,5 5-3058,-6-4 3058,8-1 0,-8-6 0,-2-8 0</inkml:trace>
  <inkml:trace contextRef="#ctx0" brushRef="#br0" timeOffset="13850">22278 6495 7173,'20'-11'3148,"5"-8"-3508,5 6 0,7 1 1,-2-1 359,-4-1 0,-1 1 0,5-2 0,-4 1 0,-5 1 0</inkml:trace>
  <inkml:trace contextRef="#ctx0" brushRef="#br0" timeOffset="14050">22578 6061 7533,'-30'33'1092,"1"0"0,11-8 0,3 5-704,1 4 0,0 8 0,-1 4 0,3 0 1,2-6-1482,3 2 1,3-4 0,1 3 461,0 2 0,-1 4 0,2-2 1,3-7-225,7-4 1,4-6 462,23 1 392,8-41 0,-5-8 0,-17 1 0,1 1 0</inkml:trace>
  <inkml:trace contextRef="#ctx0" brushRef="#br0" timeOffset="14316">22666 6482 8522,'-26'26'1092,"-1"1"0,8-9 0,1 1-526,-1 8 0,5 0-566,4 3-900,18-16 450,19-9-360,-1-19 1,1-6-181,-3 2 1,-1 0 944,0-4 0,-3 0 945,-2-1 1349,-18 56-1800,-2-13-224,-3 6 0,2 1-1034,11-3 89,-6-10 720,29-3 0,-25-16 0,17-2 0</inkml:trace>
  <inkml:trace contextRef="#ctx0" brushRef="#br0" timeOffset="14933">22931 6024 7353,'9'-14'3276,"-1"9"-4915,-9 32 1,-6 13 1375,5 4 503,-2-5 0,-3 8 0,3-1 256,3-8 1,1-1 0,-1 3-587,-2 1 0,-2 5 0,0-1 1,2-4-1,2-2 0,1-2 0,-1-1 706,-7 60-1426,8-96 540,0-8-135,3-17 1,2-6-361,3-5 0,2 0 2286,-1 2 0,1-1-1791,3-8 1,0 6 331,-3 15-152,13-7 90,-19 22 270,20 2 0,-22 27-90,-2 16 0,-18 4-180,6-1 0,-19-18 809,27-9 91,-20-2 179,22-1-899,-5-9 0,7 9 90,7-10-1080,11 10-2068,9 2 1619,1 0 1259,-10 0 0,-3-2 0,-5-4 0</inkml:trace>
  <inkml:trace contextRef="#ctx0" brushRef="#br0" timeOffset="15350">23195 6222 7533,'-10'-7'3276,"3"7"-3404,14 35-2301,-5-5 1394,7 4 1,-2 2 1034,-9-10 0,-2 0 315,4 8 0,-2 0 494,-6-5 1,-1-1 809,-1 10-899,2-9-360,8-22-630,8-2 270,2-5-270,-1 0 0,15 0-180,-12-5 91,13 3 718,-7-3-89,-9 10 90,-1 13 360,-8 8-1,0 12-3751,-8 10 3302,-1-19-1080,0-1 1,0 0 809,-9 7 0,1 9 0,-1-8 0</inkml:trace>
  <inkml:trace contextRef="#ctx0" brushRef="#br0" timeOffset="15769">23707 6396 7533,'-30'6'1799,"-9"11"-450,27-3-450,-21 16-449,21-4 629,-4 8 1,1 1-810,11 5-225,-6-6 0,4-3-765,22-6 270,11-13-899,11-18 719,-13-1 1,1-5-496,1-15 1,-1-5 629,-6 8 1,-1-2 359,3-7 0,-3 1 225,-9 0 1889,-2 8-360,-24 34-3032,4 22 1862,-6 3-539,8-9 0,5 1-1897,18 10 908,-1-10 1079,24-3 0,-9-19 0,-2-5 0</inkml:trace>
  <inkml:trace contextRef="#ctx0" brushRef="#br0" timeOffset="15952">24024 6458 7533,'-17'11'1638,"-4"2"0,0 4-2554,9 13 1,1 2 915,-7-10 0,3 0 210,7 8 0,8-4-750,8-12 230,9-1-769,11-8 1079,7-10 0,-16-2 0,-3-6 0</inkml:trace>
  <inkml:trace contextRef="#ctx0" brushRef="#br0" timeOffset="16116">24130 6458 13289,'25'-9'-1639,"1"0"1,21-5 1265,-10-4 1,-5 6-1,-23-1 1</inkml:trace>
  <inkml:trace contextRef="#ctx0" brushRef="#br0" timeOffset="16300">24306 6074 7533,'-37'31'1638,"15"-4"0,3 4 0,4 5 0,3 4-1996,-2 4 0,0 3 507,5-15 1,0 1 0,2-1-555,1 9 1,2-2 179,-2-6 0,4-2-1414,12 1 1,4-4 1103,-1 0 535,28-12 0,-29-28 0,4-8 0</inkml:trace>
  <inkml:trace contextRef="#ctx0" brushRef="#br0" timeOffset="16467">24412 6172 14279,'0'29'-2699,"0"21"2699,0-2 0,0 0 0,0-24 0</inkml:trace>
  <inkml:trace contextRef="#ctx0" brushRef="#br0" timeOffset="16636">24430 6421 8522,'0'19'3276,"-8"10"-255,-2-3-2932,0 11-314,2-10 1,1 0 134,5 8-3187,10 12 2589,-4-33 1,11-3 0,-15-11-1</inkml:trace>
  <inkml:trace contextRef="#ctx0" brushRef="#br0" timeOffset="17050">24536 6557 10321,'17'19'2069,"9"-7"-3508,1-17 809,1-9 810,-11-5 1259,-25 12 1170,-19 20-3599,5 7 990,-1-1-2968,31-8 1619,2-11 179,7-5-1078,9-13 2248,1 3 719,-7-3 900,-5 13-449,-15 5 269,8 0 1169,2 10-1618,8 10-2339,-8 6-1928,5-2 3219,-13-11 0,14-2 0,-6-4 1</inkml:trace>
  <inkml:trace contextRef="#ctx0" brushRef="#br0" timeOffset="17516">25312 6210 7533,'-35'-7'1638,"13"20"0,0 7 0,-1 7 0,1 5-764,7-1 0,2 2 0,4-2-829,4 2 0,8-5-2023,27 0 943,4-43 1,2-13 134,-6-3 1,-3-3 1393,1 1 1,-5 1-405,-5-11 3186,-3 38-1638,-13 30 0,-2 13-1271,21 5 0,5 1-367,-15-11 0,-2 0 0,5-1 0,6-4 0,4-1 0,0-5 0,3-4 0,-1 0 0</inkml:trace>
  <inkml:trace contextRef="#ctx0" brushRef="#br0" timeOffset="18797">14887 8255 0,'0'-37'0,"-8"-1"0,-1 1 0</inkml:trace>
  <inkml:trace contextRef="#ctx0" brushRef="#br0" timeOffset="19417">14605 8131 7533,'-36'0'1092,"-1"0"0,5 0 0,4 0 2184,0 0-564,36-11-1543,18 6 1,9 2-601,-2-2 1,3 1 0,3 0-661,-4 2 0,2 1 0,2 0 0,1 0 225,6 0 1,2 1 0,1 0 0,0 1-81,-9 0 0,1 0 0,0 0 0,0 0 0,1 0 215,5 1 1,0-1 0,0 0 0,1 1 0,1-1-232,-7 0 0,0 0 1,1 0-1,-1-1 0,1 2 1,-1 0 95,1 1 1,-1 1 0,1 0 0,-1 0 0,-1 0 0,-1-1-63,2-1 0,-1 0 0,-1-1 0,-1 1 0,-1 1-27,6 1 0,-2 1 0,0 0 0,-1-1-119,8-1 0,-1-1 0,0-2 194,-2-1 0,-1-1 0,3 0 127,-5 0 0,1 0 1,0 1-1,-1-1-971,7 0 1,-2 0 0,-3-1 723,-10-1 0,-3 0 0,1 1 0,8 2 0,0 1 0,-1-1 263,3-1 1,0-1-264,-5 1 0,1 0 0,0 0 0,-4 1 0,1-1 0,-3-1-45,4-4 0,-2 1-1163,-5 2 1,-7 1-2070,-13 3 2457,-22 7 1,-31 6 0,-2-1 0</inkml:trace>
  <inkml:trace contextRef="#ctx0" brushRef="#br0" timeOffset="20050">15046 8503 8342,'-10'-13'0,"2"12"270,24-3-1439,27 26 1169,-2-18 0,-11 7 0,-1 0 0,6-4 0</inkml:trace>
  <inkml:trace contextRef="#ctx0" brushRef="#br0" timeOffset="20316">15275 8503 7533,'-26'29'809,"-1"1"1,8-2-1,1 3-959,1 3 0,-1 4 1,4-2-776,6-1 1,2 0 609,-6 10 0,1-2-117,7-17 1,0-2 1870,-6 20-112,16-2-788,-2-21-809,28-8 1,9-9 269,-15-11 0,0-3 0,14 6 0,-1-2 0,-14-6 0,1 1 0</inkml:trace>
  <inkml:trace contextRef="#ctx0" brushRef="#br0" timeOffset="20700">15434 8738 8072,'-9'24'1092,"0"0"0,0 7 0,1 0-1066,2 0 0,2-2-385,4 15-901,10-33 91,23-42 1439,-4 3-90,7-3 1529,-19 26-900,-9 17 1,-8 2-180,0 4-1710,8-11 540,18-7-449,-5-2 809,5 19-90,-26 5-1978,-2 15 2248,2-18 0,9-8 0,9-11 0</inkml:trace>
  <inkml:trace contextRef="#ctx0" brushRef="#br0" timeOffset="22400">15681 8875 7533,'0'-20'1889,"-8"2"-1530,6 12 1,-6 11-90,8 14-720,16 13 360,-12-6-359,12-2 179,-16-18 0,0 0-180,7-6 360,3-11 180,8-3 90,0-5 180,-9 1-90,7 11 359,-6 13-539,7 7-90,-7 7-180,-2-2 270,-8-6-90,8 0-2518,-6 1 2518,14-6 0,-14 4 0,5-4 0</inkml:trace>
  <inkml:trace contextRef="#ctx0" brushRef="#br0" timeOffset="22683">15946 8961 10231,'17'-15'-1709,"1"10"990,-8-30 629,-3 22 0,-14 0 539,-11 13 1,-2 18 404,3 2 1,1 3-720,5-1 0,2 2-540,2 2 0,5-2-1394,19 1 1799,-3-20 0,17-17 0,-21-7 0</inkml:trace>
  <inkml:trace contextRef="#ctx0" brushRef="#br0" timeOffset="23067">16104 8912 7982,'-25'22'1638,"11"-2"0,0 4-982,0 2 0,1 2-746,1-2 0,6-3-989,22-5 179,1-32 1,3-12 404,4 2 0,-1-7 279,-7-4 0,-2-9 0,0-4 1,-1-1-1,-3 6 123,-1-3 0,-2 3 0,0-3 318,2-2 0,1-6 0,-2 5 0,-3 16 2473,-5 15-2113,-7 38 0,-2 19-451,5-4 1,2 7 0,0 2 0,-2-3-391,-4 7 0,-2-1 1,3 2 7,4-5 1,3 2-1,0-1 1,1-5-1392,-3 4 1,6-10 1501,29-5 1,-3-46 0,-9-4 0,1 0 0</inkml:trace>
  <inkml:trace contextRef="#ctx0" brushRef="#br0" timeOffset="23200">16404 8478 9961,'-19'25'105,"8"0"0,6 2 0,13 5 0,-3-6 0,0 0 0</inkml:trace>
  <inkml:trace contextRef="#ctx0" brushRef="#br0" timeOffset="23350">16404 8825 7533,'-17'25'3058,"-1"0"-1349,8 11-2519,2-9 271,8 9-1710,0-12 1429,0-4 1,16-2 0,4-6 0</inkml:trace>
  <inkml:trace contextRef="#ctx0" brushRef="#br0" timeOffset="23667">16545 8900 9242,'-22'14'1638,"-1"0"0,-4 14-3115,11 9-322,32-23 270,3-21 1259,9-14 1709,-3-4 1079,-15 41-629,-2 1-1979,0 26-89,-6-18-1441,13-13 451,-5-6-900,0-12 1249,14-6 1,-21-7 0,13-6 0</inkml:trace>
  <inkml:trace contextRef="#ctx0" brushRef="#br0" timeOffset="23817">16722 8775 7533,'-10'7'3276,"2"4"-2145,24-9-2480,3 3 360,9-16-990,5 3 1979,-13-10 0,5 6 0,-7-1 0</inkml:trace>
  <inkml:trace contextRef="#ctx0" brushRef="#br0" timeOffset="24000">16880 8540 7533,'-23'42'655,"-1"0"0,12-6 1,1 5-1,1 2 0,2-3-338,0 0 0,2-1 0,3 1-1410,3 9 1,3 2 0,-1-6 723,-2-2 0,4-9 1,14-12-1,-10-22 1</inkml:trace>
  <inkml:trace contextRef="#ctx0" brushRef="#br0" timeOffset="24267">16916 8974 7533,'17'13'3276,"9"-7"-3314,9-35-547,-15 10 1,-3-2 404,0-7 0,-6 0 1079,-11-5 1530,-28 43-1215,9 18 0,1 8-854,0 6 0,9 1-1709,20 0 0,9-4 867,-8-15 0,3-5 1,18-12-1,1-9 1,1-12-1</inkml:trace>
  <inkml:trace contextRef="#ctx0" brushRef="#br0" timeOffset="25483">18680 8280 7533,'-26'-7'2698,"22"1"-1079,45 12-1170,-7-5 1,5-1 0,4 0-943,0 1 0,4 1 0,2-1 1,0 1 653,-4-1 1,1 0 0,1 1 0,0-1 0,-1-1 72,-3 1 0,-2 0 0,1-1 0,1 0 0,4 0 92,-5-1 0,3-1 0,2 0 0,2 0 0,0-1 0,-1 1 0,-1 0 0,-2-1-191,5 1 0,-2-1 0,-2 1 0,1-1 0,0 0 0,3 0-269,-3-1 0,2 0 0,1-1 0,1 0 0,0 0 0,-1 0 0,-2 1 0,-4 0 62,10-1 0,-2 2 0,-3-1 0,-2 0 1,-2 0-402,-1 0 1,-3 0 0,-2 0 0,-4-1-343,14-3 1,-12-2-2463,-19-10 3151,-38 6 1,-17-2 0,-6 9 0</inkml:trace>
  <inkml:trace contextRef="#ctx0" brushRef="#br0" timeOffset="26284">19650 8441 7533,'-24'-19'2338,"-5"23"-2158,-8 22 30,21 1 0,2 7 0,2 0 60,1 6 0,3 4-279,2-5 0,2 5 0,0 0 0,0-2 189,1 0 0,0-2 0,1-1-120,2 4 0,0-1 0,0-1-180,1-4 0,0-1 0,-3-5-194,-13 12-901,7-12 1,-4-4-225,-23-6-540,-8-4 1979,13-17 0,-3-17 0,15-10 0</inkml:trace>
  <inkml:trace contextRef="#ctx0" brushRef="#br0" timeOffset="26416">19226 9098 7533,'26'-43'2878,"1"15"-2473,-7 11 0,3 0-450,21-2 0,5 2 45,-18 6 0,2-1 0,-1 1 0,15-8 0,-2 1 0,-13 6 0,0 0 0</inkml:trace>
  <inkml:trace contextRef="#ctx0" brushRef="#br0" timeOffset="26700">19773 8788 7533,'-17'19'3276,"-1"21"-886,8-11-2210,5-3 0,2 1-1439,3 7-2018,24-10 977,5-40 2030,-6 6 0,-1-3 1080,-7-11 0,-2-1 359,10 5 1080,-21 14-2070,6 26-358,-8 16-1710,8-2 1889,-6-10 0,14-7 0,-7-10 0</inkml:trace>
  <inkml:trace contextRef="#ctx0" brushRef="#br0" timeOffset="27083">19985 8775 8432,'-18'0'3276,"24"-5"-2774,6-2-1492,12-1 1,3-2-450,4-9 1439,10 5 0,-23-8 0,0 8 0</inkml:trace>
  <inkml:trace contextRef="#ctx0" brushRef="#br0" timeOffset="27267">20108 8565 8342,'-13'31'1092,"-1"1"0,-4 14 0,3 2-346,8-14 0,2 0-1466,-1 0 0,0 2 1,2-4-181,2-3 1,4-4-540,14 22 619,-4-35 1,5-12 0,-9-6 0</inkml:trace>
  <inkml:trace contextRef="#ctx0" brushRef="#br0" timeOffset="27550">20179 8763 8792,'-5'30'1092,"0"1"0,1-5 0,0 0-140,4 23-1312,0-18-989,16-24-360,-12-9-180,27-16 2158,-27 5 721,12-5 89,-16 11-449,0 2 449,0 5 271,8 5-4627,-6 7 437,13 2 2020,-5-2 1,8-12 0,-1-7 0</inkml:trace>
  <inkml:trace contextRef="#ctx0" brushRef="#br0" timeOffset="27833">20320 8924 10681,'20'-1'90,"-5"2"-990,-15 12-1168,8-1 359,2-5 1529,8-7 1079,-9-1 360,-1-5-719,-8 12 2159,16-5-2430,-12 4-1978,35-5 1709,-33 0 0,33 0 0,-19 0 0</inkml:trace>
  <inkml:trace contextRef="#ctx0" brushRef="#br0" timeOffset="28953">18362 8143 7533,'-18'6'3276,"1"-5"-1515,-1 16 218,1-3-990,7 5 1,18 10-1,19-9-629,10 5 0,6-7-181,-14-11 1,1-1-90,-2-3 0,1 0-135,6 1 0,1-2-90,3-4 0,-2-2-134,12-2 224,-19 1 0,-1-3 315,6-21-91,-8 13 91,-1-19-180,-1 5 0,-5 8-630,6-18 361,-9 19-1,-7-9-360,6-17 315,-15 16 0,0-1 72,3 5 0,-1-1 108,-2-14 0,-2 4 45,1 7-45,1 1 0,-2-3 225,-6 2 0,-1 0 135,2-7 0,0-1-46,-6 0 1,-1 2-45,0 6 0,0 2 404,0-2 1,-1 2-180,-3 11 0,-2 1-90,3-5 0,-3 2 224,-9 6 1,-3 5-225,-18 1-136,16 3 1,-2 4 270,-8 14 0,1 9-750,13 1 0,2 5 0,-1 1 315,-2 0 0,-1 1 0,2 4 7,6 0 1,0 4-1,3 1 1,2-1-158,0 7 0,2-1 0,3 0-120,-1-1 0,2 0 1,2-1 59,2-3 0,1 0 0,7-2-943,9-3 1,6-2 0,0-2-547,-1 3 1,5-4 1524,15-1 0,9-2 0,-4-4 0,-11-4 0,1-3 0,16 3 0,0 0 0</inkml:trace>
  <inkml:trace contextRef="#ctx0" brushRef="#br0" timeOffset="82717">3898 7461 7533,'-19'-17'1092,"-1"0"0,25-11 0,14 1 0,7 14 0,9 5 0,3 0-273,2-3 0,2 0 0,2-1 0,1 2-1639,4 0 1,1 0 0,0 2 0,-3 0 409,2 3 0,-3 0 1,-2 2-1,-5-2 1,-2 1-1,-5 2 0,11 2 1</inkml:trace>
  <inkml:trace contextRef="#ctx0" brushRef="#br0" timeOffset="83017">4092 7425 7533,'-35'5'1638,"9"12"0,1 11-819,6 4 0,1 7 0,1 4 0,0-2 0,2-6 0,0 0 0,1 0 0,0 4-568,-1 4 1,1 4 0,0 2 0,1 0-1,2 0-143,2-1 0,1 0 0,2 1 0,0-1 0,0 0 165,-1-1 1,0-1 0,1 0 0,1 0 0,2 0 319,2 4 1,2 0 0,1 0-1,3-1 1,2-5-324,2-2 1,3-3 0,2-3 0,6-6-271,10-1 0,6-7 0,6-7-378,-5-10 0,6-6 0,3-3 1,-2-2-1,-3 1 227,9 0 0,-3-1 0,1-2 1,-5 0-1,3-2 0,-3 0 0,-6 2 1,-4 3-1,1-1 0</inkml:trace>
  <inkml:trace contextRef="#ctx0" brushRef="#br0" timeOffset="86000">23407 7449 7533,'-28'-1'3276,"11"46"-1638,15-4 0,4 8-1005,-2-5 0,1 7 0,-1 0 1,1-3-1313,-1-4 0,0-2 0,0 3 409,-1-3 0,-1 4 0,1 2 0,-2-3 1,0-4-350,-3-2 0,0-4 0,0 1 409,2 6 0,1 1 1,0-3-1430,-1 4 1,1-11 1594,3-19 1,0-28-1,0-24 1</inkml:trace>
  <inkml:trace contextRef="#ctx0" brushRef="#br0" timeOffset="86384">23442 7337 0,'-16'-35'3276,"12"18"0,20-5-1638,9 23 0,5 9-1254,7 4 1,1 8-1165,-8 3 1,-2 7 0,-8 2 646,-14 5 1,-9 3 0,-2 0 72,2-1 0,-1 0 0,-7-1 442,-7-4 0,-7-1 1,-1-1-1,1-4 202,-5 3 1,1-3 450,-4 8 1,15-5-406,58-9-945,-16-16 0,5-3 75,6 1 0,5-1 0,-4 0 1475,-1-2 0,-3 3-1415,4 12 0,-13 9 629,-31 4 1,-14 5 0,-1-1-300,8-6 0,1 0 0,-6 1-114,-5-1 0,-5 3 0,-4 0 0,1-3 0,4-5-1675,-12 1 1,2-4 1267,-3 7 1,7-12 702,12-34 1,30-8-1,3-11 1</inkml:trace>
  <inkml:trace contextRef="#ctx0" brushRef="#br0" timeOffset="86716">23848 8069 7533,'-12'0'3276,"30"-6"0,21-6-4484,-1-7 1,0-3 892,-12 5 1,-3-2-226,2-6 0,-7-4 0,-10-1 1,-8 1 449,-17-3 584,1 5 1,-4 9 1143,-13 36 0,-2 12-1117,9-19 0,1 3-293,-2 19 1,2 12 0,2-3 356,3-5 0,3 2-196,6-2 1,2 4 0,2-4-435,-4 0 0,6-2-495,15 4 1,11-8-1100,8-22 1,5-7 1386,11 0 1,2-7-1,-4-9 1,-4-5-1,-5-2 1,-1 0 0</inkml:trace>
  <inkml:trace contextRef="#ctx0" brushRef="#br0" timeOffset="87050">24395 7164 7533,'-26'25'1092,"1"0"0,8-3 0,2 7-546,3 1 0,0 10 0,-1 4 0,0 3 0,1 0 0,2-3-95,0 2 0,1-1 0,2 0 0,-1 1 0,1 2-556,-1-1 0,-1 2 0,1 1 0,0-1 0,1 0 1,2-4-716,-1 9 1,1-1 0,3-5 0,7-12-2458,22 6 3032,3-38 0,-6-29 0,1-11 0,-7 8 0,1 0 0</inkml:trace>
  <inkml:trace contextRef="#ctx0" brushRef="#br0" timeOffset="87233">24571 7251 7533,'10'-28'3276,"-26"62"-2184,5 2 0,-2 10 0,0 1-273,1-10 0,0 1 0,0 1 0,1 3-357,1 2 1,0 4 0,1 2 0,2-1 0,0-2-1283,0 1 1,2-1 0,1-1 0,2-1-274,2 7 1,3-2 0,2-4 768,2 8 1,6-14 0,14-24 0,-2-22 0</inkml:trace>
  <inkml:trace contextRef="#ctx0" brushRef="#br0" timeOffset="87717">24712 7833 0,'-18'-5'3276,"1"9"0,7-3 0,2 39-1901,7-1 0,2 2-1330,-1-8 0,0 0 382,0 3 0,0 4 0,0-7-157,0 10 1337,0 5-2867,16-63 451,11-10 179,-9-9 1,2-4 134,2 14 0,-1 2 315,-2-21 1988,-3 25 1160,-8 46-1799,-14 2-764,9-3 0,0 1 224,-11 15-1438,8-17 2402,16-8-2762,3-29 44,2-1 1,1-2 1438,2-3 1,-3 1 225,9-9-450,-7 25 1979,-23 14-1754,-1 10 0,2 4-315,15 9 0,-8-12 0,4-2 0,23 1 0</inkml:trace>
  <inkml:trace contextRef="#ctx0" brushRef="#br0" timeOffset="88033">25294 8057 11131,'-17'5'3276,"-1"2"-5287,-8 27 2731,7-10-360,2 1 0,0 2 929,3-2 0,1 0-1874,1 1 0,4 0-2692,16 7 1697,6-23 231,10-21 0,1-9 539,4-18 450,7 10 3469,-11 7 167,-15 48 0,6 2-3224,-15-1 0,0-1 1991,14 1-2763,-5-6 720,8-34 0,-8-1 0,-3-12 0</inkml:trace>
  <inkml:trace contextRef="#ctx0" brushRef="#br0" timeOffset="88283">25471 8069 8612,'0'38'3276,"0"4"0,0-22 0,7 4-1590,-5-17-3396,14-7-1567,2-18 2217,2-1 1,3 1 2768,8-6-270,-5 12 0,-3 8 0,-11 23 199,0 3 0,-1 4-1747,-5 3 0,-2 0-3168,6 18 2792,6-7 0,-6-33 0,7-2 0</inkml:trace>
  <inkml:trace contextRef="#ctx0" brushRef="#br0" timeOffset="88900">26599 7337 7533,'-35'-17'3276,"16"8"-706,11-7-1311,36 11 1,16 3-1665,-2-4 0,4 0-415,-9 2 1,4 1 0,0 1 0,-3-2 433,-1 0 0,-3 0 0,-1 0 0,12 0 0,-6 1 0,-5-2 0</inkml:trace>
  <inkml:trace contextRef="#ctx0" brushRef="#br0" timeOffset="89100">26811 7288 7533,'-26'29'546,"0"0"0,0 0 0,5 4 0,2 3 0,2 3 0,1 2 109,3-2 0,2 3 1,1 1-1,2 1 0,3-2 164,2 9 0,2 1 0,5-2 0,4-3-1639,5-5 1,5-1 0,2-3 0,2-7-509,11 2 0,4-12 1328,3-13 0,-5-11 0,-10-24 0,-7-10 0</inkml:trace>
  <inkml:trace contextRef="#ctx0" brushRef="#br0" timeOffset="89233">26652 7821 7533,'12'-6'1638,"18"-4"0,11-3-1805,-8 4 0,4-1 0,1 0 0,-1 1-197,3-3 0,-1 1 0,-1-1 0,3-1 0,-1-1 0,-7 1 0,2-6 0</inkml:trace>
  <inkml:trace contextRef="#ctx0" brushRef="#br0" timeOffset="90050">27393 7660 7533,'-25'8'1092,"-1"1"0,-2 14 0,1 7 0,5-4 0,1 3 0,2 0-276,-3 14 1,6-1-997,8-6 0,9-5-629,18-8 539,5-28 0,3-12-823,-3-4 1,0-7 0,-1-2 175,-2-3 1,-3-3-1,1 0 1067,3-1 0,0 1 0,-7 5 2189,-5-12-2159,-12 49 854,-5 31 1,-4 13-166,3-18 1,-1 1-1,1 0-957,1-1 1,1 0 0,-1 3 514,-1 6 1,0 5-1,-1 0 1,1-3-249,1 0 1,0-2 0,1 0-150,0 8 0,0 2 0,1-5-75,-1 4 0,4-12-854,10-19-675,10-42 0,5-17 481,-5 13 1,1-2 0,1-3 764,-2 1 0,0-3 0,1-1 1,-2 3-1,2-1 0,-1 1 1,-2 2-1,1-5 0,0 0 1</inkml:trace>
  <inkml:trace contextRef="#ctx0" brushRef="#br0" timeOffset="90400">27623 7747 7533,'0'-21'3276,"-16"5"0,4 49-2505,3-4 1,0 5-817,4 13 0,3 2-315,3-4 1,5-6-2430,20 4 1530,-4-55 0,1-12 809,1-5 0,-1-4 1304,4-8 1,-3 1 2421,-4 1-525,-20 57-2931,-4 20 180,-5-11 0,2 0-990,15 9 990,2-16-3277,15-8 3193,0-20 1,1-6-1,7-4 1,-8-2 0,-1-1-1</inkml:trace>
  <inkml:trace contextRef="#ctx0" brushRef="#br0" timeOffset="90633">27993 7796 7533,'-43'9'3276,"6"18"-1638,21-5 0,4 3-462,0 4 1,8-4-4056,36-16 810,-17 0 810,18-26 0,-1-6 1529,-16 10 809,15-3-269,-31 40 1258,0 4-2068,0 13-2608,16-25 2608,-4-5 0,21-24 0,-6-6 0</inkml:trace>
  <inkml:trace contextRef="#ctx0" brushRef="#br0" timeOffset="90783">28169 7586 13829,'29'0'-90,"-1"1"0,1-11 0,1-3 90,1 2 0,3 1 0,-3-4 0,3-10 0,-3-1 0,-2 3 0,0 1 0</inkml:trace>
  <inkml:trace contextRef="#ctx0" brushRef="#br0" timeOffset="90983">28469 7115 7533,'-25'37'819,"-1"0"0,3 3 0,-1 4 0,1 3 0,5-6 0,0 2 0,2 1 0,1 3-648,2-2 1,1 3 0,1 0 0,1-1-1,3-4-1264,1 6 1,3-5 0,4-1 993,4-1 1,4-1 0,5-14-1,23-15 1,6-26 0</inkml:trace>
  <inkml:trace contextRef="#ctx0" brushRef="#br0" timeOffset="91150">28698 7151 11940,'-19'42'299,"9"-12"1,4 2 0,6 18 0,0-21 0,0 0 0</inkml:trace>
  <inkml:trace contextRef="#ctx0" brushRef="#br0" timeOffset="91333">28646 7660 7533,'-18'34'1092,"0"-1"0,4 2 0,1-1-77,2 1 1,4-1-2456,7 12 1440,10-17 0,8-29 0,-1-7 0</inkml:trace>
  <inkml:trace contextRef="#ctx0" brushRef="#br0" timeOffset="91617">28751 7796 9422,'0'20'3276,"0"-3"-2235,24-15-1850,-10-4-181,19-27 990,-15-4 360,-16 0 1439,-12 10-1349,-10 23 719,-13 18-1349,5 13 180,1-3-899,9 6-2378,34-20 3016,-10-1 1,25-8 0,-21-5 0</inkml:trace>
  <inkml:trace contextRef="#ctx0" brushRef="#br0" timeOffset="91900">28945 7722 14819,'0'34'3276,"0"-10"-3655,0 2 0,0 0-71,0-4-2827,24-4 1877,-18-19 770,20-14 1,3-5 899,-14-3 1079,9 6 0,1 3-809,-5 3 2158,-2 33-2428,-11 17-90,-7 2-180,4-10 0,0-4 0,-2-5 0,6 7 0</inkml:trace>
  <inkml:trace contextRef="#ctx0" brushRef="#br0" timeOffset="99167">25382 9580 7533,'-9'-39'3238,"1"10"-1889,8 51-870,0 9 1,0 11 0,0 2-300,0-5 0,0 2 0,0 3 0,0 2-727,-2-1 1,-1 3 0,0 3 0,0-1 0,0-1 0,1-4 437,1 3 0,0-3 1,1-2-1,-2 2 176,-1 5 1,-2 3-1,0-4 1,2-7 766,1 0 1,4-19 424,14-50-1079,4 10-506,-9-18 1,-1-17-1,0-6 1,2 8 235,1 8 0,2 3 0,2-2-566,-3 3 1,2-3-1,0 0 1,3 2 0,0 5 312,10-2 1,3 7 0,-1 2-1,-3 2 1,0 3 0,1 5-1,8 12 1,0-1 0</inkml:trace>
  <inkml:trace contextRef="#ctx0" brushRef="#br0" timeOffset="99517">26211 9716 7533,'0'-42'3276,"8"14"0,-21 11-1193,-23 51-1904,15-13 1,-4 2 0,-1 3 22,-3 2 0,-3 2 0,0 1 0,3-2 307,1 2 1,1-2 0,2 0-249,-3-2 0,1 0 1,15-5 1357,38 1-1304,0-18 0,5-3-136,8 5 1,2 2-1304,-5-1 0,-2 4-515,-2 13 1,-3 4 1179,-1-8 1,-3 0 0,-6 2 0,-1-3-1,16-4 1</inkml:trace>
  <inkml:trace contextRef="#ctx0" brushRef="#br0" timeOffset="99717">26652 9519 7533,'-1'26'1638,"0"-1"0,-4-2-983,2 6 0,2 11 1,0 6-1,-1 1 0,1-6 437,-2 7 0,-1-4 0,-1 6-874,0-6 0,-2 4 1,0 3-1,-1 1 1,1-4-1,0-4 1,0-3-1,0-5 1,-1 0-1,0 1 0,-2 6 1,-1 0-1,0 0 1,0 0-1</inkml:trace>
  <inkml:trace contextRef="#ctx0" brushRef="#br0" timeOffset="109184">27287 10051 7533,'-11'0'3276,"13"0"-2145,41 0-1131,-5-2 0,8-2 0,-5-1 0,-8 1 0,-1 0 0,5-2 0,0 0 0,1 0 0</inkml:trace>
  <inkml:trace contextRef="#ctx0" brushRef="#br0" timeOffset="109350">27340 10262 7533,'21'-15'297,"-1"1"1,13 5 0,7 3 0,-1-1 0,-1-2 0,0 1 0,2 0 0,6 5-1,-1-1 1,1 0 0</inkml:trace>
  <inkml:trace contextRef="#ctx0" brushRef="#br0" timeOffset="115984">28028 9716 7533,'-39'0'3276,"-8"0"-76,35 6-2750,-5-4 1439,32 20-1080,6-4 1,3 1-630,0-2 0,1 2 269,11 8 1,3 3-61,-6-3 1,1 2 0,1-2-270,-5-5 0,1-1 0,-2 2-723,2 9 0,0 2 0,-5-5 603,0-9 0,-13-1 124,-33 7 0,-15-1 11,8-11 0,-6 1-791,-2 1 1,-8 4-1,-4 2 1,3 0 0,5-5 327,4-1 0,5-3 0,-3 2 1,-9 5-1,-5 3 0,3 0 1,8-3-1,14-4 0,-1-1 1</inkml:trace>
  <inkml:trace contextRef="#ctx0" brushRef="#br0" timeOffset="133900">29104 9729 7533,'-35'-4'3276,"15"3"-4096,9 27 1,2 23 0,3 5 0,1-10 912,2-11 1,2 0-123,1 5 1,1 10 0,2 3-1,2-6 1,2-14-782,16 0-283,9-36 1,8-13 0,-6-3 652,-12 1 0,-3-7 242,1-7 0,4-11 0,0-4 0,-3 4 0,-6 9 558,-6 8 0,-2 2 509,2-15 1,1-3-1,-6 23-419,-6 27 569,-6 26 1,-5 19-1,3-5-929,6-17 0,2 1-910,3 13 1,2 11 0,2-2 0,2-15 537,10-7 1,7 3 0,1-5 0,-7-21 0</inkml:trace>
  <inkml:trace contextRef="#ctx0" brushRef="#br0" timeOffset="134317">29616 9754 8072,'-10'36'819,"0"1"0,3 1 0,2 3 0,1-7-407,4 3-2121,32-29 1529,-17-27 120,0-10 0,1-7 0,2 9 2849,18 13-2159,-15 44-2269,0-10 1,-3 3 1375,-15 11 1,-2-3 0,15-15 0,-16-16 0</inkml:trace>
  <inkml:trace contextRef="#ctx0" brushRef="#br0" timeOffset="134450">29951 9383 9152,'8'8'494,"1"14"1,9 18 0,0 1 0</inkml:trace>
  <inkml:trace contextRef="#ctx0" brushRef="#br0" timeOffset="134600">30039 9729 7533,'-13'42'273,"0"0"0,-1 0 0,1 0 0,4 3 0,3-3 0,0 0 0,-3 0 0,0-2 0,5-4 0,8-8 0,0 0 0</inkml:trace>
  <inkml:trace contextRef="#ctx0" brushRef="#br0" timeOffset="135003">30286 9729 8342,'-28'0'1092,"-1"0"0,-8 13 0,2 7 148,10 2 1,3 3-1106,-3 12 0,3 2-405,0-12 0,10-2-765,28 2 1,7-8 405,-3-17-226,18-9 1,4-9-46,-8-16 1,-5-5 854,-3 4 0,-1 8 3321,16 22-2184,-44 37 0,-17 21 0,2-3-788,11-18 1,2-3-1,-3 4-821,-6 12 0,-4 7 0,3-5 0,8-14-203,12-13-1529,5 6 720,10-47 0,3-16 1529,1-3 0,-1-3 0,1-1 0,-3 0 0,-4 4 0,0-1 0</inkml:trace>
  <inkml:trace contextRef="#ctx0" brushRef="#br0" timeOffset="135353">30498 9804 7533,'0'-46'3276,"-8"82"0,-2 8-3044,5 1 0,0 2-457,-2-7 0,6-15-1414,26-43 1,5-14 328,0-2 1579,-11 8 1,3-3 0,-5 2 2429,-1-11-3419,-16 60-1349,0 6-719,0 10 2338,8-7 450,2-19 0,7-6 0,1-6 0</inkml:trace>
  <inkml:trace contextRef="#ctx0" brushRef="#br0" timeOffset="135684">30780 9816 9062,'-28'5'3276,"3"-3"-3494,15-8-3059,18 4 2776,-4-9 3380,-20 22-2250,8-3 585,-12 10 1,1 4-1035,17-5-360,18 23 0,5-31-1459,13-23 1,-1-5-932,-7 2 2383,-4-10 0,-5-2 0,-17 9 1,0-4-1</inkml:trace>
  <inkml:trace contextRef="#ctx0" brushRef="#br0" timeOffset="136600">31503 9655 7533,'0'-25'3058,"0"-6"-2788,0 16 989,-39 37-1439,29-1 180,-15 12 0,-10 10 0,9-6 0,14-3-270,-1 17 0,10-7 181,27-32 89,25-5 0,-8 8 359,-45 9 1,-2 1-270,43-1-450,-54 2 0,-21 7 1,5-7 179,6-6 180,-6-4 0,44-37 0,7 3 0,0-1 0</inkml:trace>
  <inkml:trace contextRef="#ctx0" brushRef="#br0" timeOffset="136850">31715 9804 7533,'-15'32'819,"0"0"0,0 0 0,14 19 0,13-18-254,10-46 1,5-7-746,2 22 0,-5-4-30,-11-27 0,-7-12 1,-9 10 389,-15 18-900,-22 13 0,0 11 451,22 5 269,6 11 0,9-3 0,16-17 0,21-1 0</inkml:trace>
  <inkml:trace contextRef="#ctx0" brushRef="#br0" timeOffset="137134">32173 9184 7533,'-29'0'1092,"9"29"0,0 16 0,5-3-32,6-12 1,2 2-1717,-1 5 1,-2 9-1,-1 3 1,0-2 0,2-8-87,-1 3 0,1-1 787,1 1 0,-1 5 0,1 1 0,-1-7 704,-1 0 0,1-2-1079,6 1 1,3 2-1,1-6-30,3 6 360,33-51 0,6-16 0,-23 10 0,-1-3 0,9-11 0,-1 0 0,1 1 0</inkml:trace>
  <inkml:trace contextRef="#ctx0" brushRef="#br0" timeOffset="137434">32262 9729 7533,'-23'42'1092,"0"0"0,7-19 0,5-1-1786,11 8 1,8-9-2584,13-26 2956,15-4 1130,-11-3 2467,-15 45-1335,-2-18-3650,0 31 1709,17-72 0,-11 12 0,-2-9 0,-1-1 0</inkml:trace>
  <inkml:trace contextRef="#ctx0" brushRef="#br0" timeOffset="137767">32420 9642 7533,'-10'7'3276,"18"10"-2774,4-15-1447,34 0 1,4-4 393,-22-6 551,21 1 0,-4-4 0,-34-7 0,15-1 0</inkml:trace>
  <inkml:trace contextRef="#ctx0" brushRef="#br0" timeOffset="137950">32632 9395 7533,'-24'37'655,"1"-1"0,5 3 1,0 7-1,2-1 0,3-7 360,4-10 1,3 0-1804,0 12 1,1 10 0,1-1 0,3-13 787,5-6 0,9-1 0,5-8 0,2-28 0</inkml:trace>
  <inkml:trace contextRef="#ctx0" brushRef="#br0" timeOffset="138283">32791 9568 7533,'-28'19'1638,"3"16"0,1 3 213,1-6-2841,14 9 1,8-2 989,7-24-1639,17-5 1,3-3 417,-12-2 2481,1 30-990,-17-22 449,-6 31-359,8-41 629,47 2-809,-27-6 539,17-10 1,-1 0-540,-23 7 1080,19-13-3239,-30 17 1979,-10 6 0,4 6 0,-12 8 0</inkml:trace>
  <inkml:trace contextRef="#ctx0" brushRef="#br0" timeOffset="140434">27446 11006 7533,'0'-19'539,"0"-5"1440,0 10-360,8 24-720,1 22 1,0 13-563,-6-8 1,0 5-1,-1 2 1,1 1-568,2-3 0,2 2 0,-1 1 0,1-1 1,0 0 354,-2-3 1,-1 0 0,0 0 0,2-2 0,2-3 294,6 15 0,2-5 0,7-16 189,11-23 1,3-18-543,-12-10 1,0-11 0,-1-6-1,-2 1-854,-1-3 0,-2-2 0,-1-2 0,0 2 373,0 0 0,0 0 0,-1 1 0,-1 1 414,0-8 0,-2 2 0,-3 7 0,1-3 0,-5 16 0,1-1 0</inkml:trace>
  <inkml:trace contextRef="#ctx0" brushRef="#br0" timeOffset="140767">28116 10683 6723,'12'35'1019,"0"-1"1,-2 0-1,1 1-1799,3 2 1,1 4 0,0-3 779,3 6 0,-1-4 0,-4-7 0,1-4 0,12 5 0</inkml:trace>
  <inkml:trace contextRef="#ctx0" brushRef="#br0" timeOffset="140934">28416 10708 7533,'-25'-2'989,"4"20"1,-1 10-1035,-6 9 0,1 6-1048,5-1 1,1 4 0,1-4 545,-3 0 1,1-3 0,5-1 0,1-7 0,-2-13 0</inkml:trace>
  <inkml:trace contextRef="#ctx0" brushRef="#br0" timeOffset="141067">28081 10956 7533,'33'-14'989,"-8"15"1,3 4-990,12 1 0,1 3 0,-8 3 0,0 1 0,1-4 0,-1 0 0</inkml:trace>
  <inkml:trace contextRef="#ctx0" brushRef="#br0" timeOffset="141534">28646 10919 7533,'-33'16'819,"1"0"0,2 10 0,-1 7 0,0 6-164,6-7 0,0 5 1,0 1-1,2 2 0,1 1-410,1 2 1,1 2 0,2 1 0,3 0 0,7-1-858,5-4 0,5 2 1,4-1-1,2-3 1,2-3 325,7 7 0,4-5 0,6-8 0,8-8 0,5-8 0,-1-6 1,4-11-1,0-1 0</inkml:trace>
  <inkml:trace contextRef="#ctx0" brushRef="#br0" timeOffset="148551">28981 11266 9332,'-28'-12'1638,"-3"13"0,-2 7-1343,7 6 1,1 4-161,-12 6 0,3 4 135,7 8 0,11 1-90,16-10 0,6-1 90,8 11-121,13-21 1,10-3 0,-3-4-60,7-3-90,8 10 0,-10 6-359,-35-1 179,-6 5-405,-16-10 0,-7-3-629,-9-5 0,-3-2 1214,4 1 0,0-2 0,1-6 0,3-3 0,-5-10 0</inkml:trace>
  <inkml:trace contextRef="#ctx0" brushRef="#br0" timeOffset="148801">29192 11018 7533,'32'21'1092,"-1"1"0,-7-12 0,-3 3 0,-8 15 0,-5 8 0,-3 3-1267,-6-1 0,-3 2 0,-2 0 1,1-2 204,2-1 0,-1-3 0,-3 4-444,-3 3 0,-3 6 0,-2 2 1,-1-3-1,-2-7 306,-6-5 0,-2-5 0,1 1 1,0 11-1,0 1 0,-1-4 1,1-14-1,0 0 0,0 0 0</inkml:trace>
  <inkml:trace contextRef="#ctx0" brushRef="#br0" timeOffset="149650">30321 10993 7713,'-19'5'1638,"12"15"0,6 12-1198,3 2 0,2 7 0,2 1 1,-1-2-292,-1-1 1,-1-2 0,2 3 120,2 1 0,1 6 0,0-5 0,1-12 90,2-7-600,5-42 0,5-24 0,-1-3 240,-5 8 0,-1-3 0,0-1 0,0-1 0,0 0 0,1-1 0,-1 0 0,0 2 0,-2 6 0,0 1 0,1-1 0,-1 1 0</inkml:trace>
  <inkml:trace contextRef="#ctx0" brushRef="#br0" timeOffset="149819">30374 11130 7533,'-37'26'3276,"4"-8"-2944,53-16 1,22-5-1,-4-2 1,5-9 0,3 6-1,0 0 1,1 0-1</inkml:trace>
  <inkml:trace contextRef="#ctx0" brushRef="#br0" timeOffset="152867">31133 10956 7892,'-28'-1'2969,"-5"19"-2205,6 15 1,3 5-585,-2 5-270,17-10 0,2 6 0,8-10 0,12-14-405,11 21 1,1-1 314,-3-21 45,-21 20 0,-16 5 135,-22-13 0,-6-4 0,14 2 0,-1-1 0,-9-6 0,0-1 0</inkml:trace>
  <inkml:trace contextRef="#ctx0" brushRef="#br0" timeOffset="153734">31609 10932 7533,'-20'-20'809,"-3"8"990,-3 1-1035,4 26 1,-1 12-375,2-1 0,0 4 0,1 2-238,2 0 1,2 2 0,0 1 0,3 1 116,-3 13 1,2 0 0,7-3-360,5 5 0,11-8-1169,12-18 0,5-9 764,2-10 0,1-8-899,10-12 0,-3-6 814,-5-9 1,-9 6 0,-3-2 0,-1-12 0</inkml:trace>
  <inkml:trace contextRef="#ctx0" brushRef="#br0" timeOffset="153884">31450 11142 7533,'-17'22'1638,"-1"0"0,6 10-597,38-14-2390,8-23 0,4-7 1349,-7 8 0,-1-3 0,8-9 0,-4-2 0,-6-2 0</inkml:trace>
  <inkml:trace contextRef="#ctx0" brushRef="#br0" timeOffset="154383">32120 10646 7533,'-33'-21'3276,"-12"38"-2184,19-1 0,-1 6 0,2 3-315,0 9 1,4 6 0,0-1-389,-1 2 1,1 0 0,3-2-93,1 7 1,9-2-253,14-4 0,11-6 180,8-12 0,5-5-106,1-1 1,3 1 0,-1 0 30,-3 0 0,-1 1 0,-4 2 704,8 12 1,-13 3-495,-22 3 0,-13 0-630,-6-7 0,-7 1 0,-4-3-7,2-5 1,-4-2-1,-2 0 1,3-2-1,-3 3 1,1-1-1,0-2 1,-1-3-1,0 1 1,0-1-1</inkml:trace>
  <inkml:trace contextRef="#ctx0" brushRef="#br0" timeOffset="155834">27658 12282 7263,'-20'-12'1529,"-3"5"-1169,13 2 539,-23 16-269,11 13-158,5 9 0,-3 12 0,1 5 1,2-1-423,6-5 1,3 1 0,0 1-1,0 2 130,0-6 0,-2 2 0,0 2 0,2-1 0,2-1 0,5-4-68,5 6 0,3-1 1,5-6-1,6-8-115,11-7 0,6-8 1,1-12-178,-3-10 0,3-10 0,-1-6 0,-2-2-18,-2-2 0,-1-3 0,-1-4 1,-2-2-1,-3-1-125,-2-3 0,-3-3 0,-3-2 0,-2 0 0,-2 0 143,0-6 0,-3-1 0,-3 2 0,-8 2 67,-4 7 1,-5 0 0,-5 4-1,-4 9-967,-23 1 1,-6 19-90,5 24 0,4 14 1169,7 1 0,7 6 0,12 6 0,5-1 0,-1 1 0</inkml:trace>
  <inkml:trace contextRef="#ctx0" brushRef="#br0" timeOffset="156067">27658 12729 7533,'33'2'1638,"-10"13"0,-1 7-546,-3 6 0,-1 4 0,0 2-1376,3 5 1,-1 2 0,0 0-810,-1 2 1,-1 0 0,-2-3 844,-1 0 0,-1-3 1,3-6-1,-3-6 0,-4-5 1</inkml:trace>
  <inkml:trace contextRef="#ctx0" brushRef="#br0" timeOffset="156317">28116 12183 8792,'-9'29'1092,"-1"0"0,0 3 0,4 2-2094,10-2 0,6 3 0,0-3 602,0 6 1,1-4 0,3-5 0,0-5 0,1 0 0</inkml:trace>
  <inkml:trace contextRef="#ctx0" brushRef="#br0" timeOffset="156500">28328 12220 8612,'-30'18'869,"-1"0"1,-4 13 0,0 4-1200,8-10 0,-1 1 0,2 2-80,3 3 0,2 1 1,1-1-1,-7 1 1,3-1-1,11-8 0,0 1 1</inkml:trace>
  <inkml:trace contextRef="#ctx0" brushRef="#br0" timeOffset="156633">27958 12543 7533,'35'-33'3276,"8"9"-2936,-13 20 1,1 3-1241,-3 0 1,1 2 256,14 2 1,-2-1-1,0 0 1,8 3-1</inkml:trace>
  <inkml:trace contextRef="#ctx0" brushRef="#br0" timeOffset="156867">28557 12332 10141,'-16'33'546,"0"0"0,-1 0 0,4 2 0,1 2 0,0 2 0,0 0-266,1-2 0,-1 1 1,0 1-1,1 1 1,2-1-556,1 10 1,1 1 0,3-1 0,6-3-819,8 4 1,5-4 0,3-5 545,1-3 1,5-9 0,9-11 0,1-8 0,1-10 0</inkml:trace>
  <inkml:trace contextRef="#ctx0" brushRef="#br0" timeOffset="157250">28998 12568 7533,'-35'-27'3276,"-8"31"-2126,12 14 1,1 8-1331,5 11 0,1 4 0,-4 0 0,5 0-135,14-6 0,8-2 225,27 9 180,5-22-45,-2-11 0,1-2 90,-2-1 0,-3 1-45,6 12 0,-26 8 0,-10 4-315,-11-6 0,-7-1-555,-1 2 1,-4 2 0,2-3-75,-3-1 1,1-3 853,1-2 0,3-2 0,6 1 0,10-6 0</inkml:trace>
  <inkml:trace contextRef="#ctx0" brushRef="#br0" timeOffset="157483">29157 13249 13559,'-25'16'-540,"-11"16"0,7-3 1,-4 6-1</inkml:trace>
  <inkml:trace contextRef="#ctx0" brushRef="#br0" timeOffset="157900">29475 12741 8342,'-18'-7'1439,"0"13"-359,1 13-181,-3 8 1,-1 5 89,0 6 1,2 1-496,0 4 1,1-2-630,1-7 0,11-6-2383,45-4 1168,-15-39 1,1-10 494,8-4 1,-2-3 809,-5-6 0,-8-1 854,-11 8 1,-7 7 1169,-9 17 1079,-1 44-2788,18 11-1170,3-14 1,5-1 899,6-13 0,1-2 0,14 12 0,-3-12 0</inkml:trace>
  <inkml:trace contextRef="#ctx0" brushRef="#br0" timeOffset="158100">29704 12629 7533,'16'-26'3276,"3"19"-1638,3 26 0,-1 9 625,1 12-1814,-13-9 1,-1 5 0,-2 0-2089,0 12 1,-4-1 789,-3-3 0,-4 1-171,-1 0 1,-2 3-1,-3-4 902,-7-4 0,-3-2 1,4-6-1,-1 2 0,0-3 1,-4 2-1,1 0 1</inkml:trace>
  <inkml:trace contextRef="#ctx0" brushRef="#br0" timeOffset="159334">30762 12444 7533,'-8'-20'2968,"-1"13"-1799,-1 36-584,8 7 0,4 3-495,-2-8 0,2 2-357,4 8 1,3 4 0,-1 0 236,-3-7 0,-2 0 0,1 2 7,2 3 1,0 4-1,1 0 1,0-4 164,-3 1 1,0-3-1,5-9-322,24 4 225,-14-54 0,0-18-592,-7 6 1,1-8 0,0-5 0,0-2 0,0 2 0,-1 4-274,3-1 1,0 3 0,0 1 0,-1-2 422,2-9 0,0-3 0,-1 2 1,-1 7-1,0-1 0,-3 11 1,-3 12-1</inkml:trace>
  <inkml:trace contextRef="#ctx0" brushRef="#br0" timeOffset="159501">30815 12815 7533,'-19'14'3276,"26"-8"-2325,15-13-951,14-1 0,2-2 0,6-9 0,-11 6 0,0 1 0</inkml:trace>
  <inkml:trace contextRef="#ctx0" brushRef="#br0" timeOffset="159951">31503 12518 9871,'-22'14'989,"1"1"1,-6 11 0,1 3-945,1 0 0,3 2-90,4 12 0,9-2 45,18 1-45,11-20 0,5-4-135,15-11 0,-13-4 0,-5 5-90,-18 10-359,-30 13-226,3-9 1,-3 0 854,-6 1 0,1-2 0,-4 11 0,19-8 0</inkml:trace>
  <inkml:trace contextRef="#ctx0" brushRef="#br0" timeOffset="160401">32032 12580 7533,'-33'-14'3276,"-4"14"-2360,12 17 1,-2 10 0,2 3-468,4 2 1,2 2 0,0 1-745,-2 0 0,0 0 0,3 1 564,3 3 1,4 1 0,3-5 270,6 14-1214,22-20 1,9-9-966,4-24 1,3-7 668,6 9 0,-2-6 970,-3-24 0,-7-3 0,-3 11 0,-1-17 0</inkml:trace>
  <inkml:trace contextRef="#ctx0" brushRef="#br0" timeOffset="160534">31891 12778 7533,'-29'21'3276,"5"1"-1515,32-21-1581,2 4-810,19-10 0,7-6 630,9-4 0,-4 1 0,2-2 0,-17 3 0,1 1 0</inkml:trace>
  <inkml:trace contextRef="#ctx0" brushRef="#br0" timeOffset="161050">32544 12295 7803,'-8'-18'2068,"6"10"901,-14-9-1620,-1 27-945,-1 11 1,0 4-405,-11 15 150,12-10 0,0 4 0,2 0 255,3 10 0,2 0-225,-2 5 0,7 0-225,19-3 0,13-5-90,8-10 0,4-8 135,-5-12 0,1-3-135,6 1 0,-9 4-405,-29 12 45,-24 6 1,-14 4 494,8-10 0,-3 3 0,-2-1 0,1-1 0,-8 5 0,0-2 0,-1 0 0,10-4 0,-1 0 0,0 0 0,0 0 0</inkml:trace>
  <inkml:trace contextRef="#ctx0" brushRef="#br0" timeOffset="161834">31397 13497 7533,'-25'-12'1259,"5"5"180,-13 18-495,14 7 1,3 6-226,-4 15 1,2 4-180,2-1 0,5 1-1080,6-6 0,10-5-1079,30-9 900,-3-31-91,-3-12 1,-2-7 89,-10-1 0,-4-2 675,1-2 0,-1 0 45,3-12 1889,-24 27 810,-2 57-1935,0-14 1,3 2-1035,8 7 0,3 0-1259,0 9-110,19-27 1,3-6 1580,-2-10 0,25-1 1,-22-7-1</inkml:trace>
  <inkml:trace contextRef="#ctx0" brushRef="#br0" timeOffset="162100">31926 13522 7533,'-45'-7'1638,"19"20"0,1 7-128,-3 7 0,3 5-1180,13-2 0,3 3 0,-1-1-106,-10 13 1,9-2-675,18-9 1,9-6-991,5-13 1,3-5 270,17 0 359,-11-19 1,-3-4 809,-7 3 0,5-19 0,-7 10 0</inkml:trace>
  <inkml:trace contextRef="#ctx0" brushRef="#br0" timeOffset="162234">31785 13683 7533,'-35'18'3276,"15"-10"-1155,20 3-2031,27-15 0,13-8-90,-1 2 0,0-1 0,7-2 0,-1 0 0,-12 1 0,0 0 0</inkml:trace>
  <inkml:trace contextRef="#ctx0" brushRef="#br0" timeOffset="162600">32561 13323 8792,'-29'39'1638,"5"-10"0,1 5-546,12-1 0,2 3 0,0-1-411,-10 4 0,0 3-546,7-6 0,1 6 0,-2 1 0,0-4-105,-4 0 0,-1-3 0,0 0-240,5 0 0,0-1 0,-2 0 120,-4 2 0,-1-1 0,2-5-3187,-1 9 0,1-9 3401,18-31 1,10-21-1,8-16 1</inkml:trace>
  <inkml:trace contextRef="#ctx0" brushRef="#br0" timeOffset="162784">32491 13559 7533,'10'-33'3276,"-3"10"0,9 34-2010,-6 22 1,0 9-1327,3-11 0,3 0 0,-2 2-704,-3 11 1,-2 4 0,0-3-330,3-8 1,0-2 0,-2-1 955,-4 8 1,-3-5 0,5 8 0,-8-16 0</inkml:trace>
  <inkml:trace contextRef="#ctx0" brushRef="#br0" timeOffset="162950">32508 13807 7533,'-36'5'1638,"0"1"0,-9-3-327,92-3-1401,-6-9-379,5-1 1,0-3 0,-19 4 0,-3-1 0,-1-3 0,-1 1 0</inkml:trace>
  <inkml:trace contextRef="#ctx0" brushRef="#br0" timeOffset="169400">23777 15195 7533,'-10'-47'2338,"-5"13"361,13 12 539,10 29-2159,1 23 1,0 19-1,0 7-758,-4-17 0,0 5 1,0 4-1,0 2 0,0 0 1,0 0-1,2-2-64,1 0 0,-1 1 0,0 0 0,2 0 0,1-3 0,2-2 0,2-5-10,9 11 0,3 0 1,2-12-1,-1-24-903,-6-25 1,1-19-1,-1-11 1,0-4 0,0 2 462,-3 6 0,1-3 0,0-2 1,-1-1-1,-1-1 0,-1 1 0,-2 1 1,-1-5-1,-1-2 0,-3 0 0,0 2 1,1 4-1,0 5 0,4 6 0,-1-1 1,1 1-1</inkml:trace>
  <inkml:trace contextRef="#ctx0" brushRef="#br0" timeOffset="169717">24571 14737 7533,'-7'49'655,"0"0"0,-1 0 1,6-7-1,2-2 0,4 3-291,7 4 0,5 4 0,2-2 0,-2-6 0,1 6 0,1-10 0,6-17 0,-1 0 0</inkml:trace>
  <inkml:trace contextRef="#ctx0" brushRef="#br0" timeOffset="169850">24818 14848 7533,'-28'33'252,"1"0"0,0-1 0,-1 1 0,0 0 0,2-1 0,0 2 0,3-2 0,1 2 0,0 0 0,3-5 0,-2 2 0,0 0 0</inkml:trace>
  <inkml:trace contextRef="#ctx0" brushRef="#br0" timeOffset="169984">24430 15133 8792,'10'-19'1638,"27"1"0,12 1-1966,-17 8 0,0 0 0,2 0 1,6-2-1,1 0 0,-1 1 1,-4 2-1,0 0 0,0 1 1</inkml:trace>
  <inkml:trace contextRef="#ctx0" brushRef="#br0" timeOffset="170700">25206 14935 7533,'-23'30'327,"0"0"1,0 0 0,0 0-1,2 6 1,-1 4 0,0 4-1,0 3 1,1 1 0,3 1-1,3-1 82,4-4 1,2 1-1,2 2 1,1 0-1,2 0 1,0 0 0,0-1-1,0 0-540,-2 5 0,-1 2 1,1-1-1,1 0 1,2-3-1,3-3 1,5-3-1,8 8 1,5-2-1,5-8 1,4-13-1,6-24 1,0-1-1,1 0 0</inkml:trace>
  <inkml:trace contextRef="#ctx0" brushRef="#br0" timeOffset="171617">25576 15331 9152,'-19'-6'3238,"-20"17"-3148,25 15 359,-6-2 1,-1 2-45,6-4 0,2 1 314,-6 20-359,3-19-450,32 5-359,11-3 134,-8-8 0,-1 1 225,1-1 0,-2 2-180,0 22-90,-25-3 0,-3-14 1,-5-2-856,-9-2 1,-3-3 1214,4-2 0,1-1 0,-20 9 0,17-12 0</inkml:trace>
  <inkml:trace contextRef="#ctx0" brushRef="#br0" timeOffset="171900">25788 15121 7533,'41'-10'3276,"-9"29"-2184,-11 11 0,0 10 0,-5 3 0,-7 3 0,-6 2 0,-1 3-1282,0-11 0,-1 2 1,-1 1-1,-1 0 1,-3-2 121,-3 4 1,-3-2-1,-2-1 1,-4 1-589,-1-6 1,-3 1-1,-2-1 1,0-2 0,1-2 539,-3 3 0,1-3 1,-2-2-1,-8 2 1,-2-3-1,3-4 0,5-9 1,1 1-1</inkml:trace>
  <inkml:trace contextRef="#ctx0" brushRef="#br0" timeOffset="172217">26282 15381 7533,'-20'-28'3276,"20"12"-1638,21 16 0,9 7-147,7 1 0,1 2-1491,0-1 0,-2 1 0,-4-1 0,-5 1 0,-1 8 0</inkml:trace>
  <inkml:trace contextRef="#ctx0" brushRef="#br0" timeOffset="172367">26300 15592 7533,'-45'18'3276,"48"-5"0,44 0-2979,-12-11 1,8-3 0,1 0 0,-3 1 0,-4 1 0,-2 1 0,1-1 0,13-1-1,0 1 1,0-1 0</inkml:trace>
  <inkml:trace contextRef="#ctx0" brushRef="#br0" timeOffset="173717">27199 15145 7533,'-17'-6'2518,"7"17"-359,2 31-1665,7-8 1,2 3-225,3 6 0,0 2-120,-3-9 0,-1 1 0,1-1-240,-2 2 0,2-2-360,0 1 1,4-14-271,4-34 90,6-13 1,3-9-1,0 0 270,7-8 0,-1 0 780,-6 6 0,0-2 0,-1 9 659,9 9-809,-18 21 1079,-8 40-629,7-19-900,27-5 0,5-26 90,-4-4 0,-1 4 360,-3 24-180,-8 18-1350,-25-6 1,-5 2 314,3-1 1,6-3 944,15 6 0,5-15 0,11-11 0</inkml:trace>
  <inkml:trace contextRef="#ctx0" brushRef="#br0" timeOffset="174050">28011 15294 7533,'-44'11'1638,"18"2"0,0 5-353,1 5 0,2 5-1060,-4 6 0,4 0-225,11-10 0,4-1-630,-8 23-719,32-33 720,-4 0-766,10-15 1,5-7 809,-3-11 1,-1-3 494,1 5 0,-1-1 1079,-2-7 1,-9 11 2286,-20 31-1785,4 19-1581,-11 4-2159,38 2 2249,7-33 0,7 3 0,-4-11 0</inkml:trace>
  <inkml:trace contextRef="#ctx0" brushRef="#br0" timeOffset="174217">28187 15257 8522,'35'33'1638,"-13"-6"0,-1 4-1621,-5 0 1,-2 4-1,1-1-427,3 0 0,-1-2 1,1-1-1,5 6 1,-1-5-1,0-12 0,0 0 1</inkml:trace>
  <inkml:trace contextRef="#ctx0" brushRef="#br0" timeOffset="174367">28557 15208 7533,'-43'19'655,"0"0"0,10 6 1,-3 6-1,1 4 0,2-1-404,4 1 1,2 1 0,0 1-1,0 0 1,-3 2 0,-2 2 0,1-2-1,5-1 1,6-3 0,0 0-1,1-1 1</inkml:trace>
  <inkml:trace contextRef="#ctx0" brushRef="#br0" timeOffset="175867">27834 15963 7533,'-29'-6'2158,"-10"0"-89,11 17-1170,3 7 1,-3 6-271,4-1 1,0 3 0,2 0-450,0 5 0,3 2 149,0-2 1,1 4 0,7-5-330,17 13-1079,12 1-1260,27-33 1246,-17-24 1,3-10 0,-4 1 662,-4 5 0,-1-2 160,7-11 0,0-7 0,-8 2 135,-17 4 0,-2 2 180,10 1 0,-1 2 1215,-11-24 2016,0 70-2145,-8-9-277,5 19 1,4 10-585,2-6 0,1 2 0,5-1-400,6-2 1,4-2 0,0 1 0,-3 2-1,0 0 1,3-6 0,14-4 0,1-1 0</inkml:trace>
  <inkml:trace contextRef="#ctx0" brushRef="#br0" timeOffset="176817">29157 15071 7533,'0'-32'2338,"-8"-3"-809,-9 20-405,-12 36 1,-1 18-765,12-8 0,2 4 0,-1 6-421,2-3 1,-2 5 0,0 3 0,0 2 0,2-2 0,4-2 347,2-3 1,3 0 0,2-2 0,0 1 0,1 0-288,-2 4 0,-1 3 0,2-2 0,5-5 0,7-11 180,24-3 1,7-19-511,-3-23 0,1-17 1,-2-6 167,-14 7 0,-1-4 0,-1-4 0,-2 1 0,0 2-96,2-2 1,0 2 0,-2-2 0,-4-2 185,-4-4 0,-3-4 0,-3-1 0,-3 2 1,-2 7-229,-4 5 0,-3 6 0,-1-3-599,-5-15 1,-3-2 0,-2 10 673,-3 12 0,-3 14 391,-5 19 0,3 13-1785,10 16 0,8 8 1619,4 1 0,3 1 0,-2 2 0,4-2 0,5-13 0,0-1 0</inkml:trace>
  <inkml:trace contextRef="#ctx0" brushRef="#br0" timeOffset="177000">29051 15505 7533,'6'18'3276,"14"7"-1638,5 7 0,3 6-2126,0 0 1,-1 4-606,-9-7 1,1 2 0,-4-3 545,0 0 1,-2-4 0,-1-4 0,-1-6 0,-1-8 0</inkml:trace>
  <inkml:trace contextRef="#ctx0" brushRef="#br0" timeOffset="177250">29404 14662 7533,'-20'-14'3276,"5"20"-1638,15 20 0,8 7-635,1 14-883,-4-15 0,0 5 0,3-3-795,7 3 1,3-2-965,0 4 1,2-1 1300,-2-8 1,1-5-1,6-1 1,-17-19 0</inkml:trace>
  <inkml:trace contextRef="#ctx0" brushRef="#br0" timeOffset="177433">29722 14674 7533,'-35'17'1092,"1"0"0,-6 6 0,0 6-116,11-4 1,2 3 0,0 2-1727,-3 7 1,0 4-1,4-5 210,5-6 1,3-1 539,-7 14 0,3-7 0,10-21 0,-13 8 0</inkml:trace>
  <inkml:trace contextRef="#ctx0" brushRef="#br0" timeOffset="177567">29316 14947 11490,'29'-3'-240,"1"-1"0,12 4 1,4 0 239,1-2 0,0 0 0,-5 2 0,-4-1 0,-13-6 0,-1 1 0</inkml:trace>
  <inkml:trace contextRef="#ctx0" brushRef="#br0" timeOffset="178050">30021 14885 7533,'-7'-14'3276,"-35"37"-1638,18 5 0,-1 7-1963,-2-1 1,0 6 881,9-6 1,-1 4 0,0 5-1,2 0 1,1-1-612,3-2 0,2 1 0,1 0 0,1 0 1,-1 1 196,0 5 1,-1 0 0,1 1 0,1-1 0,2-2-549,0 3 0,-1-2 1,6-2-1,8-7-688,12-4 1,9-5 0,2-8 811,12-8 0,2-9 1,7 0-1,0-7 1,-3-9-1,0 0 0</inkml:trace>
  <inkml:trace contextRef="#ctx0" brushRef="#br0" timeOffset="178900">30462 15047 7533,'-27'0'3276,"-14"5"-2351,18 10 1,1 4-746,-6 8 0,1 4-1,-1 4 1,3 2-135,5 3 0,5-2-135,-3 2 0,34 0 90,13-21-90,16 1-179,-2 3 538,-23 7-269,-12-8 135,-23 11 0,-11 2-135,-9-10 0,-3-1-450,12-1 1,0 1-1,2-2 450,-9 4 0,5-3 0,4 1 0,24-6 0</inkml:trace>
  <inkml:trace contextRef="#ctx0" brushRef="#br0" timeOffset="179117">30656 15666 14639,'-22'35'-1093,"-1"0"1,1 3 0,1-4 449,2 0 1,3-5-1,16-23 1</inkml:trace>
  <inkml:trace contextRef="#ctx0" brushRef="#br0" timeOffset="179467">31168 15170 5733,'-33'23'655,"-1"-1"0,1 1 1,5-1-1,2 1 0,0 2 164,-1 4 0,-1 2 0,1 2 0,5-3 819,-4 7 0,7-1-1806,4 2 0,14-8-282,42-20-1079,-8 0 899,-4-20 1,1-9-901,10-12 1,-5-4 1349,-20 12 0,-1-1 0,12-8 0,5-3 1,-9 5 1293,-17-1 2162,-5 17-166,-13 43-2661,-1-7 1,2 3-102,4 7 0,8-1-1563,13-7 1,6-2 90,-1 1 0,3-1 1124,2-5 0,1-4 0,17 4 0,-23-10 0</inkml:trace>
  <inkml:trace contextRef="#ctx0" brushRef="#br0" timeOffset="179684">31450 14898 11311,'15'22'1092,"0"1"0,-2 14 0,-3 6 0,-5-4 0,-3 3 0,-1 0-247,0-9 0,-1 0 0,1 2-868,1 7 1,2 4-1,-2 1 1,-2-4-728,-6 2 0,-4-3 1,2-1 329,4-6 0,1-1 1,-4 0-31,-7 11 0,-5 0 0,-4-5 450,-2-15 0,-2-5 0,0 1 0,2 3 0,-1 0 0,-1 0 0,-7-3 0,0 1 0,0-1 0</inkml:trace>
  <inkml:trace contextRef="#ctx0" brushRef="#br0" timeOffset="181384">22066 16794 7533,'-34'8'819,"0"-1"0,6 14 0,1 8 0,1 4 0,2 1 0,0 4 0,2 4 0,2 2-658,5-1 1,3 4-1,1 1 1,1 0 0,1-1 125,0-4 1,-1 1 0,2-1 0,3-1 0,6-2-176,6 4 1,5-1-1,5-4 1,4-11-293,21-5 0,8-20-135,-15-13 0,2-11 1,0-6-1,-3-3-99,-8 1 0,-2-4 1,-2-2-1,-1-3 0,-2 1 164,0-3 0,-1-1 1,-1-2-1,-4 1 1,-4 0-66,-5-5 0,-5 0 0,-4 2 0,-1 3-465,-1-3 1,-2 4 0,-6 8 267,-10 9 1,-3 11 0,-7 13 0,9 36 0</inkml:trace>
  <inkml:trace contextRef="#ctx0" brushRef="#br0" timeOffset="181567">22137 17178 7533,'-9'34'1092,"0"0"0,6 9 0,4 4 0,1-8 0,2 2 0,0-2 546,0 6 0,4-1-2488,2-4 1,3 0-1,3-5-789,5-9 1,3-4 1591,0 4 1,1-2 0,18-1 0,-27-18 0</inkml:trace>
  <inkml:trace contextRef="#ctx0" brushRef="#br0" timeOffset="181817">22454 16658 7533,'-27'-33'3276,"9"37"-1638,15 16 0,6 11-1214,3 7 1,4 5-1,0-2-739,-1 3 1,3-1-779,3-2 1,2 2 0,0-7 815,-3-14 0,2-3 0,5 4 1,1-3-1,13 3 0</inkml:trace>
  <inkml:trace contextRef="#ctx0" brushRef="#br0" timeOffset="181984">22754 16695 7533,'-41'11'1638,"11"9"0,-3 7-871,4-1 0,-2 4 0,1 2-1860,1 5 1,2 3 0,1-2 623,4-5 1,1 0 0,3-2 0,0 6 0,3-4 0,-3-3 0</inkml:trace>
  <inkml:trace contextRef="#ctx0" brushRef="#br0" timeOffset="182117">22313 17017 7533,'21'-17'1092,"-1"1"0,9 2 0,5 5-1375,2 5 1,4 3-1,-2 0-264,3 1 1,-2 0 0,8-2 0,-4-1 0,-7-4 0</inkml:trace>
  <inkml:trace contextRef="#ctx0" brushRef="#br0" timeOffset="182450">23001 16893 7533,'-8'-14'3276,"-25"31"-2184,17 9 0,1 10 0,-1 3-273,-2-1 0,0 2 0,-1 3 0,3 2-1112,4-3 0,1 3 1,2 0-1,1 1 0,1-2-527,1 6 1,1 1 0,3-2 0,6-4-274,6 3 1,6-4 0,3-6 880,4-3 0,5-11 0,2-17 0,-2-8 1,-2-13-1</inkml:trace>
  <inkml:trace contextRef="#ctx0" brushRef="#br0" timeOffset="182784">23354 17166 7533,'-26'-33'3276,"-1"15"-1638,2 25 0,-1 9 0,6 5 0,1 4-1605,-5 3 0,5 2-663,11-2 1,6-1-91,12 10 585,9-21 0,5-2-135,-1 1 1,1 0 134,-1 1 0,-1 0 45,3 5-90,-25 12-90,-17-12-405,-7 2 1,-3 2-900,3-5 0,-1 0 1574,-3-1 0,3-1 0,-1 0 0,19-13 0</inkml:trace>
  <inkml:trace contextRef="#ctx0" brushRef="#br0" timeOffset="183217">23707 17587 7533,'-28'-18'3276,"11"10"-76,17 8-3020,2 8 180,13 27-450,-21 9-675,-1-16 1,-3 2-541,-4-1 1,-2-2 484,-19 5 1,17-21 0,11-18 0</inkml:trace>
  <inkml:trace contextRef="#ctx0" brushRef="#br0" timeOffset="183583">24024 17191 9062,'-35'9'1638,"12"2"0,3 5 0,4 10 0,2 4-822,-2-1 1,7 0-2166,17-4 0,7-6-1260,17-12 1529,2-21 1,0-9 539,-12-3 1,-4-2 1573,0-2 1,-3 3 2241,-7 8 0,-8 49-2542,8 8-2373,2 3 1,5-1 1393,14-8 1,-8-8 0,2-3 0,12-9 0</inkml:trace>
  <inkml:trace contextRef="#ctx0" brushRef="#br0" timeOffset="183817">24359 16930 11131,'23'33'819,"-1"-1"0,-8 3 0,-2 4 0,-2 3 0,-2-3 0,0 2 0,-2 1 0,-3 1-552,-3 5 1,-2 1 0,-3 1 0,-2-1-1088,0-2 1,-2 0 0,-3 0 0,-5-2 780,-1-10 1,-4 0-1,-2-2 1,-1-1-1,1-2 1,-8 7-1,0-2 1,-2-3-1,4-8 1,1-1 0,-1 0-1,1 1 1</inkml:trace>
  <inkml:trace contextRef="#ctx0" brushRef="#br0" timeOffset="184284">24818 17364 7533,'-10'-32'3276,"10"13"-1638,23 14 0,11 5 0,10-2 0,4 0-2366,-5-2 1,4 0-1,-2-1-160,-2 1 1,0-1-1,-3-1 888,7-4 0,-6 2 0,-6 8 0,-29 7 0</inkml:trace>
  <inkml:trace contextRef="#ctx0" brushRef="#br0" timeOffset="184434">24836 17538 7533,'2'13'1638,"19"-13"0,12-5-546,6 2 0,5 0 0,1-1-1465,-7 1 0,1-1 0,0 1 1,-2 1 372,1 1 0,-1 1 0,-3 2 0,11 3 0,-7 3 0,-3 4 0</inkml:trace>
  <inkml:trace contextRef="#ctx0" brushRef="#br0" timeOffset="186017">25735 17067 7533,'-14'-21'1092,"40"8"0,24 2 0,4 2-382,-11 5 0,4 2 0,1 1 0,0-2-1038,-6-1 0,3-2 0,-1-1 1,-2 1-1,-1 0 0,12 2 1,-4 1-1,-10-3 0,-8-12 1</inkml:trace>
  <inkml:trace contextRef="#ctx0" brushRef="#br0" timeOffset="186384">25823 17005 7533,'-34'6'1092,"0"0"0,-1 9 0,15 4 0,37-2 0,18 0 0,-1 1 546,-5 3 0,3 0-2027,11-7 1,13-3 0,-3 2 0,-15 6-1251,-14 13 1,-17 6 1651,-14-3 0,-11 3 0,-4-2 1079,-7-3 0,-3-1 0,13-1 193,21 4 0,16-5-1285,8-15 0,10-7 0,3-2 0,8-4 0,6-5 0,0 0 0,-6 5 0,-11 8 0,0 0 0,0 0 0</inkml:trace>
  <inkml:trace contextRef="#ctx0" brushRef="#br0" timeOffset="186934">26123 17996 7533,'-39'-1'1638,"-1"22"0,2 9-488,13-8 1,6 3-522,7 11 1,9 1-495,13-11 0,5 0-225,-2 7 0,2 0-45,6-10 0,-9-1-958,-35 7 1,-21 1 0,7-9 1027,10-8 1,-16-1 0,7-9 0,36-22 0</inkml:trace>
  <inkml:trace contextRef="#ctx0" brushRef="#br0" timeOffset="187100">26441 17909 7533,'-10'-8'1638,"-19"27"0,-5 13-1306,16-6 1,-1 2-1,-5-1 1,-3 0 0,2-1-1,3-3 1,0 1-1</inkml:trace>
  <inkml:trace contextRef="#ctx0" brushRef="#br0" timeOffset="187703">26793 16967 7533,'-10'48'655,"-1"0"0,0 0 1,0 0-1,-4-11 0,1 3-267,8-5 1,0 11 0,2 6 0,0 4 0,0 0-1,1-3 1,0-6 0,0-9-389,-3 10 0,2-3 0,2 0 0,1 10 0,0 1 0,0-6 0,-2-15 0,-5-3 0,3-1 0,0-1 0</inkml:trace>
  <inkml:trace contextRef="#ctx0" brushRef="#br0" timeOffset="187983">26793 17091 7533,'32'-22'3276,"-16"7"-2396,23 38 1,-6 22-1241,-38-10 0,-15 5 0,8-1 45,23 9 1,-5-1-506,-26-9 1,-15 3 0,-2-3 0,10-9 585,3 0 1,-12-1 0,2-5 0,24-18-1</inkml:trace>
  <inkml:trace contextRef="#ctx0" brushRef="#br0" timeOffset="188234">27358 17079 7533,'-33'6'1092,"-1"-1"0,-11 13 0,2 11-273,22-2 0,4 7 0,2 3 0,3 3-871,4 2 1,3 3 0,2 3 0,1-1 0,1-2-247,-2 1 0,1-2 0,2 0 0,5-2 0,5 3 0,5 0 0,3-4 0,3-12 1,14-18-1,-1 0 0</inkml:trace>
  <inkml:trace contextRef="#ctx0" brushRef="#br0" timeOffset="189084">26793 17104 7533,'-9'-25'2878,"1"11"-2338,16 3 899,1 22-630,17 8-404,-9 0 0,1 0-315,12 3 90,-9-3 0,-1 0 269,-1-4-179,-9 27-90,-4-15-180,-22-1 0,-7 1-405,0 1 1,-1 0 359,4-6 0,-1-1-1485,-14 8 1,7-2 1529,22-6 0,-17-2 0,23-7 0</inkml:trace>
  <inkml:trace contextRef="#ctx0" brushRef="#br0" timeOffset="189700">27640 17228 7533,'-8'-14'3238,"-1"3"-1439,-25 33-1305,12 2 1,-1 2-495,3-5 0,1 2 180,-3 14 0,3 0 90,1 3-630,16-1 180,35-10 180,1-17 0,-4-4 0,-1 2 0,-10 4-90,-3 9-315,-28-2 1,-7-1 404,-5 5-765,-4-2 1,-3 0-2115,-6-4 2879,10-5 0,3-3 0,14-11 0</inkml:trace>
  <inkml:trace contextRef="#ctx0" brushRef="#br0" timeOffset="190083">27905 17067 7533,'-10'-7'3276,"-6"1"-1425,-1 28-1851,5-11-45,-4 12 0,0 5-1395,10-2 1,1-1 1439,-4-1 0,0 0 0,1 4 0,0-3 0,-1 0 0</inkml:trace>
  <inkml:trace contextRef="#ctx0" brushRef="#br0" timeOffset="190350">28063 17042 11580,'5'25'1638,"0"1"0,-5 12-1333,-4-7 1,-2 7-1,-2 3 1,1-2-624,0 4 0,0-1 0,-1 3-338,1-7 1,-2 4-1,-1 1 1,2-1 0,1-5 338,2 3 0,1-3 0,1 0 317,-1 8 0,0 0 0,4-11 0,10-8 0,8 20 0</inkml:trace>
  <inkml:trace contextRef="#ctx0" brushRef="#br0" timeOffset="190784">28416 17302 7533,'-23'-12'3276,"-7"10"-1991,1 16 0,-2 7-1015,2 4 0,3 4 0,-1 7 0,9 3-46,13-6 1,8-4-494,18 9 224,0-25 0,3-3-135,2-4 0,-1 0-540,12 12 271,-9 1 179,-12 1 0,-48 9-360,9-9 405,-6-5 0,-1 1-2923,-7 8 2249,9-10 899,13-3 0,15-11 0,0 0 0</inkml:trace>
  <inkml:trace contextRef="#ctx0" brushRef="#br0" timeOffset="191000">28575 17724 9062,'-20'16'3276,"-11"16"-4240,17-10 1,1 1 603,-9 16 360,-1-10 0,23-22 0,0-2 0</inkml:trace>
  <inkml:trace contextRef="#ctx0" brushRef="#br0" timeOffset="191351">28787 17438 7533,'-43'6'3276,"5"17"0,3-6-1733,10 23-1453,15-14-90,10 0-1529,25 3-1748,12-21 797,9-8 2030,-11-30 585,-21 8 0,-3-1 45,-1-12 2878,-2-3 218,-24 35-1424,12 3-1763,-11 25 91,15-3-2248,15 18-1209,13-20 0,1 0 3206,5-10 0,-25-15 1,-1-2-1</inkml:trace>
  <inkml:trace contextRef="#ctx0" brushRef="#br0" timeOffset="191583">28998 17265 7533,'0'-14'3276,"16"25"-1638,-6 11 0,0 6 0,7 11 0,1 4-1227,-7-8 1,-1 1 0,-4 0-1505,-5-3 1,-3 1 0,-3-1-1,0 1 1,-1 0 0,-4-4 545,-7 1 1,-3-3 0,-1 0 0,0-4 0,-6 1 0</inkml:trace>
  <inkml:trace contextRef="#ctx0" brushRef="#br0" timeOffset="192652">29333 17054 7353,'0'-30'3276,"0"9"-1875,0-2-321,0 16-181,0 1 90,8 6-269,-6 0-360,6 0-360,0 0 0,-6 0-180,6 0-180,-8 0-989,0 0 1349,0-5 0,8 4 90,-6-10 90,5 9-90,-7-3-90,0 5-3277,0 0 617,-7-6 2300,5 5-539,-22-5 989,4 1 1349,-7-2 270,9-5 1567,11-1-76,30 6-2121,5 4 1,5 1-1440,12 1 0,2 2 256,-5-1 0,0 0-1470,9-3 0,-4 0-1703,2 2 2799,-21-2 0,-3 1 0,1 7 0,-19 2 0</inkml:trace>
  <inkml:trace contextRef="#ctx0" brushRef="#br0" timeOffset="192984">29439 16955 7533,'-35'-5'3276,"15"3"-706,-3 8-771,13 24-765,-3 11 1,1 8-466,6-12 1,3 2 0,0 2-770,-1-3 0,-1 3 0,1 1 0,1-2 260,2 7 0,2-1 0,-1 0-150,-2 0 0,-1 0 0,0-5 45,3-5 0,-2-4 313,-3 6 1,3-9 901,9-19 2106,27-4-3565,-8-12 0,3-2-881,14-4 1,2-1 1169,-8 3 0,0 1 0,2-1 0,-1 2 0,-12 2 0,1 0 0</inkml:trace>
  <inkml:trace contextRef="#ctx0" brushRef="#br0" timeOffset="195200">29704 17104 11131,'0'-7'269,"0"1"-179,0 6 180,0 0-180,0 6 720,8 12-181,-6 30-449,6-10 0,-4 3 0,-1 3-225,-1-14 0,-2 0-135,-3 8 0,-2 0-45,5-3 1,-3-4 44,-21-3-180,22-6-719,-6-33 809,8-3-225,4-9 0,0-7-180,0-9 1,2-3 539,2 8 0,2-2-105,-5-2 0,0-3 1,2 6-31,5 11 0,2 2 360,-1-15 0,1 4 449,6 12 271,3-1-90,-5 32-540,-6-13 179,11 31-269,-21-2 0,-2 1-450,-2 14 270,-29-15 90,25-6-89,-33 2 1168,35-20 540,-12 9-1079,16-10 359,8 21-719,2-12-90,15 30-1125,-8-18 1,1 0-585,1 1 0,0 1 1619,-1-2 0,-1-2 0,8 4 0,-7-12 0</inkml:trace>
  <inkml:trace contextRef="#ctx0" brushRef="#br0" timeOffset="195534">30215 16967 7533,'-20'20'1092,"-1"0"0,1 13 0,1 3 546,-1-1 0,3 5-1484,6 5 1,3 5 0,3-6-428,4-15 1,2 0-628,-1 6 1,1 5 0,6-8-1710,26 2 2609,-9-2 0,17-15 0,-23-17 0</inkml:trace>
  <inkml:trace contextRef="#ctx0" brushRef="#br0" timeOffset="195900">30480 17116 7533,'-18'-5'3276,"9"3"-1155,1-3-1672,-8 22-808,12-2 314,-10 4 0,-3 3 135,3 0 0,0 0-90,-15 18 44,11-19 1,3-1 315,5 0-270,10-8-180,25-6 0,13-1 90,-1-4-719,-4 16 269,-23 2 180,-10 2 90,-26 13-1079,-11-8 629,8 0-1439,-3-2 2069,30-17 0,2-1 0,10-6 0</inkml:trace>
  <inkml:trace contextRef="#ctx0" brushRef="#br0" timeOffset="196084">30639 17438 8522,'-10'13'3276,"2"-6"-885,0-2-3021,-2 6 270,1-8-2338,-23 19 2698,26-13 0,-25 8 0,21-4 0</inkml:trace>
  <inkml:trace contextRef="#ctx0" brushRef="#br0" timeOffset="196417">30798 17141 8342,'-23'28'1638,"0"-1"0,-4 8 0,13-10 0,4 1-1174,9 7-374,-7-6-1439,23 1-1529,5-38 179,15-20 2474,-16 7 0,-2-1 1665,2-22 1618,-19 29-180,-4 41-2608,-11 0-225,15 2 0,7-1-2833,11-9 2788,9 13 0,1-17 0,-3 1 0</inkml:trace>
  <inkml:trace contextRef="#ctx0" brushRef="#br0" timeOffset="196600">31080 17401 11131,'-9'25'599,"0"0"1,1 0 0,-2 0-3877,-15 13 3241,13-2 1,-19-22 0,11-4 0</inkml:trace>
  <inkml:trace contextRef="#ctx0" brushRef="#br0" timeOffset="196950">31309 17178 7533,'-25'0'3276,"5"0"-256,2 6-2570,-5 17-540,19-6-180,-12 17-90,16-14-269,16 4 449,-12-10 270,35 8 180,-25-8-270,19 5 89,-23 10-89,-18 8-90,-7-14 1,-5 0-1126,-3 1 1,-1-4 1214,-14-6 0,15-17 0,23-22 0</inkml:trace>
  <inkml:trace contextRef="#ctx0" brushRef="#br0" timeOffset="197117">31397 16967 11940,'0'36'-899,"0"9"179,-8-11 720,6 0 0,-13-21 0,5-1 0</inkml:trace>
  <inkml:trace contextRef="#ctx0" brushRef="#br0" timeOffset="197401">31503 16819 7533,'0'-28'3276,"16"6"0,3 44-1638,-4 5 0,-2 7-987,-7 0 1,-3 4 0,-2 3-1472,-2-2 1,-1 3 0,-1 0 0,-1-3 374,-2 3 0,0-3 1,-2 1-209,1-1 1,0 1 0,-2-1 0,-1-2-441,-4-3 1,-1-2 0,1-1 571,-2 11 1,0-2 0,-4 0-1,-1-7 1,4-14 0</inkml:trace>
  <inkml:trace contextRef="#ctx0" brushRef="#br0" timeOffset="198168">31803 17240 7533,'-10'0'1638,"32"0"0,19 0-546,1-1 0,5-1 0,-1 0-1148,-10 0 1,-1-1 0,2 1 55,3 0 0,4 0 0,-4-1 0,-13-3 0,-12-6 0,17 0 0</inkml:trace>
  <inkml:trace contextRef="#ctx0" brushRef="#br0" timeOffset="198384">32120 16967 7533,'-5'34'234,"-1"0"0,0 0 0,2 6 0,2 4 0,0 1 0,0-3 0,-1 5 0,0-1 0,1 0 0,2-6 0,0 0 0,0-1 0,0 1 0</inkml:trace>
  <inkml:trace contextRef="#ctx0" brushRef="#br0" timeOffset="199168">30586 18058 8072,'18'43'1638,"1"1"0,1-10-983,-7-1 0,4 11 1,0 7-1,-1 0 0,-5-5 164,-4-4 0,-4-1 0,-2-1 0,2 1-263,2 0 1,0 0-1,-1 0 1,-4-3-1397,-8 9 0,-4-2 1,-2-20 299,1-25-360,-12-27 1,3-13 1034,17-3 0,4-3-90,-14 1 0,6-3 652,16 13 0,7-2 0,4 0 0,-2 5-562,5-2 0,3 1-203,-1 4 1,4-3 0,1 0-1,-4 5-1179,1-2 1,-1 4 1246,13-3 0,-2 5 0,-11 9 0,17-3 0</inkml:trace>
  <inkml:trace contextRef="#ctx0" brushRef="#br0" timeOffset="201117">31309 18133 7533,'-10'-14'3276,"10"47"-2184,2 1 0,2 8 0,0 3-273,0-4 0,0 1 0,1 2 0,0 0-475,0 3 1,2 2 0,-1-1 0,1-2 44,2 3 1,0-3 0,1-6-90,-3-4 0,5-12 689,27-24-809,-19-31 0,-2-15-780,-1 11 1,2-2-1,-1-2-220,0 0 1,1-3 0,-2 0 0,-2 4 409,-4 0 0,-2 3 1,2 2-1,5 0 1,1 1-1,-3 4 0,6-9 1</inkml:trace>
  <inkml:trace contextRef="#ctx0" brushRef="#br0" timeOffset="201467">31856 17996 12120,'26'18'1638,"1"-1"0,10 6-668,-14 14 1,-5 6-2455,-7-10 0,-2 2-155,0 12 1,-1-1 982,-3-15 1,-2-4-1,5 13 1,2-28 0</inkml:trace>
  <inkml:trace contextRef="#ctx0" brushRef="#br0" timeOffset="201667">32226 17971 7533,'-41'12'3276,"10"18"-1638,5-6 0,1 3-462,7 4 1,1 1-2392,-10 5 1,3-1 1034,12-12 0,0-1 180,-24 10 0,1-3 0,18-6 0,-8-7 0,1 0 0</inkml:trace>
  <inkml:trace contextRef="#ctx0" brushRef="#br0" timeOffset="201801">31856 18158 14009,'42'9'371,"0"1"0,8-8 0,0-3 0,-6 1 0,-2-3 0,-1-6 0,1 1 0</inkml:trace>
  <inkml:trace contextRef="#ctx0" brushRef="#br0" timeOffset="202450">32473 18034 8702,'-27'5'1638,"10"11"0,0 8-546,2 5 0,1 6 0,0-1-870,-1 5 1,-1 3 181,0-5 1,-1 5 0,-1 2 0,4-2-135,4 7 0,3 0 0,1-1-305,-5 2 0,0-1 0,7 0 35,13-3 0,6-2 0,2-8 0,-1-11 0,4-8 0,13-15 0,0 0 0</inkml:trace>
  <inkml:trace contextRef="#ctx0" brushRef="#br0" timeOffset="203584">32791 18256 0,'-18'0'1500,"8"0"1481,2 0-2262,-7 0-89,3 0 1678,-13 11-1858,-5 16 0,3 4 589,7 5-709,2-5 0,-3 6 0,13-3 1308,28-3 0,7-1-951,-14 6 1,2-2-733,14-11 0,-8-3-3013,-52 18 3058,-4-27 0,4 1 0,1 0 0,-3-7 0</inkml:trace>
  <inkml:trace contextRef="#ctx0" brushRef="#br0" timeOffset="203817">32985 18170 9422,'-8'-14'3276,"-2"36"-706,0-3-4209,-2 22 1,1 4 1232,7-11 0,-7-1 0,-2-2 0,4-7 0</inkml:trace>
  <inkml:trace contextRef="#ctx0" brushRef="#br0" timeOffset="204084">33055 18021 9961,'29'40'546,"-1"0"0,-18-5 0,-3 8 0,-2 2 0,-3-2 0,0-8 1092,-2-1 0,-4 1-1936,-5 3 1,-5 11 0,-2 5-1,-2 0 1,1-6 0,2-10-1342,-1-4 1,-1-2 1329,-2 3 1,-3 7 0,0-2 0,5-11 0,-1-4 0,1-1 0</inkml:trace>
  <inkml:trace contextRef="#ctx0" brushRef="#br0" timeOffset="204918">33214 17587 7533,'-20'14'3276,"52"3"-1638,6-23 0,6-4 0,0 13 0,0 1-706,-3-8 1,-5 4-483,-5 25-270,-21-10-360,8 7 450,-1-15-1247,-10 19 1,-4 5 1156,5-3-78,-5 2 0,-1 9 0,-1 7 1,0 1-1,0-2 203,-1-1 1,1 0 0,-1 0 0,0 0 0,1 0-252,-1 0 0,0-2 0,1 1 0,-1 1 0,-1 2 110,-1 4 1,0 4 0,-1 2 0,-1-3 0,1-6 0,-1-9-210,-1-6 0,-2-1-203,-3 9 1,-3 9 0,-1-3 0,4-13-473,2-11-919,-33 7 1,-4-8-1639,31-20 3130,-17 3 1,0-2 0,13-8 0,-9 0-1</inkml:trace>
  <inkml:trace contextRef="#ctx0" brushRef="#br0" timeOffset="208001">21026 15269 7533,'-10'-26'1638,"0"0"0,-6-15 0,37 27 0,13 4-1004,-1 4 0,5 3 1,-1-1-1398,-1-1 1,-1 1 0,4 0 357,3 2 0,4 1 1,-1 0-1,-6 0-939,-1 1 1,-3 0 308,15 0 1,0 0 1063,-18 2 1,-4 1 0,12 4 0,1 5 0</inkml:trace>
  <inkml:trace contextRef="#ctx0" brushRef="#br0" timeOffset="208284">20990 15431 7533,'-38'19'819,"0"0"0,5 5 0,-1 6 0,5 7-273,12-3 0,2 6 0,3 3 0,0 3 0,0-2 0,-1-3-758,-1-3 0,0-3 0,0 0 1,0 3-1,0 3 279,2 1 1,0 3-1,0 2 1,0 3-1,1 1 1,0 0-1,1 0 1,0-2-136,1-1 1,0-1-1,1 1 1,0-1-1,1 1 1,0 0-1,0 1 1,1 0-172,0-1 0,1 0 1,1 1-1,-1 1 1,1-1-1,0 1 1,0 0-1,0 1 1,-1-1 318,0-2 1,-1 0 0,1 1 0,-1 1 0,0-1 0,0 0 0,1 0 0,1-2 0,0 0 0,2-2 290,0 7 0,0 0 0,1-1 0,2-1 0,0-3 0,3-2 0,1-4 416,2 8 0,2-3 0,5-5 0,7-9-517,7-9 0,6-7 0,4-5 0,1-4-926,-2-5 1,4-6-1,0-2 1,0-2 0,-1 2 466,4-1 0,-1 0 0,-1-1 0,-1 2 0,12-1 0,-1 0 0,-8 5 0,-13 5 0,-1 1 1</inkml:trace>
  <inkml:trace contextRef="#ctx0" brushRef="#br0" timeOffset="209151">15011 14811 0,'-20'-12'3276,"4"38"-2184,15 12 0,5 14 0,1-2-222,-2-8 1,0-1-1,1 4-906,-1-4 0,1 3 0,0 1 0,0 1 0,-1-3-504,-1 3 0,0-1 1,1-2-1,-1-1 497,3 7 0,1-2 0,-1-2 0,-2-7 0,-1-1 0,3-6 0,13 11 0</inkml:trace>
  <inkml:trace contextRef="#ctx0" brushRef="#br0" timeOffset="209550">15064 14823 7533,'-4'-48'1638,"25"25"0,9 8 0,-1 14 0,4 7-884,11 4 0,5 5 1,-8 0-710,-15-5 0,-5 6-1138,-5 26 1,-8 13 0,-9-6 1246,-12-16 0,-7-1 520,-5 7 1,-7 7 0,3 0 0,15-5-450,22 0 0,9-1-975,-3-4 0,0 3 1,-2 1 958,-7 7 1,-3 3 0,2-4-345,16 0 1,-10-3-686,-30-9 1,-15 1 0,-4-2 0,7-8 305,10-9 0,1-3 0,-26 14 0,47-27 0</inkml:trace>
  <inkml:trace contextRef="#ctx0" brushRef="#br0" timeOffset="209851">15646 15455 7533,'4'35'1304,"23"-49"0,-1-16-1304,-29 6 0,-2-3 90,26-16 0,-7 12 1002,-43 36 0,-21 20 0,7 1 463,20-7 0,5 6-903,1 10 0,0 10 1,4 0-1,11-12-2541,32 0 796,2-17 1,8-4 0,-3-7-547,-3-11 1,-1-7 1181,2-1 1,1-2 0,-9-1 0,-7-8-1,-5 1 1</inkml:trace>
  <inkml:trace contextRef="#ctx0" brushRef="#br0" timeOffset="210118">16034 14674 7533,'-20'-34'1638,"8"58"0,1 24-1092,5-13 0,3 9 0,0 6 0,0 1 0,2 0 0,-1-4-490,0 1 1,0 0 0,1-1 0,1-1 0,1-1-57,2-1 0,0 2 0,2-1 0,1-8 0,3-9 0,16-2 0,-9-62 0,1 1 0,-1 0 0</inkml:trace>
  <inkml:trace contextRef="#ctx0" brushRef="#br0" timeOffset="210270">16281 14724 7533,'9'-36'3276,"-16"60"-2730,0 4 0,-3 13 0,-1 7 0,0 4 0,0-2 0,2-8 273,0-3 0,2-5 0,0 1 0,0 6-789,2-1 1,0 6-1,0 4 1,0 3 0,0-2-1,2-4 1,1-6 0,1-8-1,3 2 1,2-4 0,4 8-1,0 0 1,0 0 0</inkml:trace>
  <inkml:trace contextRef="#ctx0" brushRef="#br0" timeOffset="210768">16439 15269 6543,'-13'36'1092,"-1"0"0,0 2 0,3 2 546,1 9 0,10-5-2073,23-10-914,-15-46 539,13-10 0,11-10 1,1-1-1,-9 7 630,-5-6 540,12 2 0,7-4 0,-12 15-450,-23 19 3148,13 28-1420,-22 4 0,-4 3-1676,7 14-727,-5-10 1,8-11-2513,25-32 618,-3 7 2659,6-18 0,1-3 0,-6 7 0,-2-4 0,-1 1 0</inkml:trace>
  <inkml:trace contextRef="#ctx0" brushRef="#br0" timeOffset="211134">16951 15232 7533,'-16'-8'1638,"-13"32"0,-1 14 0,12-7 0,7 0-4915,11 17 0,37-67 2558,-5-2 1,-3-3 3994,-5-15 0,-24 47-2235,1 16 1,5 3-2681,14-8 1,2-1 982,-5 26 1,7-28-1,-1-4 1,-13-5 0</inkml:trace>
  <inkml:trace contextRef="#ctx0" brushRef="#br0" timeOffset="212090">16863 15468 7533,'-18'33'0,"1"-4"0</inkml:trace>
  <inkml:trace contextRef="#ctx0" brushRef="#br0" timeOffset="212451">16792 15530 6543,'-25'-7'3276,"5"1"-2126,23-24 1,8-6-1241,-3 9 240,4-4 0,6-5 0,1 6 659,16 1 631,2 16-541,-18 39 1,-3 12-2539,-2-10 1,-2 1 1609,0 10 1,1-7 0,7-22 0,6-29 0</inkml:trace>
  <inkml:trace contextRef="#ctx0" brushRef="#br0" timeOffset="212884">17251 15220 7892,'-30'16'1092,"1"1"0,5 11 0,7 2 2184,5 10-6553,36-53 5130,15 4 845,0 1-3245,-21 24 1,-3 8 0,-4 4 0,2-3 0,28-8 0</inkml:trace>
  <inkml:trace contextRef="#ctx0" brushRef="#br0" timeOffset="213218">17480 15220 11940,'-17'30'3276,"7"13"-3224,10 2-3290,33-50 4452,-6-8 1,1-6-856,-3-5 1,-1-1 1214,2-2 1,-3 15-541,-14 50 0,0 14-1034,14-28 0,3 1 0,-11 24 0,3-4 0,11-34 0,1 0 0</inkml:trace>
  <inkml:trace contextRef="#ctx0" brushRef="#br0" timeOffset="-214728.73">15311 16323 0,'-26'-18'1320,"-1"4"1956,-1 2-1638,2 41 0,3 19-940,10-5 1,3 5 0,2 3-340,2-4 0,1 3 0,3 1 0,3-3-225,1-6 1,1 2 0,5-5 0,8-12-194,19-8 1,8-13 0,-1-11-692,-4-17 0,-2-14 1,-2-5 497,-10 9 0,1-2 0,-2-3 0,-3-1 1,-6 1 183,-5-7 1,-6-2-1,-5 1 1,-6 4 336,-10-5 1,-7 5 0,-7 8 150,-7 9 0,-5 7 0,0 10-296,4 8 1,1 8 0,8 7-1745,6 14 1,13 5 1619,20 13 0,18-23 0,8-6 0,-7-16 0,-1 0 0</inkml:trace>
  <inkml:trace contextRef="#ctx0" brushRef="#br0" timeOffset="-214395.73">15628 16571 7533,'-20'0'3276,"28"0"-1425,30 0-2166,-10 10 0,-2 8 270,-7 11 0,-8 9 75,-9 1 0,-7 4 0,-2 0-326,-3 3 0,-4 0 1,-1-1-605,0-5 1,-1-1-1,2-5 921,-2-3 1,6-14 0,10-20-1,10-29 1</inkml:trace>
  <inkml:trace contextRef="#ctx0" brushRef="#br0" timeOffset="-214162.73">15752 16522 7533,'25'-27'3276,"10"4"-2171,-9 22 1,1 6-1376,20 9 315,-25 1 0,-8 7-255,-21 6 0,-12 6 0,-3-2 240,1-5 0,-2-2 0,-3 1-360,-6 5 0,-3 1 1,2-8 329,0-7 0,5-11 0,13-15 0,24-22 0</inkml:trace>
  <inkml:trace contextRef="#ctx0" brushRef="#br0" timeOffset="-213995.73">16051 16471 11850,'49'-3'989,"-25"-11"1,1-3-2629,18-5 1,1-2 1091,-15-2 1,-2 1 0,0 5 0,-3 4 0,2-2 0</inkml:trace>
  <inkml:trace contextRef="#ctx0" brushRef="#br0" timeOffset="-213812.73">16263 15939 7533,'-14'41'546,"-1"0"0,1 1 0,2-6 0,1 2 0,-1 1 0,2 1 273,-1 5 0,0 3 0,2 0 0,3 1-1252,2 0 0,1 1 0,4-1 0,3-6 433,2-5 0,4-5 0,3-3 0,12 4 0,5-13 0,0-32 0,1 1 0</inkml:trace>
  <inkml:trace contextRef="#ctx0" brushRef="#br0" timeOffset="-213662.73">16439 16013 10231,'0'35'180,"0"0"0,0 12 0,0 1-180,0-6 0,0-1 0,0 2 0,0-5 0,0-7 0</inkml:trace>
  <inkml:trace contextRef="#ctx0" brushRef="#br0" timeOffset="-213462.73">16528 16434 9062,'-9'31'1092,"0"-1"0,3 4 0,2 1-886,-1 1 0,2-2-1845,6-4 1,2-3 1422,5 3 1,0-24 0,-2-13 0</inkml:trace>
  <inkml:trace contextRef="#ctx0" brushRef="#br0" timeOffset="-213162.73">16633 16447 7533,'10'10'3276,"-2"32"-1638,-8-12 0,0 1-1406,5 3 0,6-5-2211,16-9 0,10-52 1709,-18 9 0,-2-2 1889,-4-3 0,-1 6 450,-2 15-1349,14 28-1260,-13 12-2608,23-8-129,-7-14 3151,0-6 1,-9 2 0,-10 5 0</inkml:trace>
  <inkml:trace contextRef="#ctx0" brushRef="#br0" timeOffset="-212728.73">17145 16385 7533,'-31'21'1092,"-1"-1"0,8 7 0,3 3 193,5-3 0,7-1-2994,17 12-989,27-62 1978,-15-1 1,-1-3 1528,0-4 1,-3 4 2248,0 9 180,-16 63-2788,-1-19 0,2 1-1080,7 16 0,8-8-2647,29-29 3105,4-3 0,-22-18 0,-3-5 0,1-16 0</inkml:trace>
  <inkml:trace contextRef="#ctx0" brushRef="#br0" timeOffset="-212495.73">17480 15827 7533,'-17'40'1638,"4"-9"0,0 2 0,3-2 0,0 5-1338,2 4 0,-1 7 0,0 2 0,2-3-240,2 2 0,1-2 0,1 2-375,2-2 0,1 4 1,1-2-1,-1-5-1214,-3 16 0,10-20 1630,21-41 0,-1-13 1,-17-15-1,10-8 0,-1 0 1</inkml:trace>
  <inkml:trace contextRef="#ctx0" brushRef="#br0" timeOffset="-212378.73">17586 15939 7533,'10'33'1638,"-6"-6"0,0 4-1977,-4 10 0,0 2 1,0-5-1,0-1 1,0-7-1,0 0 1</inkml:trace>
  <inkml:trace contextRef="#ctx0" brushRef="#br0" timeOffset="-212211.73">17621 16323 9602,'-8'36'3276,"6"2"-1638,-2-8 0,1 1-3277,1-4 1,4-2 818,21 19 1,-17-20 0,18-19 0</inkml:trace>
  <inkml:trace contextRef="#ctx0" brushRef="#br0" timeOffset="-212045.73">17780 16310 10861,'37'0'1169,"12"-5"-2518,-22-3 0,-1-2 1349,15-10 0,-15 5 0,-3-1 0,-5-8 0</inkml:trace>
  <inkml:trace contextRef="#ctx0" brushRef="#br0" timeOffset="-211828.73">17992 15963 7533,'-19'29'1092,"0"0"0,1 5 0,3 4 0,9 4 0,4 6 0,0-4-271,-2-4 0,0-1-911,4 0 0,0 1 0,0-6-3187,0 8 168,8-4-168,10-38 3255,2-11 1,5-29-1,-7 14 1</inkml:trace>
  <inkml:trace contextRef="#ctx0" brushRef="#br0" timeOffset="-211595.73">18009 16385 7533,'10'26'3276,"-2"10"0,8 11-2453,19-24-1002,-4-42-1460,3-7 1,-3-3 867,-8-14 2750,11 7-341,-34 67 0,-8 17-1381,0-17 0,-1 2 0,-2 2-832,3 1 1,-1 3 0,0 0-1,-2-3 575,-5 5 0,-1-2 0,-1-3 0,0 0 0,-1-4 0,-2-5 0,-1 0 0</inkml:trace>
  <inkml:trace contextRef="#ctx0" brushRef="#br0" timeOffset="-211029.73">15346 17476 0,'-35'0'3276,"15"5"0,43-9-3907,14-11 0,7-4 631,-3 2 0,3-1 0,-2-1 0,-6 0 0,-1-1 0,-2 0 0,-3 2 0,0 1 0,0-1 0</inkml:trace>
  <inkml:trace contextRef="#ctx0" brushRef="#br0" timeOffset="-210826.73">15487 17265 7533,'-34'29'655,"-1"0"0,15 3 1,1 7-1,2 3 0,1-1 164,1-1 0,2 0 0,2 2 0,1 1-1337,2 1 0,2 4 1,1 0-1,1-2 1,3-6 577,1 1 0,3-4 0,6-3-120,7-1 0,6-2 0,5-11-827,5-19 1,5-11 0,0-1 76,-1 3 1,0-1-1,-1-3 810,5-4 0,-1-4 0,-6-1 0,-4-4 0,-7 0 0,4-11 0</inkml:trace>
  <inkml:trace contextRef="#ctx0" brushRef="#br0" timeOffset="-210678.73">15399 17773 7533,'-36'13'3276,"25"-6"-2711,42-8 1,18-4-1151,-15 2 1,3-2 174,6-2 0,5-2 1,-4 1-1,-7 2 1,-4-1-1,-2-2 0,-1 0 1</inkml:trace>
  <inkml:trace contextRef="#ctx0" brushRef="#br0" timeOffset="-209928.73">15998 17736 7623,'-25'-19'3238,"13"6"-2159,-14 25 1,-3 9-361,4 5-90,-2 14 1,3 2-450,6-11-180,10 1 0,8-2-270,32-7-1528,-17-4 268,18-28 1,-1-11 1169,-16-12 270,5 0 1,-3-1 718,-16 0 271,6-2-271,0 15-449,-6 2 90,5 11 450,-7-3-181,0 3-359,0 0-629,0 1 449,0 17 719,0 8-449,-3 9 0,-1 4-45,-1-4 0,0 4-46,-1 12 1,1 7 0,-2 0 22,1-11 1,-1 1-1,0 0 1,2-2-143,-1 8 0,2-3 0,2-4-510,3 4 0,6-19-1189,16-55 1,7-21 1118,-5 14 0,1-2 384,-4 4 1,1-1-1,-2 4 1,-3 9-1,0 3 1,-1-2 0,1 0-1</inkml:trace>
  <inkml:trace contextRef="#ctx0" brushRef="#br0" timeOffset="-209528.73">16316 17587 0,'-18'6'3276,"-7"23"-1638,18-6 0,2 4-588,-4 8 0,2 1-960,10-4 0,2-1 908,5 17-3607,31-34 1979,-9-32-135,-6-8 1,-1-4 2134,-10 6 0,-3-2-1505,-2-6 0,-2 1 2828,-1 5 583,-7 34-5116,-7 38 1975,5-22 0,2 2-360,-6 10 0,4-3-2923,17-1 2609,5-11 615,23-10 0,-13-24 0,3-6 0</inkml:trace>
  <inkml:trace contextRef="#ctx0" brushRef="#br0" timeOffset="-209229.73">16686 17662 9871,'-17'21'1092,"-1"0"0,-5 9 0,3 1 328,8-4 1,2 0-1601,-4 1 0,5-1 180,17 3-1709,9-18 630,11-22 179,7-11-629,-16-8 0,-3-1 1889,12-2 1619,-11 3-270,-9 37 629,0 34-1888,2 3-2159,15-5 810,-13-11-2378,27-29 2949,-33-7 0,26-11 1,-23-1-1</inkml:trace>
  <inkml:trace contextRef="#ctx0" brushRef="#br0" timeOffset="-209078.73">16898 17587 13559,'34'-2'630,"1"-1"0,14-4-2269,-19 0 1,-2-4 1609,-5-3 1,-2-2 0,8-12 0,4-8-1</inkml:trace>
  <inkml:trace contextRef="#ctx0" brushRef="#br0" timeOffset="-208895.73">17074 17166 6580,'-7'29'1638,"-1"0"0,-4 9-546,1 0 0,-1 9 0,2-7-663,3-12 0,2 2-267,-1 6 0,-2 8 0,1 4 0,0-1 0,4-7-162,2-3 0,4-5 0,-2 4-820,-1 6 1,-1 5 0,1-1 0,3-9 582,5-4 0,4-9 0,14-14 0,-9-30 0</inkml:trace>
  <inkml:trace contextRef="#ctx0" brushRef="#br0" timeOffset="-208744.73">17321 17153 7533,'-19'25'1638,"6"-3"0,2 3 0,9 12 0,2 0-1182,-4-8 1,0 0-624,6 22 0,4-6 0,4-18 1,8 19-1</inkml:trace>
  <inkml:trace contextRef="#ctx0" brushRef="#br0" timeOffset="-208561.73">17321 17649 7533,'-27'26'3276,"9"9"-1638,10-9 0,1 2-912,1-1 1,2 1-682,-2 3 0,2 0-1684,3-3 1,2-4-1639,1-7 3184,14 10 0,1-31 0,11 2 0</inkml:trace>
  <inkml:trace contextRef="#ctx0" brushRef="#br0" timeOffset="-208062.73">17480 17711 9602,'0'26'3276,"0"9"-1695,0-20-1851,0 14-809,24-21 719,-18-8-900,17-30 2969,-39 6-899,-3 7-180,-16 30-900,7 19-180,18-6-2608,20-8 1169,10-12-180,21-23 1349,-27 8 540,9-5 1,1-1 359,-3-10-270,14 10 2158,-9-7-1618,-16 20 2826,5-3-1155,-5 16-2031,8-9 90,-1 9-1439,9-11 1259,-6 0-1529,13-11 1439,-14 9 2698,-1 13-809,-10 27-3688,8 9 1889,-12-10 0,27-20 0,-12-17 0</inkml:trace>
  <inkml:trace contextRef="#ctx0" brushRef="#br1" timeOffset="-142443.73">27111 12034 11441,'-30'-30'1376,"-1"0"0,16-6-557,34 23 0,20 4 0,10 2 0,4 2-1105,-15 2 1,4 2 0,5 1 0,2 2 0,3-1 0,2 2 0,1 0 0,0 0 0,-1 0 0,-1 0 0,-3-1 176,-3 1 1,-1-1 0,0 1-1,0-1 1,0 1 0,-1 0-1,1 0 1,1 0 0,0 1-1,1-1 1,2 1-127,-4 0 1,2-1 0,2 1 0,1 0 0,0 0 0,1 0 0,0 1 0,0-1 0,-2 1 0,0-1 0,-3 1 0,-1 0 0,-3 1 0,-3-1 78,17 4 1,-4 0 0,-3 1 0,-3 0 0,-3 0 0,-1 0 0,3 1 0,-3 0-1,-4 0 1,-5 0 0,-1 4 0,-1-1 0</inkml:trace>
  <inkml:trace contextRef="#ctx0" brushRef="#br0" timeOffset="-142159.73">27358 13509 7533,'-26'-12'1092,"43"8"0,22 2 0,5 1-624,-7 0 0,5 0 0,4 0 0,4 0 0,1 0 0,2 1 0,0-1-393,-11 1 0,1 0 1,1 0-1,1 0 1,1 1-1,1-1 1,0 1-1,1-1 1,0 1-1,1 1 1,-1-1-63,-2 1 1,1-1 0,1 1 0,0 0 0,0 1 0,1-1 0,0 1-1,0 0 1,0 0 0,0 0 0,-1 0 0,0 1 0,-1 0-288,3 0 1,-1 0 0,1 1 0,-1-1 0,1 1 0,-1 1 0,-1-1 0,0 1 0,0 0 0,-1 0 0,-1 0 0,-1 0 237,6 2 0,-1 0 0,0 0 1,-1 1-1,-1 0 0,-1 0 1,-1 0-1,-2 0 0,-2 0 0,5 3 1,-2-1-1,-1 1 0,-3 0 1,-2-1-1,-2 0 0,6 5 0,1 0 1,0-1-1</inkml:trace>
  <inkml:trace contextRef="#ctx0" brushRef="#br0" timeOffset="-139045.73">794 15047 6948,'-18'-13'1709,"8"1"1567,-5-1-417,21 1-872,-5 38-1178,17 4-337,-9 2 0,-1 11 1,1 4-1,-2-2-315,1-5 1,-1 0-1,0 0 1,1 4-270,0-3 1,0 2 0,1 3-1,1 0 1,-2-2 0,0-1 290,-2-1 1,0-2 0,-1 0 0,0-1 0,2-2 45,3 3 0,0-1 0,1-2 0,-1-4 584,3 8 1,2-11-1,12-13-543,-8-35 1,1-16-1,-2-4-326,-1-3 0,-1-4 0,0-6-409,-4 14 1,2-4 0,0-3 0,0-1 0,0 0 0,-1 1 0,0 2-188,1-6 1,0 1-1,-1 1 1,0 1 0,0-1-1,1-2 1,0-1-1,0 0 1,0 4 0,-2 7-1,6-9 1,0 10-1,7 4 1,-7 26 0</inkml:trace>
  <inkml:trace contextRef="#ctx0" brushRef="#br0" timeOffset="-136378.73">8590 10572 7533,'-19'-13'0,"3"7"0,16 0 90,20 20 0,15 11-31,-2-12 1,6-1 0,4 0-509,-8-2 0,3 1 0,3 0 0,1 0 0,2-1 1,1-1 571,-3-3 1,1-1 0,2 0-1,0-2 1,2 1 0,0-1-1,0 0 1,0-1-242,-2 1 1,0 0 0,0-1 0,1 0 0,0 0 0,1-1 0,1 1 0,2-1-1,1 0 188,-8-1 1,2 0 0,1 0-1,2 0 1,0 0 0,2 0 0,-1-1-1,0 0 1,0 1 0,0-1 0,-2 0-1,-1 1 1,-2-1 0,-2 0-236,11 1 1,-3-1 0,-3 0 0,-1 1 0,1-1-1,0 0 1,3 0 0,4 0 176,-11-1 1,2 1 0,2 0 0,2-1 0,0 1 0,2-1 0,0 1 0,0-1 0,0 0-1,0 0 1,-1 0 0,0 0 0,-3 0 0,0 0-123,3 0 0,-1-1 0,-1 0 0,0 0 0,-1 0 0,0 0 0,-1 0 1,1 0-1,0 0 0,0 0 0,0 1 118,2-1 0,-1 0 0,0 1 0,0-1 1,0 0-1,0 1 0,1-1 0,0 1 0,1 0 1,0-1-1,0 1-4,-2 0 1,0 0-1,1-1 1,1 1-1,0 0 1,1 0-1,-1 0 1,0 0-1,0 0 1,0 1-1,-2-1 1,0 1-1,-1 1 167,1-1 1,0 1 0,-1 0 0,-1 0-1,0 0 1,-1 1 0,0 0 0,0-1 0,0 1-1,0 1 1,1-1-51,2 1 1,1 0 0,-1 0-1,1 0 1,-1 1 0,0 0 0,0 0-1,0-1 1,1 1 0,0 0-41,-3-1 1,1 0 0,2 1 0,-1-1 0,0 0-1,1 1 1,-2-1 0,-1 1 0,-2-1 0,-1 1-1,-3 0-51,11 2 0,-5 1 0,-2-1 0,0 1 0,0-1 0,2-1 21,-1-1 1,3 0-1,0-1 1,1 0-1,-2 0 1,-2-2-1,-2 0 29,1-2 0,-4-1 0,0 0 0,-1-2 1,2 2-675,6-1 0,1 0 1,1 0-1,-2-1 0,-3 0 594,0-3 0,-1 0 0,-4 0 0,-4 0 0,8-1 0,-20 0 0,-26 4 0</inkml:trace>
  <inkml:trace contextRef="#ctx0" brushRef="#br0" timeOffset="-134510.73">1517 14798 7533,'-20'6'3276,"5"1"0,30 5-2192,15-9 0,12-5 0,0-3-1084,-2-3 0,0-3 0,2 0 0,6 2 0,2 0 0,-3-3 0,-15-4 0,1 0 0,0 1 0</inkml:trace>
  <inkml:trace contextRef="#ctx0" brushRef="#br0" timeOffset="-134309.73">1887 14501 7533,'-28'34'546,"0"-1"0,0 1 0,3 2 0,1 4 0,1 1 0,5 0 273,7-4 0,3 1 0,2 0 0,0 1 0,-4 2 0,-1 1 0,2 0 0,5-2-1475,6 4 0,6-2 1,6-7-984,14-5 1,6-11 1270,0-12 1,1-8 0,5-4 0,-3-5 0,-16-5 0,1 0 0</inkml:trace>
  <inkml:trace contextRef="#ctx0" brushRef="#br0" timeOffset="-134095.73">1976 15009 7533,'-47'7'3276,"13"-1"0,66-18-1638,-6 6 0,4-1-2685,7-5 1,1-1 1046,2 1 0,-4-1 0,2-6 0,-5 1 0</inkml:trace>
  <inkml:trace contextRef="#ctx0" brushRef="#br0" timeOffset="-133910.73">2134 14774 7533,'-15'43'1638,"1"-16"0,0 1 0,4 0 0,-1 1 0,-10 7 0,2 1-1920,15-2 0,5-1 282,-3-1 0,4-3 0,17 15 0,16-16 0</inkml:trace>
  <inkml:trace contextRef="#ctx0" brushRef="#br0" timeOffset="-133760.73">2311 14798 12930,'1'39'1638,"0"0"0,-3-4-1311,-1 1 1,-1 11 0,-1 1-1,-1-9 1,-3-11 0,0-1-1,4 9 1,-1 1 0,0-1-1</inkml:trace>
  <inkml:trace contextRef="#ctx0" brushRef="#br0" timeOffset="-132861.73">2716 15059 7533,'-35'11'3276,"0"8"-1638,6 12 0,-1 9-1251,6-5 1,1 4-1,-2 5 2,5-9 1,0 4 0,-1 2 0,-1 2 0,2-2 0,1-3-672,-3 4 0,2-2 0,1 1 0,0 2 596,2-4 1,0 4 0,1 1 0,0-1 0,2-2 0,4-4-555,-1 3 0,4-4 0,5 1-853,6 7 1,6 2 0,7-7 1005,9-11 1,6-5-1,0-4 1,9 2-1,1-7 1,7-15 0,0 0-1</inkml:trace>
  <inkml:trace contextRef="#ctx0" brushRef="#br0" timeOffset="-132445.73">3016 15517 7533,'-25'-13'3276,"-3"7"-1638,7 20 0,-1 6 0,0-6 0,-1 3-1021,-3 16 1,-1 4-258,0-10 0,1-2-225,9 1 0,5-1-495,12 17-1279,19-28 1,7-4 893,15 4 219,-6-3 0,-5 0 526,-16-2-90,17 14 90,-29-9 90,-10 20-135,-11-14 0,-5-1 152,-7 4 0,-3-1-107,-2-4 0,0-4 0,8-6 0,3-5 0,-9-10 0</inkml:trace>
  <inkml:trace contextRef="#ctx0" brushRef="#br0" timeOffset="-132209.73">3157 15344 7533,'26'-14'3276,"9"36"-1638,-15 9 0,-3 7-546,-6-8 0,-1 3 0,-3 2 0,-1 11 0,-3 3 0,-4 0-846,-4-4 0,-4-2 0,-3 3-944,-2-1 1,-4 2 0,0 0 0,0-4-249,1-5 0,1-2 0,-4 1 946,-2-2 0,-5 3 0,-1 0 0,0-2 0,3-7 0,-7 5 0,0-4 0,4-4 0,1 0 0,-1 0 0,1 0 0</inkml:trace>
  <inkml:trace contextRef="#ctx0" brushRef="#br0" timeOffset="-131576.73">3845 15802 7533,'-27'0'3276,"9"0"0,57-5 0,-11 4-2184,4-4 0,8-3 0,2-1-1413,1-3 1,1-1-1,2 0 72,-6 3 1,3 0 0,-1-1 0,-1 1 0,7-3-1,-2 0 1,-2 2 0,5 3 0,0-1 0</inkml:trace>
  <inkml:trace contextRef="#ctx0" brushRef="#br0" timeOffset="-131143.73">4868 15282 7533,'-9'-7'3276,"1"1"0,8 17-1920,10 20 0,3 7-906,-2 4 0,0 4-489,-4-9 0,0 3 0,-1 3 0,1 1 218,0 0 1,-1 3 0,1 0 0,-1 0 0,0-2 247,-1 3 1,-1-1-1,1-2 1,0 1 214,0 3 1,1 2 0,0-5 0,5-10 256,4-6 1,3-17-1530,1-37 0,2-27 1,-2-2-191,-6 15 1,-1-1 0,0-1 0,2-5 350,-2 8 1,1-4 0,1-3 0,0 0 0,0 1 0,-1 1 0,-1 4 170,1-6 0,0 4 0,-2 1 0,1-2 0,0-2 0,-1-2 0,0 3 0,-2 4 1,-1 1-1,0 0 0</inkml:trace>
  <inkml:trace contextRef="#ctx0" brushRef="#br0" timeOffset="-130878.73">5380 14749 8522,'8'41'1638,"3"1"0,3 6-546,0-7 0,2 3 0,-1-1-680,-2-7 0,0 0 1,0 0-1233,1 0 1,0 3 0,1-2 0,-1-7 272,5-2 1,0-3 0,-1 9 0,1-2 0,14-3 0</inkml:trace>
  <inkml:trace contextRef="#ctx0" brushRef="#br0" timeOffset="-130710.73">5803 14873 7533,'-35'0'1638,"10"11"0,-1 5 0,-5 9 0,-1 7-2323,3 2 0,0 4 0,-1 2-135,7-9 1,0 1 0,1 0 0,0 1 409,-6 8 0,2 0 1,0-4-1,-6 3 1,3-5-1,7-15 0,1 0 1</inkml:trace>
  <inkml:trace contextRef="#ctx0" brushRef="#br0" timeOffset="-130560.73">5256 15183 7533,'30'-13'1092,"-1"-1"0,2 7 0,3 2-835,5 4 0,5 1 0,0 3-556,-3 0 0,0 1 0,-1 1 0,-5-1 0,-1 0 1,-1 0-1,3 3 0,0-1 0</inkml:trace>
  <inkml:trace contextRef="#ctx0" brushRef="#br0" timeOffset="-130176.73">6050 15195 8972,'-25'7'1092,"-1"1"0,-5 24 0,-1 13-273,8-7 0,-1 4 0,1 4 0,1 2-164,6-4 0,1 3 1,1 2-1,1-1 0,0 1-769,-1-1 0,0 1 0,1 0 0,3-1 1,5-1-481,5-4 0,2 0 1,4-1-1,2-3 0,5-5 594,8 0 0,7-6 0,0-5 0,11 4 0,3-11 0,0-26 0,0 1 0</inkml:trace>
  <inkml:trace contextRef="#ctx0" brushRef="#br0" timeOffset="-129809.73">6332 15455 7533,'-19'-13'3276,"-13"2"0,13 22-1638,-2 7 0,-1 5-1155,-5 7 0,1 5-618,1 8 0,3 2 90,2-6 0,4-3 45,9-9 0,7-4 270,25 11-91,0-22 1,3-4-90,13 5-495,-11-2 1,-3 1-676,-7 1 451,-26 23-900,-20-8 0,-9-1-1,1-2 1,-3-1 1252,-2-2 0,0-2 0,13-7 0,3-4 0,-4-2 0</inkml:trace>
  <inkml:trace contextRef="#ctx0" brushRef="#br0" timeOffset="-129260.73">6526 15245 7533,'16'-10'1638,"5"25"0,1 11 0,-8-5 0,-2 5-983,1 6 0,2 9 1,0 4-1,-3 1 0,-5-6 437,-6 4 0,-6-4 0,0 5-1426,1-1 1,1 4 0,-1 2-1,-2-2 1,-5-5-487,-6-3 1,-4-3 0,-2-2 0,2-2 733,-2 3 1,1-1 0,-2-4 0,-1-5 0,0-3 0,3-2 0,-6 9 0</inkml:trace>
  <inkml:trace contextRef="#ctx0" brushRef="#br0" timeOffset="-128793.73">7020 14959 7533,'0'-13'3276,"0"46"-2184,0 2 0,0 8 0,0 6-437,0-8 0,0 4 1,0 2-1,0 2 0,0 1-187,0-7 0,1 2 0,-1 1 0,0 1 0,0 0 0,0 0 0,-1-1-34,1 0 1,-2 0-1,1 0 1,0-1-1,-1 1 1,1-2-1,0 0-981,1 3 1,0-1 0,0 0 0,0-1 0,-1-3 0,0-2 136,0 1 0,0-2 1,-1-3-1,-1-2 1,-4 16-1,-2-8 0,-11-4 1</inkml:trace>
  <inkml:trace contextRef="#ctx0" brushRef="#br0" timeOffset="-127878.73">476 14377 13469,'-5'49'655,"0"0"0,3-10 1,0 2-1,0 4 0,1 3-187,-1-8 0,1 1 0,0 2 0,0 2 0,0 2 0,0 0 0,0 0-104,0-3 0,1 1 0,0 1 0,0 0 0,0 2 0,0-1 0,-1 1 0,1 0 0,0-1-330,-1 2 1,0 0-1,0 1 1,0 0 0,0-1-1,0 1 1,0-1 0,0 0-1,1-1-34,0 3 0,1 0 0,0 0 0,0-1 0,0-1 0,0 0 0,1-2 0,-1-1-537,0 6 0,1-2 0,-1 0 1,1-2-1,0-3 0,0-2-283,0 3 1,1-3 0,0-3 0,-2-3 345,1 15 1,-4-7 0,-1-17 0,-3-2 0,-12 11 0</inkml:trace>
  <inkml:trace contextRef="#ctx0" brushRef="#br0" timeOffset="-125793.73">8008 15381 7533,'10'-14'3276,"-2"3"0,-32 17-1638,-3 13 0,-7 7-546,-1-2 0,-4 1 0,-2 3-437,10-6 0,-1 2 1,-1 1-1,0 0 0,1-1 164,-6 6 0,0 1 0,2-1 0,1-1-700,-3 2 0,1-2 0,6-1 15,-1 3 1,15-3-135,28-6 0,10-2 0,4 2 0,6 0 0,4-3 0,5-1 0,-1 1-440,-5 0 0,0 0 1,0 0-654,6 0 1,2-1 0,-4 0 545,-4 1 1,-2 0 0,-1-3 0,-3-1 0,-2 3 0</inkml:trace>
  <inkml:trace contextRef="#ctx0" brushRef="#br0" timeOffset="-124859.73">8378 15269 7533,'-19'-41'3276,"35"19"-1638,2 40 0,3 16-546,-2-1 0,0 4 0,-2 5-273,-4 0 0,-1 5 0,-3 1 0,0 2-427,-3-3 1,-2 1 0,-1 2 0,0-1 0,-2 1-213,1-8-1,-2 0 1,0 1 0,0-1 0,-1 0 0,0-1-18,1 5 0,-1 1 0,-1-2 0,0-1 0,-2-2-99,-3 0 1,-1-1 0,-1-3 0,-1-3-1233,-6 16 0,-5-11 440,-5-18 1,-1-14-621,-2-47 1529,17 3 0,8-7 299,10 1 1,6-5 0,3 0-221,0 6 1,2-1 0,2 0-1,1 0 123,3-1 0,1 0 1,2 0-1,1 1-225,1 0 1,1 1-1,1 0 1,-2 3-221,-3 4 0,-1 1 0,1 3 0,-1 3-1030,6 0 1,-1 5 0,-1 2 436,0-1 1,-1 7-1,16 20 1,-18 8 0</inkml:trace>
  <inkml:trace contextRef="#ctx0" brushRef="#br0" timeOffset="-123793.73">9472 15047 7533,'-18'15'546,"11"9"0,3 13 0,0 8 0,1 5 0,0 0 0,-1-3 0,-2-3 0,1 0 0,-2 1 0,1 0 0,0 1 0,1 3-137,0-4 1,1 3-1,1 2 1,-1 1-1,1-1 1,-1 0 0,1-2-1,-1-2-532,0 3 0,-1-1 0,0-1 0,0-2 1,1-1-1,2-2-697,0 9 1,1-2 0,1-3 0,3-4 701,2-5 0,1-4 0,0 0 0,-1 20 0,2-8 0,9-15 0</inkml:trace>
  <inkml:trace contextRef="#ctx0" brushRef="#br0" timeOffset="-121793.73">9895 15666 0,'-7'-30'690,"-3"-2"2586,0-5-63,10 11-545,10 19-1576,-1 28 0,0 23 0,-2 4-607,-2-7 0,-3 4 1,0 2-1,1 3-480,1-7 0,0 4 0,0 1 0,0 0 1,0-1-1,0-2 174,-2-1 1,0-1 0,-1-2 0,1 0 0,0-2 112,1 10 1,-2 3-1,4-10 1,4-22 1345,11-32 0,1-13-1930,-5-6 1,-1-8-365,-1 2 1,2-9-1,0-4 1,-1 0 0,-1 5-165,-3 4 1,-2 2 0,0 0 0,3-2 642,4-4 0,2-3 1,2-1-1,-1 3 1,-2 7-1,5-7 1,-1 5-1,2 7 0,-1-1 1,0 1-1</inkml:trace>
  <inkml:trace contextRef="#ctx0" brushRef="#br0" timeOffset="-121560.73">10442 15331 7533,'-19'-13'3276,"34"1"0,25 12-3005,2-7 1,2-2 0,-18 7 0,-1 0 0,3-7 0,1 1 0</inkml:trace>
  <inkml:trace contextRef="#ctx0" brushRef="#br0" timeOffset="-121377.73">10689 14997 9062,'-16'23'1638,"3"6"0,-1 7-546,-1 0 0,0 4 0,0 2-1402,4-6 1,1 2-1,1 0 1,2-1-784,1 9 1,2 0 0,4-4 920,2 5 0,8-10 0,25-14 0,0-24 0</inkml:trace>
  <inkml:trace contextRef="#ctx0" brushRef="#br0" timeOffset="-121078.73">10936 15480 8612,'-25'33'1092,"-1"-1"0,2 7 0,1 5 0,2-3 0,0 4 0,2-2-513,6-9 0,0-2 1,2 3-11,-2 10 1,2 4 0,2-4-480,2-4 0,4-1-185,3-3 1,2 3 0,4-3-1545,8 13 1,7-6-1,1-14 1,3-5 1276,5-3 0,1-11 0,14-30 0,-23 3 1,-1 0-1</inkml:trace>
  <inkml:trace contextRef="#ctx0" brushRef="#br0" timeOffset="-120776.73">11218 15716 7533,'-33'-14'3276,"-4"30"-1638,14-1 0,1 5 0,-2 15 0,5 3-1920,6-11 0,6 0-33,7 3 1,8-1 314,8-9 0,5-3-135,3-1 0,-1 0-45,-3 1 0,-5 1 0,-7 9-225,-27-3 1,-11-2-901,1-11 1,-1-4 1304,2 6 0,0-4 0,-19-21 0,37-8 0</inkml:trace>
  <inkml:trace contextRef="#ctx0" brushRef="#br0" timeOffset="-120526.73">11359 15455 10321,'34'33'1638,"-18"3"0,-3 8-819,-3-9 0,0 4 0,-1 2 0,-3 0 0,-2 2 0,-2 2 0,-3 0 0,-2 2-164,0-1 0,-2 2 1,-2 0-1,-2 0 0,-2-2-1311,-2-4 1,-3-2-1,-1 0 1,-1-1 0,2-2-89,-1 3 0,1-2 1,-1-2-1,-2-1 84,-7 9 1,-2-2-1,0-8 478,1-12 1,1-4 0,6-1 0,1-3-1,-22 3 1</inkml:trace>
  <inkml:trace contextRef="#ctx0" brushRef="#br0" timeOffset="-120276.73">11695 16063 7533,'-2'-14'1638,"24"-9"0,12 2 0,-4 13 0,3 2-546,4-6 0,5-4 0,-1 4-2185,-5 6 1,0 2 0,-2 2 978,1 1 0,-2 1 1,-1-4-1,-7 3 1,-17 7-1</inkml:trace>
  <inkml:trace contextRef="#ctx0" brushRef="#br0" timeOffset="-119693.73">12312 15567 7533,'8'29'1092,"0"0"0,-6-3 0,0 4-437,2 5 0,3 8 1,0 5-1,0-1 0,-1-3-6,-2-5 1,-2-1 0,0-1 0,2 3-560,0 0 0,1 3 0,0 1 0,1-1 0,-1-3 44,1 2 1,-1-2 0,1-2 0,3-5 892,6 11 0,5-16-1567,25-35 360,-26-14 0,-2-11 0,0-5-476,-3 0 1,0-6-1,0-3 1,-1 0 0,0 4-165,2 1 1,-1 3 0,0-1 0,0-2 596,0-3 0,1-3 0,0-1 0,-2 3 1,-1 5-1,-1 3 0,-2 4 0,0-1 0,-1-2 1,0-1-1,0 0 0</inkml:trace>
  <inkml:trace contextRef="#ctx0" brushRef="#br0" timeOffset="-119509.73">12806 15158 7533,'-20'3'1638,"10"17"0,5 8 0,9 12 0,7 5-1754,-3-6 1,1 3 0,2-4-432,6 3 1,3-4 0,1-5 0,1-6 0,13-8 0</inkml:trace>
  <inkml:trace contextRef="#ctx0" brushRef="#br0" timeOffset="-119344.73">13106 15195 7533,'-29'25'468,"1"-1"0,-1 1 0,1 0 0,-2 4 0,-2 1 0,3-1 0,6-3-757,6 0 0,3-2-367,-10 13 1,-1-2-1,-2-2 1,-9-4 0</inkml:trace>
  <inkml:trace contextRef="#ctx0" brushRef="#br0" timeOffset="-119210.73">12700 15505 7533,'29'-13'1092,"1"0"0,-7 3 0,3 2-146,8 4 1,4 3 0,-2 0-2206,-5 1 0,0 0 1126,3-1 0,2-1 0,-6 0 0,9-5 0,3-5 0</inkml:trace>
  <inkml:trace contextRef="#ctx0" brushRef="#br0" timeOffset="-118776.73">13353 15493 7533,'-36'11'1638,"15"11"0,-1 8-546,2 0 0,-1 4 0,1 2-487,3 5 1,1 2 0,0 3-269,1-3 0,-1 3 1,1 0-1,3-1-135,4-2 1,3-1-1,1-1 1,1-1-143,-1 1 0,0-1 0,4-2-870,4 2 1,4 0-1,6-12-829,10-17 1,5-6 998,-4 3 0,-1-5 0,19-22 1,-28-12-1</inkml:trace>
  <inkml:trace contextRef="#ctx0" brushRef="#br0" timeOffset="-118478.73">13582 15691 7533,'-27'-4'1092,"-1"0"0,2-1 0,1 6 546,-1 16 0,1 5-417,5-5 1,1 2-1177,-4 10 0,3 3-450,8-7 0,6-1-315,14 15 540,19 2 270,11-15-270,-19-8 1,-3 0-631,-6 8 135,-26-2 1,-9-1-361,4-7 1,-1-3 809,-9 4 0,1-4 225,-4-2 0,17-16 0,-1-2 0</inkml:trace>
  <inkml:trace contextRef="#ctx0" brushRef="#br0" timeOffset="-118227.73">13653 15443 7533,'31'-4'1638,"-11"41"0,-1 13 0,2-20 0,-3 3-819,-8 7 0,-3 8 0,-3 1 0,-1-10 819,-3-10 0,-2-1-1778,-5 6 1,-3 7-1,-1 0 1,0-5 49,-4 5 0,-2-2-720,-1 2 1,-2 3-1,-2-2-283,-3-3 1,-2-2 0,2-4 545,4-3 1,-1-2 0,-11 8 0,1-5 0,5-12 0</inkml:trace>
  <inkml:trace contextRef="#ctx0" brushRef="#br0" timeOffset="-117626.73">14093 15009 12570,'0'37'655,"0"-1"0,-1 1 1,0 5-1,-1 3 0,-1 0 0,-1-2 0,-1 1 1,0 1-1,-1 3 0,0 4-429,2-13 1,0 3 0,-1 3 0,1 1 0,-1 1 0,0 1 0,1 0 0,-1-1 0,1 0 0,-1-3-637,0 6 0,0-2 1,0 0-1,0 0 1,0-1-1,0 0 0,0 1 1,1 0 310,0-3 1,0 2 0,-1 0 0,1 0-1,0 0 1,0-2 0,1-1 0,0-2 0,1-4-1,-2 18 1,2-5 0,1-4 0,0-4 0,1-6-1,0 0 1,0 0 0</inkml:trace>
  <inkml:trace contextRef="#ctx0" brushRef="#br0" timeOffset="-115010.73">582 13423 0,'-35'-25'0,"-8"6"1872,5 6-1152,-9 14 0,-4 9-406,15 8 1,0 7 15,0-2 0,-2 4 0,8 4-121,10 5 1,7 5 0,9 0 60,14 5 0,11 1 0,5-2-61,-6-13 0,2-1 0,4-1 0,4-2-269,0-5 0,5 0 0,2-2 0,3 0 0,0-2 0,-1 0-133,1-2 0,1-1 0,0-1 0,1-1 0,1 0 0,1-1 167,0 0 0,1-1 0,1 0 1,1-1-1,1-1 0,0 0 1,1-2-20,-2-1 0,0 0 0,1-2 0,1 0 0,-1-1 0,1 0 0,0-1 0,0-1 125,-4 0 0,-1-1 1,0-1-1,1 0 1,-1 0-1,1-1 1,0 0-1,0 0 1,0 0-52,2 0 1,1-1 0,0 1 0,0-1 0,0 0 0,1 0 0,-1 0 0,0 0 0,-1 1 0,0-1 0,-1 0 0,0 0 0,1 0 0,-1 0 0,0 1 0,0 0 0,0 0 0,0 1-20,0 1 0,0 1 0,0 0 0,0 1 0,0 0 0,0 1 0,0-1 0,0 0 0,-1 0-10,1-1 0,-1 1 0,0-1 0,0 0 0,1 0 0,-1 1 0,0-1 0,-1 2 0,1-1-23,4 2 1,0 1-1,0 0 1,0 0 0,0 0-1,-1 1 1,1-1-1,-1-1-11,0-1 0,-1 0 1,1 0-1,-1 0 0,0-1 1,1 1-1,-1 0 0,-1 1 11,0 0 1,-1 1-1,1 0 1,-1 0 0,0 0-1,0 1 1,-1-1 0,1 0 47,5 0 1,-1 0 0,0 0-1,0 0 1,0-1 0,0 1-1,1-1-3,-5-1 1,1 1-1,-1 0 1,1-1 0,0 1-1,0-2 1,0 0-1,0-1-45,1 0 1,-1-2-1,0 0 1,0-1 0,1 0-1,-1 0 1,1-1-1,1 0-7,-4 0 0,1 0 0,0-1 0,0 0 0,0 0 0,0 0 0,1-1 1,-1 0-1,0 0-50,1 0 0,1-1 0,-1 0 0,0 0 0,0 0 0,1-1 0,-1 1 0,0 1 0,0-1 50,-1 2 0,1-1 0,-1 1 0,0 0 0,0 0 0,0 0 0,1 1 0,-1-1 0,1 1 40,0-1 0,0 1 0,1 0 0,0-1 0,0 1 0,-1 0 0,1 1 0,0 0 0,-1 0-193,0 1 0,-1 1 0,0 0 0,1 0 0,-1 1 1,0 0-1,0-1 0,0 1 0,1-1 203,-1 1 0,0-1 0,1 0 0,-1 1 0,1-1 0,-1 0 0,0 1 0,0 0 0,0 0 2,5 1 1,0 1-1,0 0 1,-1 0-1,1 0 1,-1 0-1,0 0 1,0 0 66,-1-1 1,-1 1 0,1-1 0,-1 0 0,0 0 0,0 0 0,0 1 0,0-1-79,2 1 0,-1 0 1,0 0-1,0 0 0,1 0 1,-1-1-1,0 1 0,1-1 11,-2 0 1,1 0-1,0-1 1,-1 1-1,1-1 1,0 0 0,0 0-1,0 0-11,1 1 0,0-1 1,1 1-1,-1-1 0,1 0 1,0 0-1,-1 1 0,1-2 22,-2 1 1,1 0 0,0-1 0,-1 1 0,1-1-1,-1 1 1,1-1 0,-1 1-1,-1-1 1,-1 1 0,1-1 0,-1 1 0,1 0-1,-1-1 1,0 1 0,1-1-105,0 1 1,0-1-1,0 1 1,1 0 0,-1-1-1,0 1 1,0-1 0,-1 1 70,0-1 0,-1 0 0,1 0 0,-1 0 0,0 0 0,0-1 0,1 1 0,-1 0-12,0-1 1,1 0 0,-1 0 0,1 0-1,-1 0 1,0 0 0,0 0 0,1 0-1,-2-1 1,0 0 0,1 0 0,-1 1-1,0-1 1,0 0 0,0 0 0,-1 0 11,6 0 0,-1-1 0,0 1 0,0-1 0,0 1 0,0 1 0,-2 0 25,-2 0 1,0 1 0,0 1-1,-1-1 1,-1 1 0,1 0 0,-1 1 48,6-1 1,-1 1 0,0 1 0,0-1 0,-1 1 0,0 0-3,4 2 0,0 1 0,-1-1 0,-1 1 0,1-1 58,1 0 1,-1-1 0,0 0 0,0 0 0,-1-1-203,0-1 0,0 0 0,0-1 0,0 0 0,0 0 54,0 1 0,0-1 0,0-1 0,-1 2 0,1-1 0,-3 1 0,0 0 0,0 0 0,-1 1 0,-2 1 438,5 2 1,-1 1 0,-2 2 0,-3 2 28,7 6 1,-4 2 0,-4 4 89,-8 1 1,-3 2 0,-4 3-120,-5 0 0,-3 1 0,-1 1-300,-1-1 0,0 0 0,-2 1-90,0 1 0,-1 2 0,-2 0-120,-2-1 0,-2 0 0,0 4-53,-1 8 0,0 6 1,-2-1-1,0-4 263,-3-10 0,0-2 0,0 3-13,0 1 1,1 5 0,-1 2 0,0-1 0,-1-4 316,-4 4 0,-1-4 0,1 2-402,4-2 1,1 1-1,0 2 1,-3 0-23,-3-3 0,-2 1 0,-2 0 0,2 1 0,1 0 126,3-1 0,2 0 0,0 1 0,0-1 0,-2 2-123,-1-3 1,-2-1-1,-1 2 1,1 0-1,-1 0 1,2 1 146,1 2 0,0 1 0,1 0 0,0 0 0,-1 1 0,1-1-76,-2 2 1,0 1 0,0 0 0,-1 0 0,1-2 0,1-2-233,1-3 0,0-3 0,1 0 0,-1 0 0,0 1 128,-1 1 0,0 1 0,-1 1 0,0 0 0,1-1 0,0-2 142,0 9 1,1-3-1,-1 1 1,0 3 107,-1-8 1,-1 2 0,-1 1-1,1 1 1,-1 0 0,1 0-102,-1 2 1,1-1 0,-1 1 0,1 0 0,-1 0 0,0 0-90,1-1 0,0 1 0,0 0 0,-1-1 0,0-2 0,0-2-80,-2 5 0,-2-3 1,1-2-1,1-1-160,3 3 0,2-1 1,-2-11-567,-8-6-2384</inkml:trace>
  <inkml:trace contextRef="#ctx0" brushRef="#br0" timeOffset="-64478.73">7973 17141 7533,'0'-20'2158,"0"3"-1168,0 17 89,-8 11-899,-2-3 540,-23 15-241,6-5 1,-6 3 0,1-2-240,2-3 0,1-2 0,-2 2 37,-4 3 1,-4 4 0,1-1 0,5-4 216,-8 1 1,5-3-135,0 1 0,13 0 1079,39 7-720,5-8 1,5 0-810,13 2 1,2 2-61,-11-2 0,0 1 0,-1-2 150,3-4 0,0 3-1093,-6 4 1,0 5 0,-3-3 436,8 10 1,-9-5-1,-3 0 1,-1 3 0</inkml:trace>
  <inkml:trace contextRef="#ctx0" brushRef="#br0" timeOffset="-62892.73">8396 17091 10501,'8'42'819,"0"0"0,-4-2 0,0 3 0,0 3-267,0-3 1,1 2 0,0 1 0,-2 1-732,-1-6 1,-1 0-1,-1 0 1,-1 0-1,-1-1 449,-1 5 0,-1-1 0,-1-1 0,0-4 269,-6 24 1,2-28 103,7-68-1063,7 0 0,6-8 1,0-2-279,1 4 1,1-3 0,2 1 0,0 0-123,2 2 1,0 0 0,1 2 0,1 3 603,2 2 1,0 4 0,0 3 0,1 2 0,1 5 0,10 0 0</inkml:trace>
  <inkml:trace contextRef="#ctx0" brushRef="#br0" timeOffset="-62560.73">8802 16967 7533,'-10'-39'3276,"34"10"-886,7 45-2255,-4-5 0,-1 6-450,-8 18 1,-9 7 449,-10 0 0,-6 0 44,-2-3 1,-3 1 719,-8 6 1,5-6-1170,13-15 270,34-15 0,10-9 0,-17-5 0,1-3 0,7-3 0,-1 1 0,1-1 0</inkml:trace>
  <inkml:trace contextRef="#ctx0" brushRef="#br0" timeOffset="-62159.73">9472 17104 7533,'-20'-14'3276,"-3"31"-1638,13 7 0,2 8-819,3 5 0,0 8 0,0 2 0,1-4-827,-3-4 0,1-3 1,1 5-143,3-1 0,1 5 0,0 4 0,2 0 0,0-2 0,1-4-670,1-1 1,2-3 0,0-1 0,0 2 491,0 9 0,-1 1 0,1 0 1,0-5-1,1-1 0,1-4 1,-2-4-1,-1-6 0,0-1 1</inkml:trace>
  <inkml:trace contextRef="#ctx0" brushRef="#br0" timeOffset="-61326.73">9878 17401 10951,'-5'43'1092,"0"0"0,0-19 0,2 3-775,4 11 0,2 6 0,1 0 222,-1 0 1,0 0 0,1-4-450,0 3 0,2-2 90,-1 1 0,2 2 0,4-17 809,9-22-719,-3-22 0,1-8-90,0-7 0,-1-5-900,-5 3 1,-1-3 0,2-2-101,2 1 1,3-2 0,-1 0 0,-1 4-820,1-8 1,1 3 1091,4 1 1,1-2 0,-3 9 0,0 3 0,5 5 0</inkml:trace>
  <inkml:trace contextRef="#ctx0" brushRef="#br0" timeOffset="-61078.73">10319 17290 0,'-26'-6'3276,"30"-1"-1784,31-5-1581,9 5-90,-4-3 0,2-2 179,-14 5 0,-1-1 0,-3-4 0,-1-1 0,18-5 0</inkml:trace>
  <inkml:trace contextRef="#ctx0" brushRef="#br0" timeOffset="-60911.73">10583 16992 7533,'-22'25'1092,"-1"0"0,5 1 0,1 3 0,2 4 0,0 4 0,4-1-321,3 7 1,2-1-862,-4 9 0,4-4-630,13-15 1,4-6-1,9-5-919,4-10 1,1-4 1333,-10-7 0,32-13 0,-27-6 0</inkml:trace>
  <inkml:trace contextRef="#ctx0" brushRef="#br0" timeOffset="-60778.73">10654 17315 13199,'35'0'-899,"0"0"899,1-6 0,-9-1 0,-1-5 0</inkml:trace>
  <inkml:trace contextRef="#ctx0" brushRef="#br0" timeOffset="-60628.73">10883 17141 9242,'-17'14'3276,"-1"30"-346,0-3-2750,12 1 0,2 2-727,0-16 1,1-1 0,2 5 0,2-1 0,-1 1 0</inkml:trace>
  <inkml:trace contextRef="#ctx0" brushRef="#br0" timeOffset="-59711.73">11201 17228 7713,'-28'-1'1638,"7"20"0,1 12-812,4 2 1,2 5 0,-1 4-1201,1-4 1,-1 4 0,0 3 0,1-1 0,1-2 440,1 3 1,1-2 0,2 1-1,0 0-562,0 5 0,-1 2 1,4-3-1,8-7-1144,17-1 1,5-8 1579,-9-6 1,3-6 0,31-14 0,-31-13 0</inkml:trace>
  <inkml:trace contextRef="#ctx0" brushRef="#br0" timeOffset="-59394.73">11553 17476 7533,'-30'-2'1638,"0"1"0,-9-2-218,9 17 0,3 7-1330,7 3 0,2 1-90,0-6 0,-1-1-180,1 12 0,3-3 270,5-12-450,10 14 450,41-10 180,0-5-45,-14-6 0,-1 0-315,15 5 0,-29 23 0,-20 9-270,-8-18 1,-5-3 269,-1-4 0,-3-3-1125,-5-3 1,1-4 394,8-3 1,-11-13 0,23-8 0</inkml:trace>
  <inkml:trace contextRef="#ctx0" brushRef="#br0" timeOffset="-59075.73">11712 17327 7533,'8'-26'3276,"2"8"0,15 23-2145,-9 19 1,-4 10-953,-4-2 1,-2 3 0,-1 0-692,2 2 0,0 1 0,-5 0 362,-6 5 0,-5 1 0,-1 0-360,-3 1 1,-1-1-1,-5-1-583,-5-2 1,-4-2 0,0 1 1046,3 1 0,0 0 0,1-5 0,-4 1 0,3-7 0,1-1 0</inkml:trace>
  <inkml:trace contextRef="#ctx0" brushRef="#br0" timeOffset="-58828.73">12171 17761 7533,'-20'-19'3276,"36"-16"-1638,16 15 0,6 2 0,-3 0 0,1 1-2731,-3 4 1,2 1 0,-3 3 998,-3 4 1,-3 3-1,19 2 1,-12 6-1</inkml:trace>
  <inkml:trace contextRef="#ctx0" brushRef="#br0" timeOffset="-58244.73">12735 17377 8612,'0'46'655,"-1"0"0,0 1 1,4-9-1,0-1 0,1 1 262,-1 7 0,0 1 0,3 0-1681,4-2 1,1 0-1,-1-3 989,-4 2 0,0-3-45,4 7 0,5-12 1631,19-34-2081,-18-22 0,-2-14 1,1-1-601,5 0 1,2-1-1,-1-2 130,-5-4 0,-1-3 1,1 2 739,3-1 0,1 2 0,-3 4 0,-5 7 0,-2 2 0,7-12 0,-1 0 0</inkml:trace>
  <inkml:trace contextRef="#ctx0" brushRef="#br0" timeOffset="-58044.73">13141 17104 7533,'-20'0'3276,"5"0"-706,15 33-2210,8-14-855,-5 9 1,3 2-811,9-2 1,4-1 90,-1-2 0,1-1 1214,-1-1 0,1-4 0,7-8 0,-19-18 0</inkml:trace>
  <inkml:trace contextRef="#ctx0" brushRef="#br0" timeOffset="-57893.73">13353 17129 10141,'-22'42'60,"1"0"0,6-11 0,0 0-105,-2 3 0,1-2-3103,-2 9 3148,1-26 0,-1 7 0,0-15 0</inkml:trace>
  <inkml:trace contextRef="#ctx0" brushRef="#br0" timeOffset="-57778.73">13106 17377 7533,'0'-27'2158,"0"9"-269,15 7-1709,28 10-1709,-3-2 0,1 1 1529,-10 1 0,-1 2 0,4-1 0,-4 0 0,-12 0 0</inkml:trace>
  <inkml:trace contextRef="#ctx0" brushRef="#br0" timeOffset="-57544.73">13511 17364 7533,'-35'16'1638,"13"0"0,1 6-546,7 7 0,3 5 0,-1-1-1663,-7 0 1,2 2 630,9 5 0,2 4 0,3-3-330,1-6 1,4-3-958,8 8 0,5-4 1227,-2-12 0,4-5 0,26-3 0,-8-16 0</inkml:trace>
  <inkml:trace contextRef="#ctx0" brushRef="#br0" timeOffset="-57242.73">13688 17463 7533,'-37'0'3276,"-5"22"-76,7 6-3650,23-2 1,3 3-361,-15 11 630,24-4-270,8-18 270,2-6-269,7 0 449,9 12 90,-14-9 179,3 14 1,-23-4-719,-25 1-1,17-7 270,-23-8-90,29-11 270,-7 0 0,7-5 0,2-2 0</inkml:trace>
  <inkml:trace contextRef="#ctx0" brushRef="#br0" timeOffset="-57010.73">13723 17377 7533,'8'-14'3276,"10"30"-1638,-8 12 0,-1 6-974,-1-2 0,-2 2 1,-2 2-695,-6 7 0,-4 1 0,-2 0-940,1-1 0,-2-1 1,-4-2-124,-8-2 1,-5-2 0,4-3 545,6 0 1,-1-3 0,-8-8 0,3-4 0,12-6 0</inkml:trace>
  <inkml:trace contextRef="#ctx0" brushRef="#br0" timeOffset="-56759.73">14023 17327 7533,'16'-14'3276,"-12"9"0,11 39-2184,-11 6 0,-5 11 0,-2-2-81,-1-8 1,-2-1-1,1 5-1246,2-4 1,2 7 0,0 3 0,0 0 0,-2-4 0,0-6 0,-5 3 0,-1-6 0,0 3 0,5 2 0,-1 0 0,1 0 0,0 0 0</inkml:trace>
  <inkml:trace contextRef="#ctx0" brushRef="#br0" timeOffset="-55094.73">7655 17984 7533,'-10'-20'0,"-5"-8"1979,5 12-180,0 4-2879,-5 47 1080,13 7 0,-3-11 0,2 0 0,3 17 0</inkml:trace>
  <inkml:trace contextRef="#ctx0" brushRef="#br0" timeOffset="-54959.73">7620 18195 7533,'-45'12'-270,"17"17"270,13-13 0,15 13 0,0-16 0</inkml:trace>
  <inkml:trace contextRef="#ctx0" brushRef="#br0" timeOffset="-54842.73">7549 18381 7533,'-17'18'359,"7"-10"-359,10 14 0,2-8 0,6 10 0</inkml:trace>
  <inkml:trace contextRef="#ctx0" brushRef="#br0" timeOffset="-54727.73">7585 18542 10501,'-20'18'22,"4"1"1,16 6-1,0-1 1</inkml:trace>
  <inkml:trace contextRef="#ctx0" brushRef="#br0" timeOffset="-53574.73">7761 18442 7533,'0'-24'3276,"8"-1"-1785,2 11-412,7 9 181,-7 45-811,-5 1 1,-2 5-315,-2-11 0,-2 2-176,-3 7 1,-1 4-1,-2-3 86,-2 2 0,-1-2-90,-4-1 0,0-1 135,5-1 0,1-10 270,0-24-180,8-26-270,9-2 0,5-5-530,0-10 0,2-6 0,-1 4 530,5 2 0,2 1-330,-1-4 0,2-4 0,-3 8 196,10-2-1396,-10 13 1,3 5 1619,2 12 0,1 5 0,5 2 0,10 12 0</inkml:trace>
  <inkml:trace contextRef="#ctx0" brushRef="#br0" timeOffset="-45126.73">8114 18319 12030,'43'0'3148,"-14"0"-3868,19-5 1,0-2-1799,-14-1 2518,13-2 0,-6-3 0,-29-1 0,3-4 0</inkml:trace>
  <inkml:trace contextRef="#ctx0" brushRef="#br0" timeOffset="-44943.73">8361 18120 7533,'-28'29'1638,"11"-5"0,1 2 1022,-4 16-2210,3 3 0,1 1-450,9-20 0,2-1-1080,-1 13 1,5-3 1079,10-3 0,25-15 0,-5-29 0,14-1 0</inkml:trace>
  <inkml:trace contextRef="#ctx0" brushRef="#br0" timeOffset="-44810.73">8396 18381 13110,'43'-7'22,"2"-4"0,-7 4 1,-5-5-1</inkml:trace>
  <inkml:trace contextRef="#ctx0" brushRef="#br0" timeOffset="-44660.73">8537 18219 7533,'-17'36'3276,"7"-3"0,2-1-4881,8 8 1605,8-12 0,-6-2 0,6-10 0</inkml:trace>
  <inkml:trace contextRef="#ctx0" brushRef="#br0" timeOffset="-44525.73">8678 18182 8972,'-17'40'1638,"8"-2"0,0 3-1170,0-10 0,0 0 0,4 7 0,1 1 0,0-7 0,0 1 0</inkml:trace>
  <inkml:trace contextRef="#ctx0" brushRef="#br0" timeOffset="-43826.73">9031 18319 7533,'-15'22'655,"1"1"0,-1 15 1,0 11-1,1 3 0,3-6 437,4-11 0,3-2 0,-1 3-507,-1 3 1,-1 5 0,-1 3-1,1-3 1,2-6-2115,0 16 0,2-9 384,3-17 1,0-3 1144,0 7 0</inkml:trace>
  <inkml:trace contextRef="#ctx0" brushRef="#br0" timeOffset="-43193.73">9349 18554 7533,'-10'-14'3276,"2"25"-2184,5 27 0,5 17 0,-1-4 489,-1-15 0,0 1-2401,1 6 1,2 8 0,-1-2 0,0-12 722,0-5 607,7-2 1,5-10-1230,14-39 134,1-8 0,2-8-508,-8 6 1,-2-3 0,0 0 868,1-2 1,-1-1 0,-1 3 0,3-3 0,-3 4 0,5-5-1</inkml:trace>
  <inkml:trace contextRef="#ctx0" brushRef="#br0" timeOffset="-42861.73">9790 18517 7533,'-34'27'3276,"21"2"-2261,1-3 1,8-2-1106,37 2 0,-1-15-270,-3-19 0,0-7 0,1-7-180,-11-8 1,-5-4 494,-10 7 0,-6 1 539,-8 0 1,-5 5-270,-8 6 0,-1 8-135,-24 21-1215,25 2 1,5 3 1124,9 9 0,16 2 0,13-12 0</inkml:trace>
  <inkml:trace contextRef="#ctx0" brushRef="#br0" timeOffset="-42576.73">10142 18393 8612,'-17'-1'1638,"0"20"0,0 7 1203,-4 9-2679,5-1 1,-2 9 0,3-1-103,4-5 0,2 0 0,-1 0-90,0-4 0,0 1 0,3 0-660,3 8 1,4 1-1,4-8-2587,16 2 3051,-4-14 0,3-4 0,16-14 0,0-11 0</inkml:trace>
  <inkml:trace contextRef="#ctx0" brushRef="#br0" timeOffset="-41959.73">10442 18554 7533,'-35'-1'3276,"8"13"-2756,6 5 1,0 3-701,-8 20 360,2-8-270,11 1 360,24-18 0,17 16-450,5-7-540,5 1-89,-25 0 719,-12-11-540,-32 8-1888,-11-14 2518,6 4 0,-2-12 0,23-7 0</inkml:trace>
  <inkml:trace contextRef="#ctx0" brushRef="#br0" timeOffset="-41726.73">10513 18405 7533,'17'-19'3276,"17"18"0,3 25-2595,-16 9 1,-5 8-502,-7-10 0,-3 4 0,-3 0-558,-5 8 1,-4 1 0,-4 0-613,-4 1 1,-4-1 0,-3-2 989,1-6 0,-1-1 0,-2-4 0,-12 6 0,-1-7 0,6-12 0,1-2 0</inkml:trace>
  <inkml:trace contextRef="#ctx0" brushRef="#br0" timeOffset="-41342.73">10848 18777 7533,'0'-12'3276,"16"-6"0,27 4-2145,-13 5 1,4 0-1132,0 6 0,2 2 0,-2-2 0,1-2 0,-1-1 0,3 3 0,0 0 0</inkml:trace>
  <inkml:trace contextRef="#ctx0" brushRef="#br0" timeOffset="-40628.73">11553 18505 7533,'0'-20'1889,"-15"8"359,3 56-1394,2-7 1,2 5-585,6-4 0,2 4 0,2-1-120,2-4 0,2 0 0,2-4-150,7 8 0,5-14-180,5-31 0,3-13-270,-4-3 0,0-5 1,-1-3-644,2-10 1,-1-5 0,-1 3 909,-1 6 1,-1 2-1,-1 1 1,2-4 0,-1 5-1,5 7 1</inkml:trace>
  <inkml:trace contextRef="#ctx0" brushRef="#br0" timeOffset="-40378.73">11994 18381 7533,'-13'27'1019,"-1"-1"0,10 0 1,6 1-2370,9 2 1,5-2 1349,16 5 0,9-16 0,-23-16 0</inkml:trace>
  <inkml:trace contextRef="#ctx0" brushRef="#br0" timeOffset="-40211.73">12188 18356 8252,'-41'26'1439,"26"-4"1,-1 3-2610,-13 12 1,-1 3 1169,11-4 0,1-3 0,0-10 0,1-4 0,-9 5 0</inkml:trace>
  <inkml:trace contextRef="#ctx0" brushRef="#br0" timeOffset="-40111.73">11906 18603 7533,'0'-24'2158,"24"-1"-1168,5 6-1305,12 11 0,2 3 315,-16 2 0,-1 1 0,9 1 0,-3 2 0,-7-1 0</inkml:trace>
  <inkml:trace contextRef="#ctx0" brushRef="#br0" timeOffset="-39344.73">12400 18467 7533,'-23'3'1638,"4"14"0,0 9-662,-1 0 1,-2 5 0,2 1-926,2 5 1,3 2-1,1-1-291,-1-1 0,2-1 1,7-2-1400,15 5 1,6-4 1467,8 2 1,20-20 0,-17-17 0</inkml:trace>
  <inkml:trace contextRef="#ctx0" brushRef="#br0" timeOffset="-39028.73">12612 18603 7533,'-26'-13'2878,"-1"29"-4047,-8 13 1079,12-2 0,2 1 540,0 11 179,13-3 91,36-17-990,9-1 0,-10 0 180,-27 7-225,-18-12 1,-7 0-1665,-16 11 1979,-2-11 0,19-13 0,15-7 0</inkml:trace>
  <inkml:trace contextRef="#ctx0" brushRef="#br0" timeOffset="-38795.73">12771 18492 9242,'25'27'3276,"2"13"-1856,-18-4 0,-6 3-1735,-4 4 1,-8 1-1325,-10-2 1,-7-2 1609,6-12 0,-1-1 0,0-2 0,-3 2 0,1-3 0,2-3 0,0 0 1</inkml:trace>
  <inkml:trace contextRef="#ctx0" brushRef="#br0" timeOffset="-38511.73">13088 18455 12930,'5'40'819,"0"1"0,-6 0 0,-2 3 0,-1 2-1639,0-4 1,0 3 0,-1 0 0,-2-4 350,-1 2 1,-2-2 0,1-3 0,1 15 0,-2-19 13</inkml:trace>
  <inkml:trace contextRef="#ctx0" brushRef="#br0" timeOffset="-21526.73">13458 18678 7533,'-29'0'3276,"13"5"0,58-3-1638,-12-2 0,4 0-1560,8 0 0,-1-2-1717,-13 0 1,-2-1 1625,21 3 0,-43 0 1,12 0-1</inkml:trace>
  <inkml:trace contextRef="#ctx0" brushRef="#br0" timeOffset="-21393.73">13547 18777 7533,'-38'18'3276,"21"-10"0,58 3-3017,-5-7 0,2-2 0,1 1 0,-1 1 0,-1 2 0,0 0 0</inkml:trace>
  <inkml:trace contextRef="#ctx0" brushRef="#br0" timeOffset="-20426.73">14358 18442 8342,'10'-20'3276,"-2"3"0,-24 17-1638,-7 12 0,-5 4 0,-12 2 0,-2 4-1239,13-3 1,1 3-1,0 0-189,0 2 0,1 1 0,6-1-120,7 0 0,8-1-945,19 5 1,8-4 764,6-8-540,17-11 0,0-5-1079,-10-8 4318,1-5-1170,-60 30 90,-2 8 0,-3 5-1304,-6 0 0,7 2-720,16 3 1,14-3-1145,21-15 1,11-9 1310,8-9 0,6-7 0,-2-1 1,-10 4-1,-3-1 0,1-1 1,3-4-1,-1-1 0,0 1 1</inkml:trace>
  <inkml:trace contextRef="#ctx0" brushRef="#br0" timeOffset="-4876.73">26458 1896 0,'-35'0'3276,"15"6"0,28-5-1638,21 1 0,11-4-842,-6-3 0,3-4 0,2 0-1030,-3 1 1,3-1 0,-1-1 0,0-2-860,6-5 1,-2-3 0,-1 1 686,-7 5 0,-1 1 1,-4 0-1,-1-5 1,-5 2-1,2 3 1</inkml:trace>
  <inkml:trace contextRef="#ctx0" brushRef="#br0" timeOffset="-4611.73">26917 1425 7533,'-22'25'1638,"1"0"0,-1 9-819,7 3 0,-2 11 0,1 5 0,2-3-1376,4-8 0,2 0 0,1 1 0,-2 0 628,-1-3 1,-1 0 0,-1 1 0,1 1 0,2 1 18,1 5 0,0 4 0,1-1 0,4-3 0,4-5-781,5-2 1,5-5 0,3-1 240,6 4 0,5-2 0,3-10 450,10-11 0,2-15 0,-8-15 0,0-8 0,-4-2 0,-1-5 0,-1 0 0</inkml:trace>
  <inkml:trace contextRef="#ctx0" brushRef="#br0" timeOffset="-3978.73">27464 1909 7533,'-30'0'3276,"30"5"-1638,24-3 0,13-2-1424,-3 1 1,4 2 0,-2-2-1854,4 0 1,0-2 1592,-3 0 1,0-1-1,-7 0 1,-6 0-1,17-3 1</inkml:trace>
  <inkml:trace contextRef="#ctx0" brushRef="#br0" timeOffset="-3843.73">27517 2231 7533,'-34'6'3276,"28"0"0,40 1-3161,6-10 1,10-6 0,-1-1 0,-13 3-1,-1 0 1,2-2 0,-1-3 0,1 0 0,0 0-1,0 0 1</inkml:trace>
  <inkml:trace contextRef="#ctx0" brushRef="#br0" timeOffset="-3426.73">28416 1612 7533,'-29'19'1638,"-1"0"0,-3 13-572,9 2 1,-2 11 0,4 2-954,8-6 0,3 3 0,3 2 1,1-2 43,2-1 0,0 1 1,5-1-1,5-2-202,5-1 0,6 1 0,4-5 0,4-12-334,8-14 1,6-12 0,0-8 36,-5-6 0,1-7 0,1-5 0,-3-1 1,-3 1 191,1-6 0,-5-1 0,-2-5 78,-5 2 0,0-5 0,-1-3 0,-5 2 0,-5 5 432,-5-1 0,-7 3 0,-5 1 269,-7-10 1,-5 0-1,-8 12-740,-6 19 1,-6 9 0,1 8 110,4 7 0,1 7 0,3 3 0,-11 12 0,13 4 0,28-6 0,0 0 0</inkml:trace>
  <inkml:trace contextRef="#ctx0" brushRef="#br0" timeOffset="-3075.73">29281 1264 7533,'-18'-19'449,"0"7"855,-6 29 1,-1 10-765,0 7-913,4-2 0,-5 9 0,-1 6 0,5 4 797,9-11 0,1 4 0,2 3 0,1 2 0,1 0 0,0 0 0,-1-1-467,-1 1 0,0-1 0,0 0 0,0 1 0,2 1 0,2 0 0,1 1-322,3-6 1,1 3 0,0 0 0,2 2 0,1-1 0,2-1 0,1-3 0,3-2 0,2-5-292,7 8 1,3-4-1,4-4 1,1-4 0,1-4 290,10 7 1,3-7 0,1-13 0,0-17 0,1-10 0,-6-6 0,-9-10 0,1 1 0</inkml:trace>
  <inkml:trace contextRef="#ctx0" brushRef="#br0" timeOffset="6590.27">31380 1363 7533,'-10'-40'3276,"2"12"-166,8 50-2511,-2 7 1,0 10 0,-2 4-1089,-1 2 0,-1 3 0,-1 3 0,0 2 564,0-8 0,0 2 0,-1 2 0,0 1 0,0 0 0,1-2-270,0 0 0,0 1 0,0-1 0,0 0 0,1-1 1,0-2-462,0 2 1,-2-1-1,2-1 1,1-3 0,5-2 108,5 5 1,4-3 0,2-8 0,13 0 0,17-42 0</inkml:trace>
  <inkml:trace contextRef="#ctx0" brushRef="#br0" timeOffset="6856.27">31627 2095 7331,'-23'27'655,"0"0"0,0 0 1,2 3-1,2 0 0,2 2 437,0 5 0,2 1 0,10-4-900,16 4 1,11-13-1048,14-25 1,5-17-106,-11-4 1,-1-7-1,-4-2 1469,-4-2 1,-5-2 0,-10 2 361,-17-5 1,-13 11-108,-8 23 1,-3 13-1386,2 8 0,9 7 621,19 4 0,10-2 0,29-2 0,0-23 0,0 0 0</inkml:trace>
  <inkml:trace contextRef="#ctx0" brushRef="#br0" timeOffset="7190.27">31909 2132 7533,'-17'30'1092,"0"0"0,10-3 0,1-1-1201,-8 0 0,4-3-1060,18 2 89,2-25 451,15-25 269,-5 3 1619,5 10 379,-24 41 0,-7 16-546,3-5 0,-1 4 0,-1 2-942,-2-2 0,-2 3 0,0 2 0,-2 1-42,2-4 0,0 3 0,-1 0 0,-1-1 0,0-3-198,-2-2 0,1-2 0,-2-2 0,-2-1-730,-3-1 1,-2 1 0,-1-5 0,-3-9 811,-15-5 1,-2-15 0,8-8 0,3-8-1,7-9 1,-1-1 0</inkml:trace>
  <inkml:trace contextRef="#ctx0" brushRef="#br0" timeOffset="7590.27">32262 2244 7533,'-12'6'3276,"53"-6"-1638,-2-10 0,6-3-2731,-2 5 1,3 2 0,-2-2 623,-8-2 1,-2-1 0,-2 2 0,9 1 0,-5 3 0,-3 0 0</inkml:trace>
  <inkml:trace contextRef="#ctx0" brushRef="#br0" timeOffset="8140.27">32526 2442 7533,'-10'-6'3276,"2"5"-706,8-10-1400,0 9-361,-23 24-224,1 2 0,-1 3 179,-6 8 1,1 2-541,3-2 1,5-1-674,4 9-91,34-26-180,9-11 1620,-7 5 179,-36 36-315,5-15 1,-1 2-450,-9 8 0,6-1-1530,18-12 1,10-7-425,19-14 1,7-11 1485,4-15 1,0-8-1,-13 11 1,1-1-1,-4-1 1,3-13-1,-1 1 1</inkml:trace>
  <inkml:trace contextRef="#ctx0" brushRef="#br0" timeOffset="8373.27">32456 1463 7533,'-16'-25'3276,"12"22"-1638,-8 26 0,0 17-1514,9-2 1,4 6 0,-1 2-781,0-7 1,0 3-1,0 2 1,0-2 0,0-2 245,1 10 0,-1-3 1,1-1-1,2 3 1,0-1-1,-1-8 0,-2 4 1</inkml:trace>
  <inkml:trace contextRef="#ctx0" brushRef="#br0" timeOffset="9372.27">32773 1264 8882,'24'32'655,"0"0"0,1-1 1,-8-2-1,-3 0 0,2 7-211,-3-2 0,3 7 1,0 3-1,0 3 0,-1 3 1,-2-1-1,-2 0-854,-4-3 0,-2 1 1,-1 1-1,-1 0 1,-2 2-1,1-1 0,-2 1 1,1 0 384,0-2 0,0 0 0,-1 1 0,0 0 0,-1 1 0,0-1 0,-1 1 1,-1 0-1,-2-1 69,0-2 1,0 1 0,-1 0 0,-1 1 0,-1-1 0,0 0 0,-2-1 0,1-2 0,-2-1 0,0-2-514,-3 4 1,-2-1 0,-1-2 0,-1-2 0,0-1 0,0-1 0,1-1-172,-1 4 1,0 0 0,-1-3-1,0-3 1,-1-3 595,-10 6 0,-1-5 0,2-9 0,6-10 0,1-6 0,-4-3 0,-1 0 0</inkml:trace>
  <inkml:trace contextRef="#ctx0" brushRef="#br0" timeOffset="12904.27">29633 2268 7533,'-47'0'3276,"14"6"-796,33 1-842,30 3 0,20-2-1232,-11-6 0,7-2 1,3-2-1,1 0 0,-2 1-944,-5 0 1,-1-1 0,0 1 0,1-1 0,2-1 72,1 0 0,3 0 1,1-1-1,-1-1 0,-3 0 1,-6-1-544,10-3 1,-7-1-1,-4-1 1008,0-1 0,-8-1 0,-5-6 0,-28 1 0</inkml:trace>
  <inkml:trace contextRef="#ctx0" brushRef="#br0" timeOffset="13223.27">29880 2541 7533,'-10'0'3276,"3"6"-526,7 28-1986,-4 4 1,0 4-754,-1-7 1,0 1 18,2 5 0,0 4 0,-1-4-773,-4-3 0,1-2 698,5 2 0,2 0-675,-5 0 1,2-7-1620,3-13 270,8 15 2069,-6-32 0,13-6 0,-5-9 0</inkml:trace>
  <inkml:trace contextRef="#ctx0" brushRef="#br0" timeOffset="13389.27">30039 2727 13379,'33'-2'539,"1"0"1,6-7 0,2-1-540,-9 1 0,1 0 0,-1-1 0,9-8 0,-4 0 0,-8 6 0,-1 0 0</inkml:trace>
  <inkml:trace contextRef="#ctx0" brushRef="#br0" timeOffset="13705.27">30462 2417 7623,'0'-19'3276,"0"12"-976,16 30-1490,-9 10 0,-2 7-661,3 0 1,2 5 0,-3 1-707,-4-5 1,-2 2 0,-2 1 0,0-1 578,0-3 1,-1-1 0,-1 0-1,-1-3 134,-1 4 1,-1-3 0,-2-4-23,-6 2 1,2-17 225,10-56-720,9 5 1,4-6-734,4-2 1,4-3 0,0 2 677,-6 9 1,-1 3-1,4 0 415,10-3 0,4 2 0,-6 4 0,2-1 0,-2 7 0,1 1 0</inkml:trace>
  <inkml:trace contextRef="#ctx0" brushRef="#br0" timeOffset="14071.27">30127 2306 7533,'27'-9'1092,"-1"1"0,11 0 0,5 1-855,-8 1 1,4-1 0,2 1 0,-2 0-1331,9-1 1,-2 1 0,-1 1 545,7 2 1,-4-1 0,-15-1 0,-6-1 0,0-1 0</inkml:trace>
  <inkml:trace contextRef="#ctx0" brushRef="#br0" timeOffset="14355.27">30286 1438 7533,'-10'-7'3148,"2"-4"-270,8 59-2518,8-13-1242,-6 5 0,-2 11 0,0 2 882,2-12 0,0 1 0,0 0 0,0-2 0,0 9 0,1-1 0,0 0 0,-1-11 0,1 1 0,-1-1 0,1 1 0</inkml:trace>
  <inkml:trace contextRef="#ctx0" brushRef="#br0" timeOffset="29006.27">22066 2616 7533,'-27'-42'3276,"17"20"0,12 52-2612,10 0 0,7 6 1,-1 4-643,-4 4 1,-2 3-1,0 4 1,-1 0-283,-2-6 1,1 2 0,-2 0 0,-1 1 0,-2-1 349,-2 1 0,-1 2 0,-2-1 0,-2-2 0,-3-4 809,-5 18 1,-4-5-1,-1-30 947,-7-60-1914,25 4 1,7-8 0,5-4-1,1-1-328,-2-1 0,1-2 1,2-1-1,2 0 0,2 2-260,3 2 1,3-1-1,2 2 1,0 3 0,1 4 546,1 3 1,1 5 0,-1 3 0,0 3-1,1 4 1,-2 4 0,0 3 0,8 7-1,-1 1 1</inkml:trace>
  <inkml:trace contextRef="#ctx0" brushRef="#br0" timeOffset="29223.27">22825 2814 7533,'0'-18'3276,"31"4"-1638,-6 2 0,5 1-2126,18 5 1,2 3 487,-11-3 0,-2 1 0,2 5 0,-3 0 0,-1 0 0</inkml:trace>
  <inkml:trace contextRef="#ctx0" brushRef="#br0" timeOffset="29373.27">22983 3049 7533,'-33'36'3276,"19"-9"0,22-2-3809,26-21 1,11-8 532,-5-1 0,0-4 0,9-4 0,-4-4 0,-19 1 0,-1 0 0</inkml:trace>
  <inkml:trace contextRef="#ctx0" brushRef="#br0" timeOffset="29640.27">23513 2727 7533,'-21'31'1092,"0"1"0,9-5 0,1 3-273,-3 5 0,-4 7 0,5 1 0,9-6 819,21 3 0,9-6-1380,-2 3 0,5-15-588,5-33 0,6-19 0,-6-6 155,-13 5 1,-3-5 0,-3-1 0,-5-1 683,0-10 1,-6-1 0,-10 6-264,-16-3 0,-11 16-1885,-7 30 1,-2 14-1,11 5 1,5 7 982,3 7 1,7 0-1,16 9 1,0-11 0</inkml:trace>
  <inkml:trace contextRef="#ctx0" brushRef="#br0" timeOffset="29806.27">23830 3049 7533,'-10'47'1638,"9"-19"0,2 2 0,6 11 0,4-1-983,2-12 0,1-2 1,14 14-1,-3-35 0</inkml:trace>
  <inkml:trace contextRef="#ctx0" brushRef="#br0" timeOffset="30174.27">24412 2714 0,'0'-41'1638,"4"16"0,0-1 0,-5-6 0,-4 1 1638,-12-15-1638,-14 47 0,-7 14-546,2 7 0,-1 9 0,2 4-273,9-6 0,1 4 0,1 1 0,3 1 0,1-1 0,-1 2 0,6-1 0,10-3-905,23 16 0,15-15-1553,4-27 1,7-16 818,-8-3 1,5-8 0,0-2 0,-6-2 1826,-5-4 1,-5-2-1,0 0 85,2-6 0,0 0 0,-7 21 2184,-4 48-2100,-21-4 1,-6 9-1713,5-3 0,0 7 1,-1 6-1,-1 1 1,0 0-1,0-5 446,-1-2 0,0-2 0,-1-1 0,-1 2 1,1 3-321,2-2 0,-1 3 1,0 3-1,-1 2 1,1-2-1,1-1 0,0-3 1,1-4 81,-2 4 0,2-4 0,0-2 1,0 1-1,-1 5 0,0 3 1,0-4-1,1-8 0,-3 9 1</inkml:trace>
  <inkml:trace contextRef="#ctx0" brushRef="#br0" timeOffset="37240.27">29704 3371 7533,'-31'-9'539,"-1"0"1,5 3 0,1-1 989,-9-11 810,17 11 269,50-4-1516,6 7 0,13 3 0,3-1-938,-13-1 1,2-1 0,1 0-1,2 0 1,1 1 174,-2 0 1,2 1 0,1 0 0,-1 0 0,1 0 0,-3-1-312,5 1 0,0-1 0,-2 1 0,-1 0 0,-2-1-620,-3 0 1,-1 0-1,-3 0 1,-3 1-1038,12 2 1,-7-1 818,-5-5 1,-19 6 0,-16 0 0</inkml:trace>
  <inkml:trace contextRef="#ctx0" brushRef="#br0" timeOffset="37607.27">29933 3892 5824,'-13'36'468,"1"0"0,-1 0 0,0 0 0,-2 1 0,-1 0 0,0 0 0,1 0 332,0 2 0,0 1 0,1 0 0,1-2-1893,-5 4 1,1-1 0,9-6-508,12-5 1,7-9 1599,21-12 0,-6-24 0,1-7 0,-6 0 0,1 0 0</inkml:trace>
  <inkml:trace contextRef="#ctx0" brushRef="#br0" timeOffset="37840.27">30339 3966 7533,'-23'32'819,"1"0"0,-5 5 0,-3 5 0,4 0 273,8-10 0,3 0 0,3 2-878,1 6 1,4 2 0,14-11-395,19-18 0,13-11 0,1-8-293,-2-7 1,1-8 0,0-5 0,-2-3-184,-3 1 1,-1-3-1,-1-3 1,-2 0 0,-6 0 236,0-4 0,-4-2 1,-6 2-1,-11 5 512,-26-13-1,-15 17-1171,-5 35 0,-4 16 1079,15-4 0,0 3 0,6 3 0,0 15 0,13 1 0,23 8 0</inkml:trace>
  <inkml:trace contextRef="#ctx0" brushRef="#br0" timeOffset="38105.27">31203 4065 7533,'-33'31'819,"0"-1"0,8-8 0,1 1 0,-2 2-1144,0 4 1,0 3 0,-1 1 0,0-3-769,-3 4 1,-1-2 0,2-3 545,-8 7 1,4-4 0,10-13 0,2-2 0,-4 0 0</inkml:trace>
  <inkml:trace contextRef="#ctx0" brushRef="#br0" timeOffset="38272.27">30921 4177 8072,'9'33'1092,"0"0"0,-2 15 0,3 0 546,6-13 0,2-2-2308,0 6 1,1-1 669,-1-8 0,1-6 0,14-6 0,-15-13 0</inkml:trace>
  <inkml:trace contextRef="#ctx0" brushRef="#br2" timeOffset="49156.27">776 16459 7533,'-18'0'0</inkml:trace>
  <inkml:trace contextRef="#ctx0" brushRef="#br2" timeOffset="50873.27">353 16571 7533,'-20'-7'3148,"5"2"-2159,15 10-89,23 13 89,22 3-540,-16-11 1,4 0 0,1 0-120,7 1 0,2-1 0,-1-1-435,-8-2 1,0 0 0,1 0 164,8 2 0,2 1 0,-1 0 179,-2-2 1,-1 1 0,-1-2-150,-7-1 0,0-1 0,1 0 0,3-1 0,3 1 0,1-1 0,-4-1-90,-3-2 0,-2-2 0,4 1 314,8 3 1,4 1 0,2 1 0,-4 0-165,1 1 0,-3 0 0,2 2-15,0 1 0,4 0 0,-3 1 0,-6 0-46,0 3 1,-3 0 0,-7-5 0,2 0 0,1-1-210,2 1 0,1 0 1,0 0 59,-2-1 0,0-1 0,2 1-363,9 2 0,1-1 1,0 0 392,-7-1 0,-1-1 0,1-1 90,5 0 0,1-2 0,2 1-748,-6-1 1,2 1 0,-1-1 0,-1 0 717,3-1 0,-2 0 0,2 0 37,-4 0 1,3 0-1,-1-1 1,0 0-127,-6-1 1,0 0 0,0 0 0,2 0 103,9 1 0,2 0 0,1 1 0,0 0-45,-4-1 0,0 0 0,1 0 0,0 0 0,0 1-162,-2 1 0,0 0 0,0 1 0,-1 0 0,1 1 72,-2-1 0,1 1 0,-1 0 0,0 1 0,0-2 72,2 1 0,-1-1 0,1 0 0,-1 0 1,1 0 142,-2 1 1,0 0 0,0 0 0,0 0 0,1-2 0,2 0 0,0-2 0,1 0 0,0 0 0,-1 0-108,0 0 0,-1 1 0,0-1 0,0 0 0,1 0-90,0-1 0,1 0 0,0 0 0,-1 0 0,0 0 18,-5 0 0,-1 0 0,0 0 0,-1 0 0,1 0-27,1 0 1,0 0 0,0 0 0,-1 0-1,0 0 103,6-2 1,0-1 0,-1 0-1,0 0-22,1 0 0,0-1 0,-1 1 0,1-1 0,-3 0 0,1-1 0,-1 0 0,-1 0 0,-2-2 0,-2-1 0,1 1 0,-1 0 226,8 0 0,0 1 0,0-2-181,-10-2 0,0-1 0,0-2 0,-1 0-225,10-4 0,-1-2 0,-1-1 157,-10 3 1,-1-1 0,0-1-1,0-3 23,-2-1 0,1-3 0,-1-1 0,-1-1 0,-1 1 112,3-5 1,-3 1-1,1-2 1,1-2 125,0 0 1,2-3-1,1-1 1,-1 0-1,-2 2-382,-2 3 0,-2 2 0,1-1 1,-2 0-1,0-1-18,-1-1 0,0-2 0,-1 0 0,-1 0 0,-3 0 58,2-2 1,-3 0 0,-2 0 0,-4-1 103,-6 2 0,-3-1 0,-4 0 0,-3 1 243,-7-10 0,-6 0 0,-3 2-63,1 11 0,-1 1 0,-2 0 0,-2 1-135,-2-2 0,-3 0 0,1 1 0,1 1-45,3 2 0,2 1 0,-3-1 0,-1 4 0,-2-1 0,0 1 0,2 0 0,0 0 0,2 0 0,-4-1 0,-3-1 0,-3-2 0,-1-1 0,0 0-23,1-1 1,0 0-1,-1 0 1,-1 0-133,3 3 0,0 0 1,-2 0-1,1 1 0,-1 0 137,2 4 0,1 0 0,-1 0 0,-1 2 1,1 0-314,-11-5 1,0 1 0,0 1 0,3 2 360,0 2 0,2 1 0,-4 2-75,0 3 0,-3 1 0,-1 1 1,1 1-61,6 3 1,1 2 0,-1 0 0,-4 0 133,5 1 1,-4-1 0,0 1 0,-2-1 0,0 2 0,0 0 15,-3 0 0,1 1 0,-1 1 0,-1 0 0,1 1 0,-1 0-70,0 0 1,-1 0 0,0 1 0,0 0 0,0 1-1,-1-1 25,6 1 0,-1 0 0,-1 0 0,1 1 0,1-1 0,1 0 0,3 1 22,-12-2 1,3 1 0,2-1-1,-3 1-148,2 1 0,0 0 0,-2 0 0,1 0 1,1-1 125,3-2 0,0 0 0,2-1 0,-1 1 0,-1-1 18,0 1 0,0 1 0,0-1 0,-1 1 0,-2-1-57,6 0 0,-1 0 1,-1 0-1,-1 0 1,0 0-1,2 1 1,1-1-34,-6 0 0,1 1 0,1-1 0,1 1 0,-2 0 42,5 0 0,-1 1 0,0 1 0,0-1 0,0 0 0,0 0 48,-7 0 0,0 0 0,1 0 0,0 0 0,0 0 140,4-1 1,0-1 0,1 1-1,0-1 1,1 0-105,0 1 0,0 0 0,1-1 0,0 0 0,2 0-54,-4-3 0,3 0 0,-1-1 0,-2 2 0,5 2 0,-3 2 0,1 0 0,-1-1 0,3 1-135,-4-2 0,2 0 0,0 0 0,-1 1 135,-6 1 0,-2 1 0,2 0 0,2 1 0,2-2 0,4 1 0,-3 1 90,-1 1 0,-3 2 0,1 1 0,2 0 89,0 2 1,3-1 0,-1 2-120,-3 0 0,-1 1 0,2 0-30,4 1 0,2 1 0,2 3 308,4 2 1,1 2 0,-2 2-519,1-2 0,-2 2 0,-1 1 0,1 2 90,-3 4 0,1 2 0,0 2 0,0 1 417,5-6 0,1 2 0,-1 0 1,2 1-1,3 1-125,-2 7 0,2 2 1,3-1-1,0-2-82,-3 2 0,3-3 0,1 4 37,5 2 1,2 3-1,2 2 1,1-1-68,4-4 0,1 0 0,0 1 0,0 2-85,-1-4 0,0 1 0,0 3 1,-1 0-1,0 0 0,0 0-95,0 0 0,0 1 0,0 0 0,0 0 0,0 0 1,1-1-1,-1 6 0,0-1 0,0 0 0,2-1 0,2 0-156,1-5 1,1-1-1,2 0 1,2-1 0,4 0-411,4 0 1,4 0-1,2-1 1,2-2 0,0-4 327,5 6 0,1-4 0,4-1 1,-2-6-1,3 1 0,1-3 1,-3-4-1,5-5 0,1 1 1</inkml:trace>
  <inkml:trace contextRef="#ctx0" brushRef="#br2" timeOffset="51623.27">2099 17116 7533,'10'-26'3276,"-2"3"-436,-8 16 436,-16 7-2755,-14 23 0,-7 10-521,12-11 0,0 0 0,-3 3-112,-5 5 1,-3 3 0,0 1 0,4-3 440,4-3 1,2-1 0,1-1 447,-1 0 1,0 0 0,12-2 301,22 12-1619,8-16 1,5-3 539,18 11-810,-3-9 1,1 1-830,-12-4 1,-1 0 1124,4 6 0,-2 0 0,8 11 0,-26-4 0</inkml:trace>
  <inkml:trace contextRef="#ctx0" brushRef="#br2" timeOffset="51773.27">1605 17897 7533,'-19'7'3276,"42"9"-1638,9 4 0,9 2-2399,-9-9 0,4 0 0,2 1 0,-3-1 396,2 5 1,-2 0 0,0-1 0,5-2 0,1-1 0,-6-3 0,-8-5 0,-1 0 0</inkml:trace>
  <inkml:trace contextRef="#ctx0" brushRef="#br2" timeOffset="52407.27">2893 17414 9422,'0'-19'3276,"0"0"0,-16 7 0,-19 5-1894,1 15 0,-3 6-528,-4 7 1,0 4-136,10-5 1,1 1 0,3 2-90,-3 11-1,5 0-629,4-9 0,9-1-405,16 1 1,7-1-1305,11 14 1619,-7-17 0,-3 1 1169,-8 7 1,-8 1-46,-8 2 1,-3 1-1035,2 8 0,4-1 0,6-9 0,6-4 0,12-3 0,7-7 0,4-10 0,3-7-450,6-1 0,-1-5-1189,-6-3 1,-1-1 982,0 3 1,-1 0-1,9-4 1,-9 11 0</inkml:trace>
  <inkml:trace contextRef="#ctx0" brushRef="#br2" timeOffset="59406.27">3581 17835 7533,'-38'-20'3276,"13"3"0,17 17-474,47 11-5860,10-8 1419,-5 2 1,1 1 1490,4-6 0,-10-6 1,-39-1-1</inkml:trace>
  <inkml:trace contextRef="#ctx0" brushRef="#br2" timeOffset="59539.27">3687 17848 7533,'-43'23'1092,"1"0"0,-1 0 0,2 1 546,2 1 0,11 1 1074,28 5-3612,35-22 1,13-7-740,-5 1 1,2-1 1617,-8 0 1,1 0 0,-5 1 0,14 9 0,-22-5 0,1-1 0</inkml:trace>
  <inkml:trace contextRef="#ctx0" brushRef="#br2" timeOffset="59756.27">4339 17476 10051,'-35'9'3276,"15"1"-1638,0 19 0,1 11-1331,6-3 1,1 4 0,0 3-1128,-1 1 1,-2 3 0,1 1 0,1-1-1,1 0 1,0 0 0,1 0 0,1-3 447,-1 6 1,2-3-1,3-5 1,4-4-1,4-9 1,8-12-1</inkml:trace>
  <inkml:trace contextRef="#ctx0" brushRef="#br2" timeOffset="60005.27">4480 17897 12570,'-25'25'1638,"14"-1"0,2 4 0,-4 7 0,9 1-1586,25 3 0,12-5-637,-3-15 1,3-11-46,5-20 0,3-14 1,-6-4 779,-13 3 0,-6-5 0,-5-1 329,-6-4 1,-7-2 0,-3 5-390,-4 6 0,-8 8-315,-20 8 0,2 13 225,19 22 0,8-6 0,38 12 0</inkml:trace>
  <inkml:trace contextRef="#ctx0" brushRef="#br2" timeOffset="60455.27">4815 17550 7533,'6'-37'3276,"30"16"-2306,-2 14 1,4 3-971,-4 4 0,-1 2 0,1 3 0,-2 1 0,4 1 0</inkml:trace>
  <inkml:trace contextRef="#ctx0" brushRef="#br2" timeOffset="60805.27">5274 17352 7533,'-2'-39'3276,"28"9"0,21 18-384,0 6-3251,-6 12-2918,-24 11 2416,-22-2-129,-15 26 1575,-5-25 0,-3 0 584,2 6 0,5 1 181,1 19-271,48-10-629,-1-14 0,3 0-136,-3-1 1,-7 3 495,-28 29-2449,-20-24 1,-9-4 1579,-4 1 0,-2-1 0,-1-5 1,2-2-1,11-2 0,1 1 1</inkml:trace>
  <inkml:trace contextRef="#ctx0" brushRef="#br2" timeOffset="96822.27">31750 4103 7533,'0'-26'1349,"0"1"0,0-18 0,0 13-269,8 16-361,41 19-764,-21 4 0,3 3-225,-1 3 0,2 2 1,-6 5-361,-5 13 1,-11 4 539,-7-5 0,-10 0 269,-14 5 1,-13-1 180,4-15 0,-7-1 0,1-1 0,6 1-225,3 6 0,7 3 314,5 1 1,2 4 0,12-5-46,20-6 1,9-3-75,-1 4 0,2 3 0,-9-3-150,-10 13 89,-28-3 1,-15-3-390,-2-17 0,-6-5 1,1 0-413,-5 7 0,-2-3-548,0-5 1,-3-2 0,10-2 908,5-1 0,2-8 0,1-5 0,5-6 0</inkml:trace>
  <inkml:trace contextRef="#ctx0" brushRef="#br2" timeOffset="100406.27">32138 4722 7533,'0'-45'742,"8"9"0,2 29 0,7 9 0</inkml:trace>
  <inkml:trace contextRef="#ctx0" brushRef="#br2" timeOffset="100540.27">32244 4710 7533,'-28'-19'3276,"11"-5"-3494,9 16 218,16-3 0,-6 11 0,6 0 0</inkml:trace>
  <inkml:trace contextRef="#ctx0" brushRef="#br2" timeOffset="101440.27">32914 4363 7533,'-17'-8'1304,"0"22"0,0 12-974,0 3 0,0 5 0,-2 3-713,0 0 0,-2 3 0,0 1 1,2-1 89,2 1 1,2-1 0,1 1-1,1-3-697,-1 4 1,2-1 0,5-5 989,5-2 0,8-9 0,27-20 0,-5-18 0</inkml:trace>
  <inkml:trace contextRef="#ctx0" brushRef="#br2" timeOffset="101789.27">32932 4834 7892,'-37'28'1049,"-1"1"1,3-5 0,12 1-2400,28 12 361,9-18 404,10-11 1,3-5-316,10-3 1440,-9 0-450,-13 6 989,-38 6-359,9 8-540,-11-7-450,9 4-630,38-10 361,-9 0 134,12 0 0,1 2 2024,-4 5-539,-22 16-451,-22 8-449,-5-16-1259,11 11 1079,16-31 0,0 15 0,0-10 0</inkml:trace>
  <inkml:trace contextRef="#ctx0" brushRef="#br2" timeOffset="102088.27">32597 5144 7353,'32'23'819,"0"-1"0,-4-6 0,2-1 0,2 1-1102,10 4 1,3 0-1,-2-1-668,-11-6 1,-2-1 0,4 2 950,9 3 0,5 4 0,0-2 0,-9-2 0,-5-2 0,-3-1 0,2 0 0,1 0 0,-1-1 0</inkml:trace>
  <inkml:trace contextRef="#ctx0" brushRef="#br2" timeOffset="103188.27">32650 5429 7533,'-18'-7'899,"8"2"-2068,2 5 1169,16 0 0,2 0 0,8 0 0</inkml:trace>
  <inkml:trace contextRef="#ctx0" brushRef="#br2" timeOffset="113973.27">1041 8565 7533,'-47'-14'3276,"6"3"0,31 5-1823,10 5-913,41-4-495,-3 6 0,4 3-1358,1-1 1,0 1 922,-6 0 0,2 1 1,-5 4-286,1 7 1,-5 4 465,-4-2 0,-7 4 209,-13 6 0,-12 4 359,-11-3 1,-8 0 0,-2-3 135,-7 4 0,-2-2 74,6-2 1,0 1 0,4-4-121,-10 8-539,36-6 0,28-7-269,17-6 359,-8 1 376,-11 5-16,-19-4 507,-22 15-417,-5-3-495,0-10 0,-3-1-180,-7 7 0,-1-2 135,-10 2-990,11-7 1,3-1 1079,15-7 0,-3-19 0,15-8 0</inkml:trace>
  <inkml:trace contextRef="#ctx0" brushRef="#br2" timeOffset="114222.27">1517 8949 2987,'-15'34'1092,"1"1"0,2-9 0,8-1 546,16 0 0,9-3-1,8-9 1,5-6-1863,6-1 0,2-5-1079,3-4 0,-2-8 719,0-15 0,-7-7 892,-15 9 1,-3-1-263,4-11 0,-13 0 1259,-31 7 0,-11 3-629,12 7 0,-3 4 178,-20-5 0,-6 11-853,5 19 0,4 7 0,-2 2 0,19 5 0,1-1 0</inkml:trace>
  <inkml:trace contextRef="#ctx0" brushRef="#br2" timeOffset="114605.27">935 9408 7533,'-32'11'1638,"-1"0"0,-2 16 1638,45 17-2492,25-23 0,19-3 1,-4-4-2193,-5 0 0,4-5 1273,-8-6 0,8-3 0,5-2 0,0 0 1,-3-2-1,-8-1-675,-1-2 0,-6-1 0,4-3 750,-5 1 0,5-1 0,2-2 0,1-1 0,-3-2 0,-3-1-233,5-10 1,-4-4 0,-2-1 0,-1 2 172,3 2 0,-1 1 0,-3-8 269,-10 4 1,-1-5 0,0-5 0,-2-1 0,-4 0 0,-3 2 239,-6-3 0,-4 0 0,-3 0 0,-2 0 1,3 0-319,2 0 1,2 1 0,-1-1 0,-3-2 0,-6-2 58,-3 6 0,-2-5 0,-3-2 0,-2-2 0,-2 0 0,-3 3 0,-1 4 0,-2 5 0,-2 8-107,-9 2 0,-4 9 0,-2 5 0,-4 3 0,-3-1-80,5 2 1,-5-1 0,-3 1 0,-1 2 0,0 2 0,0 2 0,3 5 0,4 3 56,-1 6 0,2 3 0,3 5 0,0 3 0,2 4 0,-1 4-365,4 0 1,-2 5 0,0 4 0,0 3 0,1 1 0,4 2 0,3-1 0,6 0 0,6-3 313,6 5 1,8-1-1,5 1 1,3 0 0,0-1-1,-2 0 1,-3-1 0,-2 0-1,1 0 1,1-1 0,3 0-1,5-2 1,13-1 0,0-1-1,1 1 1,-1-1 0,0 1-1,0-1 1</inkml:trace>
  <inkml:trace contextRef="#ctx0" brushRef="#br2" timeOffset="136188.27">17921 10572 8432,'-10'-14'3276,"2"14"-1638,7 31 0,2 18-974,-4-9 1,-3 3-1,0 3-1085,1-7 0,0 2 0,-1 2 0,0-1 0,0 0-7,-1 8 1,0 0 0,-1 0 0,1-3 427,0-6 0,0 0 0,1-3 0,0-2 0,1 12 0,3-6 0,2 5 0</inkml:trace>
  <inkml:trace contextRef="#ctx0" brushRef="#br2" timeOffset="153322.27">18186 10758 9602,'-10'0'2608,"-6"5"-1439,14 13-584,-2 10 0,0 9-316,3 7 1,1 7 0,1 0-348,2-14 1,1 1 0,1 0 0,-1-1 287,2 15 0,-1-1 0,4-5 254,2-1 1,5-20 44,1-39 1,4-20 0,-2-1-1603,-2 3 1,-1-2 0,0-2 272,-2 2 1,-1-2 0,1 0 0,0 2 563,3 0 1,1 2-1,-4 4 1,-2-7-1,3 10 1</inkml:trace>
  <inkml:trace contextRef="#ctx0" brushRef="#br2" timeOffset="153522.27">18521 10758 10051,'8'-25'3276,"25"0"-4303,14 11 1027,-16 6 0,1 0 0,13 1 0,-12-5 0</inkml:trace>
  <inkml:trace contextRef="#ctx0" brushRef="#br2" timeOffset="153688.27">18733 10497 0,'-30'37'1092,"1"0"0,7-3 0,3 3 0,1-1 0,1 3 0,8-2-1138,13 0 0,8-6 46,12 0 0,19-27 0,-18-17 0</inkml:trace>
  <inkml:trace contextRef="#ctx0" brushRef="#br2" timeOffset="154155.27">18803 10708 7533,'-10'0'3276,"2"0"-2055,24 0-1221,27-5 0,-9-2 0,-10 1 0,1-1 0</inkml:trace>
  <inkml:trace contextRef="#ctx0" brushRef="#br2" timeOffset="154306.27">18944 10597 7533,'-33'29'3276,"11"9"-2621,8-12 1,3-1-656,11 8 0,10-11 0,7-22 0</inkml:trace>
  <inkml:trace contextRef="#ctx0" brushRef="#br2" timeOffset="154439.27">19068 10559 7533,'-16'39'327,"0"-1"1,1 0 0,-1 1-1,2 0 1,2-3 0,6-2-1,3-2 1,-1 1 0,0-1-1</inkml:trace>
  <inkml:trace contextRef="#ctx0" brushRef="#br2" timeOffset="154955.27">18962 11154 0,'-26'0'3276,"15"0"0,42-11-1638,0 2 0,5-1-2963,8-3 1,4 0 1324,-11 5 0,1-1 0,-4 1 0,-3-1 0,-3 0 0,6 3 0,-1 0 0</inkml:trace>
  <inkml:trace contextRef="#ctx0" brushRef="#br2" timeOffset="155239.27">19509 10820 7533,'-9'28'1092,"0"0"0,3-1 0,2 3 0,1 15 0,0 7 0,1-2-1707,2 0 1,0-1 764,0-7 0,-1 2 0,2-5-15,2-2 0,2-6 1143,5 8 251,15-60-1664,-10 2 1,-2-6-556,1-13 0,-1-9 1,3 1 689,4 2 0,1 1 0,-1 1 0,-6 5 0,-1 1 0,1 3 0,10-10 0,1 0 0</inkml:trace>
  <inkml:trace contextRef="#ctx0" brushRef="#br2" timeOffset="155539.27">19773 10795 7533,'-10'0'3276,"42"-5"-1875,1-3-1401,1 3 0,1-2 0,10-11 0,-2-1 0</inkml:trace>
  <inkml:trace contextRef="#ctx0" brushRef="#br2" timeOffset="155705.27">19985 10597 7533,'-26'20'1638,"1"0"0,-6 15-546,13-9 0,0 5 0,5 0-1040,3 11 0,8 0-1691,8-1 1,3-3 1539,-7-8 1,4-6-1,20-12 1,3-8 0,1-4-1</inkml:trace>
  <inkml:trace contextRef="#ctx0" brushRef="#br2" timeOffset="156038.27">20197 10597 7533,'0'-25'3276,"0"11"0,0 36-2184,-4 6 0,-2 8 0,0 2-273,0-1 0,-1 2 0,0 2 0,-1 3-1366,2-1 1,0 4 0,0 1 0,-1 1 0,1-1 0,0-3 289,-1 6 1,0-3 0,0 0 0,1-1 0,1 0 0,0 1-1,1-3 1,2-7 0,2-10 0,0 0 0</inkml:trace>
  <inkml:trace contextRef="#ctx0" brushRef="#br2" timeOffset="156922.27">20796 10832 7533,'-8'-14'3276,"-9"3"-1425,-19 28-1042,6 2 1,-6 7-1,3-1-404,-1 2 0,1 1-331,-4 5 0,-2 3 0,7-6 106,3 5 809,13 10-809,26-35 1004,31 17-2174,6-24 990,-20 4 0,1 3 0,14 1 0,-2 1 0,-5 5 0,-6-3 0,-1 1 0</inkml:trace>
  <inkml:trace contextRef="#ctx0" brushRef="#br2" timeOffset="158291.27">21220 10646 7533,'-8'-13'3276,"6"24"-1638,-5 23 0,-2 9-1406,4-14 0,0 4-873,0 13 1,0 7 0,-2-4 730,-6-4 0,0 0 30,9-6 0,1 2 0,-2 1-180,-5 4 0,-2 1 0,3-3-599,7 5 0,0-2 659,-7 5 0,2-6 0,15-5 0,2-30 0</inkml:trace>
  <inkml:trace contextRef="#ctx0" brushRef="#br2" timeOffset="158656.27">21431 10869 9332,'10'43'1638,"-1"-7"0,-2 5-1201,-6-8 0,-1 1 0,1 1-995,3 5 0,3 2 0,-3-3 737,-3 8 1,0-4 0,1-8 0,4-12 744,10-33-1284,-3-16 0,1-9-660,0 1 1,2-4 0,-1 2 567,1 3 0,-1 2 0,-1-1 452,-1-2 0,-2-1 0,1 7 0,13-5 0,-7-3 0</inkml:trace>
  <inkml:trace contextRef="#ctx0" brushRef="#br2" timeOffset="161455.27">21766 10795 7533,'-19'-1'3276,"27"13"-2774,13 9-1537,3-10 1,3-3 1034,18-3 0,-8-17 0,-3-7 0</inkml:trace>
  <inkml:trace contextRef="#ctx0" brushRef="#br2" timeOffset="161605.27">21943 10646 7533,'-22'24'1092,"1"-1"0,5-3 0,2 1-167,-4 8 1,3 3-567,8 1 1,4 0-1934,1-3 0,4-1 1574,16 17 0,9-19 0,9-27 0</inkml:trace>
  <inkml:trace contextRef="#ctx0" brushRef="#br2" timeOffset="162689.27">22013 10894 8522,'-9'-7'2249,"16"2"-3059,21 5 810,9 0 0,-2-6 0,-9-1 0</inkml:trace>
  <inkml:trace contextRef="#ctx0" brushRef="#br2" timeOffset="162872.27">22154 10733 7803,'-35'30'1638,"20"-9"0,3 1-2666,-6 18 1028,18 3 0,10-24 0,8-8 0</inkml:trace>
  <inkml:trace contextRef="#ctx0" brushRef="#br2" timeOffset="163005.27">22243 10708 7982,'-8'31'929,"0"-1"1,2 4 0,0 1-1477,-2 0 1,-1 0 0,0-6 0,2-2 0,-3 15 0</inkml:trace>
  <inkml:trace contextRef="#ctx0" brushRef="#br2" timeOffset="163389.27">22172 11191 7533,'-20'0'3276,"5"0"-1335,23 0-1312,33 0-989,-14 1 1,3-2-1280,18-1 1,0-1 1449,-18 3 1,-2-1-1,3-4 1,-5-1 0,-8-1-1</inkml:trace>
  <inkml:trace contextRef="#ctx0" brushRef="#br2" timeOffset="163739.27">22595 10993 7533,'-7'-8'3276,"5"32"-1638,-2 9 0,0 8-1304,3-3 1,1 3-1,1 0-154,-2-3 0,0-1 0,3-1 45,2 12 0,7-16-315,25-43-855,-13-22 1,1-11-149,-1 4 1,0-4 0,-1 1 845,-5 6 0,-2 0 0,0 1 1,8-11-1,-2 5 0,-9 18 0,1 0 1</inkml:trace>
  <inkml:trace contextRef="#ctx0" brushRef="#br2" timeOffset="164005.27">22913 10708 12300,'9'24'-210,"0"0"0,3 4 0,1 1 210,5 6 0,-1-1 0,-6-10 0,0-1 0,12 17 0</inkml:trace>
  <inkml:trace contextRef="#ctx0" brushRef="#br2" timeOffset="164172.27">23178 10696 7533,'-44'23'1638,"22"-3"0,-1 3-1477,-3 7 0,-1 3-1601,0 3 1,1-1 1439,8-6 0,-1-2 0,-1-7 0,-1-4 0,-6 2 0</inkml:trace>
  <inkml:trace contextRef="#ctx0" brushRef="#br2" timeOffset="164305.27">22860 10894 7533,'25'-14'1638,"-1"8"0,3 1-1451,9 5 0,1 0 1,-4-2-1,1-1 0,-1 0 1,0-1-1</inkml:trace>
  <inkml:trace contextRef="#ctx0" brushRef="#br2" timeOffset="164772.27">23372 10646 10321,'-21'37'655,"1"0"0,0 1 1,1 2-1,1 2 0,0 5-647,6-11 1,0 4 0,0 2 0,0 0-1,1 0 1,1-3-829,-1 8 1,1-3 0,1 0 0,0 0 409,0 2 0,0 0 1,0-2-1,3-5 1,1 3-1,2-8 0,3-4 1</inkml:trace>
  <inkml:trace contextRef="#ctx0" brushRef="#br2" timeOffset="167305.27">23442 11216 10231,'41'0'315,"-14"1"0,1-2-1440,12-1 1,0-1 1124,-6 0 0,-3-1 0,-4-1 0,-3-2 0,2-6 0</inkml:trace>
  <inkml:trace contextRef="#ctx0" brushRef="#br2" timeOffset="167489.27">23707 10993 7533,'-18'24'1092,"0"-1"0,0 10 0,1 3 58,-1 1 1,1 5-1849,8-7 1,2 5 0,1 1 0,0-6 474,-4 5 0,3-1 0,4-2 0,3 3 1,3-7-1,7 3 0</inkml:trace>
  <inkml:trace contextRef="#ctx0" brushRef="#br2" timeOffset="167805.27">24042 10894 7713,'0'-25'3238,"0"17"-2159,0 9 90,-6 37 1,-4 21-991,2-22 1,-1 0 0,-1 4-622,-1 3 0,0 4 1,-1 0-1,1-2-121,1-5 1,0 0 0,1-2 0,0-3-531,-1 3 1,1-3 0,3-3 1081,4 2 1,4-11 0,0-18 0,6-20 0</inkml:trace>
  <inkml:trace contextRef="#ctx0" brushRef="#br2" timeOffset="168105.27">24201 11055 7533,'-8'-19'3276,"6"34"-1638,-2 10 0,0 7-1064,3-1 0,1 4 1,1 0-395,-1 4 0,-1 0 0,2-2-45,0 12 0,6-10-46,10-18-629,4-39 1,2-15-391,-7 2 1,-1-5 0,1-1 731,4-6 1,2-2 0,-4 3 0,-2-3 0,-2 4 0,-3 7 0,1-1 0</inkml:trace>
  <inkml:trace contextRef="#ctx0" brushRef="#br2" timeOffset="168838.27">24536 10807 8252,'-10'32'3276,"2"-2"-1425,16-5-1581,17-5-1349,20-8-560,-17-15 1,-1-5 1555,1-4 1,-3-2 0,3-14 0,-13-1 0</inkml:trace>
  <inkml:trace contextRef="#ctx0" brushRef="#br2" timeOffset="168989.27">24747 10683 8072,'-22'22'1092,"-1"-1"0,-4 16 0,3 3-706,8-6 0,3 1-1421,1 14 1,6-1 1034,16-2 0,10-6 0,5-27 0</inkml:trace>
  <inkml:trace contextRef="#ctx0" brushRef="#br2" timeOffset="169205.27">24642 11266 7533,'-28'25'3276,"26"-6"-436,30-7-4479,2-7 1,2-4 1400,17-1 1,0-6-1,-31-1 1</inkml:trace>
  <inkml:trace contextRef="#ctx0" brushRef="#br2" timeOffset="169505.27">24924 11117 9691,'-10'24'1638,"5"5"0,2 7-1291,2-1 1,2 4-1,-1 0-257,0-3 0,-1 0 0,2 0 60,1 4 0,2 0 0,6-18 299,17-30-1258,3-20-31,-11-7 1,1-10-1,-3 3 840,0 2 0,-2 1 0,-3 7 0,1-2 0,-3 4 0,-2 3 0,0 0 0</inkml:trace>
  <inkml:trace contextRef="#ctx0" brushRef="#br2" timeOffset="169689.27">25206 10882 7533,'-20'7'3276,"-3"4"0,21 1-4341,10 18-2084,11 9 3149,9 0 0,-11-15 0,-9-13 0</inkml:trace>
  <inkml:trace contextRef="#ctx0" brushRef="#br2" timeOffset="169855.27">25365 10882 7533,'-43'11'3276,"5"13"-3205,16 0 0,1 2-71,7 1 0,1-2 0,-3-4 0,-2-3 0,-9 4 0</inkml:trace>
  <inkml:trace contextRef="#ctx0" brushRef="#br2" timeOffset="169988.27">25153 11018 9871,'45'-20'1979,"-2"3"-1979,-17 16 0,-1 2 0,7-1 0,9 0 0</inkml:trace>
  <inkml:trace contextRef="#ctx0" brushRef="#br2" timeOffset="170172.27">25453 10882 10951,'0'41'3276,"0"-1"-2450,-4-8 1,-2 4 0,0 1-1562,1 9 1,-2 3 584,-3-4 0,-3 4 0,3-3-1489,4 4 1,0-3 1591,-6-4 1,1-3 0,9 10 0,-6-7 0</inkml:trace>
  <inkml:trace contextRef="#ctx0" brushRef="#br2" timeOffset="186189.27">21078 11662 9871,'-27'-17'3276,"25"-3"-1638,33 6 0,13 3-956,-9 3 0,4 3-622,3 4 0,4 3 0,-7 2 75,-8 2 0,-5 4-270,4 8 0,-11 5 225,-24 3 0,-11 3 404,-5 8 1,-5 2-76,2-11 1,-2 0 0,1-2-60,-6 7 0,7-2-2069,16 4-990,46-29 1575,-9-11 0,4-3 714,1 1 0,1-1 1,-2-1-1,-1-4 1,-1 0-1,10-2 0,0-1 1</inkml:trace>
  <inkml:trace contextRef="#ctx0" brushRef="#br2" timeOffset="186557.27">21960 11675 9871,'10'-14'3276,"-18"3"0,-11 28-1638,-8-5 0,-5 2-795,-4 9 0,-1 3-259,3-3 1,2 0-450,4 2 0,13-2-945,32-2-314,12-11 0,5-4 674,-4-5 0,-1-2 45,6 1 1,-11 6 1888,-33 14 0,-12 5 154,0 0 0,-1 0-893,-5 10 1,5-1-1825,16 3-14,34-33 1,18-11 0,-2-1 737,-4 3 0,0-2 0,4-5 0,3-3 0,-6 2 0,-15 3 0,0 0 0</inkml:trace>
  <inkml:trace contextRef="#ctx0" brushRef="#br2" timeOffset="-211440.46">14005 12034 11850,'8'-1'2519,"25"25"-2654,-10-6 0,1 3-345,0 3 0,0 2 1,-1-3 36,1-1 1,-1-1 442,0 3 0,-5-3 0,-8-8 0,-2-1 0</inkml:trace>
  <inkml:trace contextRef="#ctx0" brushRef="#br2" timeOffset="-211007.46">13988 11811 8252,'30'0'764,"0"0"1,17 0-765,-17 1 0,-1-2 0,8-4 0,7-2 0</inkml:trace>
  <inkml:trace contextRef="#ctx0" brushRef="#br2" timeOffset="-210824.46">14235 11564 7533,'-24'35'1092,"1"1"0,-4 4 0,5 3-146,14-9 1,5 3 0,2-2-2072,-1 8 1,4-2 1034,5-8 1,5-6 89,16-3 0,5-24 0,-5-7 0</inkml:trace>
  <inkml:trace contextRef="#ctx0" brushRef="#br2" timeOffset="-210674.46">14323 11824 7533,'0'14'3276,"0"-4"-1065,0-10-1942,15 0-3057,29-10 2788,-3-10 0,-11 10 0,-1 0 0,6-14 0</inkml:trace>
  <inkml:trace contextRef="#ctx0" brushRef="#br2" timeOffset="-210507.46">14482 11700 7533,'-36'18'3276,"9"12"-256,9 9-3920,12-15 1,4 1 899,18 14 0,-4-14 0,13-14 0</inkml:trace>
  <inkml:trace contextRef="#ctx0" brushRef="#br2" timeOffset="-210374.46">14676 11638 7533,'-21'26'1092,"0"0"0,5 9 0,1 0 546,-4-4 0,3 0-1677,9 14 1,6-4-1,3-11 1,6 17-1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6:59:51.530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28346 4599 7533,'-35'11'899,"1"0"1,10-3-1,-1 6-270,0 8 1,-5 8 0,-1 6 0,3 0-1,5-2-1640,4 6 1,6-1 0,-2 3 1144,-10 2 1,-6 3 0,6-1 0,18-5 284,28 0 1,20-5 0,1-13-555,5-19 0,4-13 0,-13 1 0,5-3 0,-2-4 0,-7-5 165,-3-10 0,-6-6 0,-10-3 299,-9-3 1,-8-2 0,-10 8 901,-16 8 0,-9 12-662,3 13 1,-4 9 0,3 6-480,0 9 0,3 7 0,6 3-630,-2 14 0,19-1-180,32-11 1,15-11-226,5-19 1,4-11 974,-9-1 0,1-4 0,-10-5 779,-14-15 1,-10-3-450,-5-11 449,-20 26 1,-9 8 179,-11 12 1,-3 13-491,6 7 1,-2 8-1,4 3-499,4 1 0,3 3 0,4 1 0,3-2 0,4 1 0,10-2 0,31 8 0,-1 0 0</inkml:trace>
  <inkml:trace contextRef="#ctx0" brushRef="#br0" timeOffset="23217">2805 8986 7533,'-20'-25'1619,"-11"1"-900,21 0 1,0 1 899,-33-2-855,6 33 1,-3 16-495,14 6 0,1 10 0,0 5 0,2-1-439,2-9 1,1 0 0,0 1-1,2 3 1,2 2 219,5 2 1,0 5-1,2 3 1,2 0-1,3-1 1,1-4-1,3-6 60,3 9 1,5-6 0,11-7-225,13-5 1,12-3 0,4-8 0,-4-15 22,-6-17 0,-3-13 0,0-9 0,0-2-333,-7 5 1,2-5 0,-1-4 0,0-1 0,-2 0 0,-3 1 0,-2 3 422,1-6 0,-4 3 0,-3-1 0,-2-3 89,-3-1 1,-1-4 0,-2-1 0,-5 3 0,-4 4-308,-7 0 0,-7 4 1,-3 1 546,-1 1 1,-3 2 0,-1 1-252,3 3 1,-1 2-1,-5 11-498,-15 17 0,-7 14 1,8 2-31,13-2 0,3 5-313,-1 6 0,-3 7 0,2 3 1,7-4 762,6 6 0,6-1 0,1 9 0,4-2 0,7-12 0,0 0 0</inkml:trace>
  <inkml:trace contextRef="#ctx0" brushRef="#br0" timeOffset="23401">2699 9420 10321,'10'45'1638,"0"-14"0,3 2 0,4 3 0,1 2-3277,1-2 1,2 2 1212,-5-8 1,1 0 0,1-1 425,7 9 0,0-3 0,-5-7 0,0-2 0,5 3 0,1 1 0</inkml:trace>
  <inkml:trace contextRef="#ctx0" brushRef="#br0" timeOffset="24851">3228 8540 0,'0'-25'0,"0"6"2322,-8-21-1243,6 11 435,-2 2 0,0 0 105,4 5-39,8 11-1446,-9 45 1,-4 18-225,8-26 1,0 1 719,-6 17 1,-3 8 0,-1-4-2270,2-1 1,1-3 1569,2-4 1,2 0-1,-2-6 1,6-5-1,13-11 1</inkml:trace>
  <inkml:trace contextRef="#ctx0" brushRef="#br0" timeOffset="25101">3616 8515 7533,'-26'4'3276,"7"15"-2457,2 8 0,-2 10 0,-1 4 0,3-2-1779,4 2 0,2-1 1,-2 4 995,-2-4 0,-2 4 0,-2 2 0,2 0 0,3 0-180,3-2 0,1 2 0,3-1 0,1-1 0,3 0-575,2 4 0,4-1 0,1-1 0,1 0 719,-1-1 0,0 1 0,2-2 0,6-6 0,8-3 0,5-5 0,0-7 0,6-8 0,-1-1 0</inkml:trace>
  <inkml:trace contextRef="#ctx0" brushRef="#br0" timeOffset="26534">3757 8850 1896,'-20'-13'3276,"5"7"-152,30-5-2674,29 9-855,-13 1 0,2 2 45,1 2 0,-3 6 490,-4 9 0,-11 6 4,-23 3 1,-9 3 135,0 11 0,-2 0 225,-9-5 0,1-2-315,13-8 0,9-2 1496,29 5-1587,14-11 541,-1 6 44,-40 9 1,-12 4-1080,-8-2 1,-5 0-376,6-6 1,-2 1-1,2-3 780,-2 0 0,3-4 0,4 6 0,16-17 0</inkml:trace>
  <inkml:trace contextRef="#ctx0" brushRef="#br0" timeOffset="26717">4198 9408 7533,'8'31'3276,"-14"16"-1901,2-19 0,-2 0-1825,-9 7 1,-5 0-946,-3 4 1,1-4 1394,7-10 0,0-4 0,-16 2 0,21-24 0</inkml:trace>
  <inkml:trace contextRef="#ctx0" brushRef="#br0" timeOffset="27084">4304 8862 7533,'25'-38'3276,"11"7"-1856,-11 23 0,3 4-1780,4 5 1,-2 3 179,9 10-135,-18 9 0,-10 7-180,-23 9 1,-8 3 43,10-1 0,-3-1 631,-12 3 0,-1-2 374,11-13 1,3-2-644,-6 7-1,49-8 359,-5-14-179,5-8 0,-3 5 360,-25 27-104,-9-4 0,-7 2-1066,-5-6 0,-4 1 1,-1-1 719,1 1 0,0 0 0,1-3 0,-3 2 0,3-3 0,-2 10 0</inkml:trace>
  <inkml:trace contextRef="#ctx0" brushRef="#br0" timeOffset="27667">4798 8825 8342,'22'40'1092,"1"0"0,-7 5 0,-5 2-535,-6-10 0,-5 2 0,-5 2-1377,-8 2 1,-6 2 0,-3 1 0,2-3-274,2 0 1,1-2 0,-5 1 1026,-1-9 1,-4 2-1,-2 0 1,1-3-1,4-5 1,-7 6 0,1-6-1,2-5 1,0 0-1,0-1 1</inkml:trace>
  <inkml:trace contextRef="#ctx0" brushRef="#br0" timeOffset="28000">3775 8763 7533,'-28'23'1092,"9"2"0,-1 7 0,2 4-787,7-2 0,3 3 1,2 3-1,-2 2-952,-1 1 0,-2 3 0,1 2 0,1 0 0,5-1 305,4 0 0,2-1 0,2 0 0,4 0 1,2-2 341,1-3 0,4-1 0,2-1 0,1-2 0,1-3 0,8 6 0,2-5 0,3-4 0,5-10 0,-1 0 0,1 0 0</inkml:trace>
  <inkml:trace contextRef="#ctx0" brushRef="#br0" timeOffset="28467">5062 9630 8432,'-17'44'3276,"-1"-2"-3205,-12-8 1,-5-3 0,17-11 0,-1-1-1,-18 10 1,0 0 0</inkml:trace>
  <inkml:trace contextRef="#ctx0" brushRef="#br0" timeOffset="29517">5345 8812 10231,'0'-6'1638,"22"-1"0,10 3-2871,2 0 0,1 1 648,11 0 0,0-1 585,-6-1 0,-3-1 0,6-1 0,-8-5 0</inkml:trace>
  <inkml:trace contextRef="#ctx0" brushRef="#br0" timeOffset="29717">5539 8825 7533,'-21'26'655,"0"1"0,0-1 1,-4 14-1,1 5 0,4 2 164,10-10 0,2 2 0,2 1 0,-1-1-649,-3 3 0,-1 0 0,3-1 1,6-1-621,9 8 0,7-2 0,4-6-1189,7-1 1,7-10-1,12-14 1,2-11 1448,-12-2 0,-4-8 0,-2-9 0,-7-5 0,-3-11 0</inkml:trace>
  <inkml:trace contextRef="#ctx0" brushRef="#br0" timeOffset="29884">5486 9283 7533,'-26'7'3276,"7"-1"0,24-6-4304,18 1 1,7-2-612,15-6 1,3-2 1524,-10 2 1,0-2-1,1-4 1,-6-4 0,-5-7-1</inkml:trace>
  <inkml:trace contextRef="#ctx0" brushRef="#br0" timeOffset="30088">5821 8639 7533,'17'33'819,"1"0"0,0 0 0,1 0 0,-1 2 0,-6 1 0,-1 6 0,-1 2 0,-2 0-382,-2-1 0,-2 0 0,-2 1 1,-2 3-738,-3-6 0,-1 4 0,-2 1 0,-2 0 1,-1 0-1,0-2 171,-1-3 1,-2 1-1,0-2 1,-1 0-1,-2-1 1,0 0 0,-3 4-1,-1-1 1,-2-1-1,0-2 1,-2-3 0,-2-7-1,-1 1 1,1-1-1,-1 1 1</inkml:trace>
  <inkml:trace contextRef="#ctx0" brushRef="#br0" timeOffset="30751">6244 9172 7533,'-10'0'3276,"18"6"0,27-5-2640,5 2 1,7-1-1730,-7-1 1,4-1 0,-3-1 545,9-1 1,-2-1 0,1 1 0,-8-3 0,-15-7 0</inkml:trace>
  <inkml:trace contextRef="#ctx0" brushRef="#br0" timeOffset="30901">6385 9469 7533,'-23'17'1638,"-1"0"0,-1 6 1638,58-17-1823,8-12-1633,-3 0 0,7-3 0,-4 1-1459,-8 0 1,0-1 1516,5 0 0,3-1 0,-4 0 1,-8 1-1,-3 0 0,4 0 1,1-1-1</inkml:trace>
  <inkml:trace contextRef="#ctx0" brushRef="#br0" timeOffset="32967">7144 8577 6723,'-18'0'2159,"8"0"-1619,2 0 359,1 0 180,5 0-449,-6 0-450,8 0 1529,0 0-1799,0 6-90,0-5 90,0 5-270,0-6 181,0 0 89,-8 0 0,6 0-180,-6 0 180,8 0 180,0 0-630,-8-6-179,6 5-1890,-5-5 2609,7 6 0,0-5 0,0-2 0</inkml:trace>
  <inkml:trace contextRef="#ctx0" brushRef="#br0" timeOffset="33634">7073 8651 8702,'-10'-6'1619,"3"0"0,22 12 90,28 6-1349,-8-7 0,7-2 0,1-3-616,-6-2 0,2-2 0,1-1 0,1 0 76,6 0 0,3 0 0,0-1 0,-1-2-607,-2-1 0,1-3 0,-2 0 0,-3 3 37,-3 1 1,-4 2-1,0 0 174,13 0 0,-8 2-144,-22 4 720,-34-6 0,7-1 0,-23-5 0</inkml:trace>
  <inkml:trace contextRef="#ctx0" brushRef="#br0" timeOffset="34051">7391 8602 7533,'-36'10'1092,"1"-1"0,7 1 0,1-2 669,-8-1-52,11 10-180,30 18-719,12 1-631,4-14 1,10 5 0,5 1 0,1-2 0,-4-3-750,2-3 0,-2-4 1,3 3 298,-1 1 1,4 3 0,0 1-1,-3-1 1,-5-5 0,3 1 0,-10 0 540,-7 23 180,-36-10 0,-13 2-1,6-7 1,-3 0 0,-3 2-223,-2-1 0,-3 2 1,-1 0-1,2-1 582,4-3 1,1-1 0,2 1-1,5 0-584,-6 17 0,19-5 476,24-17 1,13-6-972,5-12 0,9-6 0,3-4 1,-4 1-572,-2 1 0,-2 0 0,1-1 638,1-1 1,3-1 0,-1 0 0,-4 2 202,11 1 0,-4 4 0,-4 2 0,-1 3 0,-1 3 0,0-1 0</inkml:trace>
  <inkml:trace contextRef="#ctx0" brushRef="#br0" timeOffset="35484">7532 9952 7892,'-26'0'3276,"7"11"-1424,-15 14-1223,7 8-449,7 10-720,13-6 1,40 0 89,-11-21 0,3 0 405,7 5 0,-1-1 585,6 8-225,-32-3 0,-10 2-450,-18-6 0,-7-2-1170,-3 7 1,-1-3 1304,2-8 0,2-3 0,-4 4 0,26-16 0</inkml:trace>
  <inkml:trace contextRef="#ctx0" brushRef="#br0" timeOffset="35750">7779 9767 7533,'-18'0'3276,"0"16"-2685,1 27-1580,7 5 333,2-20 1,0-1-1,6 8 1,-5-10 0</inkml:trace>
  <inkml:trace contextRef="#ctx0" brushRef="#br0" timeOffset="36267">8026 9928 7533,'-8'-20'3276,"-10"13"-2036,1 25 0,-1 10-655,-9 6 0,1 5-316,11-5 1,3 3 0,0-1-135,-9 13 0,9-4-900,15-14 1,9-6-810,9-9 0,3-9 225,25-13 854,-18-3 0,-3-2 495,-1-8 0,-9-4 0,-10 3 0</inkml:trace>
  <inkml:trace contextRef="#ctx0" brushRef="#br0" timeOffset="36434">7973 10101 7533,'-20'7'3276,"20"-1"-3584,28-6 308,-2-5 0,1-2 0,12-1 0,2-10 0</inkml:trace>
  <inkml:trace contextRef="#ctx0" brushRef="#br0" timeOffset="37067">8396 9729 7533,'-37'6'3276,"4"12"-886,7 19-2255,16-10 0,0 2 45,-7 3 0,1-1-315,8-2 0,4-1-404,4 20 449,12-11 404,1-13 1,0 0 539,-7 4 1,-3 1-136,2 5 1,-2 1-2359,-3-1 1,0 1 1566,4 4 1,0 0-1,-3-9 1,0-1-1,3 4 1,0 0 0</inkml:trace>
  <inkml:trace contextRef="#ctx0" brushRef="#br0" timeOffset="48967">27499 5305 0,'0'-37'2399,"0"5"492,-8 13-1361,-9 8-661,-1 28 1,-3 20-1,1 2-442,0 0 0,1 3 1,0 3-1,2 1-769,5-4 1,1 1 0,1 0-1,1 1 1,0-2 318,-1 5 1,1 1-1,1-3 1,6-5 67,5 14 0,14-11-1138,15-26 1,11-7 0,-7-1 545,3 7 1,-3-9 0,6-2 0,-8-6 0,-6-13 0</inkml:trace>
  <inkml:trace contextRef="#ctx0" brushRef="#br0" timeOffset="49154">27764 5813 7533,'9'-27'3276,"-1"10"-1245,0 52-2121,-6 6 90,2-16 0,0 1-749,-6 7 1,-4-3 658,-4 0 90,-1 3 0,-3-2 0,-6-8 0,-5 12 0</inkml:trace>
  <inkml:trace contextRef="#ctx0" brushRef="#br0" timeOffset="49734">28116 5503 7533,'-19'-20'3276,"19"3"-1695,27 22-2840,18 8 719,-7 12 360,-13-5-180,-41 26 270,3-28 585,-11 12 0,-1 2 764,3-7-1079,-3 16 360,25-18-271,25-9-314,-3 2 1,1 2-46,9 10 179,-28 3 1,-8 3-90,-12 3-135,-9-8 1,-7 0-1306,-2-6 1,-1-4 1360,13-4 0,-1-1 0,-11 3 1,4-5-1,12-6 0</inkml:trace>
  <inkml:trace contextRef="#ctx0" brushRef="#br0" timeOffset="50351">27623 5466 7533,'-28'-25'2248,"10"11"-539,11-2-1169,7 15-90,39 6-270,-29 3-495,21 7 0,0 5-764,-25 13 854,8-9 0,-4 1 0,-18 3 0,-8 0 405,-1 6 0,-3-1 45,-4-6 0,1 0 134,3 4 1,5-3-629,7-7 448,25 1-494,8-21 1,1-1-46,8 11 180,-1 18 270,-51 0 45,-6-3 0,-5 1-540,2-3 0,-2-3 405,-3-5 0,3 1 0,1 12 0,13-17 0</inkml:trace>
  <inkml:trace contextRef="#ctx0" brushRef="#br0" timeOffset="50717">28452 5466 7533,'21'-17'1092,"1"1"0,8 8 0,0 9 546,-3 15 0,-5 11-614,-2 12 0,-5 10 0,-6 0-1741,-9 0 0,-6 0 1,-4 2 482,0-9 0,-3 2 0,-2 1 0,-1-2 0,-1-5-859,-4 4 1,-2-6 0,-3 1 1065,0-4 1,-2 1 0,0-2-1,2-6 1,-3-3 0,1-3-1,-6 9 1,0 1 0</inkml:trace>
  <inkml:trace contextRef="#ctx0" brushRef="#br0" timeOffset="53451">28910 5317 7533,'-12'-7'3276,"30"2"-1638,13 3 0,9-1-2458,-5-3 1,5-2 0,1 0 0,-3 1 493,-2 1 0,-2 1 0,2-2-12,8-4 1,5-4 0,-2 1 0,-8 3 784,-11 2 1,-2 1-1228,7-3 1,2-2-1,-5 2 564,10 3-2393,-5-8 1800,-19 14 809,-16-3 0,-8 5 0,-2 0 0</inkml:trace>
  <inkml:trace contextRef="#ctx0" brushRef="#br0" timeOffset="53685">29492 5007 7533,'0'-19'2788,"8"7"-899,10 6-1259,9 6 134,-2 0 1,1 0-226,13 0 1,2 2 0,1 2-360,1 3-45,-1 3 0,-2 3 45,-9 8-225,-4-1 0,-5 1 45,-10 7-90,-8 0 0,-8 1-90,-10-8 0,-7 0-913,-4 3 1,-5 3 0,-1-1 501,-7-1 1,-2-2-1,0-1-502,5-1 1,0-1 0,1-2 954,2-1 0,1-1 1,2-2-1,-1 1 1,1-1-1,2-1 1,-1 0-1</inkml:trace>
  <inkml:trace contextRef="#ctx0" brushRef="#br0" timeOffset="56554">29175 4611 8072,'25'0'-270,"1"0"0,5-5 1,0-1-1,2-3 0,-1-2 270,0-1 0,-3-2 0,-2-11 0,-11 7 0</inkml:trace>
  <inkml:trace contextRef="#ctx0" brushRef="#br0" timeOffset="56717">29263 4623 7533,'-31'34'1079,"-1"0"0,7 7 1,5 3-721,4-2 1,7 0-765,8 1 1,9-5 134,7-11 0,6-10-1369,5-16 1,3-7 1591,18-7 1,-25-6 0,-3-1 0,-2 1 0</inkml:trace>
  <inkml:trace contextRef="#ctx0" brushRef="#br0" timeOffset="56834">29192 4858 9781,'42'0'-23,"-3"0"1,6 0 0,-12 0-1</inkml:trace>
  <inkml:trace contextRef="#ctx0" brushRef="#br0" timeOffset="59254">29633 5441 7533,'-17'13'3276,"-1"5"-1856,4 3 0,3 4-746,3 4 1,4 2-630,2 2 0,4-2-45,10 12-225,10-31 1,5-8 44,4-9-765,-1-8 1,-1-3 494,0-7-540,-9-15 1,-7-4 450,-11-4 449,0 15 0,-6 2 135,-13 7 0,-7 9 224,-23 21-538,0-3 224,24 8 0,5 4-1215,8 2 1260,2 10 0,24-19 0,4 6 0</inkml:trace>
  <inkml:trace contextRef="#ctx0" brushRef="#br0" timeOffset="59384">29810 5565 7533,'10'39'3276,"-3"8"0,-7-25-6140,0 6 2864,16-21 0,-4-12 0,13-9 0</inkml:trace>
  <inkml:trace contextRef="#ctx0" brushRef="#br0" timeOffset="59817">30074 5417 7533,'-33'33'3276,"19"-3"-1766,0-6 0,5 2-1150,32 15-810,-9-20-135,10-3 1,1 3 134,-9 0 0,-3 2 630,0 8 0,-6 2-135,-9-4 0,-6 0 135,-8-3 0,-5-4-180,-24-3 90,2-13-90,23-13 0,4-11-180,16 4-90,16-26 90,-12 22 135,19-10 0,1 0-135,-16 4 225,18-8 0,3-5 135,-17 11 0,-3-1 180,7-5 0,-4 1 449,-20-18-719,-6 30-450,-35 13 180,20 13 180,3 6 0,1 3 0,-4 6 0,-5 14 0</inkml:trace>
  <inkml:trace contextRef="#ctx0" brushRef="#br0" timeOffset="61470">28981 5429 11400,'-10'16'2879,"2"33"-2520,4-3 1,0 7-746,0-18 0,0 4 0,-1-1 1,1 0 205,0 7 0,0-1 0,0-1 150,-2-5 0,0 0 0,2-5-1050,3-1 1,2-6 1401,7-5-3599,-6-4 3342,6-11 0,-8-17 0,0-3 0</inkml:trace>
  <inkml:trace contextRef="#ctx0" brushRef="#br0" timeOffset="61701">28875 5974 7533,'-14'26'1092,"0"1"0,3 1 0,5 3 546,12 5 0,3-2-1714,-3 10-464,41-38 135,-27-30 1,-2-6 179,1 11 0,1-2-1259,7-22 0,-5 1 764,-10 11 720,0 8 0,-1-1 0,-9 0 0,6-1 0</inkml:trace>
  <inkml:trace contextRef="#ctx0" brushRef="#br0" timeOffset="62237">28981 6408 7533,'-18'19'1979,"8"10"-450,2-3-900,24 1-179,12-26-450,9-32 90,-10-11-90,-19 5 540,-33 20-450,3 23 0,-7 4 0,1 3 89,12 9-359,-10-1 1,5-1-2250,33 1 2429,23-25 0,9-7 0,-11-7 0,0 0 0</inkml:trace>
  <inkml:trace contextRef="#ctx0" brushRef="#br0" timeOffset="62384">29245 6333 9332,'-4'27'1092,"0"-1"0,3 0 0,0 2 328,-3 11 0,1 1-3059,6-1 1,1-3 1265,-2 5 1,6-2-1,-8-32 1</inkml:trace>
  <inkml:trace contextRef="#ctx0" brushRef="#br0" timeOffset="63321">28945 4177 8522,'-2'35'655,"-1"0"0,1 0 1,1 7-1,0 3 0,1 3-105,-2-8 0,1 3 0,-1 1 0,0 1 1,1-1-995,0-1 0,2 1 1,-1 0-1,0-1 1,0-1 105,-2 8 1,0 1 0,0-3-1,0-3-532,2 0 1,1-4 0,-4-8-1200,-13 3 2069,14-64 0,2-16 0,-4 10 0,1-1 0,3-2 0,0 0 0,0 0 0</inkml:trace>
  <inkml:trace contextRef="#ctx0" brushRef="#br0" timeOffset="63551">28998 4264 7533,'-31'2'1484,"5"14"0,-3 6-1484,-8 4 0,0 3-315,8 0 0,3-2 46,-6-3-361,64-48 450,-17 1 90,19-2 0,5 3 90,-15 10 0,1 3 135,18 6 0,0 5-45,6 2-630,-22 9 0,-5 3-719,-12-2 1259,-2-2 0,-8-1 0,0-4 0</inkml:trace>
  <inkml:trace contextRef="#ctx0" brushRef="#br0" timeOffset="63887">29122 3693 7533,'-28'0'2518,"-5"28"-1933,18 1 0,3 4-496,1-5 1,2 2 90,-3 10 0,8-4-809,36-5 539,-9-17-270,6-22 0,1-7 180,7-16-90,-9-4 1,-5-5-1370,-11 4 1,-2 2 880,4 6 1,-5 0 1142,-15-6 0,-11 6-475,-28 19-450,-4 3 225,18 16 1,3 5-226,0 13 540,11 7 0,9-10 0,8 0 0</inkml:trace>
  <inkml:trace contextRef="#ctx0" brushRef="#br0" timeOffset="64051">29298 3855 7533,'10'27'1092,"0"1"0,-1 0 0,-3 0-1310,-6 18-1221,16-16-180,-12-19 1619,12-16 0,-1-8 0,5-6 0</inkml:trace>
  <inkml:trace contextRef="#ctx0" brushRef="#br0" timeOffset="64184">29598 3520 8792,'-7'42'192,"1"0"1,-1 0 0,0 0-1,1 0 1,0-1 0,0 0 0,1 0-1,-1-2 1,-1 0 0,-1 0 0,-1-2-1,0 0 1,0-2 0,1 6 0,-1 0-1,1 0 1</inkml:trace>
  <inkml:trace contextRef="#ctx0" brushRef="#br0" timeOffset="72868">8661 9865 9422,'-10'0'2068,"2"0"-1798,8 0 1259,-8 0-1169,6 6-90,-13 1 180,13 16-330,-5 5 0,-3 7 0,3 0 104,4 14 1,2 1-715,0-5 0,1 3 0,1-5-50,1 1 1,8-8-1100,16-14 1,5-8 1501,2-8 0,-7-10 1,-1-5-1,1-10 0</inkml:trace>
  <inkml:trace contextRef="#ctx0" brushRef="#br0" timeOffset="73254">8890 9853 9512,'-10'6'3148,"10"0"-2698,18 7-1530,17-6 271,-5 4-541,-5 18 2070,-42 10 0,-5 6-451,26-14 1,4 0-675,-16 7 1,6-6-46,41-11 900,-14 13-270,-27-8-570,-12 1 0,-9 6 0,4-8-2218,-1-2 1788,-27 20 1,47-43 0,0 0 0</inkml:trace>
  <inkml:trace contextRef="#ctx0" brushRef="#br0" timeOffset="73438">9190 10163 7533,'-8'41'3276,"6"-12"-4915,-8 6 1,-3-1-604,1-8 1837,-1 1 1,0-3-346,4-10 750,1-2 0,8-17 0,0-9 0</inkml:trace>
  <inkml:trace contextRef="#ctx0" brushRef="#br0" timeOffset="73634">9313 9840 10051,'-8'40'1092,"-1"-1"0,6-3 0,4 0-32,4-3 1,7-3-2365,9-8 0,3-8-335,4-16 1,-1-7 1085,18-8 1,-19-18-1,-18 10 1</inkml:trace>
  <inkml:trace contextRef="#ctx0" brushRef="#br0" timeOffset="73784">9472 9890 8072,'-27'36'3276,"-7"-3"-1676,23 0 1,3 4-2051,-6-2 0,2 2-1189,6 13 1,2-1 1524,-1-17 1,3-3-1,4-1 1,3-5 0,5-11-1</inkml:trace>
  <inkml:trace contextRef="#ctx0" brushRef="#br0" timeOffset="74117">9578 9791 13469,'18'32'1092,"-1"1"0,2 4 0,-3 3-595,-8-6 0,-5 1 1,-2 2-1008,-3 2 0,-4 1 0,-3-2-420,-4-1 1,-3-1 0,-2-2 28,-2-3 0,-2-1 0,1-3 901,-7 8 0,3-4 0,-3 7 0,13-8 0</inkml:trace>
  <inkml:trace contextRef="#ctx0" brushRef="#br0" timeOffset="74584">9772 10423 9422,'0'-14'3276,"8"9"-976,2 23-2030,-1 2-90,-1 16-1819,-21-6 1,-5-1 1214,2 10 0,-7-9 0,-3-2 0,-1-3 0</inkml:trace>
  <inkml:trace contextRef="#ctx0" brushRef="#br0" timeOffset="77418">28928 5268 8162,'-18'14'3276,"1"-3"-2144,7-33-997,8-5 0,4-2-135,2 5 0,2-3 30,-3-11 0,0-7 0,0 3-1669,2-3 1,-2 0 1343,-2 11 0,-1-2 0,-1-1 385,-1-3 0,-1 0 0,0 5 270,3 8 1,-2 1 44,-6-24 0,1 2-45,5 11 179,-14 5 1,0 1-270,10 9 135,-13-1 0,-1 1-405,16 5 539,-19-18-449,13 22 450,0-5-1709,-13 11 719,19 1-1619,-20 12 1709,22-5 1840,-6 16-1840,8-14-809,0 19 989,0-14-809,0 21 809,-7-14 611,-3 8-161,0-5-270,-13 1 719,11-5-89,-29 8-180,19-19 629,-19 19-1169,21-19-90,-5 8-1889,15-11 1709,10 0-1798,25-17 1618,-3 8 0,10-11 1,1 0 449,-8 3 135,10 0 0,3 0-135,1 3 809,-1 7 1,0 2 1349,4-1-990,-10 7 0,0 4 2197,13 13-2710,-18-1 0,1 3-1691,3-1 1,-1 2 629,-11-2 1,-1-1 494,15 5 0,-23-10 0,-2-1 0</inkml:trace>
  <inkml:trace contextRef="#ctx0" brushRef="#br0" timeOffset="82718">10195 9716 8342,'-27'6'3238,"-6"18"-2069,14 2 1,2 8-691,6 2 1,1 3 0,2 3-548,0-4 1,1 2 0,1 0 0,1 1 22,3-1 0,1 1 0,2-1 0,1-1-675,4 5 0,2-1 1,4-7-920,8-1 1,5-9 1142,14-10 0,-14-19 0,-1-6 0,4-10 0</inkml:trace>
  <inkml:trace contextRef="#ctx0" brushRef="#br0" timeOffset="83085">10389 9828 7533,'-19'-7'3276,"19"2"-76,27 10-4459,10 8-630,-17 22 2069,-25-5 0,-8 3 269,-1 2 1,-3 1-90,-3 3 0,5-4 269,15 4-719,35-17-359,-4-17 269,3 19 629,-58 14-629,10-12 1,-3 0-1460,-10-6 1,1-2 1265,-2 6 0,21-19 1,16-5-1</inkml:trace>
  <inkml:trace contextRef="#ctx0" brushRef="#br0" timeOffset="83254">10601 10200 8522,'0'36'3276,"0"2"-2126,-7-13 1,-2 0-4428,-2 19 3084,-23-12 0,22-15 1,-3-11-1</inkml:trace>
  <inkml:trace contextRef="#ctx0" brushRef="#br0" timeOffset="83618">10777 9865 12480,'28'-6'-450,"5"17"-449,-13 9 449,-26 28 899,1-19 1,-4-1 135,-9-2 0,1 0-315,15 17-720,14-25 540,23-12 270,-15 16-1,-28 10-944,-6-6 1,-2-1 44,2-1 1,-1-4 539,-24 5 0,27-19 0,-14-13 0</inkml:trace>
  <inkml:trace contextRef="#ctx0" brushRef="#br0" timeOffset="83818">11024 9716 7533,'32'30'1092,"-1"0"0,-9 13 0,-7 6 0,-3-6 0,-3 4 0,-6 1-273,-8-9 0,-4 1 0,-3 0 0,-1-1-1072,0 0 0,-1-1 0,-3-1 0,-4-1 14,-9 2 1,-5-2 0,-3-2-1,2-3 1,-3 0 0,2-3 0,-3-1-1,6-6 1,1-1 0,-1 1-1,0 0 1</inkml:trace>
  <inkml:trace contextRef="#ctx0" brushRef="#br0" timeOffset="85068">29016 5466 7533,'-10'0'809,"-6"0"540,-1 17-764,6 4 0,2 6-196,2 2 1,2 5 0,0 2-361,0-1 1,1 3-1,0 0 1,1 1 60,2 3 0,0 1 0,2 0 0,-2 0-1,-1-1 1,0 1 0,0-1 0,0-1-270,2 5 0,0-2 1,0-3-271,0-1 0,0-5-1408,0 11-750,-16-45 2608,5-13 0,-23-9 0,7-9 0</inkml:trace>
  <inkml:trace contextRef="#ctx0" brushRef="#br0" timeOffset="85284">28716 6086 7533,'-10'14'3276,"2"31"-2126,6-2 1,4 4-882,9 1 1,10-7-225,10-14 0,8-14-345,-4-19 0,3-10 1,-1-5-521,-5 2 1,1-4 0,-2-3 0,-1 1 454,2-9 1,-2-1 0,-2 1 0,-6 3 0,-2 1 0,-3 2 0,-5 3 0,1 0 0</inkml:trace>
  <inkml:trace contextRef="#ctx0" brushRef="#br0" timeOffset="88067">28046 7053 7533,'-19'22'247,"1"0"0,-4 11 1,-2 7-1,5-5-112,5-8 0,2 0-75,-5 9 0,-1 5 0,12-9 390,38-4-450,-2-31 0,4-10-135,6-10 0,-3-7 165,-13 4 0,-2-3 0,-7-1 105,-9-14 0,-12 3 224,-13 17 1,-8 8-720,-4 9 1,-2 9 359,3 14 0,5 6 0,-1 20 0,28 5 0</inkml:trace>
  <inkml:trace contextRef="#ctx0" brushRef="#br0" timeOffset="89517">11359 10324 10591,'0'25'899,"0"0"-944,-9 1 0,-5 0-44,-8 6-1550,2-5 1,-3-2-1639,-4-11 2251,9-4 1026,10-20 0,8-4 0,0-11 0</inkml:trace>
  <inkml:trace contextRef="#ctx0" brushRef="#br0" timeOffset="89750">11695 9716 8792,'-26'36'1092,"16"-6"0,2 5 0,-1 0 418,-9 10 0,0 2-1740,8-1 0,1 4 0,1-1 409,1-7 1,1-1 0,1-2-270,-1 2 1,4-1-241,8-4 0,4 0 0,-2-5-120,-2 7-540,11-13 1,5-4-66,6-2-1283,1-13 965,12-6 1373,-21-12 0,-3-7 0,-9-6 0</inkml:trace>
  <inkml:trace contextRef="#ctx0" brushRef="#br0" timeOffset="90051">11836 9940 14189,'26'-3'-225,"1"0"0,18 2-1664,-18 12 1979,-11 4 180,-27 17 0,-10 5 45,10-12 0,-1 1 44,-9 10 1,-1 1 449,4-3 1,2-3 0,5-1-1710,11 4-2158,43-28 449,-2-17 1575,-11 4 0,-1 0 1034,-2-7 0,7-8 0,-7 8 0</inkml:trace>
  <inkml:trace contextRef="#ctx0" brushRef="#br0" timeOffset="90218">12136 10200 9871,'-8'19'3276,"-2"10"-1784,-16 3-3291,15-5 1799,-5-3 0,8-24 0,-2-7 0</inkml:trace>
  <inkml:trace contextRef="#ctx0" brushRef="#br0" timeOffset="90584">12224 9890 8522,'8'-19'3276,"1"7"-435,9 6-2572,8 12-1798,-7 6 900,-1 2 89,-18 15 180,-10-9-179,-8 16 1438,9 7-539,1-14-270,8 0-180,15-24 0,5 1 90,0-5-180,3 16 360,-29 7-90,-4 4-630,-9 13 0,-7-20-269,9 8 89,-1-21 720,0 3 0,9-11 0,1 0 0</inkml:trace>
  <inkml:trace contextRef="#ctx0" brushRef="#br0" timeOffset="90801">12435 9741 7533,'38'13'3276,"3"10"-1638,-26 0 0,-3 3-4856,8 16 3668,-7-13 0,-3 2 179,-7 3 1,-4 2-465,-2 8 0,-2 1-255,1 4 0,-3 0-210,-5-14 0,-2 0 0,-1-3 120,-3 4 1,-2-3-1437,-9 2 0,-2-3 1616,3-6 0,1-1 0,-4 0 0,1-2 0,3-4 0,1-1 0</inkml:trace>
  <inkml:trace contextRef="#ctx0" brushRef="#br0" timeOffset="91454">12735 9568 9062,'0'-14'3276,"0"3"-1965,16 33-1671,-12 6 270,12 10 45,-15-11 1,-2-1-46,-7 8 90,4-7 0,-2 0 47,-10-5 1,-1 0 311,3 22-89,-10-1 0,24-12-180,8-6-90,10-7 90,1-6 630,15 12-720,-15-3 899,-1 20 0,-18 1 1,-8 4-585,-4-8 0,-3 3-1178,-2 3 1,-1 5-1,0-6-37,-2-8 1,1-1 899,2 0 0,0 3 0,2-5 0,1-9 0,0-2 0,-3 11 0,-1 1 0</inkml:trace>
  <inkml:trace contextRef="#ctx0" brushRef="#br0" timeOffset="97651">10178 8280 7533,'-28'-14'3276,"11"41"-2184,11 2 0,5 7 0,0 3-302,0-4 1,1 2-1,0 2 1,1 0-1611,-1 5 1,0 3 0,0-1 0,0-1 348,0-4 1,0 0 0,0-2-1,0 0-69,0 4 1,0-2-1,0-2 38,-1 13 0,2-5-1137,2-8 1,2-3 1786,-2-9 1,3-5 0,12-2 0,0-16 0</inkml:trace>
  <inkml:trace contextRef="#ctx0" brushRef="#br0" timeOffset="97901">10231 8230 7533,'15'-26'1638,"11"16"0,7 7-488,5 9 1,0 6-1376,7 9 0,-7 8 360,-15 4 0,-11 4-836,-13 4 0,-10 0 791,-9-3 0,-5-2 45,4-7 0,-3-2-225,-2-4 0,-4-1 0,4-2 90,7-2 0,1 0-1261,-25 12 0,5-2 1261,25-12 0,-19 6 0,22-22 0</inkml:trace>
  <inkml:trace contextRef="#ctx0" brushRef="#br0" timeOffset="98118">10848 8032 7533,'-18'24'1092,"1"0"0,-1 4 0,0 6-273,4 3 0,-1 8 0,0 4 0,1 0-273,2-10 0,1 0 0,0 1 0,0 2 0,0 0 0,2 1-254,0 1 1,-1 2 0,1 2 0,1 0 0,1-1-1,2-1 1,4-1-840,2 0 1,3 0 0,2-1 0,2-1 0,1-3 0,2-2 486,3 5 1,3-1 0,2-6 0,6-7 0,12-6 0,7-9 0,-2-7 0,5-10 0,0-1 0</inkml:trace>
  <inkml:trace contextRef="#ctx0" brushRef="#br0" timeOffset="99134">11377 8465 7533,'-41'-12'3276,"-6"5"-1991,12 20 0,-1 7-1015,4 8 0,2 4-565,1 3 0,5 3 520,8 1 0,4-1-45,-3 0-173,31-13 0,7-3-7,-6-6-99,17 1 0,5 0-306,-15-6 1,-1 2 359,4 7 0,-7 5 180,-14 7 0,-10 3-180,-8-4 0,-7-3-510,-11 1 0,-3-3 105,6-5 1,1-6 453,-17-7 0,23-15 1,5-19-1</inkml:trace>
  <inkml:trace contextRef="#ctx0" brushRef="#br0" timeOffset="99334">11642 8180 13199,'-21'33'-656,"0"0"1,0-1-1,2 4 1,1 0 0,2-2 466,-3 4 1,3-1 0,3 0-1,0-5 1,-4-7 0</inkml:trace>
  <inkml:trace contextRef="#ctx0" brushRef="#br0" timeOffset="99685">11942 8019 7533,'0'-13'2608,"0"-4"1,-8 60-2115,3-18 1,0 5-812,0 7 0,-1 5 0,-1 7 691,0-7 1,-3 5 0,-1 4 0,1 1 0,0 0-1,1-3-921,4-3 1,0-2 0,1 0 0,1 1 0,-2 1 0,0 0 484,-2 2 0,-1 3 0,-1 1 0,-1-1 0,1 0 0,2-3 0,0-4 1,1 9-1,2-4 0,1-3 0,-1-3 0,-2-4 0,0 0 0,0 0 0</inkml:trace>
  <inkml:trace contextRef="#ctx0" brushRef="#br0" timeOffset="100651">12471 8280 7353,'-20'-14'3276,"-11"14"-2479,15 21 0,3 13 0,-1 2-393,-2-3 1,-1 3 0,0 1 0,2 0-1225,2-2 1,0 1 0,1-1 0,1 2 403,-2 7 0,0 1 0,1-1 0,3-5 641,2 2 0,4-2-715,2-3 0,3 2 0,3-3 490,10 5 0,5-3 0,-1-4 0,3-4 0,8-8 0,-1-1 0</inkml:trace>
  <inkml:trace contextRef="#ctx0" brushRef="#br0" timeOffset="101134">12735 8404 8072,'-8'-13'3276,"6"6"-1694,-5 2-773,-1 16 91,-2 25-720,0 0 89,2 4 1,1 6-475,3-12 1,1 2-1,0 0-215,-1 8 0,1 2 1,0-1-233,0-1 1,0-2 0,1-1-988,1 10 1,2-6 1535,7-1 1,2-9-1,7-16 1</inkml:trace>
  <inkml:trace contextRef="#ctx0" brushRef="#br0" timeOffset="101384">12876 8900 13559,'8'46'1799,"-6"1"-3148,0-16 0,-4 0-290,-13 0 1,-3-1 1554,7-6 1,-2-3-1,-7-1 1,-1-3-1,4 7 1</inkml:trace>
  <inkml:trace contextRef="#ctx0" brushRef="#br0" timeOffset="102051">12559 8391 7533,'-35'-12'3276,"15"-1"0,12 6-743,34 2-2174,3 5-134,-5 0 0,3 0-225,3-1 0,1 2-630,-2 0 1,-1 3 269,-3 5 0,-5 6 0,-15 10 1,-10 5 628,-14 8 1,-7 1-30,5-9 0,-1 0 0,0-2-15,-7 8 0,3-3-225,6-10 0,7-3 0,13 3 90,10-10 89,15-6-268,2 3 178,9-3-89,-10 1 0,-1 2 0,-2 15 180,-4-5 0,-6 3 0,-27 14 0,-12 4-630,4-1 1,-5 0-595,2-8 0,-4 0 1,3-4 1043,1-1 0,3-3 0,-9 11 0,31-22 0</inkml:trace>
  <inkml:trace contextRef="#ctx0" brushRef="#br0" timeOffset="103101">13194 8515 7533,'-18'-18'3276,"8"4"0,18 2-2453,28 12-2172,11 12 719,-23 4 1,-3 4 359,-8 9 0,-9 4 405,-13 14 0,-7 0 45,5-9 0,-2-2 180,-7 7 0,7-4-181,21-12-269,11-4 1,9-17 89,5 0 89,-21 6 361,-16 11 0,-8 6-855,-8 6 0,-7 2-195,2-6 1,-3 2-1,1-2 600,-7 9 0,3-4 0,8-13 0,3-4 0,4-2 0</inkml:trace>
  <inkml:trace contextRef="#ctx0" brushRef="#br0" timeOffset="103618">13476 8354 7533,'-10'-26'3276,"2"8"-1245,16 12-1042,10 23 103,-1 18 0,1 15 0,-2 1-1057,-7-13 1,-2 1-1,-2 1 1,-1 3-385,-1-3 0,0 3 0,-1 1 0,-2 1 0,-3 0 0,-2-3-29,-4 4 0,-5-1 0,-1-1 0,-2-2 1,0-1 261,-1 0 0,-1-2 0,-1-1 0,-2-3 0,-8 4 0,-2-3 0,2-4 0,4-5 0,-1 0 0</inkml:trace>
  <inkml:trace contextRef="#ctx0" brushRef="#br0" timeOffset="104134">13776 9296 10051,'-26'41'764,"10"-13"1,-3 1-2114,-7 8 0,-1 1 1269,7-7 1,1-3 0,-2 0 0,1-4 0,2 1 0</inkml:trace>
  <inkml:trace contextRef="#ctx0" brushRef="#br0" timeOffset="104568">14058 8453 7533,'-39'7'3276,"8"4"0,46-10-2550,9 2 1,3 0-637,1-2 0,3-2-1183,4 1 1,3 0 0,-1 0 623,6 0 1,-2 0 0,0 0 0,-2 0 0,-9 0 0,-1 0 0</inkml:trace>
  <inkml:trace contextRef="#ctx0" brushRef="#br0" timeOffset="104787">14235 8490 7533,'-27'34'655,"1"-1"0,0 1 1,3-5-1,2-1 0,1 3 437,0 9 0,2 3 0,3 1 0,0 1 0,4 2 0,3 0-1153,6-3 0,3 0 0,6-1-389,6-3 0,5-1 1,2-4 179,8 2 0,5-9-1369,9-17 1,2-11-1,-4-10 1,-3-4 1131,4-2 1,-18-1 0,-5 0 0,-10-3 0</inkml:trace>
  <inkml:trace contextRef="#ctx0" brushRef="#br0" timeOffset="104934">14146 8961 7533,'-35'-6'3276,"31"-11"0,47 9-2953,-2 1 0,3 1 0,-2 3 1,0 1-1,-5 2 0,0 0 1</inkml:trace>
  <inkml:trace contextRef="#ctx0" brushRef="#br0" timeOffset="105801">14623 8193 7533,'7'-25'3276,"35"28"-256,-17 23-2211,5 5 1,-3 7-1081,-15 5 1,-4 7 809,-1-6 1,2 4 0,-3 3 0,-3 0-1104,-5-6 0,-4 0 0,-2 1 0,1 0 0,1 0 474,2 0 0,2 0 0,0 0 0,-2-1 0,-2 1-72,-4-1 0,-3 1 0,-1-2 1,-1-1-1,0-4 12,-2 4 0,-1-5 0,0 1-943,0 2 1,0 1 0,0-3 1026,0-8 0,1-1 1,-1-2-1,-8 13 0,1-3 1,2-10-1,1-1 0</inkml:trace>
  <inkml:trace contextRef="#ctx0" brushRef="#br0" timeOffset="148001">27623 1512 7533,'-12'-40'1638,"31"21"0,11 4 0,6 7 0,6 4-1275,3 0 1,4 2-1,4 1 86,-13-1 1,3 1 0,1 0 0,0 0 0,-1 0-495,5 1 0,0 0 0,0 0 0,0 0-188,1 0 1,0 0 0,0 0 0,-2 0-263,-5 1 0,0 1 1,-3 0-1,-5-1 360,-3-1 0,0 1-958,9 3 1,4 0 0,-6-1 1083,-11-4 1,-1-2-1,13 1 1,-2-3-1,6-14 1</inkml:trace>
  <inkml:trace contextRef="#ctx0" brushRef="#br0" timeOffset="148234">28945 1041 13379,'21'15'819,"0"1"0,7 0 0,5 3 0,0-1 273,-3 2 0,-1-1 0,2 2-908,8 0 1,1 0 0,-7 5-305,-13 8 0,-5 3 1,-5-3 163,-2-9 1,-9 0-791,-17 3 1,-15 4-1,-6-1 1,0-4-75,2-8 1,-2-4 0,-1-1 0,-1 0 521,-2 3 0,-2 1 0,0 0 0,2-1 0,4-2 0,0 0 0,2 0 0,5-2 1,1 3-1,-1 0 0</inkml:trace>
  <inkml:trace contextRef="#ctx0" brushRef="#br0" timeOffset="148651">29316 1859 7533,'39'-20'1638,"-12"10"0,3 3-1143,2 3 1,3 3-586,8 0 0,4 0-270,-8-3 0,2-3 1,-2 2 359,8 1 0,0-1 0,-7 0 0,2-1 0,-6 0 0,-11-1 0,1 1 0</inkml:trace>
  <inkml:trace contextRef="#ctx0" brushRef="#br0" timeOffset="148867">29651 1748 7533,'-35'14'655,"-1"0"0,1 0 1,-1 3-1,0 1 0,2 2 437,3 1 0,2 2 0,-1 2-871,4 0 1,-1 3-1,2 1 1,1 4 497,1 8 1,2 5 0,1 0-1,2-2-719,-4 1 0,2-2 0,5 4 126,8-7 0,2 4 0,4 1 0,4-3 0,7-6-1219,16-1 1,10-7 0,-2 0 283,-7 5 1,-1 0 0,5-7-12,5-13 1,7-6 0,-1-4 0,-8-3 454,-5-2 1,-3-5-729,10-8 1,4-6 0,-10-1 888,-5-21 1,0 11 0,-3-2 0,-17 9-1,0 0 1</inkml:trace>
  <inkml:trace contextRef="#ctx0" brushRef="#br0" timeOffset="148954">29298 2268 7533,'-19'0'3276,"26"-5"-3472,34 0 0,11 3 241,-16-2 0,4 1 22,-2 0 1,6 0 0,0 0-1,-5 1-202,6 1 0,-2 1 1,-4-2-1,2 0 1,-2 0-1,5 2 0,1 0 1</inkml:trace>
  <inkml:trace contextRef="#ctx0" brushRef="#br0" timeOffset="150534">29563 595 7533,'-26'-14'2608,"-9"-2"-1484,10 12 1,-3 6-91,-15 13 1,0 9-451,7 10 1,3 4-922,0-5 1,6 4 425,10 10 1,18-3-90,28-25 0,7-4 90,-18 3 0,3-4-135,12-13 0,10-7 0,3-6 0,-8-4-165,-3-10 0,-6-6 1,2 0 179,8 3 0,2 0 0,-6-4 30,-6-9 0,-5-4 0,-12 2-225,-17 0 0,-12 4-493,-9-2 1,-10 11-376,4 22 1,-5 7 0,4 5 1020,-4 6 1,5 9-1,3 14 1,13 4-1,25-12 1,0 0-1</inkml:trace>
  <inkml:trace contextRef="#ctx0" brushRef="#br0" timeOffset="150685">29863 719 10051,'-20'33'1638,"3"-5"0,3 0 1203,10-3-3561,-5 2 1,2 4-920,12 6 1,6-2 1555,8 6 1,-6-5 0,2-5 0,10-11 0</inkml:trace>
  <inkml:trace contextRef="#ctx0" brushRef="#br0" timeOffset="151151">30304 669 7533,'-10'-21'3276,"2"-1"0,8 21-1733,0-4-1453,0 21-270,8 27-360,0-15 1,1 3-554,0 2 1,1 3 0,-1-3 180,0-6 0,1-2 822,8 18 0,-4-2 180,-10-1 90,11 0 90,-15 0-1,-7-15-359,-19-4 90,12 2-45,-11-17 0,-4-5-494,-11 5 539,1-6 3276,-8-11-3160,43-14 64,-11 3-180,18-2 0,9-3 0,11-4 0,5 0 179,-4 2 1,1-2 0,1 1-90,7-6 0,0-1 210,-9 9 0,-1-1 0,-5 1 419,-7 1 1,-2 1-540,1 0 0,-3 0 629,-15-21-1258,-27 23 449,8 20 0,-1 5 0,-19 7 0,27 8 0,-1 0 0</inkml:trace>
  <inkml:trace contextRef="#ctx0" brushRef="#br0" timeOffset="153101">27587 595 7533,'-10'-21'2878,"3"-1"-1259,7 21 180,0 17-360,3 16 0,1 8-1034,1 2 0,0 4-1498,-1-3 1,-1 4 0,0-3 1144,1 1 1,0 1 67,-3-1 0,-1 4 0,-1-4 54,-3-2 1,0-1-265,1-4 0,0 2 1,-1-4 134,-1-3 0,0-4-2474,-2 14 1170,7-24-1055,0-29-475,0-13 2789,7-25 0,-2 24 0,0-1 0,4-4 0,0 1 0</inkml:trace>
  <inkml:trace contextRef="#ctx0" brushRef="#br0" timeOffset="153351">27834 508 7533,'-32'3'1092,"-1"0"0,-7 1 0,-2 4 0,8 6 0,-1 5 0,0 1-2185,0-2 1,-1 0 0,1 1 835,1 0 0,0 1 0,4-2-1038,-2 4 1,15-9 844,41-24-405,1-6 1,5-3-221,8-2 0,5-2 1,-3 1 1523,1-3 1,1 2-120,1 6 0,5 2 0,-10 5-61,-3 5 361,0 11 0,-5 7 2505,-18 8-3135,3 17 0,-15 12 0,8-15 0,2 7 0</inkml:trace>
  <inkml:trace contextRef="#ctx0" brushRef="#br0" timeOffset="153818">26741 632 7533,'-44'-7'3276,"7"24"-616,10 21-1670,35 9-631,15-28 1,7-6-270,-6-8 0,2-6-850,21-16 1,-3-7 939,-11-7-180,-17-5 0,-3-11 0,-9 6 45,-10 16 0,-5 1-127,1-9 0,-2-4 0,-4 9-8,-29 10-675,12 20 1,0 7-450,7 2 0,3 4 359,1 3 1,6 3 854,18 22 0,28-17 0,13-3 0</inkml:trace>
  <inkml:trace contextRef="#ctx0" brushRef="#br0" timeOffset="153967">27040 533 9332,'0'25'3276,"0"5"-2055,0 7-2120,16 2-2378,-12-2 2994,20-18 0,-15-2 1,9-10-1</inkml:trace>
  <inkml:trace contextRef="#ctx0" brushRef="#br0" timeOffset="154118">27376 285 9602,'-21'43'655,"0"-1"0,0 0 1,0-1-1,1 1 0,0 1 164,2-2 0,1 3 0,-1-1 0,2-4-1912,2-3 1,0-3 0,1 3 908,2 1 1,0 3 0,1-1-1,1-5 1,0-1 0,2-3 0,3 4-1,-1 0 1</inkml:trace>
  <inkml:trace contextRef="#ctx0" brushRef="#br0" timeOffset="156668">27623 1537 7263,'0'-21'1979,"0"-1"-450,0 15-1169,0 1 629,0 11-449,0 3-46,3 14 1,1 7 134,-6 11 1,-2 1-540,8-3 0,-2 1-642,-5 5 0,-3 3 1,0-5 506,1-12 0,0-1 45,-1 6 0,0 4 0,0-3-1639,1 4 1,0-3 931,1-6 1,1-1-933,2 1 1,2-6 1490,-1-16 0,-8 1 1,-2-10-1</inkml:trace>
  <inkml:trace contextRef="#ctx0" brushRef="#br0" timeOffset="156884">27481 2045 7533,'-17'42'1092,"-1"0"0,6 5 0,5 1 0,5-13 0,4 1 0,5-5-321,17 2 1,5-7-772,-8-5 0,1-10-540,7-21 1,3-14-1,-4 1-1829,5-11 1709,-8 1 1,2-7-1,-5 4 405,-9 12 0,-2 1 0,13-17 1,-1-1-1,-3-3 0</inkml:trace>
  <inkml:trace contextRef="#ctx0" brushRef="#br0" timeOffset="157501">27005 2343 7533,'-33'20'1092,"0"0"0,2 12 0,3 4-206,7-8 1,2 1 0,4 0-482,0 12 0,14-6-270,26-19 0,9-13-585,-6-17 0,1-10 0,-2-4-90,2-3 1,-2-3-1,-6-2 240,-6-1 0,-5-1 1,-10 4 29,-18 0 0,-11 13-690,-1 29 1,-5 14 0,2 1 959,0-5 0,5 3 0,8 8 0,2 5 0,9-6 0,19 4 0</inkml:trace>
  <inkml:trace contextRef="#ctx0" brushRef="#br0" timeOffset="157651">27323 2566 7533,'-41'26'1092,"1"1"0,13-10 0,7 2-1338,18 19 1,12-1 0,16-17 0,3 0 0,0-1 0</inkml:trace>
  <inkml:trace contextRef="#ctx0" brushRef="#br0" timeOffset="157817">27499 2541 7533,'-18'4'1638,"5"18"0,1 8 0,-2 9 0,0 8-1861,5-5 0,0 7 1,0 0-1,1-3 0,1-6 1,0-2-1,2 1 1,1-2-1,0 1 0,0-1 1,0 1-1</inkml:trace>
  <inkml:trace contextRef="#ctx0" brushRef="#br0" timeOffset="177438">15205 8243 6276,'-26'0'2339,"14"0"-23,-3 0-678,42-2 0,16-2-802,-15 1 0,1-1-1071,5-2 1,5-2 0,2 0-1,-4 1-440,11-1 1,0 0-146,-8-3 1,5-2 0,-1 1 0,-6 2 375,-3 5 1,-2-1 0,17-7 0,-11-1 0,-32 7 0</inkml:trace>
  <inkml:trace contextRef="#ctx0" brushRef="#br0" timeOffset="177685">15434 8118 7533,'-20'39'655,"1"0"0,-1 0 1,6 1-1,1 0 0,-1 2 164,0-5 0,-1 2 0,0 3 0,0 5-455,5-9 0,1 5 0,-1 4 0,0 3 0,0 0 0,1-1 0,0-2 0,1-4 0,1-5-425,-2 4 1,2-6 0,-1-1-1,1 6 128,-1-1 1,0 5-1,-2 5 1,1 2-1,0-2 1,3-3-1,2-6 1,3-8 202,7 10 0,5-10-136,1-6 1,4-5 283,15-4 1,4-7-329,-2-6 0,1-4-1080,14-2 1,0-3 449,-11 1 0,-1-2 217,6-7 1,0 1 0,-10 3 0,1 2 0,6-3-1,0 1 1</inkml:trace>
  <inkml:trace contextRef="#ctx0" brushRef="#br0" timeOffset="178918">15716 8404 7533,'-5'-30'1638,"0"1"0,13 20 1638,-4 45-2775,4 4 1,0 12-337,-7-15 0,-3 7 0,0 3 0,-2 1 0,0-1 0,-1-4-215,-1 3 0,0-4 1,-2 1-1,1 1 104,0 2 0,0 4 0,0 0 0,-1-5 0,0-9-307,-7 4 0,2-20-692,6-56 1,6-25 494,7 17 1,4-2-1,0-2-330,-3 6 0,-1-2 0,1-1 0,2 1 600,2-1 0,2 0 0,0 1 0,1 3 30,0 3 0,1 3 1,1 1-56,1 2 0,0 1 0,2 3 205,7-2 0,1 4 367,-5 3 0,1 3-277,20-5 0,-8 13 90,1 17-91,-9 15-209,-24 18 0,-11 14 1,-1-6 74,3-17 0,-3 0 179,-4 8 1,-3 7 0,-2-1 0,-2-10 719,-7-10 1,-1-5 44,-1 4 1,3 0 1079,-1 7-719,45 5-1980,-1-1 0,6 7 1,-1-1-374,0-5 1,1-1 0,-1 2 973,0 8 0,-2 3 0,-1-7 0,-2-6 0,-1-7 0,2-2 0</inkml:trace>
  <inkml:trace contextRef="#ctx0" brushRef="#br0" timeOffset="179135">16510 8255 7533,'-26'-6'1638,"-1"1"0,-18 20-1229,30 8 1,-1 12-1,1 10 1,1 5-1,0 3 1,2 0 0,1-4-1,2-7 410,0 8 0,4-5 0,2 0 0,1 6-649,0-7 1,0 5-1,1 5 1,0 0-1,2 0 1,2-5 0,2-5-1,3-9 1,8 2-1,4-10 1,5-4 0,14-10-1,-1 0 1,1-1-1</inkml:trace>
  <inkml:trace contextRef="#ctx0" brushRef="#br0" timeOffset="180151">16810 8379 8612,'-24'43'546,"1"0"0,-1 0 0,7-7 0,1 0 0,0 2 0,3 1 273,1 7 0,2 2 0,1 1 0,2-3 115,-1 3 0,1-2 1,7-3-1625,7-3 0,5-2 1,2-7-2369,17 2 3058,-6-17 0,1-6 0,10-22 0,-1-3 0</inkml:trace>
  <inkml:trace contextRef="#ctx0" brushRef="#br0" timeOffset="180585">16951 8540 7533,'-4'-33'3276,"16"4"-1638,12 22 0,5 7-1354,18 5-1004,-4 20 630,-41 14 180,-14 5-45,-3-20 0,-5 0 405,-6 4 0,1 0-91,1 7-314,5-11 0,7-2-225,20-9 91,2 0-1,15-8-180,18 1 270,-11 12 135,-13 2 0,-5 2-45,-14 8-270,-13 4 0,-7 0-225,1-13 0,-2-1-1234,-2 9 1,1-1 1557,-3 4 1,17-16 0,8-16 0</inkml:trace>
  <inkml:trace contextRef="#ctx0" brushRef="#br0" timeOffset="180768">17268 8974 10591,'0'33'3276,"0"1"-1785,0-3-2570,-15 2-1710,3 4 1260,-13-7-180,-1-10 1709,14-8 0,-11-1 0,13-4 0</inkml:trace>
  <inkml:trace contextRef="#ctx0" brushRef="#br0" timeOffset="181218">17410 8428 7533,'-10'-19'3276,"25"7"0,15 6-1638,-4 10 0,1 3-2022,18 12-111,-29 1 1,-5 3 134,-3 17 315,-11-14 0,-4 2 225,-4 5 0,-3 0-90,0-8 0,0-1 90,4 7 0,1-2 269,-7 6-629,40-14 1,-18 3-181,33-12 180,-20 17 450,1 10-90,-16-10 0,-8 3-1125,-14 6 1,-7-1-586,-3-6 1,-1-3 1529,1-4 0,1-5 0,-14-3 0,23-16 0</inkml:trace>
  <inkml:trace contextRef="#ctx0" brushRef="#br0" timeOffset="181484">17727 8243 7533,'24'9'1638,"-13"14"0,-1 8-546,2-1 0,1 5 0,-3 2-273,-3-2 0,-1 2 0,-3 2 0,-1 0-571,-4 4 0,-2 2 1,-1-1-1,0-2-513,4-3 0,1-2 1,-4 1-479,-6-3 1,-4 2 0,-2-1 0,1-2 742,-3-2 0,0-2 0,-1-1 0,0 0 0,-1 0 0,0-1 0,-2-1 0,0 0 0,-1 0 0</inkml:trace>
  <inkml:trace contextRef="#ctx0" brushRef="#br0" timeOffset="181734">17939 9110 7533,'-20'-1'3276,"4"8"0,16 23-2730,-6-3 1,-3 1-1356,-3 15-361,-6-13 1,-5-2 1169,-14 3 0,-1-10 0,5-4 0</inkml:trace>
  <inkml:trace contextRef="#ctx0" brushRef="#br0" timeOffset="181968">18045 8465 7533,'-10'-12'3276,"33"5"0,24 2-1638,0 0 0,2-1-3277,-6 2 1,-1 0-1,-1-2 1,-4-1 931,-2-4 1,-19 4 0,-16-5 0</inkml:trace>
  <inkml:trace contextRef="#ctx0" brushRef="#br0" timeOffset="182151">18327 8391 7533,'-40'30'819,"-1"-1"0,16-4 0,1 2 0,3 3 273,0 8 0,4 4 0,2 2 0,2 1 0,3 2 0,6 0-432,5-3 1,5-1 0,2-4-1021,4 6 0,8-8-1279,23-13 1,6-14 1169,-23-16 1,1-6 0,11 0 0,-2-3 0,-18-7 0,-1 1 0</inkml:trace>
  <inkml:trace contextRef="#ctx0" brushRef="#br0" timeOffset="182318">18150 8788 0,'-25'0'3276,"21"0"0,29 0-1973,17 0 0,5 0-1303,-11 0 0,0 0 0,8-2 0,-5-2 0,-14-3 0</inkml:trace>
  <inkml:trace contextRef="#ctx0" brushRef="#br0" timeOffset="182885">18556 9098 13829,'26'30'2249,"-15"7"-3374,-16-5 1,-5 2 1124,-1-3 0,-2-1 0,-8 2 0,-1-2 0,-3 11 0</inkml:trace>
  <inkml:trace contextRef="#ctx0" brushRef="#br0" timeOffset="184884">18979 8391 7533,'0'-14'2698,"-7"4"-1079,-3 15-750,-9 14 1,-5 11 0,2 0-286,3 0 1,1 3-345,-4 5 0,0 5 0,7-4-150,10-6 0,10-3-315,25 6 0,7-2 135,-13-8 0,-1 1 180,11 5 0,-9 3-495,-27 4 0,-14 0 405,-6-11 0,-7-2 0,2-2 0,-1 4 0,1-3 0,-10-5 0,1-1 0</inkml:trace>
  <inkml:trace contextRef="#ctx0" brushRef="#br0" timeOffset="185135">19209 8379 10771,'-18'29'1638,"5"-4"0,1 5-2737,-3 8 1,2 1 1098,3-3 0,1 0 0,-1-5 0,4-3 0,6 2 0</inkml:trace>
  <inkml:trace contextRef="#ctx0" brushRef="#br0" timeOffset="186685">19262 8081 9152,'25'3'1638,"-7"11"0,-1 9-819,-1 12 0,-2 11 0,-1 7 0,-3 1-351,-4-14 0,-2 4 0,-1 1 0,-2 1 0,0 1 0,0 0 0,-1-1-937,0-2 1,1 0 0,-1 1 0,-1-1 0,-1 0 0,-2 1 0,-2 0 432,-1 0 1,-3 3 0,-1 0 0,-2 0-1,0-1 1,-1-2 0,0-3 0,0-5-1,-5 5 1,0-5 0,-1-4 0,-2 2-1,-3-1 1,0 1 0,0 0 0,0-1-1</inkml:trace>
  <inkml:trace contextRef="#ctx0" brushRef="#br0" timeOffset="187685">16439 10250 7533,'-17'5'3276,"7"2"-76,26 11-2706,17-11 1,10-6-705,-5-1 0,2-2 1,2-2-884,6-1 1,1-2 0,-1-1 1042,-8 0 1,0-1 0,-5 0 0,2-3 0,-5 0 0,1 0-1</inkml:trace>
  <inkml:trace contextRef="#ctx0" brushRef="#br0" timeOffset="187852">16792 10014 7533,'-13'39'819,"-1"-1"0,2-5 0,0 2 0,2 3 0,4-1 0,1 2 0,1 1 0,0 0-1147,-1-1 0,0 0 0,1 0 1,0-2-1,1 7 0,0-2 1,1-3-1,2 5 0,0 1 1</inkml:trace>
  <inkml:trace contextRef="#ctx0" brushRef="#br0" timeOffset="190068">17286 9940 7803,'-10'-20'1439,"2"3"1169,8 10-989,16 7-989,-4 12-90,13 18-181,-10 8 1,-4 7-150,-6-9 0,-2 3 0,1 2-356,0-2 0,1 4 0,-1 0 0,-2 0 213,-2-1 0,-1 1 1,-2 0-1,-1-2 23,0 9 0,-1-1 0,-3-3-544,-2-10 1,-3-3 0,1-3 183,-2-3 1,-2-6-541,-17-4 181,23-23 89,-6-1-90,7-22 1375,-1 13-296,7-19 1,6-3-270,7-2 299,3 0 1,5-9 0,0 6 60,-3 8 0,3 1-980,2-3 0,3-2 0,1 3 844,2 4 1,0 2-270,1-1 0,1 0-271,3 0 1,-1 0 90,-3 3 0,-1 0 45,1 2 0,-1 2-765,-3 4 1,-1 3-585,13-2-1928,-1 8 2639,-15 16 1,7 2 0,-9 6-1</inkml:trace>
  <inkml:trace contextRef="#ctx0" brushRef="#br0" timeOffset="190668">17868 10336 8162,'-17'11'540,"38"-30"-180,-21 19 180,24-18 539,-34 25 900,0 24-2609,26-43 180,-3 22 2249,-3-28-270,-22 26-3417,-7 6 1888,19-3 0,19-11 0,17 0 0</inkml:trace>
  <inkml:trace contextRef="#ctx0" brushRef="#br0" timeOffset="194087">18256 10039 7533,'-10'-14'2698,"3"3"-629,7 11-360,0 17-720,0 3-179,0 28 134,3-1 1,1 2-586,-2-17 1,-2 3-617,2 1 1,1 5-1,-1 1 1,-1-7 436,0 0 0,-2-1-45,1 2 0,0 6 0,0 0 0,0-6-72,0-5 0,0 0 207,0 10 0,-1 6 0,2-10-90,7-3 89,-9-4 1,4-9 1260,28-32-1171,-17-9-209,7-16 0,7-13 0,-4 3 225,-12 15 1,-1 2 0,1-5-1006,4-6 1,2-5-1,2-4 1,-1 1-1,-2 3-190,-2 2 1,-1 2 0,0 1 0,0 0 454,0 3 1,0 0 0,0 2 0,-1 1 0,1-4 0,0 2 0,-1 7 0,5-2 0</inkml:trace>
  <inkml:trace contextRef="#ctx0" brushRef="#br0" timeOffset="194736">18838 9791 7533,'-12'34'1092,"-1"-1"0,-2 12 0,2 3-116,4-15 1,1 1 0,6-1-977,7 6 0,5-1 0,6-16-405,8-24 1,3-12-46,14-4 0,-2-8 690,-16-7 0,-5-8 0,-6 2-105,-4-5 1,-6 3 224,1 2 0,-10 7-70,-15 17 1,-5 11-1775,3 15 0,1 5 1484,-16 11 0,17 1 0,5 3 0,7 6 0</inkml:trace>
  <inkml:trace contextRef="#ctx0" brushRef="#br0" timeOffset="-209995.73">19121 10163 7533,'0'12'0</inkml:trace>
  <inkml:trace contextRef="#ctx0" brushRef="#br0" timeOffset="-209511.73">19279 10039 7892,'-19'-7'3276,"-20"29"0,17 12-2621,5-6 0,-5 9 1,-2 4-1,1 0 0,3-4-225,2 2 1,3-2 0,-3 6 37,3-5 0,-4 5 0,-1 5 0,0 0 0,2 0 0,1-4 0,5-7-335,-1 5 1,5-5 0,3 3-954,3 8 1,3 8 0,4-4 0,7-14-820,12-15 1,5-8 1276,6 11 0,2-7 0,-7-20 0,-3-4 1,1-2-1</inkml:trace>
  <inkml:trace contextRef="#ctx0" brushRef="#br0" timeOffset="-208061.73">19597 10287 10321,'-20'-7'1638,"-3"15"0,-1 6 1562,-7 20-2773,7-5 0,-6 7 1,1 1-1,4-5-337,3-1 0,3 1-23,1 2 1,-2 6 0,6-1-1,11-11-247,38-2-989,7-2 0,2-3 944,-14-16 0,-5 3 405,3 20 0,-14 6-630,-38 0 0,-13 1-135,11 3 1,-3-3 584,-14-8 0,4-14 0,19-22 0,4-15 0</inkml:trace>
  <inkml:trace contextRef="#ctx0" brushRef="#br0" timeOffset="-207859.73">19879 10064 10771,'-16'29'273,"-1"0"0,1 1 0,2 3 0,1 3 0,-1-1 0,-4 5 0,0 1 0,1-2 0,6-7 0,0 1 0,0-1 0</inkml:trace>
  <inkml:trace contextRef="#ctx0" brushRef="#br0" timeOffset="-207511.73">20038 9977 13379,'8'10'1638,"-2"32"0,-3 13 0,3-12 0,-2 5-1607,-4-11 0,-1 6 0,-2 4 1,-1 1-1,1-3 0,-1-5-241,-2 8 0,0-6 0,-4 5-337,0-7 1,-3 5 0,-2 2 0,-1 0 0,-1-1 0,-2-5 542,-2-4 0,-3-2 1,0-2-1,-1-1 1,1 0-1,-3 7 0,1-1 1,-1 0-1,-1-3 1,0-4-1,-1-1 1,0 0-1,0 1 0</inkml:trace>
  <inkml:trace contextRef="#ctx0" brushRef="#br0" timeOffset="-206375.73">20267 9840 7533,'-20'-6'3276,"5"0"-1638,36 5 0,13 2 715,3-1-2572,0 0 0,2 0 264,-13 0 0,-1 0 45,2 0 0,-1 0 0,21 0 712,-4 11-352,-25-8 987,-10 30-1257,-8 0-270,0 7-135,-4 3 0,0 0 225,2-8-30,-5 5 0,-2 10 0,2 1-105,4-11 0,3 1 0,0 1 0,-1-1 183,-3-2 1,0 0 0,0 0 0,0 3 400,2 5 1,0 5 0,1 0 0,0-2-1,-1-8 1,-2 7 0,-2-2 205,3-10 0,0 6 1,-1 2-1,-2-3 0,-3-4 82,-9 3 0,-3-5 0,1 0-618,8 7 1,1 0 0,-9-4-120,-8-14 0,-8-3 0,-5-3 0,2-2 0,7-3 0,-4 0 0,1-3 0,-4-1 0,1 0 0,-1 0 0,0 0 0</inkml:trace>
  <inkml:trace contextRef="#ctx0" brushRef="#br0" timeOffset="-203241.73">6174 11625 7533,'-18'0'3276,"8"0"0,10 0 0,26 0-2775,8-1 1,10-1 0,1 0-1595,0-2 1,2 0 0,-2 0 545,0 1 1,0 0 0,-3 0 0,44-8 0,-86 11 0</inkml:trace>
  <inkml:trace contextRef="#ctx0" brushRef="#br0" timeOffset="-203061.73">6227 11923 7533,'-24'13'1638,"0"0"0,15-1 1638,30-19-2184,12 0 0,10-2 0,-3 1-2678,-2 0 0,0 1 1117,1 2 1,3 0 0,-5 4 0,-9 3 0,-3 3 0,18 7 0</inkml:trace>
  <inkml:trace contextRef="#ctx0" brushRef="#br0" timeOffset="-193995.73">7091 11254 11041,'0'35'647,"0"0"1,0 1 0,2-1-1,1 1 1,0 3-379,-1 3 1,1 3 0,-1 2 0,0 2-926,1-3 1,-1 1-1,-1 2 1,1-1 0,0-3 411,0 2 1,1-2 0,-1 0 0,-1 0-140,0 7 1,-1 2 0,-1-5 0,1-13-515,0-5 897,0-8 0,8-42 0,2-19 0</inkml:trace>
  <inkml:trace contextRef="#ctx0" brushRef="#br0" timeOffset="-193758.73">7126 11279 7533,'49'-8'819,"0"0"0,0 0 0,-10 9 0,-9 12-177,-18 21 1,-9 18 0,-7 5-1,-3-9-1735,-4-11 1,-4-5 0,-4 3 682,-2 1 0,-5 6 1,-1-1-1,2-6 1,6-13-1,-3-11 0,40-25 1</inkml:trace>
  <inkml:trace contextRef="#ctx0" brushRef="#br0" timeOffset="-193525.73">7708 11254 16977,'-13'46'252,"0"0"0,0 0 0,-1 0 0,1 0 0,0 0 0,0 1 0,-1-1 0,10-1 0,2-2 0,3-1 0,1 0 0,-2 0 0,-3 3-721,-4 0 1,-4 4 0,-2 1 0,0-1 0,3-2 0,6-3 0,8-6 391,12 4 0,10-3 0,4-8 0,-2-10 0,2-13 1,2-7-1,14 4 0,0 1 0</inkml:trace>
  <inkml:trace contextRef="#ctx0" brushRef="#br0" timeOffset="-191944.73">8184 11365 7533,'-21'34'1092,"-1"0"0,3 6 0,1 5 0,1-1 0,-1 4 0,2-1-1556,5-9 0,2-2 0,0 2 674,-1 8 0,0 3 0,4-2-90,4-11 0,1-1 0,4-3-250,8 3 0,4-1-995,-3 6 1,5-5-515,19-13 1,3-6 1124,-4 4 0,-6-10 0,-1-3 0,-11-7 0</inkml:trace>
  <inkml:trace contextRef="#ctx0" brushRef="#br0" timeOffset="-191245.73">8396 11514 8342,'-10'0'3276,"26"0"-1335,-2 6-1671,21-1 0,2 2-360,-17 7-270,10-1 0,-5 3-89,-23 4 89,-2 16 450,-26 6-270,5-7 360,4-14 0,0-1 539,0 5-629,7-11-180,18 2 270,27-9-180,-4 6 45,-5-6 0,-3 4-3322,-11 36 3522,-4-16-65,-13-3 0,-8 2-694,-6-2 1,-5-2 243,1-5 1,-1 0-226,-3 7 0,1-2 495,-9-1 0,9-13 0,9-6 0</inkml:trace>
  <inkml:trace contextRef="#ctx0" brushRef="#br0" timeOffset="-190512.73">8855 12022 12480,'-13'31'389,"0"0"1,8-5 0,-2-1-1649,-16 18-1799,13-8 3058,0-20 0,3 2 0,7-17 0</inkml:trace>
  <inkml:trace contextRef="#ctx0" brushRef="#br0" timeOffset="-190278.73">9049 11539 7533,'-18'26'3276,"8"14"-1638,2-16 0,1 1-327,7 7 0,6 1-1266,0-3 0,5-2-1124,9-4 0,5-7 989,22-4-1549,-17-9 1,-1-3-1639,8-6 2457,-9-2 1,3-11 0,-11-1 0</inkml:trace>
  <inkml:trace contextRef="#ctx0" brushRef="#br0" timeOffset="-190111.73">9296 11601 7533,'-29'16'1092,"1"1"0,2-1 0,3 2 2184,-3 12-2432,13 9 0,2 11 1,0-1-1938,1-13 1,0-1 0,1 2 623,-2 11 1,2 3 0,3-5 0,4-5 0,4-7 0,8-2 0</inkml:trace>
  <inkml:trace contextRef="#ctx0" brushRef="#br0" timeOffset="-189795.73">9384 11403 0,'-20'-12'3276,"12"10"0,42 24-1638,-11 3 0,1 7-546,-5 3 0,0 5 0,-2 2-568,-3 6 1,-2 1-1,-3-1-464,-4-10 0,-1-1 0,-5 1-540,-5 10 1,-5 1-1,-6-3-613,-5-6 1,-6-3 0,0 1 922,7-7 1,1 0 0,-2 0 0,-1-1 0,-4 0 0,-1-2 0,-1 0 0,1-3 0,-1-1-1,-1 0 1,1 0 0</inkml:trace>
  <inkml:trace contextRef="#ctx0" brushRef="#br0" timeOffset="-189125.73">9895 11117 7533,'0'-14'1092,"1"37"0,0 28 0,-3 8-624,0-18 0,-2 5 0,-2 5 0,1 2 0,-1 0 0,2-2 0,0-2 78,2-2 0,0-2 0,2-1 0,-1 0 0,0 2 0,-1 3-534,0-4 1,-1 5-1,-1 2 1,1 1-1,-1 0 1,1-2 0,0-4-1,2-5 1,1-8-1,3 19 1,4-8 0,-2-3-1,1 0 1,0-1-1</inkml:trace>
  <inkml:trace contextRef="#ctx0" brushRef="#br0" timeOffset="-188611.73">10425 11179 7533,'-20'6'1092,"0"16"0,-3 14 0,3 6-437,9-1 0,2 6 1,2 3-1,0 0 0,-2-4-216,-5 1 0,-1-3 1,0 0-1,4 5-679,7-5 0,1 6 0,3 1 0,1-1 0,2-7 1,0-9-926,2-4 1,6-6 1164,23 12 0,4-10 0,-12-20 0,23-6 0</inkml:trace>
  <inkml:trace contextRef="#ctx0" brushRef="#br0" timeOffset="-188194.73">10601 11427 7533,'-37'-14'3276,"27"4"-1638,36 8 0,15 4-1361,-13-4 0,0 4-1402,15 8 1,-9 7 1214,-26 6 329,-23 6 1,-13 7 0,4-3 479,8-2 1,1-1-990,-11 9 0,12-5 90,33-20 0,8-6-90,22-10 450,-22 41-750,-37-12 0,-11 3 1,1 1-80,5 7 1,-1-2 0,-7-6 0,-2-1 0,10-8 0,15-10 0</inkml:trace>
  <inkml:trace contextRef="#ctx0" brushRef="#br0" timeOffset="-188028.73">10971 11861 7533,'-7'27'1092,"-1"0"0,-13 5 0,-1-1-1064,-4 12 0,2-20 1,1-8-1,13-15 1</inkml:trace>
  <inkml:trace contextRef="#ctx0" brushRef="#br0" timeOffset="-187675.73">11148 11340 11580,'17'-7'1638,"17"5"0,-3 10-2287,-25 28 1,-6 8 333,15-16 1,-3 2 673,-21 12 1,-12 7 0,6-7-180,14-15 0,4-3-585,4 6 0,2-2 270,5-6 0,-5 1-958,-18 6 1,-12 4 0,1-4 982,-1 1 0,-2-2 0,-6 2 0,-4 2 0,7-10 0,9-10 0</inkml:trace>
  <inkml:trace contextRef="#ctx0" brushRef="#br0" timeOffset="-187411.73">11448 11204 7533,'17'30'546,"0"-1"0,0 0 0,-8 9 0,-4 3 0,-3 4 0,-3 2 0,-2-5 0,-4 3 0,-2 1 0,-1 1 0,-1-1 0,2-3-1115,2-2 1,0-1 0,0-1 0,-2-1 0,-4-1 568,-5 3 0,-4 1 0,-2-1 0,1-7 0,4-8 0,-10 0 0,12-5 0,1 0 0</inkml:trace>
  <inkml:trace contextRef="#ctx0" brushRef="#br0" timeOffset="-187195.73">11695 11997 7533,'17'-14'3276,"-7"14"-1638,-21 32 0,-9 11-994,10-9-1737,-6-4 1,-6 4 0,5-8 691,5-11 0,-13 3 0,7-13 0</inkml:trace>
  <inkml:trace contextRef="#ctx0" brushRef="#br0" timeOffset="-186995.73">11942 11365 7533,'34'-9'479,"0"-1"1,10-8 0,2 2-630,-11 11 0,2 3 0,-3-2-506,12-10 1,-12 0-1,-26 7 1,-8-5 0</inkml:trace>
  <inkml:trace contextRef="#ctx0" brushRef="#br0" timeOffset="-186812.73">12153 11291 7533,'-24'27'546,"0"1"0,0-1 0,2 11 0,2 5 0,1 0 0,3-6 1092,-2 1 0,5 2-983,7-2 0,2 10 1,4 1-1,5-7 0,8-16-1748,16-20 1,10-15 0,-3 7 835,3 29 0,0-6 0,-2-35 1,2-15-1,-9-1 0,-17 6 1,-1 0-1</inkml:trace>
  <inkml:trace contextRef="#ctx0" brushRef="#br0" timeOffset="-186661.73">12100 11625 7533,'-27'7'3276,"1"-1"-1638,50-8 0,13-2-1411,12 3 0,-1-2 0,0 0 1,-18 3-1,-1 0 0</inkml:trace>
  <inkml:trace contextRef="#ctx0" brushRef="#br0" timeOffset="-186394.73">12400 11179 7533,'41'-8'3276,"-17"26"-2621,-9 11 0,1 16 1,-1 9-1,-3 3 0,-6-4-1192,-6-11 1,-5 1 0,-4 0 0,0 1-1,0 0 1,2 0 536,4-1 0,2 1 0,0 1 0,0 0 0,-1-1 0,-3-1 0,-3-4 0,-7 7 0,-5 0 0,-1-4 0,-3-5 0,0-7 0,-6-12 0,1 0 0,0 0 0</inkml:trace>
  <inkml:trace contextRef="#ctx0" brushRef="#br0" timeOffset="-184744.73">12612 10919 7353,'-10'0'3276,"18"11"-2396,4 12 1,3 6-372,4 3 1,3 3 0,-2 4-956,-5 4 1,-2 4-1,-2 3 1,-1 2 550,-3-12 0,-1 2 0,0 1 0,-2 0 0,-1 1 0,-2 0-302,-1 3 1,-3 1 0,-1 1 0,-2 0 0,-1-1 0,0 0-119,-1 1 0,-2-1 0,0 1 1,-1-1-1,-2-1 0,0-1 315,-3 3 0,-1-1 0,-2-1 0,1-2 0,0-3 0,2-1 0,0-3 0,0-1 0,-1-3 0,-2-1 0,-1 0 0,1 0 0</inkml:trace>
  <inkml:trace contextRef="#ctx0" brushRef="#br0" timeOffset="-182728.73">12171 11229 7533,'-26'0'2428,"-9"-6"848,6-1-1638,49 14 0,13 2 265,2-9-2173,4 1 0,13 0 1,3-1-1,-7-2-823,-10-4 1,-4-2 0,0 0-1,2 1 1,-1 0 0,-6 0 272,-4-3 1,-70 23 0,2-1 0</inkml:trace>
  <inkml:trace contextRef="#ctx0" brushRef="#br0" timeOffset="-182461.73">12400 11229 7533,'-44'6'655,"0"0"0,18 17 1,1 9-1,2 7 0,1 1-109,3-4 0,1 3 0,0 3 0,2 1 0,1 0 0,3 0 0,1 1 0,2 1 0,1 1 0,3-1 0,2-1 0,4-1 109,2 5 0,3 1 1,4-3-1,4-5 0,6-10-1748,14-5 1,7-11 0,1-10 623,2-12 1,0-10 0,-4-2 0,2-5 0,-10 0 0,-16 0 0</inkml:trace>
  <inkml:trace contextRef="#ctx0" brushRef="#br0" timeOffset="-182258.73">12206 11750 7533,'-33'-31'3276,"45"-17"-2184,11 29 0,9 2 0,3 1 0,5-3 0,3 2 0,-1 2-1057,-2 2 1,0 3-1,-2 2 1,4 4-1,-4 3 1,11 8-1</inkml:trace>
  <inkml:trace contextRef="#ctx0" brushRef="#br0" timeOffset="-176512.73">13370 11167 7533,'-8'-25'2788,"6"6"-1619,-5-5-269,7 16-540,0-3 179,0 17 451,7 28-676,-1-10 1,-2 4-707,0 8 1,0 5 0,-2 2 548,-1-5 0,-1 2 1,0 0-1,-1-1-638,1 6 1,0-1 0,-2 2 412,-1 2 1,-2 5 0,1-2 0,0-7 201,3-5 1,0-1-225,-1 8 0,-1 6 1,1-7 133,2-13 1,0-2-90,-3 16 1,-2-3-406,-5-7 0,0-14-899,10-41 269,10-24 1080,2 5 0,1-2 0,-3 11 0,0 0 0,3-9 0,0 0 0</inkml:trace>
  <inkml:trace contextRef="#ctx0" brushRef="#br0" timeOffset="-176094.73">13476 11117 7533,'-5'-29'1638,"0"0"0,13-13-57,12 30-1401,3 12 0,5 6 89,3 11 1,0 2-180,-2-8 0,-1 1-467,7 13 0,-3 1 197,5 2-180,-20-3 0,-6 4 135,-8-1 0,-6 0 90,-8 4 1,-6-1 134,-3 1 0,-5-1 40,2-9 1,-4 1 0,1-2 453,-12 5 1,1 0 494,3-1 1,3 0-180,-2 5 89,51-1-314,2-8 0,5 1-540,2 0 0,1 2 44,-1 10 1,-1 4-990,1 4 1,-3 1 359,-9-6 1,-1 1-1100,7 8 1,-1-3-1561,0-3 3199,-3-11 0,-9-23 0,-8-6 0</inkml:trace>
  <inkml:trace contextRef="#ctx0" brushRef="#br0" timeOffset="-175844.73">13123 10733 7533,'-2'-19'3276,"28"7"-2576,7 10 1,4 4-926,1 1 0,1 0-765,4 0 1,0 1 989,-7 1 0,-3 1 0,6 1 0,2 6 0</inkml:trace>
  <inkml:trace contextRef="#ctx0" brushRef="#br0" timeOffset="-175544.73">13229 10746 7533,'-43'0'3276,"6"27"-1638,14 9 0,3 12-2165,7-8 0,2 5 0,1 2 0,1 0 617,0-1 0,2 0 0,0 1 0,0 1-126,0-2 0,0 2 0,0 1 0,0-1 0,2 1 18,2 0 0,1 1 0,1 0 0,-1-2 0,0-3 40,-2-5 1,0-4-1,0 1 1,0 2 85,3 5 0,1 4 0,0 2 0,0-4 0,-1-7 669,-3 5 0,1-3-537,2-3 0,3 1 0,4-1 179,7-6 1,4-1 0,2-5-1050,13-1 1,3-6 176,-6-2 1,1-1-1,1-3-640,3-7 1,1-3 0,-2-1 969,9 1 0,-2 1 0,1 2 0,-1 0 0,-6 0 1,0 0-1</inkml:trace>
  <inkml:trace contextRef="#ctx0" brushRef="#br0" timeOffset="-174861.73">14411 10956 7533,'-25'32'409,"1"-1"1,11 1-1,1 7 1,1 6-1,-1 2 1,1 2 0,1-3-1,-1-3 246,-3 1 0,1-3 1,0-1-1,1 3 0,1 5-688,2-5 0,0 5 0,-1 5 1,1 1-1,2 0 0,1-1 1,3-4-1,3-5 0,4-7 33,14 11 0,7-10 0,-1 2 0,-9 8 0,-2 0 0,8-11 0,24-23 0,0 0 0</inkml:trace>
  <inkml:trace contextRef="#ctx0" brushRef="#br0" timeOffset="-174511.73">14746 11266 7533,'-37'-28'1638,"7"51"0,3 15 0,10-9 0,3 7-1096,5-2 1,1 8-1,1 4 1,1-2-1,0-6-692,-1-3 0,1-5 1,4 4-671,7 5 1,6 4 0,1-2 0,-1-8-2291,7 4 2454,9-13 1,2-10-1,-9-19 1,5-2 0</inkml:trace>
  <inkml:trace contextRef="#ctx0" brushRef="#br0" timeOffset="-174111.73">14923 11440 7533,'-20'-21'3276,"28"15"0,13 9-3989,5 12 1,-1 3-98,-3 4 1260,-26 14 0,-8 4-1,-6 5 271,-7-2 0,2-5-1080,13-14-899,41 15 1079,-21-3 450,13-1-720,-43 1 0,-11-2-809,4 2 1259,0-14 0,7-3 0,20-6 0,0-8 0</inkml:trace>
  <inkml:trace contextRef="#ctx0" brushRef="#br0" timeOffset="-173928.73">15169 11873 7533,'-7'31'1638,"-2"-3"0,0 3-1375,0-6 1,-2-1-1,-1 5 1,-1-2-1,-5 2 1</inkml:trace>
  <inkml:trace contextRef="#ctx0" brushRef="#br0" timeOffset="-173545.73">15311 11427 12660,'41'-7'-270,"-26"51"-90,9-9 585,-29 3 0,-8 1-45,2-1 179,-6-16 1,2-2-90,11 0-90,20 9-360,15-9 225,-16 6 0,-8 5-1664,-17 5 0,-8 0 1072,2-1 1,-3-2 0,-7-2 0,3-5 0,15-8 0</inkml:trace>
  <inkml:trace contextRef="#ctx0" brushRef="#br0" timeOffset="-173261.73">15522 11303 8792,'10'0'1638,"16"16"0,3 12-546,-13 7 0,-3 7 0,1-3 0,5-10 0,1-2 0,-4 4-1912,-6 7 1,-4 6 0,-4 0 0,-4-6 627,-9-1 1,-6 0 191,0 1 0,-5 6 0,-1 1 0,1-7 0,1-7 0,1-5 0,-2 3 0,-1 1 0,0-1 0,0 1 0,0 0 0</inkml:trace>
  <inkml:trace contextRef="#ctx0" brushRef="#br0" timeOffset="-172178.73">15946 12121 8162,'19'11'1349,"-14"17"1,-10 7-1819,-10 0 1,-5 1 0,5 3 0,-1-1 0,-5-13 0,0 1 0</inkml:trace>
  <inkml:trace contextRef="#ctx0" brushRef="#br0" timeOffset="-171644.73">16281 11501 7533,'-20'-13'3276,"12"2"-2216,32 12 1,17 3-2154,-6-6 1,3-2 0,-1 1 618,9 4 1,0 0 0,4-8 0,-12-2-1,-30 2 1</inkml:trace>
  <inkml:trace contextRef="#ctx0" brushRef="#br0" timeOffset="-171444.73">16492 11464 7533,'-24'36'468,"0"0"0,0 1 0,0-1 0,8 7 0,3 4 0,2 0 0,0-2 351,-1-7 0,-1-2 0,3 1 0,6-1-865,7 4 1,4 3-1,5-6 1,7-12-1048,14-19 1,8-13 0,-3 1 682,2 5 1,-2-2 0,-2-5 0,0-2-1,-10-4 1,-10-17 0</inkml:trace>
  <inkml:trace contextRef="#ctx0" brushRef="#br0" timeOffset="-171311.73">16492 11811 7533,'45'0'655,"-52"6"0,41-4 1,1 1-1,-1-1 0</inkml:trace>
  <inkml:trace contextRef="#ctx0" brushRef="#br0" timeOffset="-171111.73">16810 12084 7533,'-18'19'327,"1"1"1,-3 7 0,-2 6-1,5-1 1,3 3 0,2 0-1,-1-3 1,0 0 0,0 0-1</inkml:trace>
  <inkml:trace contextRef="#ctx0" brushRef="#br0" timeOffset="-170611.73">17251 11415 7533,'-18'-2'3276,"1"9"-2457,2 17 0,0 14 0,0 7 0,3 0-164,2-3 0,2 3 1,1 2-1,1 0 0,1 1-1311,2 0 1,2 2-1,1-1 1,0 0 0,1-2-165,-4 7 1,0 0 0,3-4 0,9-12 163,22-4 1,3-19-1,-6-27 1,7-7 0</inkml:trace>
  <inkml:trace contextRef="#ctx0" brushRef="#br0" timeOffset="-170228.73">17392 11725 7533,'20'-44'3276,"5"39"-3250,-14 25 0,-6 10 1503,-16 15 0,-2 2-1619,15-9 0,0-1-45,-11 4 0,-1 0 135,8-1 0,0-1 0,-7-3 0,-4 1 0,-14 7 0,1-4 0,12-6 0</inkml:trace>
  <inkml:trace contextRef="#ctx0" brushRef="#br0" timeOffset="-170028.73">17604 12084 13469,'-11'34'-203,"1"1"1,-1-1 0,4-4-1,-1-1 1,-12 18 0,-2-5 0,5-20-1</inkml:trace>
  <inkml:trace contextRef="#ctx0" brushRef="#br0" timeOffset="-169809.73">17815 11737 9961,'-5'43'1092,"0"-1"0,31-9 0,11-4-2731,1 4 1,5-8 1443,4-18 0,0-14 1,-10-9-1,-10-8 1,-19-17-1</inkml:trace>
  <inkml:trace contextRef="#ctx0" brushRef="#br0" timeOffset="-169678.73">18098 11737 7533,'-22'13'655,"0"0"0,4 13 1,0 8-1,2 4 0,0-1-382,2-2 0,1 0 0,1 1 0,0 1 0,-2 6 0,0 3 0,1-2 0,3-3 0,5-6 0,-1-1 0,1 1 0</inkml:trace>
  <inkml:trace contextRef="#ctx0" brushRef="#br0" timeOffset="-169044.73">17321 11625 7533,'-17'-20'3276,"38"9"-2415,19 12-1446,-12 15 1,-7 7 1078,-21 4 1,-6 4-135,3-1 0,2 2-1999,3 2 1,4-4 1376,7-5 0,17-15 0,-5-2 0,-25 4 0</inkml:trace>
  <inkml:trace contextRef="#ctx0" brushRef="#br0" timeOffset="-168561.73">18221 11613 13379,'9'44'16,"1"0"0,-1 0 1,1 0-1,-1 0 1,1 0-1,-13 0 1,-4 0-1,-3 0 0,-2 0 1,0-2-1,3-1-16,2 1 0,2 0 0,-1-2 0,-2-2 0,-5-1 0,-12 6 0,-6-1 0,-1-4 0,4-10 0,7-12 0,-1 0 0</inkml:trace>
  <inkml:trace contextRef="#ctx0" brushRef="#br0" timeOffset="-167644.73">18521 12332 7533,'-20'11'3276,"36"3"-1638,15-1 0,8-1-1574,-6-6 1,1-2 0,1-1-1158,4 0 1,1-1 0,-3-1 436,6-1 1,-6-2-1,6-9 1,-27 4 0</inkml:trace>
  <inkml:trace contextRef="#ctx0" brushRef="#br0" timeOffset="-167478.73">18750 12183 11400,'-8'37'819,"0"1"0,0-2 0,-2 4 0,1 3-739,1 0 1,1 4 0,0 0-1,0-1-398,-1-4 0,1-1 0,1 0 1,1-2-1,3 8 0,2-2 1,2-5-1,3-4 0,0 0 0</inkml:trace>
  <inkml:trace contextRef="#ctx0" brushRef="#br0" timeOffset="-166844.73">19156 12146 7533,'0'-21'3276,"23"27"-1638,-14 26 0,-4 13-546,4-3 0,0 5 0,-1 3-989,-4-4 1,-2 4-1,-1 0 1,-1 0 31,0-1 0,-1 1 0,-2-1 0,0-2-68,-2-6 1,-1 0-1,0-3 1,-3-2-373,-7 15 1,-5-10-326,-1-17 1,-1-12 486,-13-30 23,36-10 0,10-10 0,2-2 240,1-3 0,4-1 0,2-3-313,-2 11 0,2-2 0,1-1 0,1 2 0,0 2-280,1 0 1,1 2 0,-1 2 0,1 1-548,4-1 1,-1 1 0,0 8 1019,-3 6 0,-1 8 0,11 15 0,-15 12 0</inkml:trace>
  <inkml:trace contextRef="#ctx0" brushRef="#br0" timeOffset="-166011.73">19632 12778 7533,'-18'-5'3276,"9"-2"-1515,9 0-1761,17 2 0,-5-1 0,4-1 0</inkml:trace>
  <inkml:trace contextRef="#ctx0" brushRef="#br0" timeOffset="-165344.73">19985 12407 7533,'-18'-21'3276,"8"21"-1638,5 21 0,3 11-584,3 5 0,2 4 0,0 4-1492,-1-1 1,-2 3 0,0 2 0,0 0 455,1-9 0,-1 2 0,0 0 0,0-1 0,-1-1 184,0 3 1,-2 0-1,2-3 1,4-8 294,7 1 0,4-16-677,8-46 0,3-23-360,-6 19 0,1-3 1,1-2-1,-1 0-116,-2 1 1,0-1-1,0-1 1,-1 1 0,1 4 273,4-6 1,-1 4 0,0 0-1,-3 3 1,-1 2 0,-1 4-1,10-4 1</inkml:trace>
  <inkml:trace contextRef="#ctx0" brushRef="#br0" timeOffset="-165044.73">20426 12245 7533,'-27'8'1638,"1"0"0,-11 24 0,19-2 0,10 2 355,32 11-2488,5-29 0,4-10-584,2-16 0,-1-9 629,0-2 0,-7-7 540,-16-11 0,-14 0-45,-13 20 0,-4 3-45,5-9 0,-1 9 0,-11 29 0,5 11 0,18-1 0,1 5 0,0 0 0</inkml:trace>
  <inkml:trace contextRef="#ctx0" brushRef="#br0" timeOffset="-164795.73">20726 12295 10321,'-36'23'819,"18"6"0,-2 11 0,2 6 0,0-2 0,1-1 0,2 1 0,1 2 0,-1 1-324,1-4 1,-1 2-1,1 1 1,2 0-1,4-1-1151,4-1 1,2 2-1,3-1 1,4-5 0,3-6 365,18 3 0,5-7 0,1 11 0,3-9 0,-2-29 0,0 0 0</inkml:trace>
  <inkml:trace contextRef="#ctx0" brushRef="#br0" timeOffset="-163494.73">20937 12518 7623,'-9'-19'3276,"-7"6"0,14 8-2632,2 10-285,33 2-988,-1 0-990,3 4 1439,-27 12 225,-22-4 0,-6 1 449,5 8 1,-1 0-180,-4-5 0,5 0-1305,15 24 451,19-21 269,9-1 450,-18 3 0,-28 4-855,1-13 0,-3 1-270,-3 4 1,1 0 585,-6 4-461,13 1 1,7-17 0,-2 0 0</inkml:trace>
  <inkml:trace contextRef="#ctx0" brushRef="#br0" timeOffset="-163295.73">21114 12877 10861,'0'25'2428,"-16"16"-5705,4 5 2769,-5-6 1,1-6 0,6-21-1</inkml:trace>
  <inkml:trace contextRef="#ctx0" brushRef="#br0" timeOffset="-163078.73">21273 12654 7533,'-16'14'3276,"12"20"-1638,1 0 0,6 3-507,11-4 1,7-3-1492,1-9 0,3-5-1279,13-4 1,1-7 982,2-16 1,-15 5-1,-3-2 1,-6-17 0</inkml:trace>
  <inkml:trace contextRef="#ctx0" brushRef="#br0" timeOffset="-162944.73">21484 12666 7533,'-43'9'3276,"6"19"-2184,21-1 0,2 8 0,1-1-681,-6 10 1,2 0-959,7 3 1,1-2 0,0-16 0,2-4 0,7 5 0</inkml:trace>
  <inkml:trace contextRef="#ctx0" brushRef="#br0" timeOffset="-162711.73">21625 12679 11311,'9'31'1092,"0"0"0,-3 11 0,-2 0 546,1-9 0,-2 1-1214,-8 6 1,-4 3-1,-1-3-1542,-2-1 1,-5-1 24,-8-1 1,-6 0 0,2-3 346,4-6 1,-3-4 745,-10-3 0,-6-1 0,5-3 0,11-3 0,1-1 0,-19 5 0,0 0 0</inkml:trace>
  <inkml:trace contextRef="#ctx0" brushRef="#br0" timeOffset="-162361.73">20920 12444 7803,'-19'32'546,"0"0"0,-1 1 0,1-1 0,1 7 0,1 0 0,1 6-118,5-8 0,-1 5 1,0 3-1,2 0 1,2-1-1,3-6-1031,3 12 0,5-5 0,1 0 603,0 4 0,1 1 0,8-10 0,11-15 0,5-7 0,-3-3 0,1 0 0</inkml:trace>
  <inkml:trace contextRef="#ctx0" brushRef="#br0" timeOffset="-161944.73">21696 12456 7533,'8'-33'3276,"-6"9"0,37 41-1638,-23 14 0,-1 4-1004,8-10 1,-1 4-6,-7 10 1,-5 7-1,-1 0-647,-4-10 1,-2 0 0,-2 2 287,1 7 0,-1 3 0,-4-1-240,-2 0 0,-3-1 0,-4 2-48,0-11 0,-3 2 0,-1 1 0,-1-2 0,0-4-792,-3 4 1,0-4-1,-2 2 315,-1 3 0,-3 4 1,1-1-1,-1-5 188,0-7 0,-1-4 1,1-2-1,-7 7 1,0-2-1,7-7 1,1-1-1,-1 1 0</inkml:trace>
  <inkml:trace contextRef="#ctx0" brushRef="#br0" timeOffset="-160828.73">21925 12282 7533,'-25'-23'3276,"13"13"0,20-6-2542,21 21-600,12 5 1,2 4-405,-19-5 1,-3 4 299,4 9 0,-1 8 0,-8-2 149,-12-4 1,-6 4 67,1 8 1,-1 8-1,-1 2 1,-1-5-113,-5 3 0,-1 4-682,4-9 1,1 8 0,-1 5 0,1 0 0,-1-1 0,0-7 549,0-4 1,0-5 0,-1 1 0,-1 6 153,1-4 0,0 6 1,-1 2-1,-1 3 1,1 0-1,-1-3 1,-1-2-1,1-6 359,-2 4 0,1-5 0,-3-2 0,-4 2-487,-2 0 1,-5 3 0,-3 1 0,0-1 0,0-6 0,4-7-610,-6 2 1,-4-8 579,-3-6 0,-7-1 0,-1-2 0,6-4 0,2-3 0,1-3 0,-2 3 0,0-1 0,0 0 0</inkml:trace>
  <inkml:trace contextRef="#ctx0" brushRef="#br0" timeOffset="-159778.73">6421 13509 0,'-20'0'3276,"-4"0"0,30 6-1638,24-4 0,13-3-1232,-6 1 1,4 1-1,2-2-406,3 0 0,3 0 0,0-1 0,-5-1 0,-2 0 0,-4-2 0,-2 1 0,7-2 0,0-1 0</inkml:trace>
  <inkml:trace contextRef="#ctx0" brushRef="#br0" timeOffset="-159594.73">6791 13212 7533,'-47'10'1092,"24"24"0,4 16 0,4-3 546,7-11 0,2 4-1287,1 1 0,0 9 1,-1 4-1,2-2 1,1-5-352,1 5 0,2-5 0,2 2 0,1-8 0,0 1 0,2 0 0,0-1 0,1 7 0,1-1 0,-1 0 0</inkml:trace>
  <inkml:trace contextRef="#ctx0" brushRef="#br0" timeOffset="-159042.73">7338 13175 7533,'-20'-28'1638,"10"56"0,5 16 0,7-18 0,3 4-1590,-3 5 1,-3 8 0,1 3 0,0 1 0,1-5-109,4 4 0,1-4 0,-1 7-75,-3-5 0,-2 6 0,0 3 0,-1 0 0,1-3 0,1-5-223,1 7 1,1-6-1,0 2 358,-1 2 0,0 6 0,0-7 0,0-16 0,0-17 0,5-20 0</inkml:trace>
  <inkml:trace contextRef="#ctx0" brushRef="#br0" timeOffset="-158792.73">7355 13249 7533,'18'-24'819,"0"0"0,17 7 0,10 5 0,-4 13 273,-9 23 0,-5 14 0,2-3-788,8-15 1,1-3-1,-15 8-462,-22 15 1,-15 10 0,-8 2 0,-1-11-233,1-14 0,-2-6 0,-3 1 390,-7 4 0,-5 2 0,0-2 0,10-7 0,-2 1 0,9-16 0</inkml:trace>
  <inkml:trace contextRef="#ctx0" brushRef="#br0" timeOffset="-158478.73">8220 12976 7533,'-20'35'327,"0"0"1,-1 0 0,1-1-1,5 4 1,-1 4 0,1 4-1,0 1 1,0-1 0,2-1-1,0-4 492,-3 7 0,2-4 0,1 0 0,4 7-410,4-8 1,2 6-1,1 3 1,2 2-1,2 0 1,1-3 0,1-4-1,2-7-1106,4 1 0,3-6 0,1-3 0,4 2 697,3 1 0,2 3 0,3-1 0,1-5 0,-2-9 0,12-6 0,0-9 0,-3-3 0,-1 1 0</inkml:trace>
  <inkml:trace contextRef="#ctx0" brushRef="#br0" timeOffset="-157078.73">8573 13373 7533,'-38'0'3276,"21"0"-1638,38-7 0,14-2-2171,-4 4 1,1 0 397,9-9 0,-9 10 495,-32 53 359,-16-13 1,-2 3-810,10 10 0,3 0 135,-8-10 0,10-5 45,39-8 0,-1-1 404,-45 3 1,-10 4-2134,8 12 1,-1 2 1464,-11-5 1,-5-2 0,-6-5-1,7-4 1,18-6 0</inkml:trace>
  <inkml:trace contextRef="#ctx0" brushRef="#br0" timeOffset="-156828.73">9049 13980 9691,'17'-1'3276,"-15"46"-4599,-17-14 0,-3 1 1323,10 1 0,-2 0 0,-12-7 0,5-7 0,17-13 0</inkml:trace>
  <inkml:trace contextRef="#ctx0" brushRef="#br0" timeOffset="-156444.73">9243 13299 7533,'10'-21'3276,"21"-1"-1811,7 15 0,0 13-2365,-13 19 1,-8 10 1888,-11 13 1,-5 3-451,2-16 1,0 0 0,-1-1-900,-1 13 1,4-2 403,12-6 1,5-5 90,2-14 0,-9 1-855,-24 13 1,-16 7 0,-1-6 719,0-7 0,-1-4 0,-8 5 0,3-5 0,7-7 0</inkml:trace>
  <inkml:trace contextRef="#ctx0" brushRef="#br0" timeOffset="-156178.73">9719 13224 7533,'28'19'546,"0"0"0,0 0 0,-11 16 0,-7 10 0,-4 4 0,-1 1 0,-3-10 0,-2 2 0,-1 1 0,-2 0 0,0 0 0,0-1-663,0 4 0,1-1 1,-2 0-1,-4-2 1,-7-1 116,-5-5 0,-8 2 0,-3-2 0,-1-2 0,1-6 0,5-5 0,-6-3 0,-1-4 0,0 3 0,0 0 0,1 0 0,-1 0 0</inkml:trace>
  <inkml:trace contextRef="#ctx0" brushRef="#br0" timeOffset="-155878.73">8608 13113 7533,'-37'-10'655,"18"30"0,1 16 1,0 12-1,3 4 0,4-1-187,6-7 0,5 4 0,3 3 0,1 0 0,0 1 0,-1-1 0,-2-1-937,-4-5 1,-3 1 0,0-2 0,-1 1 0,3-1 0,2 0 0,6 0 406,6 5 1,5 4-1,3 0 1,3-1 0,1-6-1,1-7 1,0-11 0,18-4-1,4-12 1,3 1 0,-1 0-1,1 1 1</inkml:trace>
  <inkml:trace contextRef="#ctx0" brushRef="#br0" timeOffset="-155310.73">10266 13039 7533,'-10'45'468,"0"0"0,5-7 0,1 7 0,0 4 0,0 3 0,1 0 0,0-1 0,0-7 0,1 0 0,1 1 0,-1 1 0,1-1 0,0 0 0,1 1-641,0 1 0,0 1 0,1 0 0,1 0 0,-1-1 0,0-1 0,0-1 0,-1 2 0,-1 2 0,0-2 0,1-2 0,1-6 0,4-7 0,7-3 0,1 0 0</inkml:trace>
  <inkml:trace contextRef="#ctx0" brushRef="#br0" timeOffset="-154478.73">10619 13435 7533,'13'-21'3276,"17"5"-1638,12 20 0,2 8-2973,1 9 1514,-38 9 1,-9 11 0,-3-3 674,-6-2 1,0-1-1485,14 14 1,8-1 269,10-14 1,-1-2 44,-12 2 0,-8 1 315,-4 6 0,-9-1 0,-22-3 0,-1-5 0,14 1 0</inkml:trace>
  <inkml:trace contextRef="#ctx0" brushRef="#br0" timeOffset="-154278.73">11113 13869 9332,'0'27'599,"1"1"1,-15 15 0,-5-2-600,11-17 0,-1-1 0,-15 9 0,0-8 0,15-18 0</inkml:trace>
  <inkml:trace contextRef="#ctx0" brushRef="#br0" timeOffset="-153878.73">11359 13299 14279,'47'-7'-390,"-1"0"0,-23 27 1,-7 9 1243,-11 15 1,-2 5-376,5-15 1,3 0 0,-5 0-840,-13 11 0,0-2-944,25-3 0,-4-2-335,-39 3 1,-9-2 1489,17-2 0,-3-4 1,-11-8-1,-6-3 0,11-14 1,16-14-1</inkml:trace>
  <inkml:trace contextRef="#ctx0" brushRef="#br0" timeOffset="-153629.73">11818 13137 9422,'18'33'1092,"-1"1"0,-6-11 0,-2 2 0,-1 12 0,-3 7 0,-2 0 0,-6-3 0,-3 0 0,-1 3-1164,0-1 1,-1 3-1,-1 1 1,-2-2-626,-2 0 0,-2-1 0,-1 0 0,-3-3-123,-2-4 1,-3-1 0,-2-3 0,1-1 653,-5 2 0,-1-2 1,0-5-1,2-6 1,-1-3-1,1-3 0,-6-3 1,1-1-1</inkml:trace>
  <inkml:trace contextRef="#ctx0" brushRef="#br0" timeOffset="-153394.73">10777 13125 7533,'-24'38'273,"-1"0"0,0 0 0,0 1 0,0-1 0,0 0 0,16 5 0,3 4 0,5 2 0,2 1 0,3 0 0,1-2 0,1-3-69,2-3 1,1 0 0,3-2 0,1-1-1,2 0 1,1 0 0,4 6 0,2 2 0,2 1-1,1-4 1,2-7 0,0-10 0,9-18 0,0 1-1,0 0 1</inkml:trace>
  <inkml:trace contextRef="#ctx0" brushRef="#br0" timeOffset="-152978.73">12065 14005 11580,'-8'25'655,"-9"22"0,-3-17 1,7-6-1,0-1 0</inkml:trace>
  <inkml:trace contextRef="#ctx0" brushRef="#br0" timeOffset="-152545.73">12347 13224 7533,'-29'5'3276,"60"3"-1901,-2-6 0,3-1-3014,13-1 1,0-3-1,-10-5 1,-9-4 457,-16 0 1181,-38 7 0,2 12 0,-3 7 1638,-7 7 0,2 8-546,13 1 0,3 6 0,2 3-273,1-3 0,2 3 0,0 1 0,3 0 0,2 3 0,3 1 0,1-1 0,1 0-338,0 8 0,2-2 0,5-4-1574,6-9 1,5-4 0,3-9-547,13-11 1,3-11 1091,-5-9 1,-1-6 0,-1-4 0,-5-3 0,-4-15 0</inkml:trace>
  <inkml:trace contextRef="#ctx0" brushRef="#br0" timeOffset="-152361.73">12347 13633 7533,'22'0'3276,"-7"-5"-2621,28-6 1,5-2-656,-3-3 0,-11-1 0,-2 0 0,-6-3 0</inkml:trace>
  <inkml:trace contextRef="#ctx0" brushRef="#br0" timeOffset="-151909.73">12682 12964 7533,'-9'-34'1638,"28"50"0,9 17 0,-9 0 0,-1 8-983,-4-6 0,3 6 1,-1 3-1,-3 1 0,-5-3-347,-6 4 1,-6 0 0,-2-1 0,1 1-965,2-4 1,1 0-1,-1 1 1,-1-2 0,-2-2-438,-7 11 1,-3-3 0,2-6 186,6-6 1,0-4 4181,-7 12-2414,11-38-862,-20 30-810,22-16-2248,-6 11 3058,8-4 0,-7-7 0,-3-7 0</inkml:trace>
  <inkml:trace contextRef="#ctx0" brushRef="#br0" timeOffset="-151209.73">12735 13026 7533,'0'-25'3276,"0"56"-1638,7-3 0,2 10-983,-3 0 0,0 8 1,-1 6-1,1 0 0,-2-3-405,0-7 1,0-1 0,-1 0 0,-1 0 0,-1 3-656,0 1 0,-1 4 0,0 0 1,-1 0-1,-3-2 0,-2-2-207,-3-4 0,-2-1 1,-2-2-1,-2-1 1,1-2 611,-4 3 0,0-3 0,-1-1 0,-1-2 0,-3 3 0,-1-2 0,1-3 0,-3 0 0,1-1 0</inkml:trace>
  <inkml:trace contextRef="#ctx0" brushRef="#br0" timeOffset="-150361.73">13353 13596 7263,'27'-7'0,"1"6"0,1 2 0,4 6 0,-3 0 0,-1-1 0</inkml:trace>
  <inkml:trace contextRef="#ctx0" brushRef="#br0" timeOffset="-150211.73">14658 13695 7533,'43'8'15,"0"0"0,-13-4 0,-1 3 0,4 10 0,1 1 0</inkml:trace>
  <inkml:trace contextRef="#ctx0" brushRef="#br0" timeOffset="-150061.73">16369 13993 7533,'36'5'0,"0"1"0,0-1 0,9 1 0,-2 3 0,-9 6 0,0 1 0</inkml:trace>
  <inkml:trace contextRef="#ctx0" brushRef="#br0" timeOffset="-149911.73">17974 14340 7533,'40'-9'131,"-1"0"0,1 0 1,0 0-1,4 5 1,2 1-1,-2 3 1,-6 3-1,-1 7 1,-3 3-1,-3 1 1,-1 0-1,1 0 1</inkml:trace>
  <inkml:trace contextRef="#ctx0" brushRef="#br0" timeOffset="-149778.73">20020 14551 2795,'38'-9'117,"1"0"1,-4 9 0,5 4-1,0 2 1,-3-2 0,-2-3-1,-3 0 1,1 2 0,4 6-1,0 0 1,0 0 0,-1 0 0</inkml:trace>
  <inkml:trace contextRef="#ctx0" brushRef="#br0" timeOffset="-149628.73">21273 14724 7533,'36'-14'1092,"0"0"0,-6 5 0,3 1-574,3 1 0,4 2 1,-5 3-1,14 6 1,-9 26-1</inkml:trace>
  <inkml:trace contextRef="#ctx0" brushRef="#br0" timeOffset="-148878.73">6368 15319 7533,'2'-5'3276,"-10"-2"-2924,25-2 0,24-2 0,13-1 1,2 0-1,-11-1-352,1-3 0,-5-1 0,4-1 0,-5 5 0,4-1 0,1 0 0,-3 0 0,-6 0 0,9-9 0,-1 0 0</inkml:trace>
  <inkml:trace contextRef="#ctx0" brushRef="#br0" timeOffset="-148709.73">6756 14885 7533,'-20'11'1638,"6"29"0,5 11 0,3-10 0,2 6-1935,1-11 1,1 6-1,0 3 1,0 1 0,1-2-1,1-6-543,1 4 1,2-5 0,1 4 533,-2-2 0,1 6 0,0 0 0,2-3 1,1-8 151,7-1 0,2-4 0,1 10 0,1-1 0,-3-13 0,0 0 0</inkml:trace>
  <inkml:trace contextRef="#ctx0" brushRef="#br0" timeOffset="-148178.73">7497 15071 7533,'-28'-10'1092,"22"42"0,8 25 0,0-5 546,-5-15 0,2 3-1646,4-1 1,1 9 0,3 4 0,-1 1 0,1-3 0,-2-9-281,-1-5 0,-1-4 0,1 1 108,2 7 0,0 4 0,1-1 0,0-4-1459,3 10 1,-3-8 818,-5 2 1,4-10 0,-14-40 0</inkml:trace>
  <inkml:trace contextRef="#ctx0" brushRef="#br0" timeOffset="-147961.73">7514 15047 7533,'44'5'819,"0"1"0,-1-1 0,2 1 0,-9 10-860,-18 22 1,-8 13-1,-7-5-724,-3-10 1,-12-2 764,-9-8 0,-11 2 0,-6 1 0,-3-1 0,3-2 0,7-4 0,1-2 0,4-3 0,-3 2 0,-10 6 0,0 0 0,0-1 0,0 1 0</inkml:trace>
  <inkml:trace contextRef="#ctx0" brushRef="#br1" timeOffset="-144359.73">8326 14910 8162,'-34'29'3059,"13"-2"-2240,6 7 0,-1 12 0,1 4 0,4-5-186,4-7 0,2-3 1,1 7-596,0-5 1,-1 6-1,1 3 1,-1 2-1,2-1 1,1-4-1,2-6-248,3 6 0,2-7 1,4 2-489,2 5 1,3 5 0,2-5 0,2-11-472,6-15 0,3-7 1169,4 3 0,-1-4 0,11-14 0,-14-2 0</inkml:trace>
  <inkml:trace contextRef="#ctx0" brushRef="#br1" timeOffset="-143161.73">8696 15133 7533,'-10'0'3276,"18"0"-1638,22 7 0,7 8-507,-1 11 1,-2 3-1447,3-4 0,-9 7-505,-26 2 1,-10 10 0,-6 0 0,1-7 691,-6 2 1,-4-2 946,-2 0 0,-7 6 0,6-2 0,19-12-678,34-14 0,5-3-3418,-20 18 2894,26-29 0,16-13 0,-11 0 1,-14-2-1,4 5 0,-1 0 1</inkml:trace>
  <inkml:trace contextRef="#ctx0" brushRef="#br1" timeOffset="-142975.73">9190 15567 11940,'0'14'3276,"0"24"-3205,-11-12 0,-2-1-1330,0 19 1259,-7-19 0,-2-10 0,3-22 0,-7-12 0</inkml:trace>
  <inkml:trace contextRef="#ctx0" brushRef="#br1" timeOffset="-142594.73">9349 15096 11221,'19'-13'1638,"19"1"0,3 7-417,-10 24-1581,2-13 0,-7 6 270,-28 17 0,-14 10 1,0-2 1213,3-4 0,-1 1-555,-1 0 1,0 2 0,4-5-570,5 2 450,45-6-405,-10-19 0,-3 2-450,-14 20 0,-4 5 315,8-12 1,-7 1-1004,-24 8 1,-16 5 0,3-9-2185,-8-2 3040,6-2 1,4-9 0,16-21-1,2 0 1</inkml:trace>
  <inkml:trace contextRef="#ctx0" brushRef="#br1" timeOffset="-142375.73">9772 15047 7533,'27'0'1092,"-8"20"0,0 13 0,-8 7-546,-8-5 0,-6 5 0,-3 4 0,-4 2 0,-1 0 0,-1-2-364,-3 0 0,-3 1 0,-2-1 0,-1 1 0,-1-1 0,3 1 0,1 1 0,1 3 0,1-1 0,-2-1 0,-1-4 0,-5-5 0,-9-12 0,1 0 0,-1 0 0,1 0 0,-1 0 0</inkml:trace>
  <inkml:trace contextRef="#ctx0" brushRef="#br1" timeOffset="-142094.73">8784 14885 2110,'-17'0'1638,"-4"26"0,0 20-1170,10-15 0,0 7 0,0 5 0,0 3 0,3 2 0,1-1 0,4-1-497,3 0 1,5 0 0,3 1 0,1 0-1,-1 1 1,0-1 0,-3 1-85,-5 1 1,-2 2-1,-3 0 1,1-1-1,2-1 1,5-3 0,5-3-1,9 3 1,7 0-1,4-5 1,0-7-1,-2-11 1,6-18 0,-1 0-1</inkml:trace>
  <inkml:trace contextRef="#ctx0" brushRef="#br1" timeOffset="-141478.73">10513 14910 7533,'-14'28'546,"0"1"0,9 6 0,2 8 0,2 6 0,1 2 0,0-1-354,-2-3 1,1 1 0,-1 2-1,1 0 1,1-1 0,0 1 0,0-2-1,2 2 1,-1-1 0,1 0 0,0-2-1,-1-3 1,-1 3 0,0 0 0,0 0-1,0-1 1</inkml:trace>
  <inkml:trace contextRef="#ctx0" brushRef="#br1" timeOffset="-140278.73">11448 15418 0,'-18'-11'0,"8"3"1602,10 1-2051,18 3 449,25 15 0,4-10 0,-17 2 0,1 0 0</inkml:trace>
  <inkml:trace contextRef="#ctx0" brushRef="#br1" timeOffset="-140111.73">12559 15431 7533,'23'-10'344,"1"-1"1,1 4 0,-1 3 0,11 11 0,10 5 0</inkml:trace>
  <inkml:trace contextRef="#ctx0" brushRef="#br1" timeOffset="-139991.73">13335 15517 7533,'28'4'0,"1"-1"0,20 3 0</inkml:trace>
  <inkml:trace contextRef="#ctx0" brushRef="#br1" timeOffset="-139858.73">13970 15604 7533,'27'4'0,"-1"4"0</inkml:trace>
  <inkml:trace contextRef="#ctx0" brushRef="#br1" timeOffset="-137661.73">13212 13001 7533,'-38'0'1709,"13"0"-810,17 0 181,8 0 179,23-11-989,23-2-990,-8-3 1,4 1 719,-5 7 0,0 1 0,-1-4 0,-3 0 0,10 4 0</inkml:trace>
  <inkml:trace contextRef="#ctx0" brushRef="#br1" timeOffset="-137442.73">13335 12952 7533,'-21'36'409,"0"-1"1,0 1-1,6 0 1,0 5-1,0 3 1,1 2 0,1 1-1,1-2 137,1 1 0,2 1 0,1 1 0,0-1 0,1 1 0,-1 0-34,-1-1 0,-2 2 0,0 0 0,2-2 0,4 0 0,7-3-1168,7 5 1,6 0-1,4-2 1,3-8 0,1-11 245,15-9 0,4-11 1,-1 3-1,2-1 1,-5-8-1,-10-17 0,1 0 1</inkml:trace>
  <inkml:trace contextRef="#ctx0" brushRef="#br1" timeOffset="-136809.73">13688 13262 7533,'-18'27'1092,"1"-1"0,5 12 0,4 5-787,3-7 0,0 5 1,2 1-1,0 1-440,2 6 0,2 2 0,0-1 0,-2-9-765,-3 4 1,0-21-989,10-72 1798,-3 10 0,-1-8 0,3-4-182,1 12 1,1-5-1,1-2 1,1 0-1,1 2 1,1 5 540,5-11 1,2 4 0,5 4 289,6 2 1,5 2 0,-3 7-290,-5 5 0,-1 13-45,2 28 0,-5 15-405,-14 1 0,-8 6-120,-6-4 0,-5 2 1,-4 0 508,-6 2 1,-5-1 0,3 1 882,7-5 0,3-1 0,3 3 0,0 9 0,4 3 0,8-3-2185,7-8 1,6-3 0,4 0 757,10 8 0,5-1 0,-5-4 1,-8 1-1,-1-6 0,5-10 0,-1-1 1</inkml:trace>
  <inkml:trace contextRef="#ctx0" brushRef="#br1" timeOffset="-136042.73">13141 14910 7533,'-20'-13'3276,"60"-4"-1638,-9 2 0,6-1-2473,2 5 0,4 0 0,-1 1 366,-8-1 1,0 0 0,-2 1 0,5 0 0,-4 2 0,8 2 0</inkml:trace>
  <inkml:trace contextRef="#ctx0" brushRef="#br1" timeOffset="-135791.73">13300 14898 7533,'-18'29'655,"0"1"0,6 8 1,0 9-1,2 5 0,1 2-187,3-12 0,1 3 0,0 1 0,1 2 0,0 0 0,1 0 0,1-2-452,0 3 1,0 0-1,1 0 1,1-1-1,1 0 1,1 1-32,0 1 0,0 3 0,0 0 0,4-2 0,3-7 0,7-9-258,19-2 1,9-11-1,-3-4 1,-3-1 0,0-7-1,-3-10 1,1 0 0,-1 0-1</inkml:trace>
  <inkml:trace contextRef="#ctx0" brushRef="#br1" timeOffset="-135161.73">12718 14811 7533,'-10'18'1638,"11"17"0,6 10-871,1-7 0,2 2 0,-1 4-1103,-2-7 1,-1 2-1,0 2 1,0 1 0,-1-1 352,0 2 1,1-1 0,0 1 0,-4 2 0,-4 1-481,-4-4 1,-5 2-1,-2 2 1,-2 0-1,-1-1 1,2-2-1,1-3 463,0 6 0,1-4 0,-1-1 0,-4 0 0,-3 0 0,-4 3 0,-2-1 0,2-6 0,2-8 0,1-8 0,-1 0 0</inkml:trace>
  <inkml:trace contextRef="#ctx0" brushRef="#br1" timeOffset="-134378.73">13670 15183 7533,'-17'-32'3276,"15"29"0,4 41-2192,1 2 0,1 11 0,-2 1-1473,-2-10 0,-2 0 0,0 2 0,-2 0 434,1 5 0,-2 2 0,-1-1 0,1-4-45,-1-2 0,-1-2 0,0-5-45,-2 7 0,3-13-889,6-27-1225,0-35 1709,0-12-370,3 12 1,4-7 0,0-2 0,-1 0 500,-1-2 1,-1-1 0,1-1 0,3-1 336,1 3 0,3-2 0,1-1 0,0 0 0,-2 2 296,1-6 1,-2 0 0,2 2 0,1 5 464,5-1 1,1 4 0,5 12 74,21 15 1,-5 21-1305,-31 20 0,-10 14 1,-2 0 89,6-3 0,-1 0 0,-7 2 477,-8 1 1,-7 1-1,-4 0 1,-1-7 451,-5-5 1,-2-5 0,6 1 1068,3 12 0,15 3-602,20-7 1,14 1 0,2-2-2130,1 1 1,3-3 0,1 1 682,-4-8 0,1-1 1,-1 0-1,-1-3 1,11 10-1,-6-6 0,-5-1 1</inkml:trace>
  <inkml:trace contextRef="#ctx0" brushRef="#br1" timeOffset="-133394.73">14376 13162 7533,'0'-20'1092,"-12"42"0,-7 27 0,3 1 0,6-15 0,2 0 0,-2 7-1319,1-7 0,-3 6 0,-2 4 0,1 1 0,1 1 0,3-3 0,4-2-7,4 1 0,4-1 0,2-1 0,1-1 0,-2 0-13,-3 8 1,-1 0 0,1-2 0,7-5-1,11 1 1,5-4 0,2-9 0,0-14-1,1 1 1</inkml:trace>
  <inkml:trace contextRef="#ctx0" brushRef="#br1" timeOffset="-132775.73">18080 13621 7533,'8'-10'3276,"2"52"-2184,-4-11 0,0 6 0,-1 2-903,-2 2 0,-1 3 1,-2 1-1,-3 0-414,-2-1 0,-1 0 1,-4 1-1,-2 1-322,-1-7 1,-2 3 0,-2 0 0,-1 0 0,-2-1 0,-1-3 350,-4 0 1,-3-3 0,-1-1 0,0 0 0,1 0 0,2 0 0,0 1 0,0 0 0,0-3 0,0-2 0,-10 3-1,1 0 1,-1 0 0</inkml:trace>
  <inkml:trace contextRef="#ctx0" brushRef="#br1" timeOffset="-131161.73">14993 13745 7533,'-20'-7'-720,"36"7"64,8 7 1,1-1-1,1 0 1,9 7 0</inkml:trace>
  <inkml:trace contextRef="#ctx0" brushRef="#br1" timeOffset="-130995.73">15769 13819 12840,'18'-7'-338,"15"2"1,-3 5 0,13 0-1</inkml:trace>
  <inkml:trace contextRef="#ctx0" brushRef="#br1" timeOffset="-130845.73">16157 13906 7533,'18'14'1259,"7"-3"-1259,18-11 0,-11 0 0,9 0 0</inkml:trace>
  <inkml:trace contextRef="#ctx0" brushRef="#br1" timeOffset="-130761.73">16369 13943 8342,'2'7'247,"4"-1"1,-14-1-1,8 2 1</inkml:trace>
  <inkml:trace contextRef="#ctx0" brushRef="#br1" timeOffset="-130125.73">17074 13832 5824,'-27'0'0,"9"-6"0,3 5 0,5-5 0</inkml:trace>
  <inkml:trace contextRef="#ctx0" brushRef="#br1" timeOffset="-129792.73">17127 13547 7892,'-17'-26'3059,"-1"8"-2250,8 12-269,-13 23 449,11 9-240,-2 4 1,-3 8 0,-1 4-1341,2 1 1,0 3-1,0 3 1,1 0 967,3-7 1,0 0 0,0 0 0,1 1-1,-1 0-305,1 1 0,0 0 0,0 0 0,1-1 0,3-3 289,-2 8 0,2-4 1,7-3-1455,7-6 1,4-2 0,2-4 623,5 0 1,3-4 0,6-2 0,1-5 0,-2-12 0,-1-1 0</inkml:trace>
  <inkml:trace contextRef="#ctx0" brushRef="#br1" timeOffset="-129144.73">17339 13720 7533,'-29'-26'3276,"-3"8"0,62 18-3352,-15 7-284,14-2 0,1 2-449,0 11 359,3 1 810,-48 12 0,-19 10 0,6-5 89,15 4-509,-6-5 0,-2 7 0,14-13-209,32-15 313,4-3 1,1 1 135,-3 2 90,-9 9-270,-34 13-450,0-11 1,-5 1 449,-10 9 0,-1-1 0,12-10 0,1-1 0,4-4 0,-1 1 0</inkml:trace>
  <inkml:trace contextRef="#ctx0" brushRef="#br1" timeOffset="-128942.73">17533 14266 7533,'-8'41'1638,"-10"-15"0,-5-1-443,7-4 0,-1-1-2834,-12 6 1,-1-6 818,3-12 1,1-3 0,8-12 0</inkml:trace>
  <inkml:trace contextRef="#ctx0" brushRef="#br1" timeOffset="-128544.73">17692 13794 9332,'-2'-13'1638,"23"5"0,7 5 33,-7 3-2031,14 0 0,-7 5-809,-34 19 944,-5-3 0,-3 2 405,-10 18 315,-1-15 0,1 0 494,12 12-989,5-16 0,24 5-270,3-20 90,5 11 180,-31 18 0,3-7-990,-22 0 1,-7-1 442,11-9 1,1-3 0,-7 1 0,1-3 0,-8 3 0</inkml:trace>
  <inkml:trace contextRef="#ctx0" brushRef="#br1" timeOffset="-128275.73">17903 13609 7533,'18'-14'3276,"-8"19"-1638,4 18 0,-5 14-983,-9-1 0,-8 10 1,-3 5-1,-1 1 0,0-3-264,2-6 0,0 0 0,-1-1 0,-2 1 0,-1 2-860,0-6 1,-2 3 0,-1 1 0,0-1 0,-1-1 0,0-2 0,0-4 140,-5 5 0,1-4 0,-1-3 1,-1-3-1,-4-2 0,-1-3 1,3-3-1,4 1 0,-1-1 1</inkml:trace>
  <inkml:trace contextRef="#ctx0" brushRef="#br1" timeOffset="-127228.73">14499 14984 7533,'-20'36'546,"0"0"0,0 0 0,0 0 0,0-1 0,-6 1 0,3 4-241,13-7 1,-1 10-1,1 6 1,0 5 0,2 1-1,0 0 1,1-3 0,2-7-1,2-8-928,-1 3 1,3-7-1,6 4 623,3 6 0,6 9 0,2 4 0,3-3 0,1-8 0,-1-14 0,6-12 0,5-8 0,11 7 0,0 1 0,0-1 0</inkml:trace>
  <inkml:trace contextRef="#ctx0" brushRef="#br1" timeOffset="-126828.73">15028 15691 7533,'-2'-14'299,"4"9"1,16 11 0</inkml:trace>
  <inkml:trace contextRef="#ctx0" brushRef="#br1" timeOffset="-126661.73">15487 15678 9512,'18'0'-240,"-1"6"0,1 1 0</inkml:trace>
  <inkml:trace contextRef="#ctx0" brushRef="#br1" timeOffset="-126528.73">15893 15765 9512,'7'-19'149,"3"7"1,8 6 0</inkml:trace>
  <inkml:trace contextRef="#ctx0" brushRef="#br1" timeOffset="-125611.73">16863 15331 7533,'-35'6'1092,"14"17"0,1 11 0,2-2 373,0-4 0,2 5-1623,6-2 1,-1 8 0,-1 8 0,0 3-1,2 1 1,1-2 0,3-4 0,4-7-743,6 10 1,6-7-1,-1 5 900,-6-4 0,-4 8 0,1 3 0,0-3 0,5-7 0,6-13 0,19-6 0,5-13 0,-6-12 0,1 0 0</inkml:trace>
  <inkml:trace contextRef="#ctx0" brushRef="#br1" timeOffset="-124645.73">17092 15505 7533,'-20'-7'3276,"-3"2"0,37 10-2722,5 2-375,6-3 1,3-1-720,0-1 1,-1 1-1,18 8 810,-12 3 450,-23 16-360,-2-9-270,-8 8-180,-8 1 45,-6-6 0,-5 2 269,-7 8 1,-3 1 494,5-10 1,-1 0 0,2 0 89,-7 11 1,5-3-495,8-9 0,8-4 45,19 4-180,17-19-1485,5-4 1,3-2-335,-2-1 1,1-1 1164,-2 2 1,0 1 0,-2-1 0,-3 2 0,1 5 0</inkml:trace>
  <inkml:trace contextRef="#ctx0" brushRef="#br1" timeOffset="-124428.73">17480 16063 15898,'-20'39'-469,"-1"0"1,6-13 0,-1-2 0,-6 2 0,1-5 0,-5-10 0</inkml:trace>
  <inkml:trace contextRef="#ctx0" brushRef="#br1" timeOffset="-124026.73">17639 15604 7533,'16'-14'3276,"11"3"-1638,-3 19 0,-3 6-2973,-7 19 1964,-13-3 1,-6 2 44,-12-2 1,-3-2 269,3 0 1,6-1-675,11 5-1035,21-13 1,1 2 449,-13 2 0,-8 4-1324,-10 13 1,-9 1 1163,-3-12 0,-5-2 411,-12 5 0,1-7 0,12-18 0,7-2 0</inkml:trace>
  <inkml:trace contextRef="#ctx0" brushRef="#br1" timeOffset="-123592.73">17939 15369 7533,'-10'-7'3276,"18"23"-2184,3 16 0,2 13 0,-2 0 0,-3-5 0,-2 1 0,-4 6-1639,-3-6 1,-2 6 0,-2 2 0,-2 1 0,-1-2 0,-2-5-274,-3 0 1,-2-5 0,-2 0 0,0 0 409,-2 5 0,-1 3 1,-1-4-1,0-8 1,-8-3-1,2-10 0,-1-3 1</inkml:trace>
  <inkml:trace contextRef="#ctx0" brushRef="#br1" timeOffset="-122978.73">18133 15208 7533,'13'36'546,"-1"1"0,-6-3 0,-2 5 0,-1 4 0,-2 3 0,-3-1-78,-2-4 0,-2 1 0,-1 1 0,-2 1 0,-1 0 0,1 1 0,-1-2-937,1 1 1,0-1 0,0 1 0,-1 0 0,-1-1 0,0 0 0,-2-1 383,-4 7 0,-1 0 0,-2 0 0,-1-3 0,1-3 0,0-6 0,-6 3 0,-1-7 0,2-4 0,-1-2 0,1 0 0</inkml:trace>
  <inkml:trace contextRef="#ctx0" brushRef="#br1" timeOffset="-122095.73">18556 14204 8432,'-12'11'3276,"30"-3"-3610,10 0 1,7-4 333,13-7 0,2-5 0,-15 4 0,-2-1 0,0-7 0,-1 0 0</inkml:trace>
  <inkml:trace contextRef="#ctx0" brushRef="#br1" timeOffset="-121911.73">18821 13906 7533,'-26'28'819,"1"0"0,8 2 0,2 4 0,0 3 0,-1 2 0,-1 4 0,2 1 0,2-1-1147,3-1 0,3 1 0,1-1 1,0 0-1,-3 7 0,0-1 1,3-4-1,6 4 0,0-1 1</inkml:trace>
  <inkml:trace contextRef="#ctx0" brushRef="#br1" timeOffset="-121411.73">19350 14302 3026,'-20'-12'-90,"5"11"90,38-3 0,-1 9 0,21-5 0</inkml:trace>
  <inkml:trace contextRef="#ctx0" brushRef="#br1" timeOffset="-116294.73">19121 13968 6903,'19'-14'3276,"5"9"-2144,-15 28-368,-4 9 1,0 2-675,3-8 0,0 1-226,-4 8 0,-1 6 0,0-3 271,2-4 0,0 1-16,-2-3 1,0 3 0,-2 1-180,-2 6 0,-2 1 1,0-3 14,-1 6 0,-2-1-15,-1-8 0,-2 0 0,-1-3 12,-2-1 1,-3-6-133,-13 1 0,11-12-270,10-38 1,6-12 179,17-7-72,-9 3 1,1-7 0,4 1 401,8 3 0,4 2 0,1-2-220,-5 3 0,0-1 0,1 0 0,0 2 160,4-6 0,-1 3 0,1 2-300,0 3 0,0 2 0,0 7-1135,2 7 1,-1 5 1434,-3-2 0,1 3 0,19 6 0,-18 2 0</inkml:trace>
  <inkml:trace contextRef="#ctx0" brushRef="#br1" timeOffset="-115811.73">18486 15988 7533,'-28'-5'3276,"10"4"-2145,18-5-681,34-5-540,5 3-630,-2-6 1,2-1 719,-5 5 0,-3-1 0,-6-1 0,-3-1 0,10-4 0</inkml:trace>
  <inkml:trace contextRef="#ctx0" brushRef="#br1" timeOffset="-115628.73">18627 15753 10321,'-10'29'929,"0"0"1,-3 10 0,3 4-2023,7-2 1,4 2 0,-1-1 545,-5 3 1,2-2 0,5 0 0,4-6 0,3-12 0</inkml:trace>
  <inkml:trace contextRef="#ctx0" brushRef="#br1" timeOffset="-115295.73">18997 15691 7533,'-10'-3'3276,"2"33"-1638,7 11 0,2 5-1451,-1-8 0,0 1-1022,3 4 1,0 3 0,-1-3 744,-1-1 0,0-2 60,2-3 0,0 2 0,-1 0-330,-3-1 0,-2 0 0,-1-3 315,0 0 0,-2-2 346,-5 9 0,-3-15-211,2-29 90,-3-24-90,14-8 0,9-7 45,3 5 0,4-5 0,1 0 0,-1 4-599,-3 4 1,-1 3 0,3-1 328,4-4 0,2-3 0,2 1 0,1 5 135,4 6 0,3 5 0,-3 0 0,0-4 0,1 1 0,-1 5 0,1-1 0,-1 1 0</inkml:trace>
  <inkml:trace contextRef="#ctx0" brushRef="#br1" timeOffset="-114711.73">19932 13782 7533,'0'-27'2428,"0"5"271,0 55-1830,-2-5 1,0 7-1,-2 4-312,0-1 1,-1 6 0,0 1 0,-1 1 0,1-3-1139,-1-1 0,1-1 0,0-1 0,-1 3 688,0 2 1,-2 2 0,1 1 0,0-1 0,2-5 72,0 5 0,3-4 0,-1-2-205,-2 9 0,2-2 159,-1 8 1,8-20 395,27-57-620,-13-5 0,1-10 0,-1 0 0,4 1 0,1-2 0,-1-2-202,-4 1 1,-1-3 0,0-1-1,0 2-528,-2 1 1,0 0 0,-1 1 0,0 2 701,2-2 1,0 2-1,-1 0 1,1-3-1,-2-1 1,1 6-1,2 7 1,0 0-1</inkml:trace>
  <inkml:trace contextRef="#ctx0" brushRef="#br1" timeOffset="-114194.73">20408 13782 6446,'-22'20'1484,"-1"0"1,-4 5-766,12 5 1,6 3 1157,15 7-1427,20-12-630,0-33 0,2-8 225,-2 2 0,-3-4-540,5-22 1,-7-1 676,-11 13-497,-4-6 1,-4 1 403,-10 11-176,-17-15-723,-1 36 1,-1 11 364,2 10 1,1 4 0,-7-3 0,3 3 0,10 8 0,1 0 0</inkml:trace>
  <inkml:trace contextRef="#ctx0" brushRef="#br1" timeOffset="-113627.73">19562 15777 7533,'-5'-28'1484,"0"0"0,-3-10-495,8 9 541,8 49-316,-6 17 0,-2 10-900,1-11 1,2 2 0,-1 3 0,0-3-758,-2 7 1,0 0 0,0 1 554,0 3 1,0 3-1,0-1 1,0-8-68,0-7 0,0-2 104,-2 8 1,1 4 0,4-7 207,2-11 1,5-8-628,18-16-270,1-41-18,-15 8 0,2-9 1,0-4-1,-2 0 1,-1 6-24,-4 1 1,-1 4-1,2-4 59,4-4 0,4-7 1,1-1-1,-2 4 1,-5 9 521,-4 4 0,0 4 0,15-18 0,1 2 0,-4 4 0</inkml:trace>
  <inkml:trace contextRef="#ctx0" brushRef="#br1" timeOffset="-113344.73">20020 15604 0,'-35'6'3276,"7"17"0,11 15-1659,32 3-658,23-22-1409,-10-30 0,-1-8 0,-7-1 1,-3-3 699,-2-7 0,-7-1-116,-11 3 1,-9 3 1503,-8 8 0,-3 5-2421,-19-12 783,-1 31 0,28 7 0,15 4 0</inkml:trace>
  <inkml:trace contextRef="#ctx0" brushRef="#br1" timeOffset="-112878.73">20690 14104 7533,'-27'11'3276,"2"20"-2184,9-3 0,-1 7 0,1 2-491,1-1 0,1 1 0,0 3 0,0 0-493,1-3 0,-1 2 0,1 1 0,0-2 0,1-1-48,-5 13 0,1-3 0,6-2-810,8-3 1,5-2-1,4-7 750,14 1 124,8-14 1,1-4 0,1-4 0,11-6 0</inkml:trace>
  <inkml:trace contextRef="#ctx0" brushRef="#br1" timeOffset="-111359.73">20814 14340 7533,'-10'-20'3276,"2"8"0,8 6-2812,24 6-1993,5 6-720,1 6 990,-7 13 1079,-39-4 270,-11 13 989,-2-13-90,3-6 1,3 0-360,9 5 899,-2 9-1529,26-20 0,15 8-630,11-6-90,-7 3 1080,-35 27-585,-7-18 0,-5 0-989,-13 7 0,-1 1 1214,12-7 0,3-2 0,-7 8 0,24-19 0</inkml:trace>
  <inkml:trace contextRef="#ctx0" brushRef="#br1" timeOffset="-111192.73">20990 14712 9242,'-15'37'3276,"3"-5"-3944,-21-2 668,13-16 0,-6-3 0,9-11 0</inkml:trace>
  <inkml:trace contextRef="#ctx0" brushRef="#br1" timeOffset="-110826.73">21167 14365 14549,'27'6'-3238,"-1"6"2338,-40 11 1215,0-2 0,-2 2 494,-3 0 1,-1 1-226,1 3 1,5 0-585,14-1-90,18-3-270,9-10 1,0 10 134,-38-2 0,-7 1 225,6 8-1125,-22-2 1,-4-5 1124,8-8 0,3-3 0,11-13 0</inkml:trace>
  <inkml:trace contextRef="#ctx0" brushRef="#br1" timeOffset="-110626.73">21325 14278 8522,'36'11'3276,"-9"30"-1638,-14-2 0,-8 9-1132,-11-11 1,-7 6 0,-3 3-1,-3 0 1,2-3-742,2-5 1,0-2 0,-2 0 0,0 1 0,-1-1 0,-4 5 0,-1 2 0,-1-1 0,-1-2 0,1-5 0,-6 0 0,-1 0 0,0 0 0</inkml:trace>
  <inkml:trace contextRef="#ctx0" brushRef="#br1" timeOffset="-110042.73">20373 15741 7533,'-23'33'468,"0"0"0,0 0 0,5 5 0,-1 7 0,1 2 0,1 0 0,1-2 351,-1 0 0,1-2 0,1 0 0,2 3-863,3 0 0,0 4 1,2 0-1,3-4 0,5-8 44,7 2 0,8-11 0,5-11 0,5-9 0,18-15 0</inkml:trace>
  <inkml:trace contextRef="#ctx0" brushRef="#br1" timeOffset="-109342.73">20391 16013 7533,'-20'0'3276,"36"0"-1245,31 0-2346,-15 2 0,0 2-495,13 14 1080,-40 6 0,-10 5 315,-14 9 0,-7 1 104,8-9 1,-2 0-1,2 0-284,-10 8 0,10-2-2924,26 7 880,13-31 1,5-6 1629,3-5 1,-1-2-1,-1-2 1,-3-1 0,2-8-1</inkml:trace>
  <inkml:trace contextRef="#ctx0" brushRef="#br1" timeOffset="-109161.73">20690 16360 10411,'0'32'3276,"0"4"-6553,-15 6 3254,3-18 1,-13 4 0,7-28 0</inkml:trace>
  <inkml:trace contextRef="#ctx0" brushRef="#br1" timeOffset="-108809.73">20867 16026 14639,'26'2'-1639,"1"1"1,10 4-122,-19 22 2299,-27-5 1,-8 2-181,2-3 1,-1 2 1278,-9 13 0,7-1-776,16-6-1132,21 9-179,11-33-721,-5 20 720,-41 6-225,4-7 1,-5-1-585,-13-1 0,-1-4 1259,0 5 0,-8-20 0,29-11 0</inkml:trace>
  <inkml:trace contextRef="#ctx0" brushRef="#br1" timeOffset="-108575.73">21131 15865 7533,'26'22'1638,"-11"4"0,-3 8-546,-3-3 0,-2 3 0,-3 3-273,-4-1 0,-4 3 0,-1 1 0,-2-1-1351,0 2 0,-1 1 0,-2-1 0,-4-1-288,-6 2 1,-4 0 0,-2-2 0,2-1 454,1 1 1,1-1 0,-2-4 0,-1-6 0,-2-3 0,3-4 0,2-4 0,1 0 0</inkml:trace>
  <inkml:trace contextRef="#ctx0" brushRef="#br1" timeOffset="-107493.73">21661 14141 7533,'0'-22'3276,"0"7"0,15 50 0,5-17-2209,0 0 1,3-2 11,14-3-539,-2-1-900,-1 0-359,-22-5 359,3-1 0,-15-1 270,-15 19-45,5 1 0,0 5 45,-1-2 0,-2 3 0,2 3-212,1 1 1,1 1 0,1 2 0,-1 1 233,0 2 1,1 0-1,-1 1 1,0-1 247,1-2 0,0 1 0,-1-2 0,-1-2 62,-3 4 1,-1-2 0,-2-6-243,-8-1 0,-5-8-720,-12-10 1,-4-3 719,-2 5 0,1-1 0,4-4 0,2 2 0,7 6 0,0 0 0</inkml:trace>
  <inkml:trace contextRef="#ctx0" brushRef="#br1" timeOffset="-106978.73">21519 15666 7533,'-11'6'3276,"28"6"0,23 2-2100,-10-6 1,0 2-1717,8 18 855,-23-3 0,-5 6-46,-9 2 1,-5 4 0,-1 3-260,1-3 1,-1 2 0,0 1-1,0 1 215,-2 6 0,1 2 0,-1 0 0,-1 0-10,1-9 1,-1 1 0,0-1 0,-1 0 0,0-1-36,-1 5 0,-1-1 0,0-1 0,-2-2-263,-5 6 0,-2-2 1,-5-5-638,-3-8 1,-4-5-1,-2-3 720,1-4 0,0-3 0,-1-2 0,-12 2 0,0-2 0,4-1 0,0-1 0</inkml:trace>
  <inkml:trace contextRef="#ctx0" brushRef="#br1" timeOffset="-106059.73">5644 17253 7533,'-27'-7'1638,"61"-2"0,24 1 0,-11 4 0,4 0-2294,-14 1 1,4-1-1,2 0 1,-1 0 0,-5 1 186,0 0 1,-3 1 0,-1 0 0,15 1 0,-8 2 0,-12 6 0</inkml:trace>
  <inkml:trace contextRef="#ctx0" brushRef="#br1" timeOffset="-105909.73">5715 17587 7533,'-39'14'3276,"62"-9"-2184,6-5 0,9-3 0,3 0-324,3 1 0,4 0 0,2 0 0,-4 1-1133,4-1 1,-2 0 0,-1 0 0,2 2 0,0 0 0,-8 0 0,-14 0 0,-1 0 0</inkml:trace>
  <inkml:trace contextRef="#ctx0" brushRef="#br1" timeOffset="-89511.73">7003 17104 7533,'-36'-14'3276,"-7"20"-2184,20 12 0,0 9 0,1 3-217,-5 10 1,2 3-1,2 3-538,8-11 0,0 1 1,3 1-1,5-1-127,5 9 0,5 0 0,6-7-390,5-5 0,7-11 199,11-13 1,6-8 0,-2-11-620,-4-16 1,-5-12-1,-2-2 600,-5 8 0,-1-1 0,-3-1 0,-2-2 57,-3-6 1,-2-2 0,-5 0 0,-5 3 92,-7-7 0,-7 3 0,-9 10-900,-7 15 1,-8 9-1,6 7-2527,-14 21 3238,19 2 1,10 4-1,24 4 1,8-1 0,12-1-1</inkml:trace>
  <inkml:trace contextRef="#ctx0" brushRef="#br1" timeOffset="-89361.73">7285 17352 7533,'-37'24'3276,"11"7"-1638,22-6 0,8 4-1963,11 0 0,8 3 0,-4-1 325,-9 0 0,2-1 0,9-4 0,6 1 0,-5-8 0,-2-6 0</inkml:trace>
  <inkml:trace contextRef="#ctx0" brushRef="#br1" timeOffset="-88941.73">7814 16869 7533,'-30'-9'1638,"-1"1"0,0-6 0,1 38 0,5 14 0,20-9 0,4 4-717,-5 2 1,-1 4 0,4-3-1012,10-1 0,4-2-315,8 12 0,5-5 540,-1-22 0,1 0 224,-1 9 1,1 5 0,-2-4-225,-2-9 0,-1 2-75,-3 8 0,-1 6 0,-5-3-150,-6-4 0,-6-1-360,-3 11 1,-7-2-316,-9-11 1,-4-5 584,-14 3-675,5-25 1,4-7 944,14-6-180,-4-20 0,9-10 90,21 2 0,13-3 0,-2-2-61,-9 13 0,-2 0 1,0-1-1,4-1 61,5-6 0,5-3 0,-1 2 0,-3 4-630,-5 5 0,-1 4 1,-6 2 629,-5-2 0,-6 5 0,-11 4 0,-19 29 0</inkml:trace>
  <inkml:trace contextRef="#ctx0" brushRef="#br1" timeOffset="-88525.73">8643 16906 7533,'0'-27'3276,"0"4"0,-8 16 0,-2 18-2355,-4 14 1,-4 9 0,1-1-833,5-1 1,-1 3-361,-4 1 1,-4 5 0,-1 2 0,2-2-270,-2 2 0,2-1 1,-3-1-554,-5 0 1,-3-1 0,0-1 1007,1 0 1,0-2 0,2-6-1,3-9 1,3-6 0,-10 0-1</inkml:trace>
  <inkml:trace contextRef="#ctx0" brushRef="#br1" timeOffset="-88394.73">8308 17079 7533,'-10'-14'1638,"25"31"0,9 16-546,-3 0 0,2 5 0,0-1-930,2-1 1,0-1 0,1 1-163,3 4 0,-1 0 0,-2-5 0,-7-9 0,-1-3 0,3-1 0,1 0 0</inkml:trace>
  <inkml:trace contextRef="#ctx0" brushRef="#br1" timeOffset="-87761.73">8802 16720 7533,'-35'-18'3276,"15"9"0,20-13-1638,25 9 0,9 2-1470,-9 0 0,3 0-1261,13-6 1,8-2 0,-8 4-547,-16 8 1,-1 1 936,9-6 0,5-3 1,-5 4-2576,14 2 3209,-8-3 0,-8 7 1,-31 5-1</inkml:trace>
  <inkml:trace contextRef="#ctx0" brushRef="#br1" timeOffset="-87478.73">9013 16559 7533,'-35'11'1979,"8"-9"1297,-7 20-436,7 14-1311,0-6-1402,12 1 0,1 6 0,1-3 98,2-7 0,1 1 89,-1 10 1,0 8 0,0 1 0,3-5-90,1-1 0,2 3 44,-1-3 1,-2 8 0,0 3 0,2 0 0,3-6-90,5 4 0,4-4 0,-3 1-113,-5-6 1,-4 2-1,2 0 1,5-2 381,10 10 1,7-1 0,0-9 554,5 1-105,4-4 1,5-7 89,13-18-539,-8-8-1215,-4-4 1,-1-2 134,-7-4-463,7 1 1,7-1 0,-6 1 436,6-4 1,6-1-1,1 1 1,-1 2 0</inkml:trace>
  <inkml:trace contextRef="#ctx0" brushRef="#br1" timeOffset="-76093.73">9349 17079 7533,'-18'-25'3276,"0"6"0,9 12-1638,6 26 0,6 13-1107,-1 2 1,1 5 0,1 1-394,0-4 0,1 2 0,0 0 0,-1 0 154,-1 2 0,-1 1 1,0-3-1,1-7 150,5 12-937,-8-65 1,0-21 66,1 9 1,1-5 0,1-3 0,-2 2 238,0-1 0,-1 0 1,1 0-1,-1 2 758,4-4 1,0 1 0,-4 12 329,-8 10 45,7 43 1,0 16-555,-1-6 0,-1 3 0,1 0 24,1 3 0,1 0 1,1-3-101,-1 10 1,0-17-585,0-28-360,-1-31 1,2-25 426,0 18 1,1-5 0,0-1 0,0 1 288,1 2 0,-1-1 0,1 1 1,-1 1 1005,1-9 0,0 2 0,1 12 579,4 16-1671,-14 51 0,-4 25 0,8-11 0,2 3 0,-2 2-62,-3-13 1,-1 1 0,-1 0 0,2 2-759,2 6 1,1 3 0,0-1 0,-1-5-274,-3-6 1,0-3 0,0-1 545,2 5 1,1 0 0,1-5 0,2 13 0,9-25 0</inkml:trace>
  <inkml:trace contextRef="#ctx0" brushRef="#br1" timeOffset="-75461.73">9878 17228 7533,'-28'0'3276,"42"0"-1638,10-2 0,7-2-546,2 2 0,4 0 0,1-1-890,1 1 0,0 0 0,0 0-1295,-2-2 1,-1 1 0,-3-2-547,5 0 1,-5-2 825,2-7 0,-11-3 1,-15 4-1</inkml:trace>
  <inkml:trace contextRef="#ctx0" brushRef="#br1" timeOffset="-73877.73">10019 16856 7982,'-10'-14'3276,"2"42"-2184,9 1 0,3 7 0,-1 2 0,-2 3 0,-1 1 0,1 3-1045,1-3 0,1 2 1,-1 1-1,-1 0-430,-2 5 1,-1 2 0,-1-2 0,1-3-34,1-5 0,0-3 1,1 2 415,0 0 0,0 2 0,0-1 0,0-6 0,1-5 0,0-3 0,3 5 0,0 0 0</inkml:trace>
  <inkml:trace contextRef="#ctx0" brushRef="#br1" timeOffset="-73028.73">10760 16918 7533,'-28'0'1638,"0"12"0,-1 9 0,8 12 0,1 3-1867,-3-5 0,1 3 709,6 6 0,2 5 0,5-5 124,5-10 0,4-1-199,-1 16 0,10-6-136,15-22 1,5-8-450,-4-1 1,1-6-46,17-21 0,-4-13 0,-21 1 0,-5-4-96,6-9 0,-4-2 366,-7 3 0,-8 1-1138,-13 11 1,-5 0 0,2 3 852,-4-11-345,-11 8 1,-3 12-2246,-1 36 2381,13 3 449,-1 12 0,31-2 0,2-5 0</inkml:trace>
  <inkml:trace contextRef="#ctx0" brushRef="#br1" timeOffset="-72878.73">11007 17253 7533,'-14'22'1638,"0"0"0,-11 21 1638,15 5-564,2-19-3926,17 2 0,6 0 1214,-2-12 0,4 4 0,0-1 0,0-3 0</inkml:trace>
  <inkml:trace contextRef="#ctx0" brushRef="#br1" timeOffset="-72511.73">11359 16918 7533,'-33'-18'1638,"7"15"0,-1 3 1638,-14 2-1638,12 10 0,1 6-616,9 2 1,3 4-484,0 9 1,3 1-630,-2-3 0,4-2 270,11 20-539,26-25-901,3-19-379,-4-8 1,1-5-302,19-11 860,-18 2 1,-1-3 764,-3 1 1,-1-1 359,-3 1 0,-3 1 45,2 4 3058,-10 32-1510,-15 6 0,-2 3-866,5 21-918,-5-11 1,-4 5 0,4-2-755,6 2 1,2 1 209,-5 3 1,0 4-1,2-6-884,7-5 0,2-4 1574,-2-3 0,4-8 0,10-17 0,1-2 0</inkml:trace>
  <inkml:trace contextRef="#ctx0" brushRef="#br1" timeOffset="-72178.73">11659 17005 7533,'-15'-25'3276,"3"11"0,-29 9-1638,17 24 0,3 7 0,0-5 0,2 2-1264,-4 16 0,5 1-1544,16 5 451,12-14-1260,18-20 450,0-21 0,2-8 314,-1-6 1,-1-3 1259,1 3 0,-3-2-45,-3-5 0,-5 4 2519,-8 14-2160,-2 2 2917,-8 60-1676,-8-6 1,0 4-1931,6-9 0,2 2 0,-2 0-763,-5 4 1,-2 1 0,2 0 1002,5 4 0,2 0 1,0-4-1,-4-3 0,0-3 1,4-4-1,0-1 0,0 1 1</inkml:trace>
  <inkml:trace contextRef="#ctx0" brushRef="#br1" timeOffset="-71711.73">12171 17141 7533,'-8'-14'3276,"6"3"0,-6 22-2453,8 3-463,0 22-360,-14-7 0,-3 2-45,6-1 0,-2 1-675,-10 8 1,-5 0-585,2-3 0,1-4 494,2 9 810,3-18 0,1-6 0,9-10 0,-8-1 0</inkml:trace>
  <inkml:trace contextRef="#ctx0" brushRef="#br1" timeOffset="-71561.73">12012 17178 11940,'0'20'3276,"24"9"-1638,-11-6 0,3 2 0,10-4 0,1 1-2639,-5 10 0,1 0 1001,3-12 0,-1-1 0,4 18 0,5-7 0</inkml:trace>
  <inkml:trace contextRef="#ctx0" brushRef="#br1" timeOffset="-62327.73">12506 17042 7533,'0'-32'2608,"0"7"668,-8 24 0,-10 42-2184,9-3 0,-1 9 0,2 1-386,-1-1 1,2 0 0,3 2-618,5-9 1,2 3 0,4-3 0,6-8-315,19 6 1,8-19-586,-9-25 0,2-13 1,-2-6 359,1-9 0,-4-9 1,-8-2 808,-12 6 1,-5-3 0,-6-1 0,-3 3 44,-4 2 1,-5 2 0,-3 1 0,-4 5 344,-13-5 1,-6 5 0,0 8-930,-8 4 0,4 13 180,6 13 0,11 10 0,20 22 0,18 8 0</inkml:trace>
  <inkml:trace contextRef="#ctx0" brushRef="#br1" timeOffset="-61525.73">12682 16683 7533,'-19'-30'3276,"42"14"-1638,3 3 0,5 3 0,17 4 0,2 6-1920,-4 3 0,-2 5 192,-1 3 1,-7 8 988,-14 14 0,-7 7-270,-4 0 1,-3 4 0,-4 2 8,-3-6 0,-4 3 0,0 0 1,1 2-167,1 3 0,2 1 0,-1 0 1,-2-1 44,-3-4 0,0-1 0,-2-1 0,0-2-317,0 7 1,0-3 0,-6-5-201,-6-11 0,-5-3 0,-2-4-1639,-14 3 1,-2-7 1091,5-9 1,-1-3 0,0-2 0,2-1 0,-9-2 0</inkml:trace>
  <inkml:trace contextRef="#ctx0" brushRef="#br1" timeOffset="-60975.73">13635 17265 12570,'39'-12'819,"0"-1"0,2 1 0,4 0 0,-3 0-299,3 2 1,2-2-886,-11 2 1,5-2 0,-2-1 0,-6 3 0,-5 2 0,-3-1 0,7-5 0,0-1 0</inkml:trace>
  <inkml:trace contextRef="#ctx0" brushRef="#br1" timeOffset="-60809.73">13988 16930 7533,'-23'12'1092,"1"0"0,2 18 0,4 10-273,6-7 0,2 4 0,0 2 0,1-1 0,1 0 0,0-1 0,2 2 0,0 3-585,2 2 0,1 5 0,1 3 0,0-1 0,1-3 0,-1-6 0,1 4 0,0-7 0,1 3 0,5 4 0,-1-1 0,0 1 0,1-1 0</inkml:trace>
  <inkml:trace contextRef="#ctx0" brushRef="#br1" timeOffset="-53144.73">14711 17079 7533,'-14'31'819,"0"0"0,-2 8 0,-2 5 0,3 1 273,5-1 0,2 1 0,3 0-1548,2 3 1,3 1 0,1-4 500,-3 6 0,12-13-45,27-25 0,6-20-90,-20-16 1,-5-11 0,0-3-1,5-4 0,1-3 1,-6-3 291,-8 3 0,-3-3 1,-5 0-1,-4 3 38,-7-3 0,-6 3 0,-6 7-1095,-18-1 1,-4 21-361,3 31 0,5 16 1215,12 8 0,11 5 0,13-1 0,10-1 0,11-12 0,1 0 0</inkml:trace>
  <inkml:trace contextRef="#ctx0" brushRef="#br1" timeOffset="-52977.73">14975 17364 7533,'-15'18'3276,"11"-4"0,-12 15 0,24 3-2973,-1-3 0,4 2-1942,5 5 1,3-2 1359,-4-6 1,-1-2 0,0 1-1,-2-3 1,-4-5 0</inkml:trace>
  <inkml:trace contextRef="#ctx0" brushRef="#br1" timeOffset="-52775.73">15311 17042 7533,'-10'-41'3276,"2"19"-1638,4 54 0,0 26-819,0-19 0,-1 2 0,1 4 0,-1 1-1366,3-6 1,0 2 0,0 2 0,1-1 0,-1 1 0,0-2 532,-1 5 1,-1-1 0,0 0 0,1-2 0,1-1-1,1 2 1,1-1 0,1-2 0,-1-5 0,0 4 0,0 0-1</inkml:trace>
  <inkml:trace contextRef="#ctx0" brushRef="#br1" timeOffset="-51925.73">15893 17166 10501,'-20'43'364,"0"0"0,1 0 0,-1 1 0,1-1 0,0-3 0,-1-1 0,1 0 0,0-2 0,0-3-1037,-6 5 1,0-3 0,2-4 16,0 3 1,1-9-1,-9-15 1,21-25 0</inkml:trace>
  <inkml:trace contextRef="#ctx0" brushRef="#br1" timeOffset="-51776.73">15646 17203 10051,'0'32'1638,"-1"-8"0,2 4 0,8 15 0,5 5-1712,-1-7 0,2 2 0,2 1 74,1-7 0,3 0 0,1 0 0,-2-2 0,0 1 0,-1-2 0,0-2 0,10 2 0,-1 1 0</inkml:trace>
  <inkml:trace contextRef="#ctx0" brushRef="#br1" timeOffset="-51309.73">16122 16893 7533,'-12'-27'3276,"46"5"-1638,3 20 0,8 4-1814,-10-4 1,3 0 0,-1 0-918,-1 0 1,1 0 0,-5-1 596,-2 0 0,-5-1 0,7-1 0,-32 5 1</inkml:trace>
  <inkml:trace contextRef="#ctx0" brushRef="#br1" timeOffset="-51075.73">16351 16856 7533,'-27'14'1638,"6"2"0,1 1 213,-2-1-759,3 17 0,-1 14 0,2 3-427,7-10 0,1 3 0,1 2 0,0 2-954,1-6 0,0 2 0,0 3 0,0-1 1,1 1-1,1-2 468,0 7 1,1 0 0,1-1 0,2-1 0,1-3 247,3 1 0,0-1 1,3-3-1,4-6 669,9 11 0,9-11-781,10-19 0,4-9-1954,4-7 1,1-4 1091,-4 1 1,-2 2 0,-4 3 0,-3 3 0,10 7 0</inkml:trace>
  <inkml:trace contextRef="#ctx0" brushRef="#br1" timeOffset="-33811.73">16475 17501 11041,'0'-7'3276,"15"-4"-1875,5 9-951,17 0 0,8-1-1755,-2 0 1,1 0 1304,-9 1 0,3 0 0,-4-1 0,4 0 0,-5 0 0,8-3 0</inkml:trace>
  <inkml:trace contextRef="#ctx0" brushRef="#br1" timeOffset="-33510.73">17057 17253 9602,'-21'45'655,"0"1"0,0-1 1,2-1-1,0 0 0,4 0 437,3 1 0,4-1 0,9-5-1220,15 3 0,9-18-457,7-38 1,4-18 374,-6 4 0,-1-3 0,-5-4 450,-7-6 0,-4-3 0,-8 2 569,-9-9 1,-12 8-990,-9 16 0,-5 12-810,2 19 1,2 10 989,-2 27 0,19-16 0,4 1 0,13 15 0</inkml:trace>
  <inkml:trace contextRef="#ctx0" brushRef="#br1" timeOffset="-33327.73">17286 17587 7533,'-9'30'1638,"0"1"0,8 15 0,0-7 0,3-2-545,8-5-1093,1-7 0,2-4 0,-1-15 0,13 0 0</inkml:trace>
  <inkml:trace contextRef="#ctx0" brushRef="#br1" timeOffset="-33045.73">17515 17290 7533,'-9'-27'3276,"32"4"0,24 22-1638,-17 6 0,-3 8-661,-4 18 1,-11 9-1428,-14-4 0,-8 2 1,-3 2 894,1-4 0,-3 1 1,0 0-1,0 0 214,-5 8 1,0 0 0,3-3-750,-2 7 0,13-6-1549,23-18 1,9-7 1276,2-12 1,3-7 0,4-1 0,0-4 0,-9-3 0,-1 0 0</inkml:trace>
  <inkml:trace contextRef="#ctx0" brushRef="#br1" timeOffset="-32241.73">18045 17438 7533,'-26'-5'3276,"22"-2"0,38-5-1920,7 3 0,8 0-2376,-8 1 1,3 0 0,-2-1 550,-4 1 1,-1-1 0,-2 0 0,6-3 0,-6-1 0,-1-5 0</inkml:trace>
  <inkml:trace contextRef="#ctx0" brushRef="#br1" timeOffset="-32061.73">18362 17067 7533,'-20'23'1638,"-3"15"0,-1 11-819,13-16 0,2 3 0,0 2 0,-1 1-1227,1-1 0,-1 1 1,0 2-1,1 0 0,0-2 408,0 7 0,0 0 0,1-2 0,1-2 0,1 1 0,1-2 0,0-4 0,0-5 0,0 1 0</inkml:trace>
  <inkml:trace contextRef="#ctx0" brushRef="#br1" timeOffset="-31458.73">18803 17191 7533,'-24'32'655,"0"0"0,0 0 1,3 0-1,3 0 0,4 1 983,0 10 0,10-2-957,13-12 1,7-10-907,11-26 0,1-15-75,-9-3 0,-3-6 1,-2-1 419,2-5 0,-3-1 0,-8 1 119,-10 2 1,-7 1 0,-5 8-195,-10 7 0,-2 13-1684,-2 23 1,5 12 1386,9 0 1,8 4-1,11 1 1,8-2 0,8-14-1,-1 0 1</inkml:trace>
  <inkml:trace contextRef="#ctx0" brushRef="#br1" timeOffset="-31308.73">19032 17426 7533,'-17'19'3276,"-1"10"0,8 3-5511,10 7 2235,26-8 0,-5-7 0,13-12 0</inkml:trace>
  <inkml:trace contextRef="#ctx0" brushRef="#br1" timeOffset="-30975.73">19332 17153 7533,'-34'8'1092,"0"0"0,8 0 0,3 6 0,-2 8 0,0 6 0,8-1 1530,11 18-4241,26-4-20,9-45 1,6-11 1253,-2 0 0,-1 1 2094,11 11-900,-39 27 1,-8 9 89,-1 0 1,-2 4-1,0 2-1406,0 6 1,1 2 0,-1-1-574,-2-8 1,0-2-1,3-2-559,9 3 1,0-6 1490,-9-9 1,22-40-1,-6-8 1</inkml:trace>
  <inkml:trace contextRef="#ctx0" brushRef="#br1" timeOffset="-30675.73">19614 17141 7533,'-47'6'1638,"13"8"0,4 6 1638,6 21-1875,7-14 0,9-3-4369,33-5 1394,1-26 0,3-10 1214,0-6 0,-1-1 990,-4 4 0,-5 0-541,-3-8 3150,-16 62-1755,-7 0 0,-2 6-1574,2-1 0,1 4 0,-1 2-730,2-8 1,0 2 0,1-1 0,-1-1 624,-1 3 1,1-1 0,0-2 0,1 7 0,0-6 0,-5-2 0</inkml:trace>
  <inkml:trace contextRef="#ctx0" brushRef="#br1" timeOffset="-30244.73">20179 17265 7533,'-33'1'1638,"6"17"0,1 8-546,4 3 0,1 4 0,-1 2-1058,-4 5 0,-1 2 0,2 1-1127,2 3 1,3 1 0,0-5 978,-3-5 1,1-3-1,5 1 1,0-10-1,0-25 1</inkml:trace>
  <inkml:trace contextRef="#ctx0" brushRef="#br1" timeOffset="-30075.73">19897 17253 7533,'0'-21'3276,"8"32"-1638,0 20 0,1 11-546,-1-2 0,1 3 0,2 1-1231,1-2 0,3-1 1,1 1 138,3 6 0,1-1 0,1-5 0,3-10 0,1-4 0,5 1 0,-1 0 0</inkml:trace>
  <inkml:trace contextRef="#ctx0" brushRef="#br1" timeOffset="-29109.73">20532 17352 7533,'0'-14'3276,"-16"14"-1965,-4 30-562,4 1 1,-2 8 0,1 3-593,6-5 1,0 4-1,2 0 1,1 1 134,0 3 0,1 2 1,2-1-1,6-2-352,6 8 0,7-2 0,8-16-164,17-20 0,6-20-106,-7-12 0,-1-12 1,-4-7 194,-11 1 0,-4-5 0,-4-3 0,-4 1 225,-2 3 0,-4-1 0,-4 1 0,-4 1-45,-4 2 0,-4-1 0,-4 3 0,-3 5-735,-5 0 0,-5 6 1,0 8 748,-5 10 1,3 10 0,6 12 0,31 10 0,0 0 0</inkml:trace>
  <inkml:trace contextRef="#ctx0" brushRef="#br1" timeOffset="-28542.73">20726 17116 8882,'-20'-14'3276,"4"-2"-705,40 14-862,21-3-3348,-9 10 1,1 1 1465,-9-5 1,0 1-568,5 7 1,2 4-1,-7-2 471,2 0 134,1 7 0,-5 4 584,-19 10 1,-7 6 134,0-2 1,0 4 225,1 2 0,-2 5-383,-1-3 0,-3 6 0,0 1 1,2-4-369,1-7 1,1-3 0,0 6 180,-1-5 0,-1 6 0,0 2 0,-1 0 0,2-3 0,0-6 773,2 2 0,1-6 0,-2 3-676,-1 5 0,-2 4 1,-1-1-1,1-7-157,1-2 0,-6-7-900,-20-4 0,-7-8-919,8-11 1,-3-3 1297,-4-1 0,-4 1 0,2 0 0,-2 3 1,1 1-1,-4 1 0,0 0 0</inkml:trace>
  <inkml:trace contextRef="#ctx0" brushRef="#br1" timeOffset="-20492.73">21572 17773 4282,'-43'-12'3276,"22"5"0,-3 18-2184,48-3 0,27-1 0,0-2-790,-16-2 1,0-2-1,4 0-592,1-1 0,5 1 0,2-1 1,-2-2-1,-6-2 0,-1-4 1,-4-4-1,-2 1 0,8-4 1,0 0-1</inkml:trace>
  <inkml:trace contextRef="#ctx0" brushRef="#br1" timeOffset="-20325.73">21943 17426 7533,'-18'41'819,"1"1"0,4-6 0,1 4 0,1 2 0,3 0 0,1 3 0,1 2 0,0-1-1639,0 1 1,1 1 0,0-2 0,3 0 545,3 5 1,2-2 0,1-4 0,0 7 0,4-10 0,17-6 0</inkml:trace>
  <inkml:trace contextRef="#ctx0" brushRef="#br1" timeOffset="-20025.73">22454 17699 7533,'-10'40'468,"-1"0"0,1 0 0,-1 1 0,0-1 0,10 14 0,5-2 0,13-19 624,12-27 0,9-13 0,-1-7-1959,3-9 0,-1-10 0,-6-5 1182,-11 1 0,-3-5 0,-6-1 0,-7 1 777,-8-6 0,-11 2 0,-7 5-27,-8 9 1,-7 6 0,-2 10-1546,-3 13 0,-2 11 1,5 6-614,8 5 1,4 4 0,4 3 768,-4 9 1,13 1 0,20-5-1,9-4 1,11-2 0</inkml:trace>
  <inkml:trace contextRef="#ctx0" brushRef="#br1" timeOffset="-19858.73">22825 17835 11041,'2'44'655,"1"0"0,0-1 1,4-1-1,2 0 0,0-2-899,1 7 0,2-5-412,4-10 1,1-9-1,-7-11 1,-2-26 0</inkml:trace>
  <inkml:trace contextRef="#ctx0" brushRef="#br1" timeOffset="-19692.73">23248 17389 7533,'-3'46'364,"0"-1"0,0 1 0,0 0 0,-1 0 0,2-5 0,0-1 0,0 1 0,-1 0 0,1 3-146,-1-2 0,-1 3 1,0 1-1,0 1 1,1-1-1,-1-1 1,0-4-1,0 11 1,0-2-1,-1-3 0,1-5 1,-2-8-1,0 0 1,0 0-1</inkml:trace>
  <inkml:trace contextRef="#ctx0" brushRef="#br1" timeOffset="-19009.73">24077 17587 8252,'-22'24'1092,"-1"-1"0,2 1 0,-1 5-1012,1 3 1,-3 8 0,1 1-1,1-3-1173,0 0 1,1-2 0,-1 0 682,1-3 0,-2 1 1,1-1-1,2-5 1,-2 5-1,3-9 0,1-12 1</inkml:trace>
  <inkml:trace contextRef="#ctx0" brushRef="#br1" timeOffset="-18842.73">23830 17612 7533,'-13'46'819,"1"-1"0,5-8 0,3 2 0,3 3 0,3 1 0,2 4 0,3 0 0,3-2-1028,3-3 1,3-1-1,2-2 1,0-2-1,3 0 1,2-3-1,2-5 1,12-1-1,0 1 1</inkml:trace>
  <inkml:trace contextRef="#ctx0" brushRef="#br1" timeOffset="-18592.73">24359 17216 7533,'18'-21'3276,"9"4"-2457,7 13 0,13 3 0,3 1 0,-6 0-632,2-4 0,0 1-1007,-6 1 1,6 1 0,-2-1 0,-11 0 356,0-4 1,6 12-1,-39 1 1</inkml:trace>
  <inkml:trace contextRef="#ctx0" brushRef="#br1" timeOffset="-18327.73">24571 17265 0,'-33'34'819,"-1"0"0,8 2 0,2 6 0,0 5-164,6-6 0,0 5 1,1 2-1,2 2 0,1 0-109,2-3 0,1 1 0,1 1 0,2 1 0,1-1 0,2-1 0,1-3 0,2 0 0,1 0 0,2-1 0,1-2 0,2 0 109,1 0 0,1 1 1,3-3-1,2-2 0,3-6 134,9 5 1,4-7 0,3-7-580,1-10 0,3-6 0,-1-4-1849,12-4 1,0-5 1434,4 3 1,-4-2-1,-19-1 1,-3 1 0,26 5-1</inkml:trace>
  <inkml:trace contextRef="#ctx0" brushRef="#br1" timeOffset="-9228.73">24712 17909 7533,'-20'0'3276,"-3"0"0,21 0 0,18 0 0,21 0-3802,-3 0 1,2 0-1094,-7 0 0,-1 0 1619,7 1 0,-3-2 0,-3-4 0,5-2 0</inkml:trace>
  <inkml:trace contextRef="#ctx0" brushRef="#br1" timeOffset="-8927.73">25135 17711 7533,'-25'29'1638,"6"4"0,3 6-546,6-9 0,3 3 0,2 2 0,1 7 0,3 2 0,6-5-70,9 1 1,9-13-1833,12-22 1,1-17 479,-14-10 0,-4-11 0,-1-2 397,-4 1 1,0-3 0,-3-1-1,-3 2 233,-3-5 0,-3 2 0,-6 2 779,-12-16 1,-9 16-1620,-23 40-1099,28 17 1,4 7 1209,3 1 1,7 0 0,15 6 0,7-4-1,5-5 1</inkml:trace>
  <inkml:trace contextRef="#ctx0" brushRef="#br1" timeOffset="-8760.73">25382 17946 7533,'-9'24'3276,"1"19"-1638,7-15 0,2 2-462,2 7 1,2 0-2816,-1-9 1,1-4 1197,13 12 1,0-30 0,-1-13 0</inkml:trace>
  <inkml:trace contextRef="#ctx0" brushRef="#br1" timeOffset="-8475.73">25647 17575 0,'-10'-41'3276,"18"17"0,19-5-1638,-1 35 0,1 10 0,-2 3 0,-3 2 0,-2-2 0,-4 4-1172,-5 11 1,-7 4-1097,-13 8 1,-5 1 611,4-8 0,-2 2 198,0-7 0,-3 4 0,-1-1 0,0-3 1259,-8 8 0,1-3 199,-1 7 0,11-4-1690,20-14 0,10-8 52,16-10 0,8-8 0,2-4 0,0-4 0,3 0 0,1 0 0</inkml:trace>
  <inkml:trace contextRef="#ctx0" brushRef="#br1" timeOffset="-6575.73">26282 17823 7533,'-10'0'3276,"34"0"-886,23 0-2615,-8-3 1,2 0-1395,0 3 0,-2-1 1460,-10-2 1,-3 0-1,15 3 1,-23 0 0</inkml:trace>
  <inkml:trace contextRef="#ctx0" brushRef="#br1" timeOffset="-6392.73">26564 17550 8522,'-19'33'1638,"2"3"0,2 7 0,4 2 0,3 6-1997,2-14 1,1 2 0,1 2 0,-1-1-735,-1 10 1,0 0 0,2-3 814,3-9 0,0-2 1,3-4-1,4 1 0,4-8 1,10-7-1</inkml:trace>
  <inkml:trace contextRef="#ctx0" brushRef="#br1" timeOffset="-6059.73">26917 17810 7533,'-19'40'1092,"1"0"0,2 7 0,6-3 546,11-16 0,6-3-1676,8-1 0,5-7-52,11-16 0,1-13-240,-8-13 0,-2-11 1,-3-2 628,-3 1 1,-4-2 0,-3-1 12,-4-9 0,-5-3 0,-7 8 408,-13 8 0,-5 6-457,7 2 0,-3 11-1298,-18 27 1,5 18 1034,27 6 0,4 4 0,-13 2 0,3 1 0,22 3 0,0 0 0</inkml:trace>
  <inkml:trace contextRef="#ctx0" brushRef="#br1" timeOffset="-5908.73">27182 18120 7533,'-10'21'3276,"2"6"-1425,24 20-1851,-5-8 0,1-11 0,2-3 0,3-1 0</inkml:trace>
  <inkml:trace contextRef="#ctx0" brushRef="#br1" timeOffset="-5559.73">27570 17599 7533,'-33'-6'1092,"1"-1"0,-7 11 0,3 8 546,15 5 0,3 6-2621,3 12 1,3 6-1,4-4 893,6-10 0,4-1-1140,4 19 1,8-13-165,13-42 0,4-13 1329,-6 0 0,-1-1 65,4-4 0,-3 2 3276,1 1-1638,-28 46 0,-4 12-912,4-7 1,0 2 68,-7 11 0,-4 5 0,4-1-1425,6-7 1,3-2-1,-1 0 585,-7 10 0,0 0 45,7 5 0,2-7 0,-1-20 0,0 7 0</inkml:trace>
  <inkml:trace contextRef="#ctx0" brushRef="#br1" timeOffset="-5209.73">27869 17699 7533,'-43'-17'3276,"6"31"-1638,14 12 0,3 6-1002,7 0 1,6 1-907,7 16 1,12-25-91,29-19-1439,-3-32 899,-8 4 1,0-5 449,-4-12 0,-5-3 1664,-1 8 1,-4 4 2061,-9 6-1638,-17 46 0,-5 19-1963,7-2 0,1 5 0,0 2-495,-1-2 1,-1 1 0,0 2 0,2-2 753,3-5 1,2 1 0,1-2 0,-2-1 0,-2 4 0,0-2 0,0-3 0,0-4 0,0 1 0</inkml:trace>
  <inkml:trace contextRef="#ctx0" brushRef="#br1" timeOffset="-4875.73">28258 17872 7533,'-26'7'2248,"-9"17"-1858,17 4 0,1 9 0,-1 0-860,-3-3 1,0 1-1,0 0-623,2 3 1,0 1 0,2-3 1063,-1 2 1,1-7 0,-7-2 0,15-30 0</inkml:trace>
  <inkml:trace contextRef="#ctx0" brushRef="#br1" timeOffset="-4709.73">28028 17909 7533,'16'-27'2518,"-4"21"-1259,7 36 1,3 16-2899,0-10 1,1 1 1515,-3-4 0,1 2 0,1-5 0,1-3 0,1-6 0,17 3 0</inkml:trace>
  <inkml:trace contextRef="#ctx0" brushRef="#br1" timeOffset="-4458.73">28452 17996 7533,'-10'44'1092,"0"0"0,13-6 0,10-7 546,8-16 0,5-9-2036,10-16 0,0-12-1241,-6-10 1,-5-7 411,-4-4 0,-9-2 1272,-10-5 0,-11 3 574,-13 16 0,-7 7 460,-8 6 1,-1 11-1890,3 19 1,3 9 809,8-1 0,7 3 0,14 6 0,8 0 0,13 2 0</inkml:trace>
  <inkml:trace contextRef="#ctx0" brushRef="#br1" timeOffset="-3892.73">28504 17265 7533,'-21'-27'3276,"46"5"-1638,19 17 0,10 4-546,-10-4 0,3-2 0,0 1-370,1 0 0,1 1 1,-3 1-858,6-3 0,-6 7-156,-17 11 0,-7 8 695,-18 20 1,-8 8 134,1-6 1,-1 4 0,-1 1-420,-1-7 0,0 0 0,-1 2 0,0 4 194,3-4 1,-1 4 0,1 2 0,0 1 0,0-1 0,0-2-293,-1 2 0,-1-2 0,1 0 1,-1 1-1,0 1 247,1-3 1,1 3 0,-1 0 0,-1-1 0,0-2 0,-3-3-225,-2 6 0,-2-3 0,-2-4 0,-5-4-440,-7-2 1,-6-5 0,-3-5 394,-6-6 0,-5-5 0,1-4 0,8-5 0,0-3 0,0-1 0,2 0 0,1 0 0,-1 0 0</inkml:trace>
  <inkml:trace contextRef="#ctx0" brushRef="#br1" timeOffset="-3292.73">29528 17773 7533,'-20'0'3276,"43"6"-3199,7-4 0,7 1 1,0-1-78,-3 0 0,0 0 0,0 1 0,7-1 0,1 0 0,-5-1 0,-8-1 0,1 0 0</inkml:trace>
  <inkml:trace contextRef="#ctx0" brushRef="#br1" timeOffset="-3126.73">29686 18095 7533,'-29'13'1638,"-1"1"0,30 9-546,26-16 0,16-6 0,4-2-863,0 1 0,5-1 1,1-2-1,-3 1 1,-8 1-1,-2-1 1,-1 0-1,1-1 0,0-1 1,-1-1-1,1 1 1,0-1-1</inkml:trace>
  <inkml:trace contextRef="#ctx0" brushRef="#br1" timeOffset="31974.27">30868 17599 7533,'-35'-13'1638,"9"24"0,1 11-173,0 14 0,3 11-1718,5-8 0,1 6 0,0 2 1,4-1 656,2-1 1,2 0 0,3 0 0,6-2 104,8 10 1,7-3 0,8-13-266,17-15 1,7-20-111,-12-17 1,4-11 0,-1-9 0,-5-2 27,-10 2 0,-2-4 0,-3-3 0,-3-1 0,-3 0-570,-4-2 1,-3-2-1,-3-1 1,-2 2-1,-1 3 453,2 1 0,-2 1 0,-3 3 0,-7 3-45,-12 1 0,-8 2 0,-2 6 0,2 11-270,-6 15 0,1 14-1369,-5 12 1,8 9 1425,19 2 0,10 4 0,6 5 0,8-2 1,5-17-1,1 0 0</inkml:trace>
  <inkml:trace contextRef="#ctx0" brushRef="#br1" timeOffset="32157.27">31115 17971 7533,'-27'31'1638,"16"-4"0,4 5 0,5 10 0,4 4-546,2-9 0,2 2 0,2-1-2185,2 1 1,3 0 0,-1-4 545,-2 3 1,1-5 0,5-8 0,0-5 0,-6-7 0</inkml:trace>
  <inkml:trace contextRef="#ctx0" brushRef="#br1" timeOffset="32624.27">31485 17476 7533,'-9'-14'3276,"16"-3"-1638,19 12 0,7 4 0,8-6 0,3 1-927,-9 2 1,2 1 0,-2 3-263,9 7 1,-7 8 225,-11 15 0,-9 8-496,-14-6 1,-7 5 0,-3 3-428,0-2 0,-3 5 0,-1 2 0,-2 0 0,1-1-40,0-5 0,-2 0 0,0-1 0,1 0 0,-1 2-72,1 3 0,0 2 1,0-1-1,1 0 1,1-4-734,-2 9 1,1-3 0,3-6 632,3-7 0,5-4 0,8 4 0,3-26 0</inkml:trace>
  <inkml:trace contextRef="#ctx0" brushRef="#br1" timeOffset="33440.27">32491 17414 7533,'-18'-7'1638,"-5"18"0,-3 11-546,0 9 0,-1 8 0,0 5-897,4-7 0,-1 3 0,-1 2 0,1 2 0,2 1-16,6-6 1,0 2 0,1 1 0,0 0 0,1 1 0,1-1 0,0-1-165,-1 0 0,-1 0 0,1 0 0,2-1 0,3-1 0,5-1 30,5 16 0,6 2 0,5-7 0,7-16-722,13-17 0,6-14 347,-2-8 0,2-8 1,-4-6 119,-6-9 0,-5-8 0,-3 1 234,3-11 1,-13 2 694,-26 1 1,-15 9-405,-5 20 0,-4 11-315,-8 7 0,2 9 0,11 4 0,9 7 0,19 5 0,0 1 0</inkml:trace>
  <inkml:trace contextRef="#ctx0" brushRef="#br1" timeOffset="46041.27">8731 1562 8342,'-13'-32'1092,"-1"0"0,4 1 0,2 2 2184,0-4-1638,18 51 0,4 17-1316,-6 4 0,-3 6 0,3 7-361,1-13 1,1 6-1,1 4 1,1 1-1,0 0 1,-1-1-1,-1-4-145,-1 4 1,-1-3 0,0-1 0,0 0 0,2 2 378,0-2 0,0 7 0,0 0 0,3-6 0,1-10 0,3-17 1443,22-22 0,-1-23-570,-15-1 1,-4-9-1,0-5-1158,-3 2 0,0-4 0,0-3 0,-1-2 1,-2 1-458,-3 4 1,0-1 0,-2-1 0,0 0 0,-1 3 0,1 2-274,1-5 1,0 4 0,0 1 0,1 0 350,2 0 1,0-1 0,1 5 0,1 10 0,16 8 0,3 20 0</inkml:trace>
  <inkml:trace contextRef="#ctx0" brushRef="#br1" timeOffset="46307.27">9402 2132 7533,'-18'16'1638,"15"9"0,4 4 0,-4 4 0,0 2-192,6 12 0,2 3-2539,-4-8 1,-2 2 0,1-4 545,-1-5 1,2-1 0,1 12 0,4-7 0,4-21 0</inkml:trace>
  <inkml:trace contextRef="#ctx0" brushRef="#br1" timeOffset="46674.27">9984 1289 9961,'-30'-7'1638,"9"19"0,3 9 0,6 22 0,4 12-1850,1-13 0,-2 7 1,0 3-1,0-1 1,0-3 300,1-1 1,1-4 0,0 1 0,0 6-90,1-6 0,-2 5 0,1 4 0,0 0 0,3-1 0,1-4 0,5-5-820,5 3 1,4-6 0,2-2 0,1 2-1,-1 7 1,0 1 0,2-2 0,4-8 350,7-4 1,2-6 0,3-10 0,11-10 0,-2-10 0,5-5 0</inkml:trace>
  <inkml:trace contextRef="#ctx0" brushRef="#br1" timeOffset="48007.27">10442 1488 8522,'-26'13'1092,"-1"1"0,3 13 0,3 8 0,5 1 0,2 4 0,1 2-1384,3-6 1,1 2 0,0 1 0,2 0 313,0 2 1,2 1-1,0 1 1,2-1-518,1-1 0,1 0 1,1-1-1,3-1 128,6 7 1,3-2 0,3-2 366,-1-6 0,2-3 0,1-3 0,5 1 0,1-7 0,10 5 0</inkml:trace>
  <inkml:trace contextRef="#ctx0" brushRef="#br1" timeOffset="48405.27">10619 1723 7533,'-10'-7'3276,"2"1"0,39 6-923,9 0-3253,-5 7 1,0 3-271,4 11 1530,-25 5 0,-12 7 719,-18-3 1,-10 2-1,1-2-674,5 3 0,1 0-540,-12 14 0,13-8 45,38-24-315,5-3 0,3-2 45,19 2 1170,-12 18-495,-48 10 0,-13 3-1350,9-9 1,-3-2-59,-5-1 1,-3 0 0,4-3 436,9-5 1,3-3-1,-4 4 1,16-6 0</inkml:trace>
  <inkml:trace contextRef="#ctx0" brushRef="#br1" timeOffset="48591.27">11060 2268 10051,'-10'27'3276,"-6"18"-2054,14-16-1222,-19 9 0,-5 0 0,8-6 0,-6-6 0,-1-1 0</inkml:trace>
  <inkml:trace contextRef="#ctx0" brushRef="#br1" timeOffset="48958.27">11218 1686 19946,'41'0'-3239,"-1"11"2520,5 8 584,-32 5 0,-9 5 854,-10 0 1,-5 2 134,-3 15 1,-2-1-900,1-17 0,3-1-180,8 1 1,8-4-496,23 0 540,-5-5 45,-10 11 0,-8 3-404,-22 7-554,3-8 1,-3 5 0,0-8 901,-15-1 1,8-3 0,1-6 0,6-19 0</inkml:trace>
  <inkml:trace contextRef="#ctx0" brushRef="#br1" timeOffset="49191.27">11518 1475 10411,'30'22'1092,"-1"0"0,-11 11 0,-3 6 0,3-7 0,0 4 0,-5 5-437,-8-2 0,-5 6 1,-3 2-1,-1 0 0,0-4-769,1-2 1,0-3-1,-3 0 1,-1 4-434,-2-2 1,-3 4 0,-1 1 0,-1 0 0,0-2 0,-1-6 181,-6 10 1,-2-6 0,-1-2 0,-2 0 0,-1-2 0,1-5 0,1-9 0,-1 1 0</inkml:trace>
  <inkml:trace contextRef="#ctx0" brushRef="#br1" timeOffset="49724.27">11818 1326 10771,'11'33'655,"-1"-1"0,0 1 1,3 4-1,1 1 0,-1 6-109,-4-6 0,-1 6 0,1 2 0,-1 2 0,-1-1 0,-1-2-150,0 0 0,0-1 0,-1-1 0,-3 2 0,-4 3-806,-2-8 0,-3 4 1,-2 1-1,-2 1 1,-1 0-1,-1-1 0,0-2 1,0-3 190,-5 8 1,0-2-1,-2-3 1,-1-1-1,-2 0 1,-2 0-1,-1 1 1,-2-2-1,1-1 1,0-4 0,1-7-1,1 1 1,-1-1-1,1 0 1</inkml:trace>
  <inkml:trace contextRef="#ctx0" brushRef="#br1" timeOffset="50472.27">12259 2008 7533,'-29'0'3276,"21"0"-1638,26 0 0,15 0 0,13 0 0,6 0-2310,-16 0 1,1 1 0,1-2-72,-1-2 1,2-2 0,0 1 0,-1-1 742,9 3 0,-1-1 0,-3-1 0,6-8 0,-2 0 0,-7 6 0,0 0 0</inkml:trace>
  <inkml:trace contextRef="#ctx0" brushRef="#br1" timeOffset="50623.27">12453 2330 7533,'-49'7'3276,"26"-1"-2184,43-11 0,26-6 0,1-1-977,-3 1 1,2-1 0,1 1 0,-5 1-1,2 0 1,0 0 0,-1 0 0,5-2 0,-1 1-1,1-1 1</inkml:trace>
  <inkml:trace contextRef="#ctx0" brushRef="#br1" timeOffset="51239.27">13600 1376 7533,'-8'-7'3276,"6"18"-2306,-2 17 1,0 9-342,1-2 1,0 3 0,1 3-760,1 0 0,1 2 0,0 1 0,-1-2 280,-1 3 0,-1-1 0,0-1 137,3-5 1,0 0 0,0-8-918,0 0-273,14-48 0,4-14 408,-3 1 0,1-2 285,0 1 0,2-1 1,1 2 29,7-11 0,-1 19 2609,-4 47-1575,-7 5 1,-4 4-586,-12 9 1,4-3-123,19-11 0,5-13-417,9-26 300,-1-7 0,6-7 0,-6 2 240,3-9-90,-3 26 0,-5 12-450,-27 43-823,0-14 1,0 6 0,2-3 545,3-2 1,2-1 0,-5 8 0,3-4 0,19-9 0</inkml:trace>
  <inkml:trace contextRef="#ctx0" brushRef="#br1" timeOffset="51655.27">14658 1686 7533,'-45'-7'1638,"12"6"0,-1 7 0,-3 13 0,2 9-546,8 0 0,2 5 0,2 0-531,3-2 1,1 0 0,5 2-892,7 4 0,4 1 1,5-6-211,18 8-1099,15-36 1,5-13-1,-10-11 1,0-7 1034,2-5 0,2-4 1,-6 0 1592,-6 1 1,-4 0-361,1-5 1,-7 16 2646,-12 29-2504,16 34-2032,-7-12 1,1 3-380,8 10 1,-1-1 1091,-7-14 1,0-2 0,2 2 0,0-3 0,-3-4 0</inkml:trace>
  <inkml:trace contextRef="#ctx0" brushRef="#br1" timeOffset="51855.27">14975 1586 12480,'21'38'239,"-1"-1"1,0 0 0,-2-3 0,0 1 0,0 0 0,-1 0-1333,2 9 1,0 0 0,0-2 623,-1-8 1,0-2 0,-3-1 0,-5 7 0,-3-8 0,1-18 0</inkml:trace>
  <inkml:trace contextRef="#ctx0" brushRef="#br1" timeOffset="52023.27">15363 1574 2741,'-43'11'3276,"-2"8"-2184,20 6 0,-2 7 0,3-2-925,2-3 1,1 3-988,-1 3 1,-2 6 0,1 2 0,4-6 423,2 3 1,0-2 0,-3-1 0,-4 2 0,2-2-1,-1-2 1,1 1 0</inkml:trace>
  <inkml:trace contextRef="#ctx0" brushRef="#br1" timeOffset="53072.27">14023 2541 7533,'-8'-7'1979,"-2"1"-720,-23 6-225,3 14 1,-1 5-631,5-3 1,1 4 614,-4 14 1,-1 8-1,7-1-659,8 7 0,6 1-330,2-12 0,2 0 0,10-11-2099,40-12 1304,-17-24 1,0-11 22,-5-6 0,-1-9 0,-1-1 0,-2 2 832,-4 3 0,-2 1 0,0 0 569,3-11 1,0 0-1,-7 23 2310,-9 34-2520,-4 12 1,-2 9-923,4-2 1,0 5 0,2 2 0,2-4 472,5 1 0,2-2 0,1-1 0,-2 0 0,2-1 0,3-6 0,13-8 0,-1 0 0</inkml:trace>
  <inkml:trace contextRef="#ctx0" brushRef="#br1" timeOffset="53505.27">14517 2504 7533,'-26'11'819,"1"0"0,1 12 0,0 7 0,1-1 819,-7 9 0,1 4-819,10-2 0,-1 6 0,3 1 0,7-5-543,8 9 1,8-3-1332,-5-10 1,1-1-1,9-8-584,28-10 1,6-15 1142,0-19 0,-14 1 0,-5-4 0,-18-12 1</inkml:trace>
  <inkml:trace contextRef="#ctx0" brushRef="#br1" timeOffset="54672.27">14358 2789 7533,'-20'7'3276,"28"-2"-2950,18-5 0,12-6 1,-2 1-1,-1 1 0,1 0 1,5-2-1,0 0 0,0 0 1</inkml:trace>
  <inkml:trace contextRef="#ctx0" brushRef="#br1" timeOffset="54698.27">14817 2405 0,'-6'49'0,"1"1"0,-1 0 0,1-1 0,0 1 0,-1 0 0,1-1 0,-1 1 0,1 0 0,-1-1 0,1 1 0,0 0 0,-1-1 0,1-1 0,0-1 0,1 0 0,-1 0 0,0 0 0,0 1 0,0-1 0,1 0 0,-1 0 0,0 0 0,0 1 0</inkml:trace>
  <inkml:trace contextRef="#ctx0" brushRef="#br1" timeOffset="56272.27">14905 2516 7533,'0'-19'3276,"0"-5"-1695,0 16-682,0-3 631,0 27-721,-24 16-45,3 8 1,-3 4-360,0-1 0,-1 1-345,9-13 0,0 1 0,5-1-150,8 3 0,6-2 225,6-7 0,2-2 224,8 16 136,-10-8 0,-2 3 44,-2 1 1,-2 0-497,-2-2 0,0 0-313,3 0 0,0-2-1439,-4 12-1568,8-4 1337,-7-13 1940,15 1 0,-14-24 0,6 8 0</inkml:trace>
  <inkml:trace contextRef="#ctx0" brushRef="#br1" timeOffset="56907.27">15187 2553 11311,'-10'48'819,"0"-1"0,-4-2 0,-3 1 0,1-2 247,6-11 1,0-2 0,-1 2-1607,-3 9 0,-2 3 1,1-6-1100,-8 1 1,13-15-1639,31-28 1638,-5-32 1,0-18 1151,-2 15 0,3-4 0,0-2 1,-3 3 546,0-4 0,-3 2 0,2 1 1032,1 1 0,1 2 0,-5 22 2184,-6 29-2304,1 16 0,1 11 0,-2 0-793,-3-2 1,-2-1 0,1 3-30,1 10 0,1 3 0,3-6 255,4 1 0,8-13 404,28-26-1708,-6-32 539,-14-14 0,-1-8-1279,-1 1 1,-3 2 1091,-9 13 1,2 3 0,7-3 0,-1 11 0,-9 19 0</inkml:trace>
  <inkml:trace contextRef="#ctx0" brushRef="#br1" timeOffset="57091.27">15505 3061 7533,'0'14'3276,"0"8"0,0-2 0,-8 17-4915,-4-4 1,-2 0-1225,-7 11 2207,4-11 1,0-3-1,0-9 1,-1 2 0</inkml:trace>
  <inkml:trace contextRef="#ctx0" brushRef="#br1" timeOffset="57591.27">15893 2653 7533,'-16'-2'3276,"-11"25"-1721,0 6 0,1 5-1330,9-7 0,2 2-165,0 1 0,0 3 0,6-4-60,15 14 224,4-15 1,5-2-135,7-12 0,3-4-45,3-1 0,-1 0 135,16 15-135,-52-2 0,-11 4-630,8-2 1,-3 0-509,-11-1 1,-6 0 0,5-3 989,-4 13 0,0-4 1,31-16-1</inkml:trace>
  <inkml:trace contextRef="#ctx0" brushRef="#br1" timeOffset="57741.27">16104 3210 7533,'-33'36'1169,"7"-11"0,-1 0-1169,7-7 0,-1 0 0,-8 5 0,1-1 0,1-3 0</inkml:trace>
  <inkml:trace contextRef="#ctx0" brushRef="#br1" timeOffset="58124.27">16298 2677 7533,'-9'0'3276,"16"0"-1856,15-2 0,7-1-2679,11-6 0,3 0-271,-5 2 1,0-1 1529,3-3 0,-7-2 0,-15 1 0,-3 0 0</inkml:trace>
  <inkml:trace contextRef="#ctx0" brushRef="#br1" timeOffset="58306.27">16510 2603 7533,'-23'15'1092,"1"0"0,-1 2 0,3 3 546,0 22 0,5 5 0,0-5 0,2 4-808,4 0 1,2 5 0,5-4-1776,10 3 1,8-6 509,4-5 0,7-11-1204,5-19 1,1-13-1,0-18 1,-6-6 1096,-11 7 0,-4-1 0,-2-5 1,-4 2-1,-6 0 0</inkml:trace>
  <inkml:trace contextRef="#ctx0" brushRef="#br1" timeOffset="58423.27">16404 2913 7533,'-37'12'3276,"11"-5"0,26-1-4079,24 0 1,9-1 802,12 3 0,-10 0 0,-1 2 0,-1 2 0</inkml:trace>
  <inkml:trace contextRef="#ctx0" brushRef="#br1" timeOffset="58622.27">16792 3124 7533,'-20'15'1092,"-1"0"0,-2 9 0,-1 0 546,1-7 0,-1 2-2531,-6 14 1,3-3 892,6-12 0,-5 4 0,18-29 0</inkml:trace>
  <inkml:trace contextRef="#ctx0" brushRef="#br1" timeOffset="58972.27">16898 2752 12300,'-10'30'1092,"0"0"0,9 4 0,2 1 546,-1 1 0,4-2-1541,14-2 0,4-7-3374,-1-11 1992,4-31 0,1-9 1105,-6 7 1,-3-2 1753,-2-14 0,-2 12 1702,2 49 0,-7 11-2640,-1-9 1,4-3-1626,24-2-650,-12-39 1,-1-9-1639,8-14 2716,-16 2 1,-5-1 0,-9 3 0,0-6 0</inkml:trace>
  <inkml:trace contextRef="#ctx0" brushRef="#br1" timeOffset="59439.27">17427 2504 7533,'-17'-19'3276,"7"6"0,10 13 0,17 18-3210,3 25-336,-10-18 0,-2 2-720,-10 16 1,-4 3 1678,1-10 1,-2 0 0,-1-1 164,-6 9 1,1 0-196,6-9 1,2 2 0,7-5-165,12-2 0,5-2 44,2 8 1,-1 1-240,-2-8 0,-1 1 0,-6 2-1181,-10 8 0,-7 3 0,-5-2-212,-6 0 1,-6-1 0,-2-3 623,1-1 1,-1-2 0,-2-4 0,-12 2 0,1-7 0,-5 0 0</inkml:trace>
  <inkml:trace contextRef="#ctx0" brushRef="#br1" timeOffset="60456.27">16528 1053 7533,'-43'-8'1638,"19"22"0,2 7-38,-1 2 0,1 9-1841,9 3 1,2 8 0,1 6 0,2 1 0,-1-2 599,2-6 1,0 0 0,1 0 0,1 1 0,1 1-165,0-2 0,0 4 0,1 0 0,2-2 0,4-1 0,4-5 367,9 6 0,5-2 0,5-8 0,3-14-212,14-18 1,6-19-1,0-8-314,-12 2 0,1-6 0,-1-5 0,-1-3 0,-3-1 114,-7 1 0,0-2 0,-3-2 0,-1-2 0,-3-1 0,-2 0-227,-3-1 0,-1-1 0,-3-2 0,-2 1 0,-3 0 0,-2 2-67,-3-4 0,-3 1 0,-3 0 0,-2 3 0,-3 2-576,-3 0 1,-3 0-1,-3 6 1,-3 7 89,-8 6 1,-3 8-1,1 14-190,5 17 1,0 13 0,2 6 0,4-1 491,1 4 0,5 2 0,2 2 1,2-4-1,-1 2 0,4 0 1,4-5-1,10 2 0,0-1 1</inkml:trace>
  <inkml:trace contextRef="#ctx0" brushRef="#br1" timeOffset="60672.27">16616 1500 13020,'27'34'819,"1"1"0,-4 1 0,2 3 0,-2-3 556,0-3 0,1 2-1375,-1 3 0,2 7 0,1 0 0,-4-8 0,0-6 0,-1-1 0,0 6 0,-1 0 0,1 0 0</inkml:trace>
  <inkml:trace contextRef="#ctx0" brushRef="#br1" timeOffset="62123.27">9454 1053 7083,'-9'-26'3276,"1"14"-705,8 41-2077,0 6 1,0 4-225,0 2 0,0 0-90,-3 3 0,-2-3 269,-5 7-1078,8-51 134,1-21 0,4-12 315,4 3 0,3-3 1,-1 0 538,-3-12 1,-1 3 179,4 7 1,-2 17 90,-7 46-315,-4 8 0,0 3-270,3-10 0,0-1-135,1 21 45,12-74 0,2-17-45,-7 14 0,-1-2-150,4-4 0,0-3 0,-6 9-416,-12 8 1,-2 34-1,2 18 1,-1-1 0</inkml:trace>
  <inkml:trace contextRef="#ctx0" brushRef="#br1" timeOffset="63224.27">9349 2628 7533,'-20'0'90,"20"-33"0,20-3 179,-10-3 1,-1-1 720,7 3 89,-40 15-179,11 54-631,-1-7 1,2 1-809,4 14-451,40-44 810,-9-10-30,-7-14 0,-1-12 1,-3 6 1648,6-10-765,-14 2 1,-8 13-225,-15 46 0,-3 16-181,8-5 1,2 5-240,-3 4 0,-2 5 0,8-6-390,9-3 1,8-12-361,27-26 540,-18-16 0,-2-8 180,9-10 0,-7-3 854,-20 2 1,-8 7 45,-10 10-226,-9 46 1,-1 17-630,9-14 0,5 3-135,2 7 0,4 4 0,11-17-989,33-33 764,-12-7 0,0-7 345,-3-6 0,1-5 0,-4 2 60,3 3 0,-10 3 1259,-32-13-1304,9 55 0,-1 12 0,-9 8 0,5 2-2923,18 12-361,24-56 2429,-6-15 1,-3-6 629,0-5 1,-10 8-181,-29 25 360,5 30 0,7-6 0,2 1 0,4 11 0</inkml:trace>
  <inkml:trace contextRef="#ctx0" brushRef="#br1" timeOffset="67389.27">17110 781 7533,'0'-20'2878,"0"-3"-989,0 9 0,0 19-450,0 32-810,0 1 1,0 5-405,0-3 0,0 0-90,0 1 0,0-4-225,0-5 0,8-21-945,1-42 1,-1-16 1034,-2 21 0,0-1-60,0-14 0,0-6 0,-2 7 960,-4-4 989,0 32-990,-8 59-494,7-14 0,0 0-360,-5-5 0,4-7-1305,10-15 631,9-43 494,-10 6 0,-2-2 539,4 0 1,-2 1-3437,-7-12 3212,0 28-1439,-16 56 1259,10-4 0,0 3 0,1-6 0,1-1 0,5 5 0,0 1 0</inkml:trace>
  <inkml:trace contextRef="#ctx0" brushRef="#br1" timeOffset="67889.27">17639 831 9152,'-22'22'1092,"1"0"0,-2 10 0,1 7-273,4 0 0,0 7 0,1 3 0,1-2-1286,3-4 0,1 0 0,0 1 0,0-1 736,-1 2 1,-1 0 0,1 1 0,2-1-1,3-3 1,1 0 0,1 1 0,2-1-187,1 0 0,2 1 1,2 0-1,0-3-323,-1 4 0,1-2 0,8-1 303,7-7 1,8 1 0,2-4 0,-2-10 0,0-11-1,3-8 1,22-6 0,0 0 0</inkml:trace>
  <inkml:trace contextRef="#ctx0" brushRef="#br1" timeOffset="69529.27">17992 1116 7533,'0'-20'3276,"-24"41"-2300,11 11 1,1 13 0,0 2-1746,-2-3 0,0 4 1,0 1-1,1 0 895,4-10 0,0 1 0,1 0 0,2 1 0,1 1-414,1 7 0,2 4 0,2-1 1,1-4-1,4-6-1351,8 7 1,3-6 1237,-5-3 1,0 1 0,4-13-1,27-17 1,-15-18 0</inkml:trace>
  <inkml:trace contextRef="#ctx0" brushRef="#br1" timeOffset="69975.27">18221 1363 0,'-20'-23'3276,"5"8"0,46-14-1613,0 15-1187,-1 4 1,1 2-1286,14 7-720,-33 35 1349,-16 9 869,-11-11 1,-8 4 0,2-3-331,4-4 1,1 0 389,-7 4 0,5-2-569,18-2 2699,17-21-3148,27 4 1811,-13-7-1542,2 2 990,-25 33-271,-24-12 1,-7 1-945,3 7 0,-1 0-820,-10-3 0,-1-4 370,9-7 0,3-3-142,2 1 1,10-2 0,8-6 0</inkml:trace>
  <inkml:trace contextRef="#ctx0" brushRef="#br1" timeOffset="70156.27">18538 1760 7533,'18'30'3276,"-8"13"-1638,-8-15 0,-4 1-3277,-5 3 1,-4-1 1336,-8 15 1,1-12-1,10-22 1</inkml:trace>
  <inkml:trace contextRef="#ctx0" brushRef="#br1" timeOffset="70557.27">18785 1239 7533,'0'-19'3276,"16"1"0,-4 11-204,37 13-3611,-33 19-46,-6 3 0,-5 4 585,-12-4 0,-5 0 225,-1 8 0,-2-1 135,-2-9 0,1-2-1,4 20-629,12-13-179,28-7 359,9 5 989,-10 4-539,-11 0 0,-17-5 0,-6 0 89,-11 14-719,6-6 1,-3 1-586,-2-13 1,-1-2 44,0 9 1,0-4-2468,-9-5 0,2 2 2785,7-19 1,8-5 0,2 0 0</inkml:trace>
  <inkml:trace contextRef="#ctx0" brushRef="#br1" timeOffset="70890.27">19032 1141 10411,'24'-3'1638,"-12"26"0,-3 11-546,4 1 0,0 5 0,-3 1-372,-7-4 0,-2 1 1,-2 2-1,0-1-675,-1 2 0,1 1 0,-3 0 0,-1-1-627,-4 0 1,-1 0 0,-2-2 0,0-2 641,0-4 0,0-2 0,-1 1-1153,-4 13 1,0 2 0,0-8 623,-2-12 1,0-3 0,-2 12 0,-1 0 0,5-15 0,-1 0 0</inkml:trace>
  <inkml:trace contextRef="#ctx0" brushRef="#br1" timeOffset="71173.27">19385 1983 7533,'18'-14'3276,"-1"14"0,-22 42-1638,1-14 0,-4 3-2731,-8-1 1,-6 2 0,1-2 719,-3 7 1,-1-2 0,-2-3 0,1-4-1,-7 8 1</inkml:trace>
  <inkml:trace contextRef="#ctx0" brushRef="#br1" timeOffset="71806.27">19950 1326 7533,'-45'-14'3276,"1"9"-2457,21 26 0,-1 14 0,0 6 0,5-4 819,1 6 0,3 2-1861,-1-4 1,-2 6-1,3-1 1,9-8-363,11-4 1,10-12-39,12-16 0,4-12 308,-6-7 1,-1-8-196,0-3 0,0-5 1,-3-2 59,-6 0 0,-3-1 0,-2 0 945,5-15 0,-4 3 944,-4 5 0,-6 16 1058,-9 28-1238,7 35 0,8 17-2039,-3-18 1,1 2 0,3 0-314,5 6 1,2 1 0,2-5 791,5 0 1,3-6 0,1-14 0,-1-6-1,11-5 1</inkml:trace>
  <inkml:trace contextRef="#ctx0" brushRef="#br1" timeOffset="72342.27">20232 930 7982,'25'-20'3276,"-13"8"0,19 17-1638,-1 22 0,-1 10 0,-5-3 0,-3 8-1353,-7-7 1,0 9 0,-1 5 0,0 0-1,-1-2 1,-3-6-166,0 4 0,-3-4 0,-2 4-75,0-5 0,-1 5 0,-1 3 0,-1 0 0,-1-2 0,-2-6-16,-3 9 0,-4-5 1,-2 1-323,-2-1 1,-2 3 0,-1 0 0,-1-3-528,2-6 1,-1-2 0,0-1 0,-4 1 517,-5 4 0,-3 0 0,-1-2 0,2-5 0,-8 0 0,1-4 0,6-6 0,0 1 0,0-1 0</inkml:trace>
  <inkml:trace contextRef="#ctx0" brushRef="#br1" timeOffset="100008.27">18239 3532 8342,'-26'-6'90,"-1"6"2429,-9 34-2070,15-8 1,-1 6-1270,5 1 1,-1 7 0,1 3 0,1 1 937,3-7 1,1 1-1,0 2 1,1 1 0,0 2 189,1-2 0,0 3 1,0 2-1,0 1 1,1-2-1,2-1 0,2-4 189,-1 11 1,1-4 0,5-2 0,9-4-341,10-3 1,8 0-1,4-9 1,0-15-316,0-19 1,1-16 0,1-7-1,0 0-252,1-1 1,2-3 0,-1-3 0,-1-2-1,-4-1 302,-3-1 0,-2-1 0,-2-2 0,-3-1 1,-3-1-1,-5-3 0,-2-4 0,-4 1 0,-4 0 0,-3 4 175,-3-1 1,-3 1-1,-5 5 1,-8 9-998,-21 7 1,-10 12-1,2 7-709,-2 1 1,4 14 1514,15 12 1,-1 11-1,5 3 1,9-6 0,11 16-1,8-4 1</inkml:trace>
  <inkml:trace contextRef="#ctx0" brushRef="#br1" timeOffset="100207.27">18274 4028 7533,'-35'18'1638,"22"5"0,6 7 0,4 8 0,6 6-819,4-8 0,4 4 0,2 2 0,-1-1-1307,0-1 1,0 1 0,0 0 0,1-1-333,2 1 1,1-1 0,0 0 0,-2-4 272,4 14 1,-1-8 0,-4-16 0,0-6 0,4-8 0</inkml:trace>
  <inkml:trace contextRef="#ctx0" brushRef="#br1" timeOffset="100473.27">18680 3334 7533,'-20'-27'3276,"4"32"-1638,14 26 0,4 11-1811,-2 4 0,0 2-1466,0 0 1,0-1 982,0-10 1,0-4-1,0-1 1,0-2 0</inkml:trace>
  <inkml:trace contextRef="#ctx0" brushRef="#br1" timeOffset="100758.27">19068 3458 7533,'-28'-14'1638,"7"30"0,1 13-546,4 7 0,2 9 0,-1 3-464,3-11 1,-1 3 0,0 1 0,0 2-1,1 1-526,2-2 1,0 2 0,1 2 0,0 0 0,0 0 0,1-1 0,1-3-139,-1 4 0,0-2 0,1-1 0,3-1 0,1 1-620,2 2 1,2 1-1,1 0 1,4-5 0,4-7-984,15 3 1,7-11 1411,-1-8 0,2-8 0,-2-13 0,-3-7 0,7-9 1</inkml:trace>
  <inkml:trace contextRef="#ctx0" brushRef="#br1" timeOffset="101273.27">19279 3607 6183,'-9'-14'3276,"9"3"-2126,30 13 1,12 7-1781,-14-5 1,1 0 269,16 4 0,-4 2-179,-8 8 404,-46 11 0,-13 6 854,6-4 1,-3 1-211,-1-5 1,-2 1 0,6-2-510,5 3 0,10-4 90,17-6-180,12-7 0,5-2 270,18 4 360,-33 12 0,-9 6-720,-15 1 0,-7 0-135,-2 3 0,-3-1 315,-3-6 0,-2 0 0,4-5 0,0 6 0,7-10 0,0 0 0</inkml:trace>
  <inkml:trace contextRef="#ctx0" brushRef="#br1" timeOffset="101473.27">19614 4227 8072,'20'-2'3276,"4"26"-1245,-30-6-2841,3 11 1,-4 4-830,-17-7 1,-3 0 1091,7 4 1,-1-1 0,-5-5 0,1-5 0,-1-3 0</inkml:trace>
  <inkml:trace contextRef="#ctx0" brushRef="#br1" timeOffset="101906.27">19808 3656 7533,'6'-24'3276,"6"10"0,23 3-2775,-9 12 1,-1 3-1311,7 3-1620,9 17 1350,-39 13 1438,-9-4 1,-4 1 270,-3 0 0,-1-2-361,-2 0 1,6-2-899,19 17 539,6-32-180,27 13 0,-21-9 270,-18 30-495,-16-18 1,-8 1-1145,-7 4 1,-6-2 1405,-5-4 0,-1-4 0,9-6 0,2-4 0,4-7 0,1 0 0</inkml:trace>
  <inkml:trace contextRef="#ctx0" brushRef="#br1" timeOffset="102123.27">19315 3557 7533,'-27'29'215,"0"-1"1,0 1 0,2-2 0,1 1 0,3 6 98,6-1 1,2 7 0,2 3 0,0 1 0,1-1 0,1-5-1068,0 1 0,1-3 0,1 0 0,0 2 735,-2 2 0,-1 3 0,1 1 0,3-3 0,8-4-612,13 4 1,9-5 0,0-4 576,2 1 1,3-4 0,1-9 0,3-1 0,0-6 0,1-7 0,1-1 0</inkml:trace>
  <inkml:trace contextRef="#ctx0" brushRef="#br1" timeOffset="102356.27">20038 3520 0,'8'-25'3276,"1"28"-1638,8 18 0,0 12-819,-10 0 0,-4 6 0,-1 4 0,-1 0-1088,1 3 0,0 2 0,-2 0 0,-4 2-240,-1-4 0,-2 1 1,-2 1-1,-2 0 1,-2-3 508,-1-6 0,-4 0 0,-1-1 0,0-2 0,1-2 0,-4 7 0,-1-2 0,0-4 0,-2-6 0,0 0 0,0 0 0</inkml:trace>
  <inkml:trace contextRef="#ctx0" brushRef="#br1" timeOffset="102590.27">20214 4375 9152,'-10'17'3276,"-5"20"-3475,3-9 0,-2 2-1440,-11 8 1,-3-2 1091,8-11 1,-1-3 0,-4 0 0,1-4 0,7-6 0</inkml:trace>
  <inkml:trace contextRef="#ctx0" brushRef="#br1" timeOffset="103007.27">20655 3495 7533,'-19'-8'1638,"9"30"0,4 13 0,6 6 0,0 6-819,-5-12 0,-1 4 0,-1-1 0,1-2 348,4 14 0,-2 0-1467,-6-6 0,-5 2 1,1-6-1340,4-11 1,1-4-1639,-3 19 2733,6-60 0,16-11 1,6-4-1,-3-3 0,1 0 1</inkml:trace>
  <inkml:trace contextRef="#ctx0" brushRef="#br1" timeOffset="103223.27">20655 3644 0,'0'-14'3276,"0"20"-1638,0 20 0,0 12-546,0-2 0,0 3 0,0 1 0,1 4 0,0 1 0,5-3 0,4-4 0,4-2 0,3-15-1279,7-20 0,1-13-863,0-14 1,-1-11 0,-2-4 576,-7 8 1,-2-3 0,0-1-1,-1 0 473,3-12 0,-1 0 0,0 5 0,-1 3 0,1 6 0,-1 13 0,0-1 0</inkml:trace>
  <inkml:trace contextRef="#ctx0" brushRef="#br1" timeOffset="103523.27">21220 3334 15808,'17'45'546,"0"-1"0,0 1 0,-9-9 0,-2 1 0,-1 1 0,-1 2 109,1 1 0,0 3 1,-1 1-1,-2 0 0,-2-2-935,-4 6 0,-3 0 0,-3-1 0,-5 0-376,-2-6 1,-5 2-1,-2-2 1,0-2 0,2-3-438,-3 5 1,1-4 0,-4-1 764,-2-2 0,-4 0 0,-1-1 1,3-6-1,-8 3 0,0-4 1,7-4-1,0-1 0,1 1 1</inkml:trace>
  <inkml:trace contextRef="#ctx0" brushRef="#br1" timeOffset="104189.27">18221 5193 7533,'-29'34'468,"0"1"0,0-1 0,0 0 0,2 6 0,1 2 0,2 2 0,3 0 351,4 2 0,1 1 0,5-1 0,8-3 273,12 3 0,9-3 0,4-11-115,9-10 0,5-17-1265,-4-17 0,5-12 0,2-8 0,-2-3 1,-8 1-186,-5-2 1,-7-2 0,-3-3 0,0-1-32,0 2 0,1-3 0,-2-1 1,-5 3-1,-9 5-246,-13-3 1,-9 6-1,-5 8-599,-17 5 0,-4 19 1349,15 17 0,1 10 0,4 2 0,0 6 0,5 1 0,8 3 0,-1 0 0</inkml:trace>
  <inkml:trace contextRef="#ctx0" brushRef="#br1" timeOffset="104340.27">18150 5466 7533,'36'0'3276,"-17"0"0,20 22-1638,-23 10 0,-2 8-1466,5-7 0,2 2 0,0 1-1265,-2 8 1,-1 2 0,0-3 623,-3-11 1,0-2 0,0-3 0,2 3 0,-1-7 0,2-12 0</inkml:trace>
  <inkml:trace contextRef="#ctx0" brushRef="#br1" timeOffset="104523.27">18591 5131 7533,'-13'-29'1638,"-1"-1"0,-12-11 1638,17 79-2912,5-7 0,1 4 0,2 0 0,4 9 0,2 0 0,-2-8 0,0 0 0,0 1 0</inkml:trace>
  <inkml:trace contextRef="#ctx0" brushRef="#br1" timeOffset="104773.27">18962 5181 7533,'-32'5'1092,"1"0"0,3 6 0,3 9 0,2 16 0,3 10 0,4 2 0,5-5 0,4 2 0,2 3-965,2-6 0,1 4 0,1 1 0,3-1 0,2-4-1220,5 9 1,4-5 0,4-2 623,4-2 1,4-2 0,0-8 0,-2-8 0,1-8 0,17-11 0</inkml:trace>
  <inkml:trace contextRef="#ctx0" brushRef="#br1" timeOffset="105206.27">19156 5268 9512,'-30'-20'3276,"7"8"0,46 1-1638,6 7 0,3 1-1920,2-3 0,1 0-123,2 0 1,-4 5-766,1 12 721,-26 4 134,-17 6 0,-6 5 135,-3 7 0,-1 1 450,-1-5 0,1-1-135,-3 3 0,10-3 45,28-10 359,29-2-269,-4-2-135,-17 0 0,-7 3-315,-17 9 90,-25 15-1214,4-16 0,-3-1 1304,-4 3 0,1-1 0,7-3 0,3-2 0,-7 8 0</inkml:trace>
  <inkml:trace contextRef="#ctx0" brushRef="#br1" timeOffset="105490.27">19526 5701 13829,'8'-1'3148,"-6"14"-3687,-2 24-1100,-19-9 1,-3 0-1639,4 14 3220,-7-22 1,3-11-1,20-22 1,-6-13 0</inkml:trace>
  <inkml:trace contextRef="#ctx0" brushRef="#br1" timeOffset="105856.27">19614 5317 7533,'9'-29'1092,"0"0"0,10 8 0,3 5 2184,17 11-1638,-7 14 0,-3 6-1932,1 8-1235,-16-2 0,-5 3 1349,-17 9 450,0-9 0,-1 2 989,-3 18-90,-4-7-1259,24-18-1079,33-2 809,-15 1 180,-3-5 1,-5 5 268,-21 14 1,-10 2-1349,3-8 0,-1-2-360,-6 5 0,-2-4 1619,-6-7 0,15-18 0,2-7 0</inkml:trace>
  <inkml:trace contextRef="#ctx0" brushRef="#br1" timeOffset="106073.27">19985 5206 10861,'21'19'1092,"1"0"0,-1 21 0,-5 7 0,-7-9 0,-3 3 0,-1-1-158,-1-2 0,0 0 0,-6 0-1954,-9 1 1,-4-1 0,0-5-842,-9 11 222,-12-8 1,0-3 982,10-6 1,-2-11-1,-1-1 1,2 3 0</inkml:trace>
  <inkml:trace contextRef="#ctx0" brushRef="#br1" timeOffset="106273.27">19279 4970 7533,'-34'18'655,"-1"1"0,0-1 1,7 9-1,3 5 0,2 6 0,6-2 0,1 5 1,2 3-1,2 0 0,2-1-1025,2 1 1,3 0-1,2-1 1,2 2 234,1 3 0,2 2 0,3-1 0,5-5 135,10 1 0,4-5 0,1-3 0,0-2 0,3-3 0,9 0 0,0 0 0</inkml:trace>
  <inkml:trace contextRef="#ctx0" brushRef="#br1" timeOffset="106673.27">20320 5751 10051,'-8'34'749,"0"1"1,-4 0 0,-3-2-750,-15 7-820,-3-6 1,23-22 0,3 0 0</inkml:trace>
  <inkml:trace contextRef="#ctx0" brushRef="#br1" timeOffset="107140.27">20796 5206 13020,'-16'29'1092,"-1"0"0,-6 3 0,1 2-257,0 9 1,5 2-567,3-6 1,10-4-315,14-11 0,7-4-180,9-1 1,3-3-226,0-5 0,-3 3 270,-8 8 0,-8 4-540,-12 0 1,-6 0 404,-4 1 1,-6-3-1325,-11-1 1,0-5 1400,5-4 0,-15-3 1,29-11-1</inkml:trace>
  <inkml:trace contextRef="#ctx0" brushRef="#br1" timeOffset="108090.27">21149 5007 11041,'13'29'819,"0"0"0,-8 1 0,-2 4 0,0 1 273,6 12 0,1 2 0,-5 1-944,-7-7 1,-3 1 0,-2 0 0,-1 0-969,1 1 1,-2-1 0,0 0 0,-3-3 593,-5 4 0,-2-2 1,-2-3-1,-1-5 1,-1-3-1,0-3 1,-4-2-1,1 0 1</inkml:trace>
  <inkml:trace contextRef="#ctx0" brushRef="#br1" timeOffset="108826.27">18327 6222 7533,'-23'17'819,"1"-1"0,5 9 0,3 6 0,2 4 0,2 2 0,1 5 0,3 1 0,3-1-498,3 0 1,3 0-1,2 0 1,1-3-232,0 8 0,2-4 0,9-14-360,13-22 0,7-13 0,-2-8-823,-1-13 1,-3-11 0,-2-1 297,0 4 1,0-1 0,-4-2 434,-7 3 0,-1-2 1,-4 0-1,-5 3-976,-6-11 0,-9 4 121,-8 8 1,-6 4 910,2 9 0,-3 9 1,-8 19-1,1 10 0,12 0 1,-1 1-1</inkml:trace>
  <inkml:trace contextRef="#ctx0" brushRef="#br1" timeOffset="108976.27">18397 6421 9332,'19'17'1092,"0"0"0,1 4 0,1 3 13,1 13 1,-1 1-2745,-2-7 1,1-3 1465,6-2 1,-1-4 0,2-4 0,-1-12 0</inkml:trace>
  <inkml:trace contextRef="#ctx0" brushRef="#br1" timeOffset="109142.27">18680 6049 7533,'-36'-2'3276,"17"20"-2756,11 15 1,8 6-521,8-10 0,2 1 0,-5 12 0,1-1 0,10 1 0</inkml:trace>
  <inkml:trace contextRef="#ctx0" brushRef="#br1" timeOffset="109393.27">18979 6148 7533,'-24'28'655,"0"0"0,0 0 1,4 5-1,2 3 0,3 1 437,3 1 0,3 2 0,5 3-844,5-1 0,5 3 1,2 0-1,0-3-1178,1-3 1,2-3-1,0 0 840,3 2 0,0 0 1,3-6-1550,8-5 1,-1-9 1227,-2-10 0,11 3 0,-15-11 1</inkml:trace>
  <inkml:trace contextRef="#ctx0" brushRef="#br1" timeOffset="109842.27">19226 6371 7713,'-19'-13'2518,"3"1"-1438,16 5 1438,0 1-269,0 6-1350,0 6 451,0-4-1171,-8 9-628,6 1 179,-6 18 270,4 1 0,1 5 404,-2 2 1,0 2-495,-2 1 0,4 1-1549,8 7 1,6-5 982,10-5 1,-1-11-1,3-5 1,13-11 0</inkml:trace>
  <inkml:trace contextRef="#ctx0" brushRef="#br1" timeOffset="110275.27">19420 6482 10051,'6'-24'3276,"14"10"-2684,17 3-1671,-9 33 809,-21 11 495,-9-5 0,-5 0 404,-11 12-89,16-5-540,12-34-450,17 3 180,-7-9 180,-4 10 450,-32 30-810,3-10 1,-2 2 449,-3 8 0,-1 0 0,5-8 0,1-3 0,-3 11 0</inkml:trace>
  <inkml:trace contextRef="#ctx0" brushRef="#br1" timeOffset="110459.27">19685 6693 12930,'8'20'-990,"2"19"-1528,-8 1 1483,-10-14 1,-2-1 1034,-4 12 0,-25-13 0,19-12 0</inkml:trace>
  <inkml:trace contextRef="#ctx0" brushRef="#br1" timeOffset="110940.27">19914 6358 9871,'0'-13'3276,"16"1"0,-4 12-3441,29 12-1364,-27 1 899,1 34 720,-32 0 449,10-21 1,2-1-720,-3 11-539,26-18 539,1-12 90,7 6-180,-9 6 810,-15 30-945,-12-19 0,-5 1-1079,1 5 0,-3-1 1484,-5-10 0,0-4 0,-3-2 0,7-20 0</inkml:trace>
  <inkml:trace contextRef="#ctx0" brushRef="#br1" timeOffset="111190.27">20108 6259 7533,'26'-19'3276,"1"34"-1638,-8 7 0,-2 7-546,-8 1 0,-3 5 0,-2 1 0,1 5 0,-2 1 0,-3 0-1653,-6 0 1,-3 0 0,-2-1 485,1-1 0,-2-2 0,-3-4 0,-6 1 0,-3-6 0,3-6 0,-1 0 0</inkml:trace>
  <inkml:trace contextRef="#ctx0" brushRef="#br1" timeOffset="111425.27">20408 6718 10411,'0'18'3276,"0"18"-2306,-13-12 1,-5 3-2610,3 5 1,-2-1 1412,-1-7 0,-1-3 0,-12 14 0,21-23 0</inkml:trace>
  <inkml:trace contextRef="#ctx0" brushRef="#br1" timeOffset="113075.27">20690 6247 7533,'-19'0'3276,"3"5"0,16 2 0,0 0-3480,0-1-335,0-6 539,0 0-180,0 5-360,0-3 630,8-8-180,-6 3 0,6-8 90,-8 11 180,0 0 90,0-5-90,0 3-90,0-3-90,0 5 3276,0 0-2415,-8 22-141,6 22-406,-2-6 1,0 5-45,6-8 0,1 1 0,0-1 224,-3 12 1,2-3-450,3-8 0,6-10-1664,14-20 225,-10-26 0,-1-10-1,8-8 1,0-1 1169,-7 4 1,-3 4 1663,-2 6 1349,-4 75-1799,-11-14 1,2 2-855,13-1 0,3-4-135,1 2-1639,9-58 1,3-16-1,-10 15 1,-2-2-1,4-17 1,-1 2 818,0 6 1,-9 22 0,-8 8 0</inkml:trace>
  <inkml:trace contextRef="#ctx0" brushRef="#br1" timeOffset="113309.27">21114 6247 7533,'15'-19'3276,"13"39"-1638,-12 6 0,-3 6-546,-2 4 0,-2 4 0,-3 2 0,-5 4 0,-4 1 0,-3-1-1235,-3 3 0,-3 0 1,-2-3 142,-3-6 0,-2-3 0,0-1 0,-5 6 0,1-4 0,2-12 0,1 1 0</inkml:trace>
  <inkml:trace contextRef="#ctx0" brushRef="#br1" timeOffset="115407.27">17780 4772 7533,'-47'-12'3276,"6"5"0,47 18-2190,21-5 1,12-3-548,-7 2 1,3 1 0,4-1-1,6-3-632,-5-2 1,5-3-1,4-1 1,2-1-1,3-1 1,0 0-1,-1 0 1,-2 1-1,-3 2 195,1 0 1,-4 1 0,-1 0 0,0 0 0,1 0 0,4 0 0,4-2 48,-13 1 1,2 0 0,2-1 0,3-1-1,2 1 1,1-1 0,1 0 0,1-1 0,-1 1-1,0 0 1,0 0 0,-2 0 0,-2 0 0,-1 0-1,-3 1 1,-3 0-171,11-1 0,-5 1 1,-3 0-1,-1 1 0,-1-1 1,2 0-1,2-1 1,5 0 88,-8 0 1,3 0 0,3-1-1,2 0 1,1-1 0,1 1-1,1-1 1,-1 0 0,-1 0-1,-1 1 1,-1-1 0,-4 0-1,-2 1 1,-4 0-322,12-3 1,-5 0 0,-4 1 0,-1-1 0,1 1 0,4-2 81,0 1 0,4-1 1,1-1-1,1 0 1,-1 1-1,-2 0 0,-4 2 1,-4 2-652,2 0 1,-5 2 0,-3 1 0,1 0-134,11 0 1,-1 1-1,-5 3 1015,-2 2 0,-14 8-62,-36 24 0,-17 3 0,-7-6 0,9-8 0,1 1 0,-1 0 0</inkml:trace>
  <inkml:trace contextRef="#ctx0" brushRef="#br1" timeOffset="115892.27">18045 6235 7533,'-16'22'1638,"46"-14"0,24-6-1092,-20 0 0,5-1 0,4 0 0,3-1 0,0-1 0,1 0-611,-6-1 0,1-1 0,0 0 0,2 0 0,0-1 0,3 0 1,0 0-1,3-1 265,-9 2 1,3-1 0,1 0-1,1 0 1,2 0 0,0 0-1,1 0 1,-1 0 0,1-1-1,-1 1 1,0 1 0,-2-1-1,-1 0-380,7 0 0,-2 1 1,0-1-1,-1 0 0,0 1 1,0-1-1,-1 1 0,1 0 1,1 1-1,0-1 49,-1 1 0,1 1 0,0-1 0,1 1 1,1 0-1,-2 0 0,1 1 0,-2-1 1,-2 0-1,-1 1 0,-2-1-197,6 1 0,-1-1 0,-2 1 1,-2-1-1,-2 1 0,-1 0 1,-2 0-416,10 0 1,-1 1 0,-5-1 0,-5-3-832,6-5 0,-12-3 1574,-17-3 0,-36-2 0,-15 9 0</inkml:trace>
  <inkml:trace contextRef="#ctx0" brushRef="#br1" timeOffset="116225.27">18803 6966 6321,'-34'10'1092,"0"-1"0,0 1 0,36 17-273,23-14 0,18-3 0,9-2 0,3-2-410,-16-1 1,5-2-1,2 0 1,2-1-1,2 0 1,-1-1 0,1 1-1,-2 0-27,-1 0 0,0-1 0,0 1 0,0 0 0,1-1 1,1 0-1,0 0 0,3 0-194,-6-1 0,2 0 0,1 0 0,1 0 0,1 0 0,0-1 0,0 1 0,0-1 1,-1 0-1,-1 0 0,0-1-179,-1 1 0,1-1 0,-1 0 0,0 0 0,-1-1 0,0 1 0,0-1 0,-1 0 0,-1 1 0,0-1-419,6 0 0,-2 0 1,1-1-1,-2 1 1,0-1-1,0 1 0,-1-1 1,0 0 385,5 0 1,1 0-1,0 0 1,-1 0-1,-3-1 1,-6 0-1,-6 0 1,14-7-1,-10 0 1,-8 6-1,-1 0 1</inkml:trace>
  <inkml:trace contextRef="#ctx0" brushRef="#br1" timeOffset="117607.27">30533 18505 7533,'-35'-4'1092,"-1"1"0,11 12 0,3 3 2018,-3 1-2346,36 16 1,19 4 134,7-12 1,10-2 0,-2-1-1493,-10 0 0,-2 0 0,5 1 934,2-3 1,6 1 0,3 0 0,-1-2 0,-3 0-804,-4-2 0,-1-2 0,-1 0 0,1 0 529,3 1 1,-1 0 0,1-1-1,4 0 83,-7-3 0,4 1 0,1 0 0,0-2 0,-3 0 0,-6-2-15,4 0 0,-5-3 0,4 1-31,-2 0 1,4 1 0,4 0 0,0 0 0,-1-2 0,-3-2-15,8-4 0,-2-3 0,-1-1 0,2-1-144,-5 3 0,0-1 0,1 0 0,0-2 0,2-2 15,-7 0 1,1-3-1,2 0 1,-1-2-1,0-1 1,-1 0-1,-3-1-119,5-4 1,-2-2 0,-2 0 0,1-2 0,0-1 337,-1 1 0,1-1 0,1-2 0,-1 0 0,-4 1 0,-3 1-136,-2-2 1,-4 1 0,-2 0 0,0 0 90,2-2 0,0 0 0,-2-1 0,-4 0-4,-4-7 1,-5-1 0,-1 2-87,6-3 0,-2-1-180,-6 5 0,0-4 0,-2 1 0,-5 5 90,-6 4 0,-5 1-165,-2-15 0,-2-7 1,-3 3-181,-5 11 0,-2 3 1,-3-3 155,5 4 0,-1-3 0,-1-2 0,-1 1 0,-3-1 159,1 4 0,-3 0 0,0-1 0,-2 1 0,0 0 0,1 1 30,2 3 0,1 0 0,0 1 0,-2-1 0,0 1 1,-3 0 121,-4-2 0,-3 0 0,-2-1 0,0 0 0,0 2 0,3 3 0,3 2 140,-3-1 1,4 3 0,1 2-1,-3 0-181,-2 1 0,-2-1 0,-1 0 0,0 3 0,2 2 121,-1 2 1,2 3-1,-1 1 1,-3 2-122,-2 1 0,-2 2 0,-3 0 0,1 2 0,-1 0 54,8-1 0,1 0 0,0 0 0,-1 3 0,-3 2 0,-3 5 134,10 2 1,-4 4 0,-3 1 0,-1 4 0,-1 0 0,-1 3 0,0 0 0,1 0-1,1 0 1,3 0 0,3-1 0,3-1-212,-8 4 0,5-2 0,3 0 0,1 2 0,-1 2 0,-3 6 106,7-5 1,-4 4 0,-1 2 0,-3 2 0,0 1 0,1 2 0,0 1 0,3 1 0,2-1 0,4 0 0,5-1 0,5-2-380,1 14 0,8-1 0,6 0 0,2 0 0,2 1 0,-1 0 208,-2-4 1,-1 1 0,1 0-1,1 1 1,4-1 0,5-1-1,7 0-276,4-7 0,6 1 0,4-1 1,4 1-1,3-1 0,2-1 1,0-1-1,-1-2 0,0-2 1,-4-3 154,7 4 1,-1-5-1,0-2 1,0-2-1,2 1 1,3 0-1,-2 0 1,4 2-1,1-1 1,2 1-1,-1-2 1,-1-1 0,-3-2-1,-4-3 1,3-4-1,0 1 1,0 0-1,1 0 1</inkml:trace>
  <inkml:trace contextRef="#ctx0" brushRef="#br1" timeOffset="118642.27">2046 10336 7533,'-19'-5'3148,"3"3"-2056,40 1 0,29-1 0,3 0-273,-16 1 0,1 1 0,3 1 0,6-1-634,-13 1 1,5 0-1,2 0 1,2 0 0,2 0-1,0 1 1,1-1 0,0 1-1,-1-1 102,-2 0 1,1 1 0,0-1 0,0 0 0,0 0 0,1 1 0,0-1 0,1 0 0,-1 1 0,1 0-166,-1 0 1,1 0 0,0 0-1,1 0 1,0 1 0,0-1-1,0 1 1,-1-1 0,0 1-1,-1-1 1,-1 0-250,5 0 1,-1-1 0,-1 1-1,1-1 1,-2 1 0,0-1 0,-2 1-1,0-1 1,-2 0 126,2 1 0,-2 0 0,-1-1 0,-1 1 0,0-1 0,0 1 0,2-1 0,-2 1 0,1-1 0,0 0 0,1 1 0,0-1 0,-1 0 0,-1 1 0,0-1-23,7 1 0,-2 1 1,-1-1-1,1 1 1,1-1-1,1 0 23,-6 0 0,1 0 0,2-1 0,0 1 0,0 0 0,-1-1 0,0 1 0,-2 0 0,8 0 0,0 1 0,-2 0 0,0 0 0,-2-2 0,-2-2 0,0-2 0,-2-3 0,-1 0 0,-2 0 0,-3-1-690,7 1 0,-3-1 0,-4-3-403,-1-4 1,-3-4 0,-17 2 1068,-26-5 1,-27 5 0,-9 16 0</inkml:trace>
  <inkml:trace contextRef="#ctx0" brushRef="#br1" timeOffset="120709.27">20902 1413 7533,'-29'-7'1638,"48"12"0,17 1 0,9-3 0,8-2-2375,-15 2 0,3 0 0,1 0 0,-3-1 737,3-1 0,-2-2 0,-4 0 0,2-2 0,-8 0 0,-6 3 0</inkml:trace>
  <inkml:trace contextRef="#ctx0" brushRef="#br1" timeOffset="120857.27">21114 1748 7533,'-39'26'3276,"7"-8"0,79-13-2432,-3-11 0,8-6 1,-3 3-845,-14 6 0,-1 2 0,1-2 0,4-5 0,4-2 0,-3-2 0,-7 3 0,10-5 0</inkml:trace>
  <inkml:trace contextRef="#ctx0" brushRef="#br1" timeOffset="139673.27">22154 1103 7533,'0'-35'1092,"0"0"0,-6 0 0,-3 4 489,-3-2-322,-21 15-405,11 40 1,1 18-338,2-4 0,-1 6 1,-1 4-1,2 1-313,2-5 1,-1 2 0,1 2 0,3 2 0,4 2 263,4-4 0,2 5 0,2 2 0,3 0 0,2-2 0,3-5 0,4-6-301,9 12 0,7-9 0,9-16-325,8-19 1,10-14 0,0-10 0,-6-8-390,-18-2 1,-3-6 0,-3-6 0,-2-4 0,-2-1 0,-2 1 248,-2-1 1,-1-3 0,-2-2 0,-2-1 0,-2 2 0,-3 1 0,-2 5 117,-2-8 0,-4 2 0,-5 5 1,-8 7-691,-20 0 1,-10 10-1,3 14-524,9 21 0,1 11 1271,1 1 1,-1 4 0,8 1 0,13 2 0,6 0-1,-1 18 1</inkml:trace>
  <inkml:trace contextRef="#ctx0" brushRef="#br1" timeOffset="139842.27">22154 1537 7399,'-9'36'1092,"-1"0"0,-1 4 0,6 2 0,11-4 0,6 2 0,2-1 0,-3-2 0,2 0 0,2-2-2185,4 0 1,3-2 0,-1-2 436,3 2 1,-2-4-1,3 7 1,-17-18 0</inkml:trace>
  <inkml:trace contextRef="#ctx0" brushRef="#br1" timeOffset="140092.27">22578 620 7533,'0'-26'3276,"8"24"-1638,-2 23 0,-3 12-1541,3 12 0,-2 6-97,-1-4 0,0 3 0,-1-3 0,-1-12 0,-2-2 0,1-1 0,0 14 0,0 0 0</inkml:trace>
  <inkml:trace contextRef="#ctx0" brushRef="#br1" timeOffset="140390.27">22948 818 9512,'-21'37'327,"0"0"1,0 1 0,0-1-1,-1 0 1,3 3 0,1 1-1,-1 2 1,2 1 0,0-1-1,2 0 328,-1 3 0,1 0 1,2 0-1,1 1 0,1 2-585,2-7 0,0 3 0,1 1 0,1 0 0,2-1 0,2-2 0,3-3-890,5 7 1,5-3 0,2-3 0,2 0 753,0-1 0,2 0 1,1-3-1,3-6 1,12 4-1,2-13 1,-5-20-1,-1 0 0</inkml:trace>
  <inkml:trace contextRef="#ctx0" brushRef="#br1" timeOffset="141158.27">23266 1066 7533,'-38'-1'1638,"5"30"0,2 15-546,15-16 0,3 4 0,1 4-875,-1 4 0,-1 5 0,1 3 0,1 1 0,3-4-442,1 1 0,3-2 0,1-1 0,1 0-427,1 2 0,0 0 0,2-1 0,6-5 798,8-3 1,4-3 0,1-9 0,15-3 0,15-11 0</inkml:trace>
  <inkml:trace contextRef="#ctx0" brushRef="#br1" timeOffset="141506.27">23372 1277 7533,'-2'-14'3276,"4"3"0,47 16-3262,-16 13-194,10 3-719,-35 15 1978,-32 3 0,-9 3-404,14-12 0,1 1-406,-7 12 1,7-3-180,14-9-989,37-20 89,10 0 1440,-19 8 359,-24 29-2248,-31-13 0,-9-1 1259,9-3 0,-1-1 0,-4-4 0,6-4 0,14-6 0</inkml:trace>
  <inkml:trace contextRef="#ctx0" brushRef="#br1" timeOffset="141742.27">23566 1834 17517,'-16'42'-3277,"4"-13"2457,-13 7 1,-1-24 0,-1-6 0</inkml:trace>
  <inkml:trace contextRef="#ctx0" brushRef="#br1" timeOffset="142124.27">23760 1264 7533,'-10'-20'3276,"18"3"0,27 28-2453,4 3-1857,-15 0 0,-5 2 134,-9 10 1395,-19 11 0,-7 1-450,0-17 0,0-1 539,-5 18 1,7 0-495,14-7-900,27 0 361,3-6 808,-13 16-719,-29-13 1,-9 1-1280,-2-2 1,-3-1 982,2-2 1,1-5-1,-8-8 1,31-18 0</inkml:trace>
  <inkml:trace contextRef="#ctx0" brushRef="#br1" timeOffset="142340.27">24024 1165 10231,'29'9'819,"-1"0"0,-1 12 0,-1 7 0,-6 3 273,-11 0 0,-5 2 0,-2 3-710,1 7 1,-3 4 0,0 1 0,-3-2-383,-1 3 0,-4-2 0,-3 1-630,-2-10 1,-4 1-1,-1 1 1,0-2-1,1-4-120,1 3 1,0-4-1,-3 0 750,-2-1 0,-4 1 0,1-1 0,2-5 0,1 1 0,1-4 0,-4 0 0,-1-1 0</inkml:trace>
  <inkml:trace contextRef="#ctx0" brushRef="#br1" timeOffset="142592.27">24342 2107 7533,'-20'-14'3276,"4"3"0,16 11-2363,-15 44-1092,-5-10-914,-2-8 1,-5 5 0,2-6 650,-13 6 0,5-12 0,2-5 0,13-14 0</inkml:trace>
  <inkml:trace contextRef="#ctx0" brushRef="#br1" timeOffset="142776.27">24536 1339 7533,'-10'-28'3276,"2"6"0,55 16-4079,-15 3 1,3 0-291,-3-3 1,3 0 0,-2 0 545,5-1 1,-4 0 0,-7-1 0,-5-2 0,-4-3 0</inkml:trace>
  <inkml:trace contextRef="#ctx0" brushRef="#br1" timeOffset="142956.27">24712 1264 7443,'-21'27'1092,"-1"0"0,7-7 0,1 2 0,-1 9 0,1 7 0,1 1-18,3 3 1,1 1-1,1 0-834,0 3 0,1 0 0,2 1-285,2-4 0,0 2 0,3-2 0,6-9-1424,12-2 0,7-10 1469,7-9 0,1-11 0,-3-14 0,-3-9 0,-2-11 0,-1-1 0</inkml:trace>
  <inkml:trace contextRef="#ctx0" brushRef="#br1" timeOffset="143125.27">24571 1636 7533,'-18'0'3276,"9"0"0,16 6-1920,19-4 0,7-3-1356,1-1 0,1-1 0,5-3 0,0-2 0,-10-5 0,-1 1 0</inkml:trace>
  <inkml:trace contextRef="#ctx0" brushRef="#br1" timeOffset="143756.27">25083 855 7533,'0'-26'3276,"15"8"0,13 51-1638,-9 8 0,-1 11-819,-9-14 0,-1 5 0,-2 1 0,-2 0-26,-1-2 1,-3 1 0,-1-1 0,-1 2-614,0 1 0,-1 1 0,-2 1 0,-4 0-836,-4-1 1,-3 1-1,-2 1 1,-1-2 0,2-3-165,2-2 1,0-4 0,0 0 0,-2 3 638,-3 4 0,-2 3 0,-2 1 0,1-3 0,2-6 0,-1-3 0,1-6 0,-1 0 0,-1 0 1,1 0-1,-1 0 0</inkml:trace>
  <inkml:trace contextRef="#ctx0" brushRef="#br1" timeOffset="144440.27">21202 2578 0,'-20'-7'3276,"5"2"0,46 5 0,-7 0-1947,17 0 0,8 0-2723,-7 0 0,0 0 809,-4 0 1,0 0 584,-2-1 0,2 0 0,-8 3 0,-2 3 0,0-1 0,1-1 0</inkml:trace>
  <inkml:trace contextRef="#ctx0" brushRef="#br1" timeOffset="144590.27">21325 2814 7533,'-2'20'3276,"20"-3"-1638,22-14 0,12-6-1593,-6 0 0,4-2 0,-1 2 0,-6 2 0,-1 0 0,1 0 1,0-3-1,1 1 0,0-1 0</inkml:trace>
  <inkml:trace contextRef="#ctx0" brushRef="#br1" timeOffset="146740.27">10389 2739 0,'-19'0'3276,"-5"0"-1638,61 0 0,18 0 1638,-15 0-2579,-5 1 0,10 1 1,4-1-1,0 1-290,-7-1 0,2 0 0,0 1 1,-1-1-1,-1 1-317,3-1 0,-2 1 0,0-1 0,3 1-61,-5 0 1,3 0 0,1 0 0,0 0 0,-2 0 0,-4-1 510,10 0 0,-5-1 0,-2 1 396,7 2 0,-4 0-37,-4-3 1,-10 0 2376,-21 0-1638,-18 0-2987,-27-6 256,-3 3 1,-10 0 0,1 2 396,10 2 0,0 0 0,-3 1 570,1-1 0,-5 0 0,-2 0 1,1 1-1,2 1 81,-2 3 0,3 0 0,-1 1 0,0-1 225,-4-1-1,0-2 1,-1 0 0,2 0 67,3 0 1,0 0-1,2 0 1,1-1-304,-1-1 0,2-2 0,4 1 596,-3-1 0,5 2 1153,0 4-74,56 2-1170,15-2 1,11-3-450,-15-2 0,5-2 0,3-1 0,0 0 0,1 0-235,1 1 1,1-1-1,0 0 1,1 0 0,-1-1 234,-2 1 0,1-1 0,-1 0 0,0 0 0,0 0 0,9-1 0,2 0 0,-4 1 0,-9 1 232,-5 3 1,-5-1-233,19-2 0,-20 1 2758,-69 2-2758,2 2 0,-8 1-495,11 0 0,-3-1 1,-2 2-1,-2 0-81,-3 0 1,-3 0 0,-2 1-1,1 1 1,3-1 507,-1 1 1,2 1-1,1 0 1,-1-1 629,-2 1 0,-1-1 0,2 0 1,5 0 782,-15 4 0,26-2-1345,50-3 0,15-3 0,-1-4 0,6-2-131,1 1 1,6-2 0,3 0 0,0-1-526,-6 0 1,0-2-1,2 0 1,-2 0 0,-1 1 357,0 0 0,-1 0 0,0 0 0,-1 0 0,0 1 0,1-1 0,-2 1 0,-4 2 1,5 1-1,0 1 0</inkml:trace>
  <inkml:trace contextRef="#ctx0" brushRef="#br1" timeOffset="148526.27">22154 2479 7533,'0'-19'3276,"0"-5"-2055,0 16 398,-15 24-990,3 14 1,0 12 0,0 3-559,3-2 0,1 3 0,1 1 1,0-1 152,0 0 1,-1 1 0,4-2 0,5-2 75,10 8 0,6-4 0,6-20-145,7-31 1,6-18-1,-2-4-155,1-3 0,-3-4 0,-3-5 112,-5 0 1,-3-4-1,-3-2 1,-4 3-394,-4 3 0,-5 2 0,-4 1 551,-9-10 0,-10 6-295,-10 17 0,-5 7-470,0 2 1,0 8-982,-6 14 1,7 10-164,19 8 1,7 4 1134,1-5 1,6-1 0,12 6 0,7-6-1,7-13 1</inkml:trace>
  <inkml:trace contextRef="#ctx0" brushRef="#br1" timeOffset="148690.27">22525 2764 7533,'0'30'1638,"-4"-4"0,0 2 0,3-2 0,0 2 0,0 8 0,2 1-3277,7-11 1,2-1 1102,9 12 0,-1-19 0,-10-13 0</inkml:trace>
  <inkml:trace contextRef="#ctx0" brushRef="#br1" timeOffset="148992.27">22772 2541 7533,'6'-14'3276,"21"3"-1638,2 7 0,5 3 0,10-2 0,0 4 0,-5 4 0,-3 7-815,-7 14 1,-6 8-419,-7 0 0,-8 7-729,-11-5 0,-7 7 0,-3 3 0,1-2 1,3-5-532,4 10 1,-2-2 34,-6-4 1,-4 5 0,0-3 0,9-10 19,14-2 0,-4-21 0,16-20 0</inkml:trace>
  <inkml:trace contextRef="#ctx0" brushRef="#br1" timeOffset="150007.27">23548 2392 9512,'-26'38'1092,"1"0"0,9-4 0,1 6-437,2-1 0,-2 9 1,1 3-1,1-2 0,3-4 437,2-1 0,4-3 0,0 3-758,0 1 1,0 6-1,1 0 1,2-4-1,5-9-696,9-6 1,4-7 1,4 6 1,3-12-721,2-24 1,-1-13 247,0-17 1,-5-8 1820,-5-3 1,-9-1 359,-12 2 0,-13 10-540,-12 23 1,-5 13-2449,-6 18 1,2 11 1091,11-1 1,5 2 0,9-7 0,7-3 0,8-8 0</inkml:trace>
  <inkml:trace contextRef="#ctx0" brushRef="#br1" timeOffset="181707.27">25453 5404 7533,'-10'-32'1092,"0"-1"0,-3 7 0,3 4 1658,8 4-6027,-22 40 2457,20-4 1,-11 24 0,15-18 0</inkml:trace>
  <inkml:trace contextRef="#ctx0" brushRef="#br1" timeOffset="181876.27">23936 5515 5781,'-27'-29'224,"-1"0"1,1-1 0,6 1 0,4 13-772,6 38 1,24 2 0,7 2 0,-6-2 0,-1 1 0</inkml:trace>
  <inkml:trace contextRef="#ctx0" brushRef="#br1" timeOffset="182024.27">24183 6619 6431,'-45'3'78,"0"1"1,11-9 0,5 7 0,5 35-1,7 9 1,8-22 0,0 1 0</inkml:trace>
  <inkml:trace contextRef="#ctx0" brushRef="#br1" timeOffset="182175.27">24236 7400 7533,'25'-20'122,"1"0"0,15 4 0,10 4 0,0 7 0,-14 8 0,1 5 0,0 3 0,2-3 0,0-5 0,0 1 0,0 0 1,0-1-1,0 1 0</inkml:trace>
  <inkml:trace contextRef="#ctx0" brushRef="#br1" timeOffset="182290.27">26617 7524 7533,'37'-32'647,"12"31"1,-27 42 0,-5-14-1,-1 0 1</inkml:trace>
  <inkml:trace contextRef="#ctx0" brushRef="#br1" timeOffset="182424.27">28258 8441 7533,'33'-5'546,"0"0"0,2-14 0,-5 11 0,-16 51 0,-1 0 0</inkml:trace>
  <inkml:trace contextRef="#ctx0" brushRef="#br1" timeOffset="182557.27">27323 9667 7533,'-44'-18'0,"-1"0"0,9 5 0,0 6 0,2 16 0,-1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7:10:53.084"/>
    </inkml:context>
    <inkml:brush xml:id="br0">
      <inkml:brushProperty name="width" value="0.09071" units="cm"/>
      <inkml:brushProperty name="height" value="0.09071" units="cm"/>
      <inkml:brushProperty name="color" value="#0070C0"/>
    </inkml:brush>
  </inkml:definitions>
  <inkml:trace contextRef="#ctx0" brushRef="#br0">11236 1351 7533,'-23'-17'1638,"1"0"0,-13-11 0,11 32 0,-1 8-1047,-6 9 1,-1 7-1292,3-2 1,-2 4 0,1 2 878,-1 1 1,1 2 0,1 0 0,4-5 0,0 0 0,1 1 0,4-1 273,0 4 0,3-1 0,5 1-214,0 5 1,4 1 0,10-3-60,13-6 0,10-3 0,3-2-182,6 3 0,4-2 1,2-4-89,1-6 0,2-4 0,1-1 120,-1 0 0,1-1 0,-4 2 60,0 5 0,-6 1 269,-3-2 1,-9 5 674,-18 11 1,-15 4-765,-8-8 0,-9 0 0,-4 1 0,1-2-511,2-2 0,1-1 1,-3-1-1,-1 0 241,-1-1 0,-2 2 0,-2-2 0,2-3 0,3-4 0,-16 1 0,4-9 0,6-9 0,1 0 0</inkml:trace>
  <inkml:trace contextRef="#ctx0" brushRef="#br0" timeOffset="417">11677 1822 9422,'-20'-12'2878,"20"-1"-2608,12 6-1170,21-4-539,-4 7 0,1 2 584,-5-2 1,1 1 772,13-3 0,-1 1 0,7-2 0,-2-6 0</inkml:trace>
  <inkml:trace contextRef="#ctx0" brushRef="#br0" timeOffset="551">11765 2070 4378,'-35'18'3276,"31"-10"-214,47-3-3062,-13-7 0,5-3 0,0 0 0,13-1 0,0-2 0,-15 2 0,1 0 0,-1 0 0</inkml:trace>
  <inkml:trace contextRef="#ctx0" brushRef="#br0" timeOffset="1267">11783 1686 7533,'-37'5'3276,"3"2"-1965,40 28-4549,22-7 3238,-13-3 0,1-1 0,5-8 0,-1-1 0,-2 15 0</inkml:trace>
  <inkml:trace contextRef="#ctx0" brushRef="#br0" timeOffset="1401">11765 2132 7533,'0'19'3276,"0"-1"-1965,8-5-1311,10-1 0,25 11 0,-20-12 0,1-1 0,6 5 0,1 0 0</inkml:trace>
  <inkml:trace contextRef="#ctx0" brushRef="#br0" timeOffset="3167">12771 1116 7533,'0'-20'1529,"0"2"-360,0 6 900,-40 16-1799,20 14 0,-1 5-180,-14 6 0,0 3-150,15-5 0,2 3 0,3 0-165,-5 16 0,4-1 135,6-18 0,3 1-135,0 20 0,6 0 180,5-22 0,0-1 90,-3 22 0,0 1-45,3-15 0,0-1 225,-4 13 0,0 0 90,-2-13 0,4 1 14,8 0 1,6 2 0,-3-2 30,-5 0 0,1 1-203,4 1 0,4 4 1,-1 1-1,-5-3-1763,-3 10 0,-4 1 1606,0-6 0,-1 2 0,-2 2-405,-3-5 0,-3 3 1,0-1-1,-1-5-774,-4 10 0,1-1 519,1 0 0,2 3 1,2-5-980,1-6 1,6-7 1513,15-4 1,1 13 0,7-22 0</inkml:trace>
  <inkml:trace contextRef="#ctx0" brushRef="#br0" timeOffset="3734">13600 1165 7533,'-18'0'2968,"8"6"-2024,2 19 1,0 12-406,0 7 1,-1 10-1087,2-19 1,-1 6 0,-1 3 0,0 1 0,0-1 0,0-3 354,-3 8 1,0-3 0,0 1 0,-1 3 221,2-7 0,0 4 0,-1 0 0,1 1 0,-1-3 0,0-4-729,-1-1 1,0-3 0,-1-2 0,1 0 488,-2 11 0,0-1 1,0-7 209,1-7 0,1-9 0,5-14 0,18-46 0</inkml:trace>
  <inkml:trace contextRef="#ctx0" brushRef="#br0" timeOffset="3901">13494 1413 9781,'17'33'1092,"1"0"0,0 5 0,-1 7-1118,-5-6 1,0 9-1,0 3 1,0 0 0,-1-4-795,2 3 1,-1-3 0,0 0 0,0 2 521,-1-4 0,0 3 0,-1-1 0,1-2 0,-1-4 0,2 2 0,-1-4 0,-1-4 1,-1 0-1,0 1 0</inkml:trace>
  <inkml:trace contextRef="#ctx0" brushRef="#br0" timeOffset="4017">13529 2392 7533,'-27'-9'1638,"-1"0"0,1-32-867,44 5-771,7 11 0,7-3 0,1 6 0,3 4 0,2 4 0,-4-2 0,1 1 0,-1 0 0</inkml:trace>
  <inkml:trace contextRef="#ctx0" brushRef="#br0" timeOffset="4201">14199 2244 14908,'-8'46'989,"5"-21"1,-3 3-2083,-10 12 1,-5 7 0,1-5-547,2-5 1,1-2 1091,0 0 1,0 2 0,0-11 0,-7-14 0,14-13 0</inkml:trace>
  <inkml:trace contextRef="#ctx0" brushRef="#br0" timeOffset="4417">14570 1401 14459,'-7'48'468,"0"1"0,0 0 0,0 0 0,2-5 0,0-1 0,1 0 0,1 2-1124,1-1 1,2 2-1,0 0 1,1-2 0,0-4-438,-1 3 1,0-5 0,2-1-547,6 11 1,-1-11 818,-5-23 1,14-20 0,-6-15 0</inkml:trace>
  <inkml:trace contextRef="#ctx0" brushRef="#br0" timeOffset="4768">14640 1475 7533,'0'-19'3276,"8"6"0,41 8-1373,-14 5-2533,-4 3 1,-3 5-901,-2 22 1575,-40 12 0,-10 6 270,16-12 0,-3 0 194,-12 4 1,-5 2 0,4-6-330,3 6-405,4-17 0,10-4 135,30-13 0,9-4-89,13 9 313,0 0 1,-4 8 315,-22 10 0,-8 6-180,-4-4 0,-8 2-330,-13 3 0,-9 2 0,1-6-930,2-7 1,-3-3 179,-5 2 1,-3 1 0,0-6 626,-2-8 0,1-4 1,0 2-1,-1-4 1,4-7-1,0-1 1</inkml:trace>
  <inkml:trace contextRef="#ctx0" brushRef="#br0" timeOffset="5001">15152 1091 7533,'21'27'468,"0"1"0,0-1 0,-8 8 0,-2 5 0,-1 3 0,-1 0 0,0-2 351,2 0 0,-2-1 0,0 1 0,-2 4-273,-3 0 0,0 4 0,-2 2 0,-1 0 0,-1 0 0,-1-4-61,-2-3 1,1-2 0,-3-1 0,-1 1 0,-4 4-896,-1-6 0,-3 3 1,-2 2-1,-1 1 1,-2 0-1,0-1 0,0-2 1,1-3-138,-3 2 1,1-2 0,-1-2 0,-1 0 0,-1 0 0,-2 0 410,1 1 0,-2 1 1,-1 1-1,-1-1 0,-1-2 1,1-2-1,0-5 0,-8 3 1,-1-5-1,0-3 0,0-1 1,4-3-1,0-1 0,-1 1 1,1 0-1</inkml:trace>
  <inkml:trace contextRef="#ctx0" brushRef="#br0" timeOffset="5767">17709 942 7533,'-17'-14'3276,"-9"36"-2210,8 9 1,-2 11 0,0 4-1723,2-5 1,1 4-1,-1 2 1,0 2 0,-2 0 665,5-11 0,-1 1 0,-1 0 1,0 1-1,0 0 0,-1 2 0,1 0-89,-1 1 0,0 2 1,-1 1-1,0 0 1,0 1-1,1-2 0,-1-2 1,2-2-204,-5 8 0,1-2 1,0-3-1,0-1 1,2 0-539,-4 7 1,1 1 0,2-6 0,7-11 610,5-3 1,29-61 0,1-7 0,-1-1 0</inkml:trace>
  <inkml:trace contextRef="#ctx0" brushRef="#br0" timeOffset="5950">17515 1302 3170,'28'-27'3238,"-3"15"-1600,-10 49 0,-4 21-546,-1-14 0,-1 3 0,-1 3-1313,-2-8 1,-1 1 0,0 2 0,-1 1 274,-1-3 0,1 1 0,-1 1 0,-1 1 0,2-2-522,-1-3 0,0-1 1,0 0-1,0 0 0,0 0 111,0 6 0,0 0 0,-1 0 0,2 2-299,0-5 1,2 2-1,-1 0 1,1-3 0,-2-6-315,2 6 0,-2-5 1126,3 8 1,-6-11 0,-9-27 0,-2-2-1</inkml:trace>
  <inkml:trace contextRef="#ctx0" brushRef="#br0" timeOffset="6084">17339 2070 7533,'-20'-37'3276,"44"0"-1638,-3 20 0,7 2-2458,10 5 1,11 2 0,2 2 0,-7 0 466,5-2 1,-2 2-1,-7 2 1,4 1 0,-1 0-1,-7 2 1,-10 1-1,1 0 1</inkml:trace>
  <inkml:trace contextRef="#ctx0" brushRef="#br0" timeOffset="7000">15240 892 8972,'-18'11'3276,"1"25"-2845,10-6 0,4 4-207,5 10 1,4 0-593,-2-11 1,4 0 142,8 7 0,1 0 28,-10-7 0,-2 2 197,-3 11 0,-4 3 112,-6-14 1,-3 3-1,-2-1 1,1-2 6,1-1 1,1-3 0,-2 2-75,-1 2 0,-2 2 0,2 0 0,5-1-345,7-2 0,4-1 1,1 2 359,1 5 0,2 2 0,1 1-241,1-1 0,2 0 0,-2 3 836,-4-6 0,-1 3 1,-2 2-1,-1 0 0,-3-1-873,-3 0 1,-3-2 0,-2 1 0,0 1 0,0 1 172,1-3 0,0 3 0,0 0 0,-1 0 0,-1-2 0,0-1 0,-6 8 0,-2-2 0,0-2 0,3-1-1048,2 7 1,3-2 0,1-5 1079,1-6 0,2-3 0,6 1 0,2-2 1,-1 3-1</inkml:trace>
  <inkml:trace contextRef="#ctx0" brushRef="#br0" timeOffset="7416">18150 1686 7533,'-19'-7'3276,"19"1"-975,19 6-3606,9 0 1,3 0 539,-3-2 1,1-1 693,7 2 1,-1 0-1,10-4 1,-12 5 0</inkml:trace>
  <inkml:trace contextRef="#ctx0" brushRef="#br0" timeOffset="7550">18186 1971 330,'-28'19'1169,"7"-1"1,1-1 2106,6-7-1952,7 12 445,34-22-2444,12-6 1,6-4 44,-3 0 0,2-1 690,-3 1 0,1-1 0,-3 1 0,0-3 0,-4 1 0,-1 3 0,-1 0 0</inkml:trace>
  <inkml:trace contextRef="#ctx0" brushRef="#br0" timeOffset="8000">19332 1141 7533,'-17'-25'3276,"-1"5"-346,0 13-2390,-7 20-270,8 3 0,-1 5-485,-8 8 1,-1 4 484,-1 3 0,1 4-421,4-7 0,-1 3 1,2-2 240,-2 6 0,1 0-1,0 2 1,3 0-270,4-9 1,7 0-406,12 1 0,7 1 270,0 0 1,2 0 628,6 3 1,1 3 764,-4 4 1,-4 6-614,-10-14 0,-3 4 1,-2 0-1,1-2-137,-1 4 1,0-1 0,0 0-128,-1-4 1,0 1-1,0 0 1,2-2-1033,2 2 1,1-1-1,1-2-25,3 11 1,2-1 469,0-11 0,0-1 1,0 2 384,-2 4 0,-1 0 0,0-3 0,-3-3 0,0-2 0,-5 15 0,0 0 0</inkml:trace>
  <inkml:trace contextRef="#ctx0" brushRef="#br0" timeOffset="8583">19826 1512 7533,'0'-33'3276,"0"4"0,0 22-2542,0 51-330,0-20 1,0 3-1055,-2 5 1,-1 4 0,0 0 559,3 10 1,-2 1-181,-5-12 0,-2 0 0,2 0 265,5 0 0,2-1 1,-2 3-1089,-7 8 1,-4 3 0,4-2 1056,6-5 0,3-2 1,-1 0-1,-4-4 0,-2-1 1,3-3-1,4 1 0,0-1 1</inkml:trace>
  <inkml:trace contextRef="#ctx0" brushRef="#br0" timeOffset="8767">20249 2144 11131,'10'35'1638,"-14"4"0,-7 6-2131,0-9 1,-1 1 0,-3 1-328,-1-2 1,-2 1 0,-1 0 0,2-3 350,0-2 1,1-2 0,0-2 0,-10 10 0,3-7 0,5-6 0</inkml:trace>
  <inkml:trace contextRef="#ctx0" brushRef="#br0" timeOffset="9251">20690 1649 9422,'-19'-32'2248,"3"13"-1078,47 7-766,-4 14 1,1 2-405,1-1 0,1 1 90,5 1 0,-3 2-540,3 11 180,-12 9 1,-3 4 359,2 9-860,-17-4 0,-5 7 0,-5-2 1039,-11 0 1,-5 0-120,3-2 0,0 2 0,-1-4 97,-8 0 1,1-3 471,-1 7 1,3-3-855,7-16 0,4-1-90,5 5 0,7-2-404,20 5-464,13-22 1,12-7 0,-4 0-508,-9 0 0,1 0 1189,5 1 1,5-1-1,-8-3 1,1-13 0,1 2-1</inkml:trace>
  <inkml:trace contextRef="#ctx0" brushRef="#br0" timeOffset="9416">21308 2380 7533,'8'14'3276,"-6"8"0,-10 8-2145,-7-1 1,-6 4-2225,2-6 1,-3 1 0,1-1 840,-8 13 1,1-2 0,1-9 0,3-3 0,-2 3 0</inkml:trace>
  <inkml:trace contextRef="#ctx0" brushRef="#br0" timeOffset="9866">21731 1698 13829,'35'0'2249,"1"0"-2564,-11 0 0,1 0-45,21 0 180,-21-1 1,1 2-811,16 16 630,-37 7 1,-8 5 1258,-9 7 1,-6 1-586,-2 2 1,-3-1 45,-1 2 0,3-4 90,4 4-450,24-3-90,10-13-90,17-6-180,-6 1 0,5 6 360,-25 0 180,-1 5-90,-23-4-270,-5 0 0,-3 0-675,-5-7 1,-1-2 179,-2 6 1,-1-3 674,-6-5 0,2-7 0,2-12 0,-15-4 0</inkml:trace>
  <inkml:trace contextRef="#ctx0" brushRef="#br0" timeOffset="10106">22454 1214 7533,'33'12'655,"-1"-1"0,-9 13 1,0 8-1,-3 6 0,-4 0 164,-4 3 0,-6 3 0,-2 2 0,0 3-351,0-9 0,0 3 0,0 1 0,-1 2 0,-1 0 0,-2-1 0,-2-2 78,-2 4 0,-4 0 0,-2 0 0,0-2 0,-1 0 0,2-2-533,-1 2 1,2-2 0,-1 0 0,-2-1 0,-2 0-119,-3-3 0,-2 0 0,-2 0 0,0-1 0,-1-2 0,2-2-480,-2 1 0,1-4 1,-2 0-1,-1 3 38,0-3 1,-3 3 0,-1 1 0,0 0 0,0-2 0,2-3 272,-4 2 1,2-2 0,-1-2 0,-2 1 0,-6 3 0,-2 0 0,-1-1 0,1-3 0,-1-1 0,0 0 0,0 0 0</inkml:trace>
  <inkml:trace contextRef="#ctx0" brushRef="#br0" timeOffset="11217">7179 11675 0,'-23'-12'150,"-7"-1"942,-2 15 0,-8 6 0,4 8-648,6 13 0,4 8 0,0 5-265,5-9 1,0 4 0,1 2 0,1 0 0,4-1-330,2 3 0,4 0 0,2 0 0,3 0 105,0 1 0,2 1 0,4-3 0,4-4 45,10 3 0,9-5 197,3-7 0,6-2 0,6-7-220,2-11 1,6-7-1,1-3 1,-2 2 203,1 6 1,-2-1 0,3-8-287,-12-7 0,2-6 0,2-5 0,-1-2 0,-3-1 1,-6-1 59,0-8 0,-7-2 0,-2-2 0,1 0 90,5-1 0,1 0 0,-1-1 0,-5-2 22,-3-3 0,-3-2 1,-4 0-1,-6 2-144,-7-4 1,-7 2-1,-2 1 77,0 2 0,-3 1 0,-4 2 22,0 7 1,-3 0-1,-2 2 1,-1 4 280,-6-2 0,-2 4 1,-3 4-334,-2 3 0,-4 4 0,0 7-240,-2 8 0,0 7 0,-1 9 174,9 5 0,-2 6 0,1 5 0,2 0 1,2-2-1,-7 6 0,4-2 0,1 5 0,9-4 1,0 0-1,1 0 0,-1 0 0,0 0 0</inkml:trace>
  <inkml:trace contextRef="#ctx0" brushRef="#br0" timeOffset="11633">7179 13162 7533,'-29'-23'629,"-1"0"1,-8 25 0,-4 16-136,7 8 1,-1 10 0,0 4-1,4-1-1314,6-9 1,3 0 0,2 1 0,-1 4 826,1 2 1,-1 4-1,1 3 1,1 1 0,3-3-1,4-4 233,2 7 0,5-3 0,1 2-173,0-1 1,0 3-1,1 0 1,3-5 21,1-5 1,2-3 0,6 0 30,13 8 0,9-1 0,-1-5-120,-7-10 0,5-4-90,7-2 0,9 0 0,2-3 0,-4-6-166,-8-9 1,-1-6 0,2-1 142,5 1 1,3 0 0,0-3-1,-2-7-13,-6-7 0,-1-6 0,-2-3 0,-1 0 1,-1 3 95,6-3 0,-2 3 0,-1-7-165,-9 4 0,1-6 0,0-2 0,-2-1 0,-2 2 0,-4 5 195,-2 0 0,-4 4 0,0-5 90,-1-5 0,1-5 0,-1-3 0,-1 2 0,-3 6 283,-2-7 0,-6 0-396,-5 1 1,-3-6-1,-5 0 1,-6 10-300,-6 14 1,-6 6 0,-2 3 0,3-2 291,-4-10 0,1-1 0,-5 11-240,2 15 0,-6 7 0,-2 4 0,3 4 0,7 0-42,-4 10 1,4 9-85,7-3 0,-5 6 0,0 4 1,4-1-1,7-4 396,3 9 0,5-1 0,-1-7 0,-3 3 0,1 0 0,4-3 0,5 2 0,1 1 0</inkml:trace>
  <inkml:trace contextRef="#ctx0" brushRef="#br0" timeOffset="12050">7126 14823 7533,'-43'17'1638,"12"7"0,1 6-1477,5-7 0,1 5-236,5-1 0,-1 5 0,1 4 0,3 1 592,2 4 0,4 3 1,2 2-1,1 2-864,2-8 0,1 2 1,1 2-1,0 0 1,1-1-1,-1-2 383,-1 1 0,-1-2 0,1 0 0,3 0 0,3-1 18,7 6 0,3 1 0,4-1 0,1-3 0,0-9 71,7 3 1,5-7-67,7-1 1,7-1 0,-3-5 75,-3-6 0,3-7-225,5-4 0,6-4 0,0-7-225,-11-6 0,1-6 1,0-3-1,-1-2 81,-2-1 0,0-3 0,0-2 1,-1-1-1,-1 1-95,3-4 1,-1 1 0,-3-2 0,-4-5 292,-8-2 0,-1-3 0,-4-3 0,-6-1 0,-7 3 36,-9 6 0,-8 0 0,-4 1 0,0 0 0,3 1 112,4-6 1,3 2-1,-3 0 1,-8 2-53,-7 6 0,-7 1 0,-5 0 0,-1 2 0,1 5 0,4 5 149,-1 2 1,2 7 0,-5 2-315,0 4 0,-7 0 0,-3 2 0,-1 2 0,4 2 1,5 2-466,-1 4 0,5 3 1,-2 1 479,-5 1 0,-3 0 0,1 2 0,4 4 90,1 8 0,5 5 0,2 0 0,7-7 0,2 1 0,-1 1 0,-5 11 0,0-1 0,0 0 0</inkml:trace>
  <inkml:trace contextRef="#ctx0" brushRef="#br0" timeOffset="13017">19068 11551 0,'-30'-7'0,"1"0"0,-4 20 0,-3 9 0,1-2 502,-6-3 0,0 5-269,10 5 1,-2 8 0,0 6 0,2 1 0,4 0 35,5-2 1,4 1 0,1 1 0,1 2 0,1 0-105,-2-1 0,0 1 0,0 1 0,2 1 0,4-2 0,5 0-75,7 1 0,5 2 0,4-3 0,4-2 0,2-5-90,11 8 0,6-6 0,9-18-103,-6-20 0,7-12 0,5-7 0,2-6 1,1-4-1,-4 0 0,-4 2 73,-3-1 0,-3-2 0,-1-1 0,-2-2 0,0-2 0,0-3 69,-5 5 0,2-2 0,0-2 1,0-1-1,-1-2 0,-3 1 1,-2-1-1,-4 0 0,-5 1-69,-1-9 0,-5-2 0,-5 0 0,-4 1 0,-4 2 0,-5 3-150,-5-2 0,-5 1 0,-5 3 1,-4 6-1,-4 7-36,-4 9 0,-7 7 0,-2 5 0,-1 5 0,4 2 216,-4 5 0,2 4 0,1 5 0,3 5 0,1 6 0,2 7 0,4 2 0,5-1 0,10-1 0,0 0 0,0 0 0</inkml:trace>
  <inkml:trace contextRef="#ctx0" brushRef="#br0" timeOffset="13483">18997 13212 7533,'-34'-14'944,"-1"0"1,-6 3-361,-4 29 1,2 11-1439,25-9 0,1 4 1011,-5 5 1,-5 5-1,1 3 1,3 1 67,4 3 0,4 2 0,2 2 0,1 2-256,2-2 0,1 2 1,1 2-1,4-1 0,4 0 13,3 0 0,4 1 0,3-1 0,4-2 0,5-4-126,2-5 0,3-1 0,4-3 1,3-5-1,2-7-117,12-3 0,5-9 0,1-8 0,-1-7 207,-11-4 0,1-7 0,-2-4 0,-1-5 0,-3-1 84,-6-2 0,-1-3 0,-2-3 0,-2-2 0,-2-1 0,-2-1 45,-1-3 0,-2-2 0,-2-1 0,-3-2 0,-3 2 0,-4 0-39,-4-6 0,-5-1 0,-3 1 0,-5 3 0,-3 3-81,-5-1 0,-4 3 0,-5 5 0,-5 11-360,-9 11 0,-6 9 1,-2 8-1,4 9 405,12 4 0,1 8 0,1 4 0,2 3 0,2-2 0,-4 5 0,1 1 0,3 2 0,4 1 0,9 1 0,1-1 0,0 1 0,0-1 0</inkml:trace>
  <inkml:trace contextRef="#ctx0" brushRef="#br0" timeOffset="13900">18821 14798 7533,'-34'12'546,"1"-1"0,0 1 0,3 11 0,0 5 0,3 6 0,4 4-178,8-3 1,3 3-1,3 4 1,1 2-1,1 0 1,-1 0-804,1-1 0,0 1 0,0 1 1,1 0-1,1 0 0,3 1 0,1-1 499,2 1 0,2 2 1,1-1-1,2 1 0,2-3 1,1-1-1,3-2 80,4 5 0,2 0 0,4-4 0,2-6 0,4-8-29,6-8 0,5-7 1,1-7-1,0-9-277,-4-8 0,0-7 0,1-7 0,-2-3 1,-3-2 86,-4 0 0,-2-3 0,-1-2 0,-1-2 0,-2-2 0,-2 0-39,1-4 0,0-3 1,-3-1-1,-2-1 1,-3 0-1,-4 1 78,-3-4 0,-5 0 0,-3 0 0,-5 1 0,-5 3-54,-3 5 0,-5 0 0,-4 2 0,-3 3 1,-4 5-73,-7 1 0,-6 5 0,-3 3 0,-1 4 0,1 3 162,5 4 0,-2 5 0,1 2 0,0 2 0,2 1 0,-5 2 0,0 2 0,3 2 0,3 3 0,7 6 0,0 0 0,-1 0 0</inkml:trace>
  <inkml:trace contextRef="#ctx0" brushRef="#br0" timeOffset="16300">4974 14873 7533,'-23'-14'3276,"9"9"-1856,-9 13 0,-3 7-566,3 3 1,1 3-765,1 0 0,3 3-180,-1 3 0,4 0 180,8 0-1079,14 13-360,27-8 1079,-19 1 0,14-7 0,-3 0 180,-20 9 1259,-3 5 1,-6 1-451,-18-1-899,-11-3 0,-3-5 180,2-17 0,6-7 0,5-5 0,12-16 0,2-6 0</inkml:trace>
  <inkml:trace contextRef="#ctx0" brushRef="#br0" timeOffset="16451">4957 15096 12030,'38'-6'809,"0"1"1,-13 1 0,1 0-1890,14-4 1,2-2 904,-5-4 1,-3-1 0,-8 4 0,-1 0 0,3-7 0,1 0 0</inkml:trace>
  <inkml:trace contextRef="#ctx0" brushRef="#br0" timeOffset="16638">5345 14749 7533,'-14'28'1092,"0"0"0,-3 3 0,1-1 546,6-5 0,0 1-1047,-6 13 1,-1 5-862,7-10 0,1 3 1,0-2 224,-1 7 0,1 0-855,1-5 1,0 2-1,8-6 900,24 2 0,-3 1 0,22-25 0</inkml:trace>
  <inkml:trace contextRef="#ctx0" brushRef="#br0" timeOffset="16900">5433 15208 7533,'-28'5'3276,"-5"18"0,13 10-2415,7-11 1,1 1-1941,2 14-1620,18-12 1350,12-19 539,15-12 1620,0-8 1079,-7 12-1529,-11 5-1260,-9 21-1978,16-11 2878,-19 0 0,27-8 0,-22-5 0</inkml:trace>
  <inkml:trace contextRef="#ctx0" brushRef="#br0" timeOffset="17772">5009 16298 7533,'-15'-19'3276,"-28"12"-4915,14 19 1,1 5 1371,0-4 1,1 4-273,-4 20 1,5 2 538,5-2-265,7-2 1,2-1 264,4-10-882,16 16 792,2-27 539,11 2 0,7-1-494,0-6 0,1-1 0,-5 5 1,1 0-136,10-7 0,-8 2 180,-21 5-180,26 12 630,-30-9 1791,-10 14-2196,-17-3 0,-9 0-585,-4 4 1,0 1 314,0-1 0,1-1 225,1-3 0,7-7 0,18-12 0,-5-1 0</inkml:trace>
  <inkml:trace contextRef="#ctx0" brushRef="#br0" timeOffset="17934">5098 16484 9512,'7'-12'3276,"11"-1"-4915,21 1 1,4 1-1639,-1-4 2745,-11 6 0,4-1 0,-5 0 0,-1-10 0,14-4 0</inkml:trace>
  <inkml:trace contextRef="#ctx0" brushRef="#br0" timeOffset="18118">5433 16137 7533,'-26'17'1638,"8"7"0,1 5-1897,2-4 1,1 1 708,-8 18 0,2 1-136,10-14 1,1 1-525,-2-1 0,-2 3 1,4-3 209,2 1 0,2 0-270,-3 0 0,-1 3 0,2-5 866,5 8-2125,1-8 0,2-3 899,9-11 708,16 0 1,1-27-1,8-3 1</inkml:trace>
  <inkml:trace contextRef="#ctx0" brushRef="#br0" timeOffset="18356">5433 16583 8972,'-18'19'3276,"1"5"-2576,3-1 1,2 1-1151,0 8-899,12 9 720,4-30 359,20-17-810,-7-6-809,11-2 3419,-9 2-451,-3 6 0,-16 28-989,8 6-90,17-1 0,-3-21 0,11-27 0</inkml:trace>
  <inkml:trace contextRef="#ctx0" brushRef="#br0" timeOffset="18517">5609 16471 7533,'-10'13'3276,"3"-6"-1065,30 4-2301,-9-10-2519,35-1 1,-12-12 2532,0-2 1,-3-9-1,-17 3 1</inkml:trace>
  <inkml:trace contextRef="#ctx0" brushRef="#br0" timeOffset="18700">5803 16273 7533,'-10'7'449,"-5"10"2430,5 19-2609,-8-6 224,9-5 1,1 2 0,-5 11 0,0 0-1552,3-12 0,1 2 1177,-1 6 0,1 4 0,2 0-1759,1 10 1,2-2 497,-1-10 0,2-2 1141,6 0 0,2-5 0,5-12 0,8-10 0</inkml:trace>
  <inkml:trace contextRef="#ctx0" brushRef="#br0" timeOffset="18950">5821 16720 8882,'17'13'3238,"1"-2"-5846,15-38 2428,-11 9-540,0-8 0,-3 0 541,-7 4 2877,-28-24-2428,1 46 2698,-34-3-2159,29 24 1,4 7-1070,5-1 1,1 4 753,-10 7 1,8 3-495,25-2 0,12 1 0,-2-4 0,-9-7 0,3-2 0,14-3 0,0 0 0,0 0 0</inkml:trace>
  <inkml:trace contextRef="#ctx0" brushRef="#br0" timeOffset="19801">16986 16249 7533,'-25'0'989,"-3"11"-135,3 3 1,-1 2-495,-5 7-564,-1 5 0,-1 1 204,2 0-45,8-6 0,3 2 531,2 7-396,10-7 66,24-8-246,19 1 90,-3-4 0,-7-4 0,-1 4 360,-5 21 215,-9-6-485,-26 6 0,-9-1-661,-2-2 481,-12-2 0,-3-2-899,3-8 809,2-2 180,5-24 0,46-13 0,-2-13 0</inkml:trace>
  <inkml:trace contextRef="#ctx0" brushRef="#br0" timeOffset="19967">16951 16471 10861,'47'8'989,"-16"-4"1,3-3-2160,5-11 1,0-2 497,-12 7 0,1-1-421,7-7 1,4-3 0,-9 0 1109,-5-6 0,1 4 0,-3 0 1,-5-7-1</inkml:trace>
  <inkml:trace contextRef="#ctx0" brushRef="#br0" timeOffset="20101">17392 16187 7533,'-43'0'1092,"0"1"0,0 16 0,3 10-206,11-2 1,2 5 0,3 0-1403,6-1 0,4 1 1,1 1 215,0 3 0,2 0 0,4-3 300,5 19-1260,0-11 1,4-3-860,7-1 2119,9-5 0,8-19 0,1-11 0</inkml:trace>
  <inkml:trace contextRef="#ctx0" brushRef="#br0" timeOffset="20351">17321 16571 7533,'-25'14'1092,"-1"1"0,6 1 0,1 1 1209,-16 16-2571,27 1-900,18-25-629,31-4 1530,-17-6-451,17-5 630,-31 6 360,-3 11 899,-7-3-809,0 10-720,0 0-269,8-9-811,2-4 1440,16-12 0,-7-11 0,7-1 0</inkml:trace>
  <inkml:trace contextRef="#ctx0" brushRef="#br0" timeOffset="20505">17480 16509 11940,'18'-7'450,"15"2"-900,-4-1-449,15 5 899,-1-16 0,-14 9 0,4-10 0</inkml:trace>
  <inkml:trace contextRef="#ctx0" brushRef="#br0" timeOffset="20655">17727 16286 7533,'-35'22'1638,"12"1"0,3 3-1298,4-2 1,2 2-819,0 4 0,0 3 1,1-4 567,-6 15-135,5 3 0,2-1-45,2-8-593,5 0 1,2-1 682,3-14 0,8 11 0,2-21 0</inkml:trace>
  <inkml:trace contextRef="#ctx0" brushRef="#br0" timeOffset="21083">17745 16695 12120,'17'-7'360,"9"2"-360,-14 5-1529,27-6 0,-25-12 1169,11 8-90,-17-17 180,-8 13 270,-8-5 1529,-33 23-135,12 18 1,1 10-1216,8-6 1,1 4 0,1-1-589,-7 10 0,9 2-221,18 5 1,12-7 629,15-15 0,-7-6 0,1-2 0,20-4 0</inkml:trace>
  <inkml:trace contextRef="#ctx0" brushRef="#br0" timeOffset="36768">11695 9507 7533,'-20'19'1638,"14"4"0,4 5-443,2-3 0,2 3-1462,3 12 0,-2 7 559,-7-9 0,-4 4 1,-2 1-1,1-3-857,-1 3 1,0-1 0,-2 2 635,1-7 1,-2 3 0,-1 2 0,-1 0 0,0-1 54,-2 2 0,-1 0 0,0 1 0,-2-1 0,-1 0-228,0-5 1,0 0 0,-2-1 0,0 1 0,0 0 0,0 1 116,0 1 0,0 3 0,0-1 0,-1 0 0,1-2 0,0-2-308,-7 6 1,0-2 0,1-2 0,3-4-38,1-1 0,3-2 0,2-7-2947,-13 4 3129,21-17 1,-4-19-1,16-8 1</inkml:trace>
  <inkml:trace contextRef="#ctx0" brushRef="#br0" timeOffset="37000">10848 11105 0,'-43'16'2849,"6"10"-1211,14-6 0,2 5-832,7 5 0,3 5 0,1-1-402,-1 7 1,3 2 251,0-7 1,1 2-1,6-2 19,9 7 0,7-8-361,2-15 1,4-5 88,15-4 1,6-11-884,0-15 0,2-10 0,-1 0 622,-6 6 1,-2 0 0,1-2-143,-3 0 0,0-3 0,0 0 0,-4 3 0,4-2 0,-4 2 0,-3 3 0,-1 0 0</inkml:trace>
  <inkml:trace contextRef="#ctx0" brushRef="#br0" timeOffset="37934">11977 8726 0,'0'-25'2039,"0"11"1237,0 53-2184,0-6 0,0 6 0,0 0-716,0-5 1,0-1 0,0 2-459,0 6 1,0 3 0,0 0 0,0-6 171,0-1 0,0 2-23,1 4 1,1 7-1,1 3 1,-1-4 50,-2-10 0,1-1 0,-1-1 0,1 2-568,0 5 0,1 2 0,0-1 1,0-4-420,2 20 0,0-27 869,-2-45 0,6-21 0,-8-1 0,0 0 0</inkml:trace>
  <inkml:trace contextRef="#ctx0" brushRef="#br0" timeOffset="38201">12012 8639 7533,'24'-37'3276,"21"16"-2171,-3 13 1,4 5-1017,-12 7 1,0 5-1108,0-1 0,1 1 1,-6 4 837,-6 5 0,-4 2 90,9 5 0,-5 5 30,-19 3 0,-8 5 0,-2-3 150,-6 5 0,-6 0 96,-1 1 1,-5 3-1,-3-5-246,-6-7 0,-4-4 1,3-1-31,-1 5 0,-1-3-420,5-8 0,-2-1 1,7-4 2,5-2 0,13-14 1,27-13-1</inkml:trace>
  <inkml:trace contextRef="#ctx0" brushRef="#br0" timeOffset="38468">12841 8453 7533,'-18'-32'3276,"-7"19"0,5 30-2184,-2 17 0,-4 13 0,2 1-2185,5-5 1,2 0 0,0 4 1057,2-7 0,-2 3 0,0 1 0,1 2 0,3-1 304,1 2 1,1 1 0,2 0 0,2-1 0,2-2-860,3 0 1,3-2-1,2-1 1,1 1-41,2 2 0,0 2 1,4-3-1,6-7-463,9-7 1,5-6 0,3-7 815,12-3 0,2-9 0,-6-3 0,-2-5 0,-9-7 0,-1 0 0</inkml:trace>
  <inkml:trace contextRef="#ctx0" brushRef="#br0" timeOffset="40168">8343 11501 7173,'-35'6'1529,"7"6"180,11 30-1170,20-4 1,10 4-300,0-8 0,5 1 0,3-1-602,7 3 0,5-1 0,4-7 317,-2-13 0,3-5 0,1-3 1,-2-3-46,6-4 0,-2-4 0,-1-7 67,-7-3 1,1-5-1,-3-5 1,-2-2-113,-1-9 0,-4-5 0,-2-2 0,-2-1 247,-2 2 1,-1 0-1,-4-2 1,-2-1 246,-2-6 1,-3-3 0,-4 2 0,-7 3 89,-6 7 1,-4 2 0,-6 4 0,-5 8-91,-7 7 1,-8 8 0,-2 5 0,0 6-306,3 5 0,-1 4 0,0 5 0,1 3 0,4 3-648,2 3 0,2 5 1,3 3-1,1 0 1,2-1 280,-2 1 0,2 0 0,4 1 0,6-1 1,5 7-1,7 0 0,5-5 0,17 11 1</inkml:trace>
  <inkml:trace contextRef="#ctx0" brushRef="#br0" timeOffset="40818">13353 8490 7533,'-28'-5'1638,"7"28"0,1 14-819,5-2 0,-1 6 0,1 3 0,0-1-603,1-4 0,0 1 0,0 0 1,-3 3-382,1 0 0,-3 4 0,0 2 0,-1 0 0,2-4 0,3-5-928,-2 4 1,3-5 0,0 1 272,-3 0 1,-2 3 0,3-5 0,11-13 812,13-14 0,11-39 1,-1 3-1,0 1 0</inkml:trace>
  <inkml:trace contextRef="#ctx0" brushRef="#br0" timeOffset="40968">13264 8775 7533,'24'2'3276,"-18"-2"-1638,6 31 0,-1 18-1244,-4-12 1,-2 3-1,-1 1-704,-2 2 1,-2 0-1,2 5-346,3-6 1,2 5-1,1 2 1,-1-4 0,-3-5 197,-1 9 0,-2-4 1,4 0-1,2 1 0,-3-13 1,-4-15-1</inkml:trace>
  <inkml:trace contextRef="#ctx0" brushRef="#br0" timeOffset="41100">13194 9321 7533,'-7'-29'1638,"0"0"0,11-14-1201,26 26 0,15 4 0,-4 3-437,-10 5 0,0-1 0,9-4 0,4-2 0,-6 1 0,7-3 0</inkml:trace>
  <inkml:trace contextRef="#ctx0" brushRef="#br0" timeOffset="41351">13882 8465 9691,'-2'45'409,"0"0"1,0 0-1,0 0 1,-2-4-1,-1 1 1,0 2 0,-1 1-1,0 3 0,2-5 1,-1 2-1,1 3 1,-1 2-1,0-1 1,0 0 0,1-2-1,-1-2-614,0 2 0,0-2 0,0-1 0,0-1 1,0 0-1,1 2 0,-1 3 0,0 2 0,1 0 1,0-1-1,1-4 0,0-5 0,3-3 0,0 1 1,0 0-1</inkml:trace>
  <inkml:trace contextRef="#ctx0" brushRef="#br0" timeOffset="43135">14340 8664 7533,'26'-26'1799,"-14"8"-1080,11 12 1980,-21 50-1980,-2 6-1355,-5-16 1,-3 7-1,-2 2 1,0-3 785,-2 1 0,-1-3 0,-1 3-61,0 1 1,-1 2 0,-1 1 0,0-2-702,1-6 0,0-1 0,-1-2 1,1-1 161,-1 1 0,0-3 0,1-1-270,-4 19 1,3-15 719,8-33 0,18-23 0,-1-3 0,-1 1 0</inkml:trace>
  <inkml:trace contextRef="#ctx0" brushRef="#br0" timeOffset="43289">14358 8887 7533,'29'-10'3276,"3"30"-1638,-29 15 0,-4 9-2501,9 4 0,-1 2 293,-5-9 0,-3 2 1,2 1 51,4-6 1,2 2 0,0-2 0,-2-2 247,-3 11 0,0-1-570,5-2 1,3 2 0,-4-10 229,-4-12 1,6 14 0,-8-31 0</inkml:trace>
  <inkml:trace contextRef="#ctx0" brushRef="#br0" timeOffset="43434">14288 9271 7533,'-10'-19'3276,"10"6"-2595,25 13-950,12 2-766,-7 3 1,1 1 378,16-5 1,-21 4-1,-1 1 1,10 1 0</inkml:trace>
  <inkml:trace contextRef="#ctx0" brushRef="#br0" timeOffset="43755">14799 9593 14009,'2'40'-315,"-9"-8"0,-4-2-404,-10-5 557,-3 8 1,-1 2 0,-5 1 0,9-9 0,-1 0 0</inkml:trace>
  <inkml:trace contextRef="#ctx0" brushRef="#br0" timeOffset="45518">15169 8912 8612,'-9'-3'3276,"1"11"-1605,8 30-862,-4 5 1,0 2-720,3-18 0,0 1-517,-1 10 1,-1 5 0,0-4-159,-1-11 0,0 0-508,3 6 1,1 4 0,-1-4 817,-3-8 0,1-1 0,5 6 0,3-4 0,5-9 0</inkml:trace>
  <inkml:trace contextRef="#ctx0" brushRef="#br0" timeOffset="46355">15434 8528 10231,'24'22'1092,"-1"1"0,3 4 0,-3 4 0,-9-2 0,-3 4 0,-1 0-2235,6 11 1,-2 3 1202,-3-2 0,-1 3 0,-6 2-15,-5-9 0,-5 2 0,-2 0 0,0-2-375,-3 7 0,-2-1 0,-2 1 186,3-11 0,-1 1 0,0 1 1,-3 0-1,-1-1 144,-5 3 0,-4-1 0,-1 1 0,0-2 0,4-2 0,2 0 0,3-3 0,0 0 0,-2 2 0,-3-1 0,0 0 0,0 0 0,0 1 0,-1-1 0</inkml:trace>
  <inkml:trace contextRef="#ctx0" brushRef="#br0" timeOffset="59884">11271 12357 7533,'-15'-38'2248,"11"12"-1708,-12 3 1439,16 16 540,0 51-2115,-1-20 1,2 3 22,4 11 0,3 9 1,1 1-1,0-6-1051,2 2 1,2 2 743,-3-13 0,3 5 0,2 4 0,0 1 0,0-2 0,-1-1-478,1-2 1,0 0 0,0-2-1,0 2 1,0 0 429,2 6 0,0-1 0,0 2 0,-1 3 0,-1 5 62,-6-12 1,-1 3 0,0 3 0,-1 2 0,0 2 0,-1 0 0,0-1 0,0 0 0,0-1 0,0-3-314,0 1 0,0-2 1,0-1-1,-1-1 1,0 0-1,0 3 1,0 1-1,0 4 268,-2-9 1,0 3 0,0 1 0,-1 2 0,1 1 0,-1 1 0,0 1 0,0 0 0,0 1 0,1-2 0,-1 1 0,0-2 0,1-1 0,0-1-147,0 5 0,1-1 0,0 0 0,0-1 0,0-1 0,0 1 0,0-2 0,0 1 0,0 0 0,0-1 0,0 0 138,0-1 1,-1-1 0,0-1 0,0 0 0,1 0-1,-1 1 1,0-1 0,0 0 0,1 0 0,0 1-1,-1 1-112,1-2 1,0 1-1,0 1 1,1 1-1,-1-1 1,0 1 0,1-1-1,-1-1 1,1 0-1,-1-2 1,0 0-1,0-3-71,1 7 1,0-3 0,0-1 0,-1-1 0,1-1 0,-1 0 0,1 1 0,-1 0-260,1 1 1,0 2 0,-1 1 0,1-1 0,-1-1 0,1-2 0,-1-3 0,0-3-135,1 14 0,1 0 1,-2-12-1,-2-23-1327,-2-20 1822,-6-26 0,-5-14 0,2 7 0,0-3 0,-1 1 0,-1 4 0,-1 0 0,0-1 0</inkml:trace>
  <inkml:trace contextRef="#ctx0" brushRef="#br0" timeOffset="60284">11395 12270 7533,'-30'19'655,"0"0"0,0-1 1,-8 11-1,1 2 0,2-2-90,0-1 1,1 1-476,3 1 0,-1 3 0,3-8-1349,-10-1-810,13-20 2069,37-34 0,12-11 0,-8 11 0,3 0 0,2 1 0,-1 0 0,1-1 0</inkml:trace>
  <inkml:trace contextRef="#ctx0" brushRef="#br0" timeOffset="60385">11236 12258 7533,'45'-20'1638,"-11"20"0,-1 4 1202,8 12-1356,-5 13 1,2 6-1905,-12-12 0,0 1 0,1 1 92,5 9 0,2 2 0,0-1 1,-3-8-1,-1-2 0,1 1 1,-3 0-1,0-1 0,0 1 1</inkml:trace>
  <inkml:trace contextRef="#ctx0" brushRef="#br0" timeOffset="61034">12594 16819 7533,'-10'-33'1638,"1"0"0,-7 8-3048,6 61 0,4 21 1590,4-16 0,0 4-127,-2-9 1,-3 5 0,0 3 0,0 0 0,1-1-436,1 7 0,0 0 1,1-1-1,-2-3 404,0-7 1,-1-3 0,-1 0-1,2 2-308,0 10 0,2 3 0,0-3 0,0-9-479,0-11 1,0-5 449,3 7 0,2-5 315,7-14 0,2-30 0,8-13 0</inkml:trace>
  <inkml:trace contextRef="#ctx0" brushRef="#br0" timeOffset="61268">12541 16707 7533,'17'-25'1092,"0"1"0,3 8 0,5 4-2731,16 4 1,4 5 1686,-11 5 1,0 4-49,1 6 0,0 4 0,-5 2-210,-7 4 0,-4 3 75,1 0 1,-7 2-469,-27 17 0,-13-3 558,7-20 0,-3-2 0,-5 5 0,-7 4 0,0 0 0,1-4-233,3-6 0,2-2 1,-1 0 97,-4 7 0,1 1 0,2-4-720,2-7 1,9-2 899,20 0 0,18-16 0,9-2 0</inkml:trace>
  <inkml:trace contextRef="#ctx0" brushRef="#br0" timeOffset="61485">13353 16497 7533,'-38'17'3276,"5"3"-2621,16 8 0,1 14 1,-1 8-1,1 1 0,2-5-544,0-2 0,2-2 0,1 2 1,-1 4-202,2-9 0,-2 4 0,0 3 0,0 1 0,1 1 0,0-3 0,2-3 0,1-4 90,1 5 0,1-4 0,3-3 0,2 2-270,2 4 0,3 2 0,3-4 1,6-9-1370,17-9 1,3-7-1,-8 8 1,1-3 1436,3-8 1,-1-7 0,-3-17 0,3-1-1</inkml:trace>
  <inkml:trace contextRef="#ctx0" brushRef="#br0" timeOffset="61933">13811 16658 10501,'-8'39'1092,"-5"0"0,-5 9 0,0 0-720,6-12 1,-1 0 0,1 1 0,-2 0-861,0 5 1,-2 0 0,0 1 0,0 0 419,-3 3 1,0 2-1,0-2 1,3-8 67,3-7 0,1-2-540,-5 9 0,-1 4 1,4-9 683,4-5 1,2-14 0,8-17 0</inkml:trace>
  <inkml:trace contextRef="#ctx0" brushRef="#br0" timeOffset="62083">13723 16930 10141,'18'21'3276,"-9"-3"-1638,0 20 0,-2 5-2237,-2-16 1,0 3-32,1 13 0,0 8 1,0-6 134,-2-10 0,1 0-325,1 4 1,1 6 0,-1 0 0,-1-9 272,-3-9 1,0-1 0,6 21 0,0-4 0,-8-18 0</inkml:trace>
  <inkml:trace contextRef="#ctx0" brushRef="#br0" timeOffset="62217">13653 17426 9062,'-2'-14'2968,"11"-2"-3553,21 11 1,7 3 584,-10-4 0,-1-1 0,6 2 0,-3-2 0,-6-5 0</inkml:trace>
  <inkml:trace contextRef="#ctx0" brushRef="#br0" timeOffset="62838">13811 16781 7533,'-17'-32'2878,"7"8"-179,2 63-1350,0-1-1436,3-9 1,0 6 0,-3 2 648,-1 1 0,-2 3 0,-1 1 1,1-2-926,1 7 1,0-1-1,-1 1 453,-1-1 0,-1 1 0,0 1 0,2-3-30,3 5 0,3-3 0,-2-5 277,-2-5 1,1-2-1148,1 17 1,6-20-2468,9-50 347,-6 11 1291,8-24 1,3-8 1584,-1-9 1,-3 10-1,0-1 1,-5 7 0,0 0-1</inkml:trace>
  <inkml:trace contextRef="#ctx0" brushRef="#br0" timeOffset="63256">13776 16707 7533,'-29'-38'3276,"21"13"0,27 8-1638,15 15 0,7 3 0,4-2 0,2 2-1239,-8 5 0,1 2 1,-1 1-626,5 0 1,-6 4-1170,-9 12 1,-9 3 495,-12 12 494,-13-13 0,-6 1 495,-16 9 0,-5-3 180,11-11 0,-3-1-519,-11 5 1,-7 1 0,5-4 472,10-8 1,2-1 225,-11 9 0,3-1 539,0-4-989,23-1 90,25-6-90,15 1 0,-5-5 0,3 1-135,11 6 0,-2 1 135,-15-3 0,-1 1-428,18 11 0,-5 2 428,-20 2 45,1 5 0,-7 1 270,-17-11 0,-5 1-45,-3 8 0,-4 1-181,-4-7 1,-6 0 0,1-4-135,-3-2 1,-2-3-215,-3 2 0,-3 1 0,4-6-236,6-9 1,1-4-855,-9 7 0,2-6-290,12-18 1,7-4 1106,6 0 0,9-6 0,8-2 0,22-5 0</inkml:trace>
  <inkml:trace contextRef="#ctx0" brushRef="#br0" timeOffset="63568">14605 16559 7533,'-20'18'1638,"1"4"0,-1 8-546,6 11 0,3 8 0,-1-1 0,-3-10 0,-1-2 0,0 6-966,4-3 1,1 5 0,-1 2 0,1 1 0,0-2 0,1-7-247,-1 4 0,2-5 0,-2 6-427,1-2 1,-1 7 0,-1 4 0,0-1 0,1-3 0,2-7 79,1-2 1,1-4-1,-1 2-55,-1 1 0,-1 4 1,0 2-1,-1-3 1,2-5 521,-5 12 0,0-5 0,1 2 0,-1-2 0,1-7 0,0 0 0</inkml:trace>
  <inkml:trace contextRef="#ctx0" brushRef="#br0" timeOffset="64001">15064 16881 5639,'-8'-20'3276,"-2"13"0,-16 36-2291,8 0 1,-2 8 0,0-1-776,0 0 0,1 0 0,-1 3-345,1-2 1,0 2 0,-1 2 0,0-1-204,-1 0 1,0 2 0,0-1 0,-1-2-483,1-3 1,0-1 0,0 0 0,2-2 322,-1 7 0,1-1 0,-1-3-942,-12 3 0,9-11 1439,21-21 0,2-18 0,10-10 0</inkml:trace>
  <inkml:trace contextRef="#ctx0" brushRef="#br0" timeOffset="64151">14993 17091 7533,'-9'24'1092,"0"1"0,0 17 0,1 5 546,2-1 0,2 2-1777,0-5 1,1 2 0,2 1-955,5 0 1,3 0 0,-2-3-547,-3 0 1,0-2 1254,6 5 1,-1-7 0,-7-20 0,0-1 0</inkml:trace>
  <inkml:trace contextRef="#ctx0" brushRef="#br0" timeOffset="64284">14781 17513 7533,'0'-28'3276,"8"6"-166,18 22-5089,11 6 1979,-3-1 0,1 2 0,-11 2 0,1 2 0,4 1 0,0 1 0</inkml:trace>
  <inkml:trace contextRef="#ctx0" brushRef="#br0" timeOffset="64483">15275 17736 7533,'-25'11'3276,"13"-3"0,-19 27-1013,27-13-3118,-18 11 1,-3 2 674,9-1 180,-7 6 0,-3-1 0,-1-3 0,9-9 0,0 0 0</inkml:trace>
  <inkml:trace contextRef="#ctx0" brushRef="#br0" timeOffset="65455">14482 17860 8162,'-18'-19'1440,"8"6"-631,2 8 180,8-1-269,0 5-180,0 7-180,8 7-360,2 18 449,15-5-808,-5 4 89,13-11 180,-13-6-630,5-8 90,1-5-89,-7-11 179,15 3 360,-22-10 0,3 6 1530,-7 10-631,-6 4 91,14 21 89,-14-8 450,29 8-1169,-25-16-315,20-6 1,3-7-136,-14-8 270,13 0 0,1-2-1080,1-16 1080,5 6 0,-17 3 0,-11 10 0</inkml:trace>
  <inkml:trace contextRef="#ctx0" brushRef="#br0" timeOffset="66117">15646 17191 7533,'0'-20'2968,"0"8"-1709,0 12 630,-8 23-540,6 21-719,-6-10 0,0 1-495,7-3 0,0 1-177,-3 4 1,-1 3-1,-1-1-48,-3 3 0,0 0 60,5-3 0,1 3 0,-2-2-970,-7 5 0,1-3 550,9-7 0,2-1 450,-4 0 0,0-2 0,-4-3 0,-2-2 0</inkml:trace>
  <inkml:trace contextRef="#ctx0" brushRef="#br0" timeOffset="66689">15840 16881 7533,'0'-26'3058,"8"8"218,9 29-436,18 20-2120,-19 1 0,-2 4-749,4 6 1,-3 4 327,-10-9 1,-3 3 0,1 0-423,2 2 1,1 0 0,-1 0 302,-3-1 0,-2 0 0,0 2-23,-1-1 0,0 2 1,-2 1-1,0-4-127,-2-2 0,-2-3 0,-1 2-278,1 0 1,-1 2 0,-1-1 0,-2-3 7,-5-5 0,-2-3 0,1 1-840,1 2 1,2 0 0,-3-1 209,-2-2 1,-2-1 0,0-1 869,1 1 0,-1 0 0,1-1 0,-3 6 0,-1-1 0,-1 0 0,-1-1 0</inkml:trace>
  <inkml:trace contextRef="#ctx0" brushRef="#br0" timeOffset="80233">20285 17129 7533,'-28'11'2338,"11"2"-809,1 12-809,6 17-315,-1-18 0,-3 3-918,-3 8 1,-2 4 781,5-9 1,-1 1 0,-1 0-90,-3 2 0,-3 1 0,3 0-30,2 1 0,3 1 0,-2-1-90,-4-5 0,0 0 0,1-2 29,-1 7 1,3-3-449,-11 6 154,12-21-244,32-33-316,0-6 0,3-6-307,1-2 0,1-4 0,1-1 734,-1 3 1,2-1 0,-1 0 0,0-1 89,-1-1 1,0 0 0,-1 0-1,1 1 278,5-8 0,0 2 0,0 3 30,-5 8 0,-1 2 0,0 3 749,-1 3 1,-1 5-540,7 11 1349,-17 41-765,-14-9 1,-3 4-42,6 6 0,2 1-588,-7 0 0,0-1 0,5-8 0,6-2-495,21 10 90,13-35-540,-3-14 1,2-8 673,-6 0 1,-1-4 0,1-1-345,-2 0 0,-1-1 0,0 0 75,10-10 1,-4 3 179,-10 9 0,-3 6 495,6 5 179,-24 42-224,-2 0 0,-2 5-808,-7 6 0,-4 5 0,2-2 433,4-8 0,2-1 0,3 1-540,2 7 0,3 2 1,2-6 599,1-10 0,3-4 0,12-1 0,0-5 0,-4 0 0</inkml:trace>
  <inkml:trace contextRef="#ctx0" brushRef="#br0" timeOffset="80439">21149 17302 7533,'-20'-14'3276,"5"9"0,15 23-743,0 19-2084,0-5 1,0 3-994,-4 11 1,0 2 363,3-13 0,1 2 0,-1-1 90,-4 1 0,-1 0 0,1 0-720,5 14 1,-2-3 269,-6-6 1,1-3-635,6-6 0,0-4 1174,-7 9 0,8-15 0,0-10 0</inkml:trace>
  <inkml:trace contextRef="#ctx0" brushRef="#br0" timeOffset="80673">21237 17216 7533,'-19'-21'3276,"11"10"0,18 18-743,23 11-2713,4 6 46,-14-6 1,-1 2-1037,2 3 1,-5 3 314,-7 7 1,-4 2 314,-2-1 0,-4 2-196,-8 4 1,-6 0 645,-7 0 0,-5 0 135,-6-2 0,-3-1-45,10-11 0,-1-1 0,-1-1-135,-14 5 0,-1-2-495,8-4 1,2-3-271,-15-1 900,19-8 0,26-16 0,10-2 0</inkml:trace>
  <inkml:trace contextRef="#ctx0" brushRef="#br0" timeOffset="80900">21696 17203 7533,'0'-21'3276,"8"43"0,-6 27-2184,0-17 0,1 6 0,-1 0-2185,-1 4 1,-1 0 0,-1 0 1066,2-6 1,-1 0 0,-1 3-335,0 3 0,-1 3 1,0 1-1,0-5 180,-1-6 0,0-3 1,-1 1-1,-1 13 0,-1 2 0,-1-4-775,-1-1 0,-1-6-1833,-9 8 2788,8-10 0,-6-39 0,7-4 0</inkml:trace>
  <inkml:trace contextRef="#ctx0" brushRef="#br0" timeOffset="81117">21766 17265 7533,'8'-45'3276,"2"14"0,8 20 0,15 11-2131,-4 11-1235,-7 3 1,0 3-843,1 4 0,-3 3 617,-8 6 1,-3 2-181,5 2 0,-4-1 90,-11-1 1,-6 0 224,-3 2 0,-6-1 45,-7 2 0,-7-2-931,-4-1 1,-4-1 945,9-8 0,-1 0 1,1-1-691,-12 7 1,1-2 711,3-4 0,4-2 0,-4 9 0,13-12 0</inkml:trace>
  <inkml:trace contextRef="#ctx0" brushRef="#br0" timeOffset="82183">22260 17426 0,'-25'-7'0,"13"2"3132,-4 10-2323,9 8 1050,5 6-4378,17 11 2519,-9-9 0,25 2 0,-21-10 0</inkml:trace>
  <inkml:trace contextRef="#ctx0" brushRef="#br0" timeOffset="82318">22190 17761 7533,'-36'11'3276,"17"3"-1875,3-1-2166,20 12 1,8 0 764,7-4 0,-5 5 0,0 0 0,11-2 0</inkml:trace>
  <inkml:trace contextRef="#ctx0" brushRef="#br0" timeOffset="82868">23442 17277 7533,'-18'-34'3276,"1"7"-1065,-1 32-1852,-13 18 1,-3 5-270,16-12 0,-1 2-910,-8 6 1,-6 5 0,0 1 0,5-4 657,4 0 0,1 0 229,-5-1 1,-5 3-1,0-1 1,5-2 369,1 3 0,1-1-122,-9 6 0,2 0 629,10-8 1,12-2 89,28 2 0,11 0-1124,5 7 1,3-2-219,6-6 0,2-1-742,-5 0 1,1 3-1,-5-1 447,-4 2 1,-3 0 602,7 5 0,0 0 0,-8-5 0,-3-1 0,-6-8 0,0 1 0</inkml:trace>
  <inkml:trace contextRef="#ctx0" brushRef="#br0" timeOffset="84151">24324 17042 6408,'-27'-13'0,"-7"7"2345,15 0-707,-13 10 0,-1 3-417,6 1-605,-14 10 1,1 4-257,9 7-404,10-6 1,-3 4 0,2-1 133,-2 6 0,1 2 30,5-4 0,0 2 0,1-1-30,-1 1 0,1 0 225,-1 13 0,3-3 44,3-4-441,9 3 0,6-2 82,9-8-45,17 1 0,6-1 45,1-8-150,-4-6 0,7 1 0,-5-2 15,-11-5 0,0 1-45,7 3 0,3 4 1,-6-1-1,-4 11-90,-4 2 0,-6 1 180,-21 4 90,-12 6 0,-9 3-450,-1-18 0,-5-1 1,2-1 389,6 0 0,0 0 0,-2-2-930,-12 1 1,-3-1 0,8-7-630,3-2 1619,-9-3 0,42-11 0,10 0 0</inkml:trace>
  <inkml:trace contextRef="#ctx0" brushRef="#br0" timeOffset="84317">24589 18120 11670,'0'14'3276,"-8"14"-1784,-2-19-1447,-2 13 0,-2 1 224,-5 1-1843,2 7 0,1 1 1574,-4-1 0,2 16 0,11-23 0</inkml:trace>
  <inkml:trace contextRef="#ctx0" brushRef="#br0" timeOffset="84551">25488 17203 7533,'-35'-1'1349,"7"8"289,5 15 0,-3 8-546,6-5 0,-1 3 0,0 2-1618,-4 3 0,0 2 0,0 0 646,4-2 0,0 0 0,1 0 0,0 0 0,1 0 0,1 1-30,-1 5 0,2 1 0,0-2-90,3-5 0,1-2 0,-1 2-293,-2 1 1,-2 4 0,1-2-1,3-5 23,2-4 1,2-2-1370,-3 15 1,1-5-842,4-15 2480,8-2 0,8-18 0,2-6 0</inkml:trace>
  <inkml:trace contextRef="#ctx0" brushRef="#br0" timeOffset="84706">25277 17463 7533,'25'-27'3276,"-13"5"0,-4 55-2363,-10-8-328,-2 19 0,0 4-977,3-23 1,2 2 211,0 17 0,2 7 1,1-3-450,1-13 0,1-1 0,0 1-451,1 13 1,-1 3 0,1-3 89,1-9 1,2-2 0,-3-2 989,-1 11 0,-2-5 0,1-11 0,-2-3 0,-3 14 0</inkml:trace>
  <inkml:trace contextRef="#ctx0" brushRef="#br0" timeOffset="84835">25171 17996 7533,'0'-25'2878,"8"12"-1259,9 1-1169,3 12-945,15 8 0,2 1 405,1-5-73,3 7 0,0 0 0,-4-4 0,6 6 0</inkml:trace>
  <inkml:trace contextRef="#ctx0" brushRef="#br0" timeOffset="84984">25894 18244 13469,'-8'19'2879,"-2"16"-2520,-7-13-1998,1 8 1,-2 3 1630,0-6 1,-1 0 0,-3 5 0,-1-1 0,1-4 0,1 0-1</inkml:trace>
  <inkml:trace contextRef="#ctx0" brushRef="#br0" timeOffset="85522">26494 17240 5052,'-18'-19'2608,"8"1"-824,2 11-1424,8 7 2916,0 46-2719,2-15 0,2 6 0,-2-1-1172,-1-2 0,-1-1 1,1 5 847,0 2 1,1 6 0,0 1 0,0-1 0,-1-6-144,-1-3 0,0-4 0,0 4-306,0 6 0,0 7 0,0 2 0,0-3 0,0-7-594,0 5 1,0-2 539,0-1 0,0 2 1,0-3-915,1 4 1,-2-5 1183,-3-15 0,0-2 0,4 5 0,-2-6 0,-6-15 0</inkml:trace>
  <inkml:trace contextRef="#ctx0" brushRef="#br0" timeOffset="85739">26494 17315 7533,'4'-27'1638,"-1"0"0,7 2 1292,24-8-1761,-13 33-404,11 7 0,1 2-1035,0 1 90,12 9 0,0 2 90,-2 1-540,-3 6 1,-5 2-1,-14 0-135,-16 10 1,-10 0 134,-16-1-463,-5-8 1,-8 4 0,4-4-547,7-8 1,-1 0 1607,-4-1 0,-5 4 1,-1 0-1,7-2 1,4 1-1,1-1 1,-3 0-1,0 0 1,1 0-1</inkml:trace>
  <inkml:trace contextRef="#ctx0" brushRef="#br0" timeOffset="85939">27217 18269 7533,'-18'7'3276,"8"15"0,3-18 0,-1 29-2400,6-18-786,-6 27 89,0-15-1618,-2 4 0,-5 2 1439,-15-6 0,-1-1 0,9 3 0,1 0 0,-8-6 0,1 1 0</inkml:trace>
  <inkml:trace contextRef="#ctx0" brushRef="#br0" timeOffset="86500">27728 17265 7533,'-9'-36'1638,"-1"-1"0,-6-10 1292,8 43-951,-2 50-1079,1-15-1649,5 7 1,1 10 0,2-3 1062,0-8 1,2 3-189,-1-2 0,0 7 0,0 4 0,0-3 0,0-5-96,0-4 0,-1-4 0,2 5-84,0 4 0,1 6 0,-1 3 0,1-3 0,0-7-36,-1 5 0,0-1-45,0-5 0,2 6 0,-1-2 0,-1-8 135,0-8 0,-2-2-630,3 17 1,-4-6 608,-5-22-2767,-3-26 1708,4-21 1,3-14 0,2 1 899,0 0 0,2-5-367,2 11 1,2-7 0,1-4 0,0-1 0,1 4 0,-1 6 173,1 1 0,0 5 1,3-4 252,1 0 0,4-6 0,1-2 0,1-1 0,-2 5 0,-1 7 349,4-8 1,1 3 152,3 4 0,5-4 0,0 1 1,-5 9-114,-5 10 1,0 4 584,20-13 1,-2 9 1340,-19 19-1655,8 8 0,-1 6 90,-11 21-541,-3-4 1,-1 3 0,-2-2 0,-4 3-450,-7 15 1,-6 0-690,-1-8 1,-3 0 658,1-7 0,-1 0 0,-1-2 255,-5-1 0,-3-3-435,-1-1 1,-4 0-1,0-2 1593,2-3 0,-1-1 0,-1-2-514,-4 3 1,-1-1 0,1-2 659,-4 0 1,4-1 2106,-1 5-1875,34-13-637,18 10 1,5 2-405,3 2-598,2-2 0,7 5 0,-2 1-722,-5 1 1,-1 2 0,2 0 822,1-1 1,3 0 0,-1 1-1,-1-2 1,1 4 0,-2-2 0,0-1-1,-5-6 1,-1 0 0,1 0-1</inkml:trace>
  <inkml:trace contextRef="#ctx0" brushRef="#br0" timeOffset="86790">28628 17526 7533,'-10'-27'3276,"2"15"0,16 8 0,2 20 0,15 9-1638,4 1 0,1 3-44,-13-5 0,1 0-1264,10 2 0,4 2 0,-3 0-330,-4 4 0,-1 0 0,4 3 0,-1 0 0,-7-6 0,-7-3 0,-21 10 0,-27-5-1020,7-12 1,-4 3 0,-2 2 199,3-3 1,-1 1 0,-1 1 0,1 0 521,1 0 0,1-1 0,0 2 0,0-1 0,-1 2 0,1 1 0,0 0 0,3-2 1,-8 10-1,0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07:13:18.318"/>
    </inkml:context>
    <inkml:brush xml:id="br0">
      <inkml:brushProperty name="width" value="0.09071" units="cm"/>
      <inkml:brushProperty name="height" value="0.09071" units="cm"/>
      <inkml:brushProperty name="color" value="#0070C0"/>
    </inkml:brush>
    <inkml:brush xml:id="br1">
      <inkml:brushProperty name="width" value="0.12095" units="cm"/>
      <inkml:brushProperty name="height" value="0.12095" units="cm"/>
      <inkml:brushProperty name="color" value="#0070C0"/>
    </inkml:brush>
  </inkml:definitions>
  <inkml:trace contextRef="#ctx0" brushRef="#br0">25118 8490 7533,'-47'-6'3276,"13"-6"-1335,11 6-1581,19-1 539,-35 1-89,25 6-1,-27 0 720,-2 11-809,-4 3-361,16 0 1,1 2 135,3-1 0,1 2 89,-4 4 1,-1 1-45,3-4 0,1 2-91,0 6 1,2 2-45,1-6 0,4 1-91,9 7 1,3 1-180,-2-3 0,4 0-135,8 1 0,4-1-45,2-3 0,2 0 135,9 17 270,15-5-450,1-5 0,-10-21 0,3-3-135,6-1 0,2-3-45,0-3 1,1-2-1,7-1 0,-2-1 270,7 1-45,-21-2 0,1-3-135,4-6 0,1-3 135,-4 0 0,0-2 135,-1 1 0,1-2 0,-3 0-135,1-2 0,-3-2 135,10-11 0,-3-2 135,-11 6 0,-1-1 269,8-8 1,-5-2 179,-15 7 1,-6 1-45,-4 4 0,-6 1-451,-6 2 1,-7 3 0,-11-1 0,-5 5-225,-6 7 0,-4 4-782,7 1 1,-2 3 0,1 3-267,0 8 1,2 4 0,1 0 545,-5-1 1,4 4 0,4 8 0,5 2 0,3 8 0</inkml:trace>
  <inkml:trace contextRef="#ctx0" brushRef="#br0" timeOffset="3066">4092 7412 7533,'-31'-32'569,"0"-1"1,-2 8 0,-3 8-1,4 11 1,-4 7 0,2 4-1663,2 5 1,0 4 0,0 4 1268,-9 6 1,0 3 0,1 9 32,15-4 1,-1 6 0,1 4 0,2 2 0,0 0 0,2-3-450,1 1 0,1-1 0,1 0 0,1 2 0,-1 2 330,3-3 0,-1 2 0,-1 2 0,2 1 0,0-1 0,2-1 0,2-2 72,0 3 0,1-1 0,3-2 0,2 0 0,5-2 44,6 3 0,5-2 0,4-1 0,0-3-26,1 3 0,2-4 0,9-11 67,13-17 0,11-13 1,3-6-1,-7 0-187,-9 2 0,-3-3 0,2-7-261,-3-5 1,5-6 0,1-4 0,0-3 0,-4 1 0,-6 2 200,-4 2 0,-5 2 0,-2-2 0,-1-7-102,-1 1 1,0-7 0,1-3 0,-1-3 0,-2-1 0,-2 0 0,-4 4-1,-5 3-366,-5-3 0,-7 2 1,-4 3-1,0-2 1,2-1 302,4 0 0,3-4 0,-1-1 0,-1 2 0,-5 5 0,-5 7-150,-11 1 0,-7 5 1,-2 8-1,2 11-351,-6 15 1,0 14 0,5 4 665,7 0 0,5 4 0,0 2 0,0 1 0,0 3 0,7-1 0,13 10 0,-1-1 0</inkml:trace>
  <inkml:trace contextRef="#ctx0" brushRef="#br0" timeOffset="3234">3757 7871 7533,'5'38'1092,"0"1"0,5-1 0,3 1 0,-2-8 0,1 2 0,1-2-1252,9 10 1,3 1-21,-6-6 0,2 3 0,-1 0-450,3 1 1,1 1-1,-2-2 270,-5-9 0,-1 0 1,0-1-734,4 5 1,1 1 0,-3-2 1072,-4 2 0,-1-4 1,13 9-1,-9 1 0</inkml:trace>
  <inkml:trace contextRef="#ctx0" brushRef="#br1" timeOffset="3517">4427 6929 6239,'-9'-18'3276,"1"20"-358,8 18-2743,-4 2 0,0 7-492,3 11 0,1 6 0,-1-3 61,-3-4 0,0 1-564,2-2 1,0 7 0,0-1 0,0-6 713,2-4 0,-2-2 0,-8 14 0,-3-3 0,3-18 1,0-1-1</inkml:trace>
  <inkml:trace contextRef="#ctx0" brushRef="#br0" timeOffset="3854">4992 7251 7533,'-33'26'655,"1"0"0,7 8 1,-1 7-1,1 4 0,3-1 164,5-2 0,2-1 0,2 3 0,-3 3-1026,3-10 1,-1 1 0,0 3 0,-1 1 0,1 1 0,1 0 0,2 2 341,2 0 0,1 4 0,1 0 0,1 2 0,1-1 0,1-2 0,0-1 0,0-3-405,0 5 0,-1-4 0,2-2 0,3 1 1,2 3 269,4-2 0,2 4 0,1 2 0,3-1 0,1-4 0,1-5 0,1-9 0,16 7 0,5-10 0,-1-8 0,1 0 0,0 0 0</inkml:trace>
  <inkml:trace contextRef="#ctx0" brushRef="#br0" timeOffset="6483">20585 8912 7533,'-18'0'1169,"8"11"-449,2 8-91,16 18-269,2 7-180,4-21 0,5-2 90,16 8 0,7-4-136,-1-9 1,4-3-648,-8-2 0,1 0 0,1-4 483,-4-6 0,0-3 0,-2-3-150,9-5 0,-1-4 90,3-6 0,-2-5 45,-9-6 0,-3-5-15,-7 12 0,0-1 1,-1-2 148,-2-2 1,-2-2 0,-1-1 0,2-2 0,-1-1 0,-2-1 30,-2 0 0,-2-2 0,-3-1 60,0-1 0,-3-2 0,-3 1-1,-3 1 1,-3 0 0,-2 1 120,-1 4 0,-3 1 0,-3 3 104,-15-10 1,-7 7-255,5 16 0,-3 4 0,-3 4-551,-5 3 0,-2 5 1,-1 4 444,6 1 1,-1 2 0,0 2 0,0 2 0,-3 4 0,1 1 0,0 3 0,2 1-23,2 2 1,2 1 0,1 2-1,1 1-157,1 2 0,1 2 0,2 0 1,3 2-46,-3 8 0,5 2 0,3 1 150,6-1 0,5 2 0,5 0 30,7 2 0,7 0 0,2-3 0,2-8 0,2-3 0,3-1 0,8 1 0,-1-1 0,0 0 0</inkml:trace>
  <inkml:trace contextRef="#ctx0" brushRef="#br0" timeOffset="8555">21784 8900 7533,'-18'-6'629,"9"5"-269,1 11 0,31 16-180,7 8-45,-2-18 0,4-2-985,-1-4 0,1-2 940,10-3 0,2-3-90,-3-1 0,1-2-45,6-4 0,0-2 0,-7-5 0,-2-1-160,2-2 0,-4-2 115,-8-3 0,-3-3 90,5 2 0,-3-2 0,-12-3 0,-2-3 45,3 1 0,-1 0 45,-9-3 0,-4 0 44,-3-1 1,0 2-78,-2-16 167,-15 16 1,-5 3 225,-10-3-599,-1 11 0,-2 3 194,8 8 0,-1 3 179,-21 3 1,-2 4-225,12 6 0,-1 2 149,4-2 1,-3 0 0,3 2-195,-3 7 0,5 4 0,2 1 0,3 4-168,9-2 1,5 3-13,4 6 1,4 1-721,5 0 1,4 1 944,5 3 0,4-2 0,2-6 0,2-2 0,2-1 0,1 0 0</inkml:trace>
  <inkml:trace contextRef="#ctx0" brushRef="#br0" timeOffset="9290">5574 7697 7533,'18'-25'0</inkml:trace>
  <inkml:trace contextRef="#ctx0" brushRef="#br0" timeOffset="10167">5574 7561 10051,'0'-14'900,"-8"3"-810,6 11 0,-6-6 0,8 5 0,0-10 89,0 10 1,0-5-180,0 6-90,0 0 0,0-5 90,0 3 0,0-3 90,0 5-3328,0 0 2699,0 5-361,0 2 900,0 6 0,0-1 0,0 0 0</inkml:trace>
  <inkml:trace contextRef="#ctx0" brushRef="#br0" timeOffset="10517">5750 7276 7533,'0'-26'1529,"0"8"-540,-6 37 1,-3 17-661,1-2 1,-1 5 0,-2 2-1150,-4 1 1,-2 3 0,-2 1 0,2 0 403,2 1 0,2 0 0,-1 0 0,-3 1 362,-2-7 0,-3 0 0,-2-1 0,2 1 1,1-1 38,1 7 0,2 0 0,0-1 0,-2-2-435,-4-3 0,-2-2 0,1-1 1,4-1-231,3 3 0,4-1 0,-2-9 680,-15-1 0,31-48 0,0-20 0</inkml:trace>
  <inkml:trace contextRef="#ctx0" brushRef="#br0" timeOffset="10688">5556 7524 7533,'37'-14'2518,"-3"14"-1169,-24 30-809,-2-1 0,-1 4-540,-5-2 0,-2 4-363,3-1 1,1 5 0,0 1 0,1-3 122,1 3 0,0-2 0,0 3-580,-2 3 1,0 5 0,1-1 0,1-2 458,5 2 1,1-2 0,-2-1-150,-2 1 0,-3 0 1,2-3-77,2-8 1,0-1-1,-1-2 586,-3 10 0,-1-4 0,4 6 0,-8-16 0</inkml:trace>
  <inkml:trace contextRef="#ctx0" brushRef="#br0" timeOffset="10834">5539 8354 9332,'45'-13'-510,"0"0"0,-1 1 1,-2 1 509,-14 4 0,-1 1 0,-1 0 0,-1 0 0,10-7 0</inkml:trace>
  <inkml:trace contextRef="#ctx0" brushRef="#br0" timeOffset="11000">6174 8404 9602,'-18'24'3276,"8"1"-2505,2 22-771,0-17-630,1 4 1,-3 1-990,-7-5 0,-1-2 1619,3-4 0,0 0 0,1 1 0,3-4 0,3-9 0</inkml:trace>
  <inkml:trace contextRef="#ctx0" brushRef="#br0" timeOffset="11316">6350 7710 7533,'21'-20'1092,"-1"0"0,6 4 0,3 8-392,7 16 1,1 8-1151,-8-2 1,-4 6 134,-3 10 0,-10 6 525,-13 1 0,-9 3 0,-3 1-44,0-7 1,-3 0-1,-1 1 1,1 0 372,-2 4 1,1 2 0,-1-1 0,2-1-361,-6 6 1,1-1 0,11-5-497,13-4 0,12-7-1322,14-9 1,6-9 1252,-2-5 1,1-6 272,-1-7 1,1-5 0,-3 1 0,-5 4-1,-1-2 1,13-10 0,0-1 0</inkml:trace>
  <inkml:trace contextRef="#ctx0" brushRef="#br0" timeOffset="11534">6844 7449 7533,'0'-21'3276,"31"16"-1638,-10 30 0,-3 19-1092,-7-11 0,0 7 0,-2 5 0,0 2 0,-1-1 0,-1-4-845,0 0 0,-2-3 0,-1 0 0,-1 2 0,-2 4 229,-2-6 0,0 5 0,-1 1 0,-1 3 0,-2 0 0,0 0 0,-2-1 0,-2-2 1,-1-3-400,-4 1 1,-2-2 0,-2-2 0,-2 0 0,0-1 0,-2 0 0,0 1 318,1-2 0,-2 2 1,0-1-1,-2 0 1,1 0-1,-1-1 1,0-1-1,1-2 1,-2 4-1,-1-1 1,1-2-1,-1-1 0,0-2 1,0-1-1,-3-5 1,0 1-1,0 0 1,1-1-1,-1 1 1</inkml:trace>
  <inkml:trace contextRef="#ctx0" brushRef="#br0" timeOffset="12183">7444 8019 7533,'-18'0'1638,"43"0"0,19 0 0,-2 1 0,6-2-2402,-11-1 0,4-1 0,1 0 0,-2 0 764,7 2 0,-1 1 0,-5-1 0,-2-5 0,-6 0 0,6 6 0</inkml:trace>
  <inkml:trace contextRef="#ctx0" brushRef="#br0" timeOffset="12317">7461 8379 7533,'-27'18'1638,"-1"1"0,24 7-546,31-17 0,18-6 0,1-2 0,-5-1 0,-1 0 0,4-2-1912,4 0 1,3-2 0,0 1 0,-5 0-274,-4 0 1,-5 1 0,0 0 912,13-2 0,-4 2 0,-10 4 0,-1 2 0,-5-1 0,0 1 0</inkml:trace>
  <inkml:trace contextRef="#ctx0" brushRef="#br0" timeOffset="25401">8661 7461 7533,'-18'-19'2788,"8"7"-1888,2 7 1978,55 16-2339,-11-4 1,3-1-540,-7-1 0,1 0 0,4-1-820,3 0 1,4-1 0,0-1 0,-6 0 175,6-1 1,-1-2-450,3 1 1,4 0 0,-7 0 603,-13 1 0,-3-2 0,0-1 0,-1-2 0,7-3 0</inkml:trace>
  <inkml:trace contextRef="#ctx0" brushRef="#br0" timeOffset="25767">8784 7573 7533,'-30'0'1638,"-1"0"0,0 6 1638,23 12-1103,45 13-1993,1-4 0,3 1-270,-8-1 0,0-1 90,7 1 0,-3 1-405,-8 1 0,-5 1 315,-8-10 0,-3 1-90,0 8 0,-10 1 180,-17-5 0,-10 1 0,-3 1 67,1 2 1,-3 2 0,-1 1-1,-2 0 251,2-5 0,-2 1 0,-1-1 0,1 1 0,2-1 41,-4 5 1,1 0 0,4 0 0,5-2 314,-1 12 1,17-7-483,27-20 0,11-6-13,1-2 1,5-4 0,3-1-1000,1-2 1,4-1 0,0 0 0,-2 3-274,5 3 1,-2 3 0,1 1 682,4-3 0,1 0 1,-5 4-1,-5 7 1,-6 3-1,-14-5 0,1 0 1</inkml:trace>
  <inkml:trace contextRef="#ctx0" brushRef="#br0" timeOffset="28351">8767 8974 7533,'-18'-14'1709,"8"-3"-990,-13 16 720,-5 18-989,-9 15-150,14-4 0,-1 4 0,4-2-583,7-6 1,1 0 402,-6 6 0,0 2 0,7-4-72,17 6-228,4-9 1,5 0 134,3-5 0,3-3 90,6-1 0,-1-2 135,9 6 179,-1 14-89,-30-12 270,-6 20-900,-19-22 0,-11 1 0,2-3-495,6-2 1,-1 0 449,-18 13 1,4-13-338,22-32 1,9-6-1,8-21 1</inkml:trace>
  <inkml:trace contextRef="#ctx0" brushRef="#br0" timeOffset="28572">9013 8788 10771,'-17'43'404,"4"-22"1,0 2-1754,0 13 0,-1-1 1349,-14 4 0,18-10 0,3-2 0,-1-7 0</inkml:trace>
  <inkml:trace contextRef="#ctx0" brushRef="#br0" timeOffset="29550">9313 9061 7533,'-25'12'1079,"-3"6"45,0 2 1,-2 7-136,1 8 1,1 5-749,3-4 0,0 2 1,4 1-62,7-3 0,4 1 0,5-1-904,4 10 0,12-5-716,16-15 1,8-10-135,2-13 0,1-6 1574,-5 0 0,-3-3 0,-8-8 0,-3-1 0,-2-4 0</inkml:trace>
  <inkml:trace contextRef="#ctx0" brushRef="#br0" timeOffset="29700">9190 9346 7533,'-45'5'3148,"17"-4"-1259,21 10-1979,32-9-900,12 4 630,-3-8 1,1-2 288,14-3 0,-19 1 0,-1 0 0,6-7 0</inkml:trace>
  <inkml:trace contextRef="#ctx0" brushRef="#br0" timeOffset="30118">9631 8924 7533,'-20'-21'3276,"5"5"-1875,15 16-681,-8 0-271,-2 16-718,-8 27 269,2-4 0,-1 3-45,2 3 0,1 1 134,-1 1 1,2-1-45,3-14 0,4-3-224,14 9 179,2-15 89,16-5 91,-15-4-90,5 9 360,-16 19 1169,0-1-1894,0 8 724,-4-22 1,0-1 360,2 13-810,2-8 0,0-1 0,2 4-720,9-1 1,2 2-990,-2 13 70,-1-9 1,-2 2 353,-3-15 0,-2 0 837,-6 1 0,-2-2 0,-5 2 0,-7 3 0</inkml:trace>
  <inkml:trace contextRef="#ctx0" brushRef="#br0" timeOffset="38317">10478 5020 7533,'-10'-12'3276,"25"5"-1605,15-4-1267,2 10 1,4 0-838,-4-4 0,1-1 703,0 2 0,2 1 0,-1-2-482,12-4 1,0-2 331,-9 5 0,2 0 0,-1-1-240,-5 0 0,0-2 0,-1 2-111,12 0 0,0 0-129,-4-2 0,-2 0-20,-6 5 1,-1 1-1260,-4 0 1,-1 0 1377,9 3 1,-9-5 0,-9-2 0</inkml:trace>
  <inkml:trace contextRef="#ctx0" brushRef="#br0" timeOffset="38867">12647 4623 7533,'-43'18'3276,"21"7"0,38-4-2184,18-23 0,15-12 0,3-2-1023,-15 4 1,2-2 0,1-1 0,0-1-1,0 0-123,3-2 0,-1 0 0,1-1 0,0-1 1,-2 1-271,-2 1 0,1-1 0,-2 1 0,-1 0 1,-5 2 251,1-2 1,-4 2-1,-1 1-1567,13 1 1,-5 2-612,1-6 2250,-4 13 0,-23 10 0,-2 2 0</inkml:trace>
  <inkml:trace contextRef="#ctx0" brushRef="#br0" timeOffset="41704">14446 3124 0,'-25'-20'0,"13"8"3276,-19 1-2521,11 9 1014,-7-3-1230,-15 16-179,21-3 563,-17 16 0,-4 9-339,11 3 1,1 5-255,-2-6 0,-2 2 0,4 0-210,9-6 0,4 0 0,0 2 149,-1 4 1,0 1 0,5-3 1099,6-9 0,2 0-1190,-6 17 1,6 1 0,22-11 0,6-4-45,-5-4 0,5-2-135,5-6 0,5-2 0,0-6-90,11-5 0,2-8-497,-9-1 1,2-3-1,-1-4 527,1-3 0,-1-4 1,0-1 29,1-2 0,0-1 0,-1-3-38,-8 3 1,-1-2-1,0-2 1,-3-1 157,-3-2 0,-2-2 0,-1-1 0,-2-2 112,0-3 0,-1-3 1,-3-1-1,-2 1-142,-2-7 0,-5 0 0,-3 1 0,-3-1 0,-4 1 0,-6 4-755,-6 9 1,-5 3 0,0 4 379,-2-2 1,-3 4 134,-16 0 0,-4 10-1190,10 17 1,1 7-270,-5 7 1,0 6 1507,13-2 1,2 4 0,2 0 0,-5 11 0,5 2 0,2 2 0,1 0 0</inkml:trace>
  <inkml:trace contextRef="#ctx0" brushRef="#br0" timeOffset="42423">14235 4003 7533,'-26'-6'719,"1"0"1,-2 9-1,-1 4-359,-3 1 0,-1 5-508,3 6 1,0 7 0,3 0 507,-1 9 0,3 3-91,-2-4 1,-1 2 0,5 3 209,9 6 1,5 4 0,0-4-390,-7 2 0,4-1-395,13 2 0,6 4 1,6-8 214,10-10 0,7-6-60,0-4 0,6 0 0,1-5 30,-1-4 0,1-3 0,4-9-24,-4-7 0,3-7 0,2-4 1,-1-2-1,-4-2 234,2-4 0,-3-3 0,-1-3 0,0 0 107,-2 2 1,2-1 0,-1-1 0,-3-1 0,-4 1-556,0-11 1,-6 0 0,-4-1 716,-3 0 1,-4-1 0,-5 3 45,-6-2 0,-6-2-279,-1 8 1,-2-5 0,-3 1 0,-1 5 8,-13-8 0,-7 7-315,-5 5 0,-8 2 0,2 10-45,-3 12 0,-2 10-765,7 1 1,-2 3 0,3 6 89,8 5 1,4 5-1,1 0 900,-10 8 0,3 2 0,12-5 0,0 1 0,3 1 0,-3 6 0,1 1 0</inkml:trace>
  <inkml:trace contextRef="#ctx0" brushRef="#br0" timeOffset="51701">11024 7685 7533,'-17'-14'2878,"7"3"-1439,2 17-269,8 23-901,8-1 1,-7-2 0,0 8-643,2 5 0,2 8 1,-1 3-1,0-4 283,-3 2 0,-1-1 0,0 3 75,2-11 0,-1 4 0,1 2 0,0 0 0,-1-2 1,-1-2-279,-1 7 1,-1-2 0,-1-2-1,1-3 263,2 1 0,-1-3 0,1 0-750,-3 3 1,0 0 0,1-5 10,1-6 1,2-4-311,-1 19 444,0-17 1,0-29-1,0-7 1</inkml:trace>
  <inkml:trace contextRef="#ctx0" brushRef="#br0" timeOffset="51950">11024 7610 0,'8'-36'2219,"10"15"-581,1 2 0,5 3-653,6 9 0,3 6-670,3-1 0,0 4-270,0 2 0,-1 6 45,-7 2 0,-3 6 444,0 8 1,-7 7-535,-18 0 0,-9 3 0,-2 0-60,2-4 0,-1 0 0,-4 0-297,-9 8 0,-5-1 1,-2-5-364,-9-3 0,0-5 225,7-4 1,1-2 798,4-6 1,1-3-305,-1 1 0,27-17 0,20-9 0</inkml:trace>
  <inkml:trace contextRef="#ctx0" brushRef="#br0" timeOffset="52205">11818 7387 7533,'0'-19'1638,"-17"30"0,-5 15-546,5 6 0,2 8 0,-2 0-1685,-4-2 0,-1 1 0,0 3 881,6-3 0,1 3 0,-1 2 0,2 0 0,1-3 4,0 0 0,1-1 1,1-1-1,0 2-131,1-3 1,0 2 0,0 1 0,2-1 0,1 1 168,-3 9 1,2 0-1,3-1 1,10-1-331,13-3 0,10-1 0,3-3 0,-4-2 0,-6-1 0,-2-2 0,7-5 0,12-13 0,-1 0 0,0 1 0,0-1 0</inkml:trace>
  <inkml:trace contextRef="#ctx0" brushRef="#br0" timeOffset="54051">12488 7474 9781,'-8'35'2609,"-1"-1"-2100,2-5 1,-2 6 0,-1 0-1371,-3 3 1,-2 0 0,0 2 890,2 5 0,0 3 0,0-1 0,-3 1 0,-2-1 0,1-2 0,2-8 0,1-3 0,0 2 1,1 6 1,2 1-1,-2-3-1670,-10 3 1,2-3 1015,11 2 1,1-6 0,-7-18 0,16-26 0</inkml:trace>
  <inkml:trace contextRef="#ctx0" brushRef="#br0" timeOffset="54250">12453 7610 7533,'27'-13'3276,"-1"13"-76,-16 25-2706,-2-3 1,-1 5-2134,-5 14 1,-2 4 1717,3-11 1,-1 2-1,1 1-499,0 8 1,0 1-1,-1-1 420,-1-8 0,-1-1 0,1 1-720,2 0 1,1 2-1,1 0 1,-1-2 356,-1 0 1,0-2 0,1 0 362,-1 1 0,1-1 0,-2-4 0,1 0 0,-6-9 0,-6-18 0</inkml:trace>
  <inkml:trace contextRef="#ctx0" brushRef="#br0" timeOffset="54367">12400 8143 7533,'0'-19'3276,"0"1"-1695,0 11-861,16-4-361,11 4-1438,-2-1 0,3-2 1079,7 4 0,1-1 0,-7-5 0,-1 0 0,1 3 0,0-1 0</inkml:trace>
  <inkml:trace contextRef="#ctx0" brushRef="#br0" timeOffset="55184">13176 7474 11041,'-7'44'364,"0"1"0,0-1 0,0 1 0,0-1 0,0 0 0,0 0 0,0 0 0,0 2 0,0 2 80,0-3 0,1 3 1,-1 2-1,1 0 0,-1 1 1,2-3-1,0-1-1100,-1 5 1,2-2-1,0-1 1,0-1 0,0 0-1,-1 0 1,-1 0-1,0-2 1,1-2 0,4-5-1,3 13 1,3-9-1,5-3 1,8-21 0</inkml:trace>
  <inkml:trace contextRef="#ctx0" brushRef="#br0" timeOffset="55834">13829 7586 8972,'-18'36'1092,"3"3"0,-2 10 0,0 0 0,4-5 0,0-1 0,-2 5-1558,3-10 1,-2 3 0,-2 2-1,1 1 1,1-2 0,1-3 127,0 1 1,1-2 0,0-1 0,0 0-248,-3 2 0,-1-1 1,1 0-1,2-4-1054,-2 12 1,3-6 411,-6 1 1454,10-13 0,16-52 0,2-9 0</inkml:trace>
  <inkml:trace contextRef="#ctx0" brushRef="#br0" timeOffset="56001">13723 7846 7533,'27'4'3276,"-9"37"-2184,-7 0 0,0 9 0,-2 3-1111,-2-8 0,-2 3 0,0 0 0,0 0-801,2 1 1,0 1 0,0-1 0,-1-2 409,-1-6 0,0 0 1,-1-2-1,-2-6 1,-1 1-1,-2-6 0,1 13 1</inkml:trace>
  <inkml:trace contextRef="#ctx0" brushRef="#br0" timeOffset="56117">13670 8441 0,'-17'-35'3276,"7"12"-272,10-13-3634,21 25 1,7 4-541,15 1 954,-9 2 1,0 2-1,10 8 1,-9 0 0</inkml:trace>
  <inkml:trace contextRef="#ctx0" brushRef="#br0" timeOffset="56284">14182 8553 12030,'-18'30'3276,"8"-4"-1638,-1 9 0,-1 4-2800,-1-5 0,-2 1 615,-3 10 1,-1-2 0,2-13 0,-1-5 0,-8 4 0</inkml:trace>
  <inkml:trace contextRef="#ctx0" brushRef="#br0" timeOffset="56584">14358 7982 7533,'27'-40'1638,"-3"19"0,1 8 1638,23 23-2093,-1-1-1573,-31 17 0,-4 12 1,-7 0 748,-10-4 1,-8-1 0,0 3 40,1 0 1,0 3-1,0 0 1,-1-3 138,-5 2 1,0-3 0,5-2-1417,3 5 1,12-9-159,21-18 1,9-9-605,12-5 1,2-7 1554,-4-8 1,-2-3 0,-7 2-1,-5-1 1,5-15 0</inkml:trace>
  <inkml:trace contextRef="#ctx0" brushRef="#br0" timeOffset="56784">14923 7735 0,'23'-25'3276,"6"27"-2184,-8 18 0,1 12 0,-4 3-273,-5-2 0,-3 3 0,-1 3 0,-2 3-273,0-3 0,-1 3 0,-1 2 0,0 0 0,-3 2 0,-1-2-301,-3 2 0,-1 0 0,-2 1 0,-1-1 1,-2 1-1,-1-2-245,-3-1 0,-1 1 0,-2-1 0,-1-1 0,0-1 0,-1-1 0,0 0 0,-1 0 0,-1-2 0,-1-2 0,-2-2 0,-8-1 0,1 0 0,-1 0 0,0 0 0</inkml:trace>
  <inkml:trace contextRef="#ctx0" brushRef="#br0" timeOffset="57701">11007 9729 8882,'-5'28'1092,"0"-1"0,0 5 0,2 4-26,6 9 1,4 6 0,-1 0-2135,-4-7 1,-1 0 0,0 6 1022,0-9 0,1 6 0,0 2 0,0 2 0,-1-3 0,-2-2-225,-1-3 0,-1-2 0,-1-1 0,-1 0 1,2 0-296,0 2 0,1 2 1,1-1-1,-2-2 1,0-6 564,-6 18 0,2-22 0,7-30 0,0-45 0</inkml:trace>
  <inkml:trace contextRef="#ctx0" brushRef="#br0" timeOffset="57951">11077 9618 0,'24'-25'3276,"21"27"-1638,1 8 0,4 6-837,-20 2 1,-2 4-1,0 2-921,6 4 0,-1 3 1,-14 2-91,-22 3 0,-12 2 0,-2 0 60,7-5 0,-2 0 0,-7-2-225,-7-6 0,-9 0 1,-5 0-1,-1-1 0,2-2 1,6-2-291,-1 3 0,4-4 0,-2 1 665,-3 1 0,-5 3 0,5-4 0,14-11 0,15-9 0,33-13 0</inkml:trace>
  <inkml:trace contextRef="#ctx0" brushRef="#br0" timeOffset="58168">11924 9642 7533,'-27'-1'819,"1"-1"0,-2 15 0,-1 9 0,2 7-164,7 2 0,3 5 1,0 5-1,2 2 0,-1 0-109,1-3 0,-1 1 0,0 0 0,2 3 0,2 0 0,3 2-699,4-3 0,1 2 0,2 2 1,2 0-1,1 0 0,2 0 0,2-3 1,1-3-504,5 9 1,4-3-1,2-1 1,2-3 0,3-2 357,2-1 0,3 0 0,1-2 0,2-5 0,0-7 0,12-4 0,1-8 0,-2-5 1,5-6-1,0 0 0</inkml:trace>
  <inkml:trace contextRef="#ctx0" brushRef="#br0" timeOffset="58451">12330 9977 7533,'-20'-8'1638,"7"24"0,2 13-546,8 5 0,4 7 0,0 3-1412,-5-1 0,0 4 1,-1 1-1,2-2-197,2-5 0,0-1 0,2-1 0,-2 0-576,-2 13 1,-1 0 0,3-10 939,9-1 153,-6-14 0,6-39 0,-8-7 0</inkml:trace>
  <inkml:trace contextRef="#ctx0" brushRef="#br0" timeOffset="58801">12312 9928 7533,'16'-34'3276,"11"16"-1638,-2 18 0,3 7 0,4 5 0,-1 6-2730,-5 8 1,-5 4 371,-8 3 1,-9 4 839,-14 0 0,-10 3 0,-1-3 120,5-6 0,-2-2 0,-1 0-151,-5 1 1,-1-1 0,14-3-90,34 10 90,5-26-210,3-10 0,8-4 1,-3 3 29,-8 6 0,-4 5 269,0 11 1,-10 7 479,-19 3 1,-13 6 0,-4 0-1392,-3-3 0,-5 1 0,-2-1 0,1-2 574,3-2 1,0-1 0,-1-2-1,0-2-271,-9 4 1,-1-3-1,7-11 1,2-15 0,16-21-1</inkml:trace>
  <inkml:trace contextRef="#ctx0" brushRef="#br0" timeOffset="59033">12982 9729 7533,'-2'26'1638,"-4"11"0,-1 12-983,4-14 0,2 5 1,-1 3-1,1 1 0,-2 2-109,-2-1 0,0 1 0,-2 2 0,1 1 0,-1 0 0,1 0-691,2-5 0,-1 0 0,1 0 1,0 1-1,0-1 0,0-1 1,0-1-512,0 9 1,-1 0-1,1-1 1,1-3 0,1-4 108,2 5 1,0-4 0,2-8 0,8 10 0,-2-48 0</inkml:trace>
  <inkml:trace contextRef="#ctx0" brushRef="#br0" timeOffset="59233">13511 9940 7533,'-17'28'819,"-1"0"0,1 2 0,0 4 0,0 3 0,1 4 0,1 4 0,0 2 0,-2 0-219,2-6 1,-1 1 0,0 1-1,-1-1 1,1-1-1421,-3 7 1,1 0 0,-1-2 0,3-3 495,0 1 1,1-4 0,0-7-1,-8 1 1,23-49 0</inkml:trace>
  <inkml:trace contextRef="#ctx0" brushRef="#br0" timeOffset="59401">13423 10175 7533,'27'0'1092,"-1"0"0,-2 12 0,-3 11-273,-7 8 0,-3 9 0,-2 6 0,0-2-740,1-1 1,-1 2 0,0 0 0,-1 1-736,-2-5 1,0 2-1,-1 0 1,0-2 0,0-3-438,2 8 1,-1-4 0,-1-4 855,-2-1 1,-6-11 0,-15-20 0,-9-13 0</inkml:trace>
  <inkml:trace contextRef="#ctx0" brushRef="#br0" timeOffset="59533">13353 10585 7533,'43'15'1638,"-6"-10"0,2 0-1170,-1 8 0,1-1 0,1-5 0,0-3 0,-11-4 0,1 0 0</inkml:trace>
  <inkml:trace contextRef="#ctx0" brushRef="#br0" timeOffset="59734">14182 10683 7533,'-28'33'3276,"3"-8"-2184,13 12 0,2 12 0,-2-4 39,-9-2 1,-3-2-2225,6 0 1,0 3 0,-1-8 436,1-8 1,-1-8-1,-12-3 1,21-17 0</inkml:trace>
  <inkml:trace contextRef="#ctx0" brushRef="#br0" timeOffset="60033">14340 10150 7533,'26'-20'1092,"-1"-1"0,-2 4 0,1 7 546,11 14 0,-1 10-102,-13 5 0,-3 4-1581,3-1 0,-8 3-90,-20 6 0,-12 7 0,-5 3 1,3-2 953,4-3 0,1-1 0,-1 1 0,0 0-694,-2 4 0,-2 2 1,2-1-1,4-3-125,2 0 0,4-3 0,11-7 0,16-10 0,9-9-1093,9-13 1,6-11 0,-4 1 623,-3 3 1,-1-3 0,0 0 0,2-3 0,-6 0 0,3-13 0</inkml:trace>
  <inkml:trace contextRef="#ctx0" brushRef="#br0" timeOffset="60233">14887 10051 7533,'4'49'327,"-1"-1"1,1 1 0,-1-1-1,1 1 1,-3-7 0,1-1-1,-2 2 1,1-1 0,-2 0-1,0 1 219,-1 2 0,0 0 0,-1 1 0,-1-1 0,-2 0 0,-3-1 0,-2 0 0,-3-1 0,-1 1 0,-2-2 0,-1-1 0,-1-3-468,-1 0 1,-2-2 0,-1-2 0,-1-1 0,0-2 0,-8 5 0,-2-1 0,0-3 0,0-3 0,-3-2-1,0-1 1,0 0 0</inkml:trace>
  <inkml:trace contextRef="#ctx0" brushRef="#br0" timeOffset="61135">13988 4586 7533,'-28'12'-990,"-5"1"810,5-1 180,1 6 90,-6-10 180,21 9-180,-12-16-90,22 5 90,-5-6-810,7 0 720,0 0 0,0 0 0</inkml:trace>
  <inkml:trace contextRef="#ctx0" brushRef="#br0" timeOffset="61334">13864 4685 7533,'28'0'1079,"-3"6"-719,-15-5 809,21 10-719,-17-9 359,17 1 1,3-1-360,-9-2 89,16-1 1,6-3-135,-10-4 0,1-2-885,1 1 0,5 0 1,-4 0-118,4-1 1,-2 0-169,2 0 1,-5 3-677,-12 7-448,7 0 1889,-23 0 0,5 11 0,-16 3 0</inkml:trace>
  <inkml:trace contextRef="#ctx0" brushRef="#br0" timeOffset="62051">15346 4623 7533,'-20'-12'3276,"12"5"-1965,57 12-727,-6 0 1,5-1-495,-12-1 0,2-1 0,-1-1-301,1-1 0,-1-1 0,2-4 240,8-7 1,1-4 0,-2-3 120,-6-3 0,-2-3 0,0 2-454,1 2 0,2 1 1,-4-1 243,-3-3 0,-3-2 0,-6 2 60,-8 2 0,-4-1-149,5-4 0,-3-2 239,-8-7 0,-4-1 45,-1-1 0,-4 0-658,-5-8 1,-4 0 567,-5 3 0,-3 3 179,3 4 1,-5 3 104,-3 11 0,-5 1 0,-1 5-14,-10 2 0,-4 6 14,4 2 1,-2 2 0,1 3-180,7 3 0,2 2 0,-2 4 51,-4 4 0,-3 3 0,0 3 0,4 0 39,-1 5 0,3 1 0,-2 2-436,1 0 1,-3 1 0,1 2 0,4 1 217,7-3 0,2 2 1,2 1-1,2 1 68,-5 12 0,4 2 0,7 2-910,12-8 1,5 2 0,3 1 0,3-3 805,5 7 0,4-1 0,4-4 0,6-1 0,5-2 0,1-7 0,-1-13 0,-1-1 0,0 0 0</inkml:trace>
  <inkml:trace contextRef="#ctx0" brushRef="#br0" timeOffset="63001">11024 10002 0,'-27'-11'600,"17"8"1038,35 11 0,15 6-857,-14-5 1,5 1-423,0 0 1,10 3 0,6 1 0,2 1 0,1-1 0,-3 0 0,-7-3-439,2 1 1,-6-3 0,1 1 0,7 1 168,-7-2 0,4 0 0,3 1 0,2 1 0,2-1 0,0 1 0,1 0 0,0 0 0,-1-1 53,-4 0 1,2 0 0,-1-1 0,1 1 0,0 0 0,1 0 0,-1 0 0,0-1 0,-1 0 0,0 0-100,3 1 0,-2-1 0,0-1 0,0 1 0,0-1 0,1 0 0,0 1 0,1 0 0,2 0 90,-6-1 1,1 0 0,1 1 0,1 0 0,0-1 0,1 1 0,0 0 0,0 0 0,-1-1 0,1 0 0,-2 0 0,0-1 85,1 0 1,0 0 0,-1 0 0,1-1 0,-1 0 0,0 0-1,-1-1 1,0 1 0,-1-1 0,-1 1 0,-1-1-120,5 2 0,-2-2 0,-2 1 0,0 0 1,0-1-1,0 1 0,1 0 0,1 0-39,1 1 1,3 0 0,1 0 0,0 0-1,0 1 1,-1-1 0,-1 0 0,-4 1 0,-3-1-279,6 2 0,-3 0 0,-3 1 0,-2-1 0,0-1 384,1 1 1,-1-1 0,-3 0 0,0 0-679,3 4 0,-1 1 0,-10-5-1514,-4-5-1253,-8 8 3238,-36-11 1,-4 2-1,-3 2 1,0-1 0,-1 0-1</inkml:trace>
  <inkml:trace contextRef="#ctx0" brushRef="#br0" timeOffset="63534">13370 11687 0,'-30'9'655,"0"-1"0,4 16 1,-1 10-1,1 4 0,3-3 437,2-5 0,3-1 0,0 4-437,1 2 0,-3 7 1,3 1-1,3-3 0,9-7 395,12 2 0,10-7-735,6 1 0,9-12-270,3-24 0,9-16 0,3-6 0,-5 2-446,-7 6 0,-2-2 1,-1 0-1,1-3 113,2-2 0,1-1 1,1-2-1,-3-1 0,-5-1-27,-2-7 0,-3-1 1,-4-1-1,-5 3 403,-3 5 0,-5 2 0,-4-1 32,-5-5 0,-6-1 0,-10 10 104,-12 18 1,-12 10 0,-3 5 0,2 2-90,5 0 0,0 4 0,1 1 0,-1 2-320,-9 2 1,-1 2 0,1 1 0,6 3 184,5 5 0,4 1 0,6 0 0,6 2 0,5-1 0,7-4 0,0 0 0</inkml:trace>
  <inkml:trace contextRef="#ctx0" brushRef="#br0" timeOffset="64300">10866 8887 7533,'-23'-15'1638,"0"0"0,-4 0 33,19-2-502,43 21 1,18 9-841,-19-9 1,2-2 0,2 1-587,5 2 1,3 0 0,4-1 0,3 0 590,-8-2 0,3 0 0,3-2 0,1 1 0,0-1 0,-3 0 1,-3 1-737,0-1 0,-5 0 1,-1 0-1,3 0 1,5 0 553,-8 0 1,4 0 0,2 1 0,3-1 0,1 1 0,0-1 0,0 1 0,-2 0 0,-3-1 0,-3 1-207,7 0 1,-4 0-1,-2 1 1,0-1-1,1 0 1,3 0 210,-3 0 0,1-1 1,2 0-1,1 0 1,0 0-1,1 0 1,1 0-1,1 0 76,-4 1 1,3-1 0,0 1 0,2-1 0,0 1 0,-1 0 0,0-1 0,-1 0 0,-1 1 0,-3-1-317,5-1 0,-3 0 1,-1 0-1,-1-1 1,1 1-1,1 1 1,2 0 153,-7 0 1,2 1 0,1 0 0,1 0 0,0 1 0,0-1 0,-1 1 0,0 1 0,-2-1 0,-2 1-13,4 2 1,0-1 0,-2 2 0,-1-1-1,-1 1 1,-1 0 0,-2 0-60,6 0 0,-2 1 0,-2 1 0,0-1 0,1 1 119,1 0 0,1 1 1,0 0-1,-2-1 0,-3-1-989,7-2 1,-3-1 0,-5-1-770,-6 1 1,-3-2-1639,20-8 3183,-59 5 1,-25-16 0,-10 4 0</inkml:trace>
  <inkml:trace contextRef="#ctx0" brushRef="#br0" timeOffset="65488">7232 12183 7533,'-36'9'1638,"-1"0"0,-8-1 1638,22 3-474,46-11-1362,15 0-946,-1-2 1,4-1-1537,3 0 0,2-1 952,-11 0 0,0-1 0,1 1-1003,-1 2 1,1 0 0,-1 0-1,0 0 1,1 0 0,-1 0 1000,11 1 0,-2 2 1,-8 4-1,-2 1 1,-8 1-1,-1 0 0</inkml:trace>
  <inkml:trace contextRef="#ctx0" brushRef="#br0" timeOffset="65634">7303 12716 7533,'-34'7'1638,"1"-1"0,-16 0 1638,57 0 0,35-17-2569,-6-1 1,6-1-1801,-2 2 1,4 1 0,0-2 272,-9 2 1,1-2 0,-1 1 0,1 1 454,8 0 1,0 2 0,0 0 0,-4 0 0,-1 0 0,-2 1 0,6 1 0,1 0 0</inkml:trace>
  <inkml:trace contextRef="#ctx0" brushRef="#br0" timeOffset="66389">8714 11972 7533,'-10'-38'3276,"2"8"-1785,0 17 308,6 19-360,-6 24-90,4-1 1,0 4-1629,0 14 1,-1 5 607,-3-12 1,-1 2 0,0 1-330,2-5 0,0 0 1,1 1-1,-1 1 247,0 1 1,0 1-1,1 1 1,-2-1-24,0-1 1,-1 0 0,0 0 0,2 0-364,3-2 0,2 0 0,0 0 0,-2-2 319,-4 6 0,-1-2 0,3-1-93,4 9 0,2-4-42,-4-13 0,0-3 825,4 7-1679,0-23 449,3-34 0,2-13-360,3 1 1,1-5 513,-2-6 1,-1-7-1,1 0-199,1 14 0,1 1 1,0-1-1,-2-3-251,-2 0 1,-1-4-1,-1 0 1,1 1 0,0 2 502,2 2 1,1 2-1,0 0 1,-2-1 62,-1-11 0,-2-2 0,-1 1 0,2 7-158,5-6 1,0 5 607,-3-3 0,0 4-135,-1 16 0,1 4 944,3-2 695,-8 20-245,0 28-854,1 3 0,-2 3-181,-6 11 1,-1 3 303,4-7 1,0 2 0,0 0-680,-4 1 1,-1 0 0,0 1-687,1 3 1,-1 0 0,1 0 536,1 0 0,1-1 0,-1-1-30,1-4 0,1-1 0,-1-2-177,-3 11 0,2-4-123,5 8 90,-6-24-315,18-43 0,4-14 360,-3-3 1,-1-6-203,-1 8 0,0-4 1,0-2-1,0 1 224,-1 0 1,1-1-1,0-1 1,-2 1-46,-1 2 1,-2-1 0,1 0 0,-1 0 276,3-3 0,0 0 0,-1 1 1,0 4-300,-1-8 0,0 5-966,1-6 0,-4 17-1552,-18 54 719,12 21 1636,-4-12 0,0 2 0,7 5 0,2 0 0,-1-8 0,0 1 0</inkml:trace>
  <inkml:trace contextRef="#ctx0" brushRef="#br0" timeOffset="66884">9102 12654 7533,'-20'6'3276,"4"1"-706,16 10-411,0 3-630,0-1-269,0-1-541,16-6-359,-12-5-450,27-1 0,-19-17-90,14-9 90,-9-11-270,-7-1 1,-2 2 359,-16 11 629,-10 6-89,-9 13-360,7 7 1799,-11 22-1260,27-7 1,-12 8-720,16-12 0,0-11-180,8-1-1529,26-28 360,-3 0 989,-12 4 0,-3-2-899,0-15 1439,-24 8 1529,-41 24 629,6 13-1490,11 4 1,3 4-309,4 7 449,17-7-2628,34-23 1,11-6 982,2 6 1,3-11-1,0-3 1,1 0 0</inkml:trace>
  <inkml:trace contextRef="#ctx0" brushRef="#br0" timeOffset="67489">9754 12034 7533,'-19'-12'3276,"3"5"0,24 1-833,17 12-1544,20 1-854,-14-3 0,1-1-45,-6 0 0,3-1-210,12-1 0,5-1 0,-4-1-1429,-6 1 1,-1 0 545,9 0 1,4 0 0,-7 0 272,6 0 1,-6 0 0,-23 0 0</inkml:trace>
  <inkml:trace contextRef="#ctx0" brushRef="#br0" timeOffset="67773">9966 12022 7533,'-39'0'1092,"0"0"0,13 4 0,3 3 546,-8 5 0,5 6-540,10 10 1,4 6-350,-1-3 1,-2 2 0,0 3-882,-2 5 1,-1 2 0,0 3 423,4-4 1,1 3-1,-1 0 1,0 1-448,-1 1 1,-1 0 0,1 0 0,1 2 298,3-7 0,2 2 0,0 0 0,1 0 0,0-2-54,-2 8 0,0-1 0,2-1 0,0-1 44,2-5 1,1-1 0,1 0 0,2-2-131,2 8 0,2-2 0,3-3 850,7 4 1,4-4-497,4-6 0,5-5-358,8-7 0,3-5 0,-1-3 0,2-2 352,7-3 0,0-2-442,0 0 0,1-1 180,2 1 0,2 0-960,-17-1 1,1 0 0,0 1 668,-1 1 0,1 1 0,0 0 201,-1 1 0,1 0 0,-2 1 0,6 5 0,-2 1 0,-1 0 0,1-1 0</inkml:trace>
  <inkml:trace contextRef="#ctx0" brushRef="#br0" timeOffset="70400">15646 7412 2737,'-43'0'3276,"21"6"0,22-5-1638,28 3 0,20-2-546,-6-5 0,4-1 0,2 0-1489,-7 1 0,3 1 0,0 0 0,-1 0 397,0 0 0,1 1 0,-2-1 0,-2 0 0,-2 0 0,-2 1 0,-3 0 0,5 4 0,-1 0 0</inkml:trace>
  <inkml:trace contextRef="#ctx0" brushRef="#br0" timeOffset="70650">15910 7437 7533,'-44'20'819,"0"0"0,15 2 0,3 4 0,1 6 0,3 6 0,2 7 0,1 4 0,1 1-164,3-6 0,0 2 1,0 1-1,2 2 0,1 1-337,3-7 1,2 0 0,0 2 0,0 1 0,1-1-1,1 0 1,-1-2-169,-1 2 0,1 0 0,-1-2 0,2 1 0,0-2 0,1 1-94,2 5 0,1 0 1,1-1-1,1-2 1,1-2 100,2 0 1,1-3-1,2-1 1,3-1 335,3-2 0,2 0 0,4-3 1,2-3-494,14 3 0,5-6 0,1-2-360,-1-1 0,0-3 0,2-7-733,1-7 1,1-6 0,-2-3-1,-6-1 1,-2-2 0,0-1 674,12-3 1,-2-1 0,-7 1 0,-1 0 0,-7 3 0,0 0-1</inkml:trace>
  <inkml:trace contextRef="#ctx0" brushRef="#br0" timeOffset="71923">12488 8812 7533,'-29'-19'3276,"-10"-4"-166,35 15-1941,-20-9-1259,30 16 180,4-10-180,10 9-359,5-9-631,-7 10 810,-9-10 630,-9 10 900,-33 6-91,-6 20-809,2-3 1079,5 7-1709,38-17-360,12-10-89,11-15 449,7-2-270,-3-19 630,-29 13 1799,-22 18-1080,0 15 1,-3 8-181,-7 5 1,3 4-540,7-3 0,9-2-1169,16 0 0,23-48 764,-11 3 0,-1-3 315,-1-3 0,-8 2 809,-25-2 721,-21 52-1440,17-10 0,0 2 314,-2 15 1,3-1-135,10-8-180,1 5-450,23-21 180,-3-1-855,15-17 1,3-6 585,-5-1 134,2-4 0,-5-2-405,-12-8 1890,-10 11 179,-33 10-135,7 23 1,-3 5-496,-5-3 1,3 1-1800,2 22-2197,33-19 3129,33-12 1,6-6-1,-7 0 1</inkml:trace>
  <inkml:trace contextRef="#ctx0" brushRef="#br0" timeOffset="73584">10724 12394 8252,'0'-14'1638,"8"39"0,0 22-819,-7-14 0,-2 4 0,-1 3 0,0 3-1366,1-1 1,0 4 0,0 2 0,0 1 0,-2 0 0,0-3 468,-1 4 0,-1-1 0,0-1 0,-2 0 0,-1 3 116,0-8 1,-1 4-1,-1 1 1,0-1 0,-1-1-1,1-4 1,1-5 340,-1 8 1,-1-6 0,-1-4-1145,-11 12 1,5-23 104,17-47 0,9-25 1,1-7 404,-4 14 0,1-5 0,1-3 0,1-2 1,1-1-1,1 1-68,-1 8 1,3 0 0,0-1 0,1-1-1,0 1 1,0 0 0,-1 1 0,0 2 381,0-6 1,-1 1 0,-1 1 0,1 0 0,1 2 0,2 0 75,2 1 0,1-1 0,1 0 0,0 3 0,1 5 0,-1 5 314,13-6 1,3 9 0,5-1 0,2 12-225,0 24 0,-3 16-435,-15 5 0,-5 8 0,-5 3 310,-6-4 1,-5 4 0,-3 1-1,-3-1-258,-2 1 1,-4 2 0,-4-2 0,-3-1 426,-5 0 1,-5-1 0,-2-2 0,-1-4 419,-3-2 1,-2-4 0,2-3 569,-10 3 0,15-3 2017,36 5-2176,13 2 0,7 4-1550,-2-2 0,1 3 1,0 3-371,-6-3 1,-1 3 0,-1 1 0,0 0-1,-3 2 1,0 0 0,-1 0 0,0-4 350,4 2 1,-1-4 0,-2 0 0,-1 10 0,-2-7 0,2-14 0</inkml:trace>
  <inkml:trace contextRef="#ctx0" brushRef="#br0" timeOffset="73834">11942 12295 7533,'-32'-6'819,"1"1"0,0 24 0,-1 14 0,3 7-164,8-5 0,2 6 1,2 3-1,-1 3 0,1 1-259,1-6 0,-1 3 0,0 1 1,1 1-1,1 1 0,0 0 0,3 0-358,0 0 1,2 1 0,0 1-1,2-1 1,0 0 0,3-1-1,1-1-413,1-1 0,1 1 1,2-2-1,2-1 0,2-3 1,5-1-446,7 6 1,6-2 0,4-4 0,0-6 350,2-7 1,1-5 0,2-5 0,17-2 0,-4-8 0,-1-7 0</inkml:trace>
  <inkml:trace contextRef="#ctx0" brushRef="#br0" timeOffset="74151">12453 12654 7533,'0'-23'3276,"-16"64"-2457,5-10 0,-4 8 0,-1 3 0,0 0-271,2-4 1,0 0 0,-1 1 0,-1 1-1,-2 2-574,0-3 0,-2 3 1,-2 1-1,0 0 1,0 0-1,1-2 1,1-3-587,-1 4 0,2-2 1,0-2-1,0 0 0,-1-1-208,-8 9 1,-3 1 0,4-6 0,11-11 163,12-11 1,12-52-1,18-10 1,-1 1 0</inkml:trace>
  <inkml:trace contextRef="#ctx0" brushRef="#br0" timeOffset="74317">12330 12890 7533,'23'11'1092,"1"1"0,-5 9 0,-5 8 0,-7 13 0,-7 10 0,1 0-583,1-7 0,1-1 1,0 4-1166,-2-6 1,1 2-1,0 3 1,0-2 0,0-4-438,4 10 1,0-4 0,0 0 743,-2 2 0,0 0 1,-2-7-1,0-6 0,-4-8 1,-8-10-1</inkml:trace>
  <inkml:trace contextRef="#ctx0" brushRef="#br0" timeOffset="74450">12188 13522 7533,'-19'-44'3276,"3"18"-436,40 9-3020,6 15 0,8 4 180,0 1 0,2 2 0,0-2 0,9-2 0,0 1 0,0 3 0,0 1 0</inkml:trace>
  <inkml:trace contextRef="#ctx0" brushRef="#br0" timeOffset="74617">12859 13621 6633,'-26'34'1638,"13"-5"0,-1 4-546,-4-1 0,-3 2 0,1 1-1976,3 0 0,2 0 0,-2-2 884,-10 7 0,1-4 0,9-11 0,1-5 0,-2-7 0</inkml:trace>
  <inkml:trace contextRef="#ctx0" brushRef="#br0" timeOffset="75084">13141 12915 7533,'-20'-34'3276,"36"16"-1638,8 23 0,7 8-546,0-2 0,3 2 0,-1 2-651,0 3 1,-1 2 0,-5 4-772,-6 5 0,-4 3 1,-8 3-361,-10 7 0,-10 2 0,-4 1 1027,-4-5 0,-4 0 1,-3 0-1,2-1 427,0-3 1,-1-1 0,1 0-1,2-1-371,-2 5 0,3-2 0,14-4-1697,25-2 0,14-7 211,0-11 1,4-4 0,0-1 623,-1-1 1,0-1 0,-1-1 0,14-1 0,-6-1 0,-6 3 0</inkml:trace>
  <inkml:trace contextRef="#ctx0" brushRef="#br0" timeOffset="75250">13776 13869 7533,'0'36'1638,"-10"-8"0,-4 4 0,-3 11 0,-3 2-1229,3-14 1,-2 0-1,0-2 1,-7 10-1,-1-3 1,6-13 0,-1 1-1</inkml:trace>
  <inkml:trace contextRef="#ctx0" brushRef="#br0" timeOffset="75818">14534 12852 9242,'-23'43'1638,"6"-5"0,-3 8-983,4-12 0,-1 4 1,-2 3-1,1-1 0,1-3 20,-1 10 0,2-2 1,-2 4-631,1-11 0,-2 5 0,-1 1 0,0 1 0,1-3 0,2-4-855,-5 10 1,3-5-1,-1 1-10,4-4 1,-1 1 0,1-1 0,0-5-820,-8 11 1,9-22 818,15-25 1,16-31 0,3-12 0</inkml:trace>
  <inkml:trace contextRef="#ctx0" brushRef="#br0" timeOffset="75968">14393 13162 7533,'14'22'819,"0"0"0,-6 17 0,-4 9 0,1 3-164,1-11 0,0 1 1,1 2-1,0 2 0,-1 0-491,-1-2 1,0 3-1,-1 0 1,1 1 0,0-2-1,0-1-820,2 1 1,1 0-1,-1-1 1,1-3 0,-1-1 186,4 9 1,-1-4 0,-5-6 0,-6-8 0,-6-9 0,-13-11 0</inkml:trace>
  <inkml:trace contextRef="#ctx0" brushRef="#br0" timeOffset="76100">14217 13745 7533,'22'-14'1638,"2"7"0,6 3-1311,8 0 1,6 1 0,-2-1-1,-6 0 1,-2 0 0,2-2-1,3-2 1,0 0 0,0-1-1</inkml:trace>
  <inkml:trace contextRef="#ctx0" brushRef="#br0" timeOffset="77355">14940 12741 7533,'-19'-34'3276,"3"1"0,16 31-384,0 2-2442,0 7 1169,16 11-1169,-5-4-1337,20-4 1,3-2 1066,-7-2 45,6-2 0,-1-2-46,-4-2 361,15 0-540,-22 0 90,11 6-90,-30 0-90,13 7 0,-13-1 3366,6-5-2890,-8-1-26,0-1-270,0-3-90,0 3 90,0-5-3059,0 0 1980,0 5-270,-8-3 269,6 3-1079,-13 1 1350,13-5-630,-14 4 359,-2-5 181,-25-5 539,4-7 719,13-2 1,1-3 2069,-2-10-1170,9 2 1260,10 9-1710,8 14 181,16 2-271,-5 13 630,23 12 135,-5 3 0,1 8-915,-9 1 1,-2 4 0,-1 4-1328,-1-6 0,0 4 0,-1-1 0,-3 0 758,-2-5 0,0 0 0,-4 0 0,-3 2-72,-4 5 0,-4 4 0,-4 0 0,-1 1 0,-1-3-289,0-6 1,-2-2 0,-1-1 0,-2 1 0,0 2-195,0-1 0,-1 2 1,-1 0-1,0 1 1,0-2-1,-1-3-355,-3 10 1,-1-3 0,-1-1 0,-1-3 723,0-5 1,-2-1 0,0-2 0,2-5 0,-5 2 0,0-3 0,3-4 0,1-1 0,-1 1 0</inkml:trace>
  <inkml:trace contextRef="#ctx0" brushRef="#br0" timeOffset="78150">15822 13472 7533,'-32'-3'659,"-1"-1"1,7 1 0,1 1 1318,-8 2-538,21 0 1836,12 0-2685,20-6-1143,22-2 1,6-2 866,-16 3 0,1-1-76,10-1 1,7-2 0,-2 2-401,-11 4 0,-1 1 0,1 0 131,6-3 0,2 1 0,0 1-750,-1 2 1,0 1-1,-1 0 300,-6-2 0,-1 0 1,-1 1-614,1 1 1,-1 0 0,-2-1-547,5-3 1,-4 0 1473,-5 0 1,-5-1 0,2-5-1,-18-1 1</inkml:trace>
  <inkml:trace contextRef="#ctx0" brushRef="#br0" timeOffset="78317">16387 12741 9871,'-10'37'1638,"2"-4"0,0 4-546,0-4 0,0 2 0,-1 3-869,-1 0 0,-1 3 1,-1 1-1,-1 0-25,2-5 0,-1 1 0,-1 0 0,0 2 0,0 1-64,-1 1 1,-1 4 0,0 0 0,0 0 0,1-2 0,1-2-675,-1 2 1,1-3-1,1 0 1,0 2 233,-1 3 0,0 4 0,1 0 0,1-3 0,3-4 100,3-3 1,2-4-1,1 1 1,-1 3-1,0 0 1,1-2-1,2 7 1,0-1-1</inkml:trace>
  <inkml:trace contextRef="#ctx0" brushRef="#br0" timeOffset="81301">17198 12729 7533,'0'35'3276,"0"9"-1901,0-8 0,0 1-1150,0-5 0,0 3-710,0-1 0,0 6 1,0 2-1,0-3 665,0 6 0,1-1 0,-2 3-469,-1-6 0,-1 3 1,-1 1-1,0 1 1,1-2 288,0 5 0,1-1 0,-1 0 0,-1 1-45,0-1 0,0 1 0,-1-1 0,1-1 22,0-5 1,0-1-1,0 0 1,0-2-128,1 9 0,0 0 0,-1-4 30,0-8 0,-2-3 1,-1-1 277,-9 11 0,-2-6-248,-3 1-540,-20-38 180,29-44 120,10 7 0,2-8 1,2 2-120,2-4 0,4-1 336,0 9 1,2-3 0,1-1-1,1 4 318,0 4 0,0 1 0,1 0-25,3-8 0,2-3 0,1 3 239,1 3 1,0 2 0,1 0-90,-3 1 0,-1 1 0,3 1 58,2 2 1,1 2 0,0 0-149,-2 2 0,0 1 0,0 1-1087,2-2 0,1 1 1,0 2 711,7-8 0,0 2-945,4 2 1,-1 3 1079,-10 9 0,-1 3 0,3 1 0,-1 2 0,10-1 0</inkml:trace>
  <inkml:trace contextRef="#ctx0" brushRef="#br0" timeOffset="81901">17798 13733 7533,'-28'-13'2698,"11"6"-1439,1-4-629,14 10-270,2-5-810,10 1 90,7-7-539,9-2-91,1-4 811,-7 6-181,-4 4-1079,-16 3 2788,-16 22 899,-4-2-898,1 15-451,-5-5-539,22-11 270,-6-3-810,16-11 180,2-6 180,8-1-720,-9-11-90,23-18 360,-26 13 540,9-11-90,-32 27 180,-11 12 0,1 14-1979,1 13 1619,17 0 0,9 4 0,9-5 0</inkml:trace>
  <inkml:trace contextRef="#ctx0" brushRef="#br0" timeOffset="87735">17268 14687 15088,'0'36'2879,"0"-9"-2115,0 7 1,0 1-942,0 4 717,0 6 0,0 2-406,0-19 1,0-1 45,0 8 0,0-2-180,0 4-184,0-8-2874,0-21 3058,0-13 0,0-11 0,0-14 0</inkml:trace>
  <inkml:trace contextRef="#ctx0" brushRef="#br0" timeOffset="89489">18362 12964 7533,'0'-19'899,"-8"-5"-359,6 16 1079,-6-9-630,8 11 181,0-1 988,-7 40-1348,8 1 0,3 8-316,-3-4 1,-1 5 0,0 2-1,1 0-791,3-3 0,1 0 0,0 1 1,-1 2 457,-1-1 1,-1 2 0,-1 1 0,1 1 0,0 1-87,0-2 0,1 1 0,-1 1 0,1 0 0,0 0 0,0-2 122,0 3 1,0 0 0,0-2 0,1 1 0,0-1 1,0 2 1,0 3 0,0-1-1,2-6 1,4-7 250,9 9 0,5-23-158,-2-43 0,4-25 1,1-11-1,-2 1-487,-8 14 0,0-2 0,-1-1 0,0-2 0,0-1 1,0-1-216,-2 4 0,1-2 1,0-2-1,0-1 1,0 0-1,-1 1 0,0 2 1,-1 2 184,1-1 1,0 2-1,-1 0 1,0 2 0,-1 1-1,-1-1-595,1-11 1,-1 0 0,-1 3 0,0 4-200,-1 9 0,0 3 0,0 0-620,4-15 1,0 2 1397,-5 9 0,1 4 0,17 1 0,1 12 1</inkml:trace>
  <inkml:trace contextRef="#ctx0" brushRef="#br0" timeOffset="89967">19209 12592 7533,'-36'10'3276,"1"22"-2834,20-1 1,3 7-128,2 5 0,2 2-45,2-4 0,4 0 418,9 5 0,10-8-688,7-17 0,5-11-495,8-16 1,0-12 314,-10-5 0,-2-6 0,-4-4 314,-2-10 0,-4-5 0,-6 1 76,-8 5 0,-4 1 0,-3 3-210,-2-9 0,-6 7-90,-2 16 0,-3 7-1799,-14 6 250,14 34 1,3 9 1591,-6 4 1,8 2 0,4 1 0,10 3 0</inkml:trace>
  <inkml:trace contextRef="#ctx0" brushRef="#br0" timeOffset="90618">19738 12815 7533,'-35'22'3276,"-1"11"-2486,23-10 1,-1 5-900,0 2 1,-3 6 0,0 5 0,0 0 0,2-1 760,0 4 0,2 1 0,0 0 1,-1 2-665,-3-2 0,-1 1 1,-1 1-1,1 1 1,3 0 220,5-2 1,1 2 0,1 1 0,1-1 0,2-3 0,1-4-394,1 9 0,3-6 0,1 3-199,0 1 1,1 4 0,3-2 0,7-5-316,7-10 1,7-4 0,2-2 0,-1-4 697,0-1 0,0-4 0,1 0 0,7 4 0,1 0 0,-3-4 0,-3-7 0,-1-1 0</inkml:trace>
  <inkml:trace contextRef="#ctx0" brushRef="#br0" timeOffset="94100">18327 14737 0,'-18'-25'3276,"24"11"0,14 3-1638,10 9 0,8 4-383,8-3 0,6 2-1225,-11 0 0,3 0 0,1 1 0,-2-1 90,0 2 0,-1-1 0,2 0-278,0 0 1,3 0 0,0 0-1,-3-1 105,2 1 0,-2 0 0,0 0-697,1 0 1,1 0-1,0-1 180,1 0 1,0-1-1,-2 0-1069,6 3 1,-4 0 1591,-6 0 1,-4 0 0,8-2 0,-11 5 0</inkml:trace>
  <inkml:trace contextRef="#ctx0" brushRef="#br0" timeOffset="94372">18979 14997 7438,'-28'27'468,"0"1"0,-1-1 0,1 1 0,-3 7 0,-1 4 0,3-2 0,7-3 586,8-3 1,5 0-755,-4 3 0,0 3 0,7-5 419,22 8-743,3-19 0,5-5-426,10-8 0,5-9 300,-7-7 0,1-4 0,0-4-521,-2-4 1,-1-4-1,-1-2 431,-1-4 0,-1-2 1,-4-1 239,-7 0 0,-4-1 0,-3 2-211,0-10 0,-10 2 301,-16 7 0,-9 4 0,-7 8 0,-6 5 369,5 9 1,-2 3-1,0 3-639,0 4 0,-1 3 0,2 3 0,1 0 0,0 2 1,4 2 153,-4 8 1,5 2-1,-4 14 1,25-7-1</inkml:trace>
  <inkml:trace contextRef="#ctx0" brushRef="#br0" timeOffset="95205">19738 12233 7533,'-28'-6'3238,"3"5"-2339,7-5-89,9 6 719,1 0-360,23 0 91,13 11-766,-3-7 1,3 1-585,2 3 1,2 1 179,7-2 0,1-1-90,0 2 0,0 2 45,5-1 0,-2 1-1,-6 2 1,-1 1-1667,0 1 0,-3 2 1487,-10-1 0,-1 2-135,1 1 1,-3 1-149,-1 18 598,5 0-270,-22 6 674,2-16 1,0 1-465,-7 8 0,-2 3 90,0-8 0,-2 2 0,1 2-68,0 2 1,0 1 0,-1 5 52,0-5 0,0 4 0,0 3 0,-1 0 0,1 0 0,1-2-106,1-1 1,1-2 0,0-1 0,1 2 0,-2 3-78,0 0 1,-1 2 0,0 2 0,-1 2 0,1-2 0,0-1 0,1-2-161,-1 4 0,0-2 0,1-1 0,0-1 0,-1 1 274,1 0 0,0-1 0,0 0 0,0 1 0,-2 2-80,-1-2 1,-2 2-1,0 0 1,0 0-1,0-1 1,1-3 245,1 5 0,1-3 1,-1-1-1,-2 2-94,-3-2 0,-2 2 0,-1 0 0,0-2 0,1-4 71,0 2 1,0-5 0,-2-1-14,-4-2 0,-3-2 0,1-2-481,-7 8 0,-3-4-868,-3-10 1,-5-3 0,0-3-1,9-4 1,0-2 0,-2-1 1090,-6 1 1,-2-1-1,3-1 1,-2 2-1,3-2 1,8-1-1,0-1 1</inkml:trace>
  <inkml:trace contextRef="#ctx0" brushRef="#br0" timeOffset="98218">10566 13770 7533,'-26'-41'2158,"14"12"-808,-3-7-91,30 18 990,29 6-1080,5 4-719,-10 4 0,6 3-505,-8 4 0,3 4 0,2 0 482,1-1 0,3 2 1,2 0-1,2 1-232,-10-1 0,2 0 0,1 1 0,0 0 0,-1-1 0,-2 1-527,1 0 1,-2 0 0,-1 0 0,1 0 0,2 1 466,1-1 0,1 0 0,1 1 0,1-1 0,-1 1 0,-1 0 8,5 2 1,0 1 0,-2 0 0,0-1 0,-1 0-122,3 1 1,-2-1 0,0 0-1,4 1 29,-10-3 1,2 1-1,1 0 1,2 0-1,-1 0 1,-1 0-1,-2-2 39,6 1 0,-2-1 0,-2 0 0,2 0 0,3 0-327,-6-1 1,3 1 0,0 0 0,2 0 0,-1 0-1,0 0 1,-2 0 311,3 0 0,-1-1 0,0 1 0,-1-1 0,0 0 0,-1 1 33,3 0 0,-1 1 0,0-1 0,-1 1 0,0 0-312,-3-1 1,1 1-1,-1 0 1,-2 0 0,-3-1 293,3 2 0,-4 1 0,3-1-50,-2 0 1,5-1-1,0 1 1,-2 0 0,-7-1 49,5 4 0,-3-1-61,4 0 1,5-1 0,-2-1 60,-3-2 0,-1-1 0,-1 0 135,11 2 0,0-1 297,-14-2 0,1-1 1,-2-1-74,6-1 1,-2-1-450,-4 0 0,-1-1 0,-4-1 0,-1-2 971,3 2 1,-3-2-972,2-9-450,6 1 360,-17-9-2672,-10 6 2762,-24 0 0,5 5 0,-15 1 0</inkml:trace>
  <inkml:trace contextRef="#ctx0" brushRef="#br0" timeOffset="103035">19032 3285 7533,'-22'-22'959,"-1"0"1,-2 4-1,-1 4-599,1 2 0,-3 6 314,-16 12 1,-6 10-226,10-1 1,-3 4 0,1 3-538,6 1 0,-1 3 0,1 3 1,0 0 424,-1 2 0,0 2 1,2 0-1,3 2-135,5-5 1,3 1-1,2 1 1,5 1 181,0 13 0,6 2 0,11-4-264,13-10 0,8-3 0,6-4-30,1-5 0,5-3 0,3-3 0,2-4-268,8-4 1,3-5-1,2-4 1,-1-3 213,-8-2 0,-1-3 0,1-1 0,-1-3 0,-1 0 31,7-6 0,-1-2 1,-2-2-1,-3-2 45,-5 0 1,-1 0-1,-3-3 1,-3-1 157,1-10 0,-4-2 1,-4-1 28,-4 4 1,-3 0 0,-5 0-90,-5-2 0,-4 0 0,-5 3 506,-9-7 1,-9 5-807,-11 5 1,-7 8 59,7 12 0,-2 5 0,-3 1-18,-2 2 1,-1 2-1,-1 2-12,-4 1 0,-2 3 1,1 2 59,0 2 0,0 2 0,-2 3-422,2 2 1,-2 2 0,1 3 0,4 2-399,9 0 1,3 1 0,1 3 0,1 1 616,-3 3 0,0 4 0,3 0 0,7 0 0,6 0 0,7 1 0,3-1 0,8 16 0,0-1 0</inkml:trace>
  <inkml:trace contextRef="#ctx0" brushRef="#br0" timeOffset="104151">7514 14526 0,'-43'0'61,"6"0"1519,8-1 1,-1 2 57,2 1 0,1 1 1638,-20-1 0,53-2-2269,30-7 0,16-4-1817,-10 2 1,3 0 0,-1 0 531,-2 2 1,0 1-1,2-1-542,-1-2 1,2 0 0,-1 0 0,-6 3 350,-2 4 1,-1 0 0,4-5 0,2-1 0,-5 1 0,7 0 0</inkml:trace>
  <inkml:trace contextRef="#ctx0" brushRef="#br0" timeOffset="104301">7514 14910 7533,'-42'7'1092,"0"0"0,5 5 0,7-2 2184,13-8 0,40 15-3674,14-16 0,13-6 1,-4-1-1242,0 3 1,2-2 1119,-5 0 0,7-2 0,3 0 0,-1-2 1,-6 1 518,2-2 0,-4-1 0,1-1 0,-7 3 0,1 0 0,0-1 0,-2 1 0,-2-1 0,1 0 0,0 0 0</inkml:trace>
  <inkml:trace contextRef="#ctx0" brushRef="#br0" timeOffset="104452">8678 14315 0,'-8'-30'3276,"-1"26"-2184,-2 26 0,-1 23 0,1 6-624,4-15 0,-1 4 0,0 4 0,0 2 0,0 1 0,1 1 0,0 0-332,2-6 1,0 2-1,0 0 1,1 1-1,0 1 1,-1 0-1,1-1 1,0 0-1,-1 0 1,0 3-1,-1 1 1,0 0-1,1 0 1,-1-1-1,1-1 1,1-1-1,0-1 1,3 3 0,0 0-1,-1-1 1,1 1-1,0 0 1,-1-1-1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31C414-36F2-7144-B934-1C4991315EFE}" type="datetimeFigureOut">
              <a:rPr lang="en-US" smtClean="0"/>
              <a:pPr/>
              <a:t>3/22/26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6868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FDB7AE-37C6-BE48-A464-0F9488B9E0D2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9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6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573D-2888-9686-F450-8B77316E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9F113-F5D1-0863-E146-928CBCDF1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0C763C4-4DBC-714C-720B-662DDF073C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</a:t>
                </a:r>
                <a:r>
                  <a:rPr lang="en-US" dirty="0" err="1"/>
                  <a:t>mincost</a:t>
                </a:r>
                <a:r>
                  <a:rPr lang="en-US" dirty="0"/>
                  <a:t>(n, goal) </a:t>
                </a:r>
                <a:r>
                  <a:rPr lang="en-US" dirty="0" err="1"/>
                  <a:t>forall</a:t>
                </a:r>
                <a:r>
                  <a:rPr lang="en-US" dirty="0"/>
                  <a:t>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h*(n)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r>
                  <a:rPr lang="en-US" dirty="0"/>
                  <a:t>Admissible: h always underestimates the true cost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 heuristic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SG" dirty="0"/>
                  <a:t> is </a:t>
                </a:r>
                <a:r>
                  <a:rPr lang="en-SG" b="1" dirty="0"/>
                  <a:t>admissible</a:t>
                </a:r>
                <a:r>
                  <a:rPr lang="en-SG" dirty="0"/>
                  <a:t> if it </a:t>
                </a:r>
                <a:r>
                  <a:rPr lang="en-SG" b="1" dirty="0"/>
                  <a:t>never overestimates</a:t>
                </a:r>
                <a:r>
                  <a:rPr lang="en-SG" dirty="0"/>
                  <a:t> the true cost to reach the goal, i.e., the </a:t>
                </a:r>
                <a:r>
                  <a:rPr lang="en-US" dirty="0"/>
                  <a:t>heuristic value of a state is less than or equal to </a:t>
                </a:r>
                <a:r>
                  <a:rPr lang="en-US" i="1" dirty="0"/>
                  <a:t>minimum</a:t>
                </a:r>
                <a:r>
                  <a:rPr lang="en-US" dirty="0"/>
                  <a:t> cost from that state to the goal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0C763C4-4DBC-714C-720B-662DDF073C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h*(n)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</a:t>
                </a:r>
                <a:r>
                  <a:rPr lang="en-US" dirty="0" err="1"/>
                  <a:t>mincost</a:t>
                </a:r>
                <a:r>
                  <a:rPr lang="en-US" dirty="0"/>
                  <a:t>(n, goal) </a:t>
                </a:r>
                <a:r>
                  <a:rPr lang="en-US" dirty="0" err="1"/>
                  <a:t>forall</a:t>
                </a:r>
                <a:r>
                  <a:rPr lang="en-US" dirty="0"/>
                  <a:t>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r>
                  <a:rPr lang="en-US" dirty="0" err="1"/>
                  <a:t>Admissiable</a:t>
                </a:r>
                <a:r>
                  <a:rPr lang="en-US" dirty="0"/>
                  <a:t>: h always underestimates the true cost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 heuristic </a:t>
                </a:r>
                <a:r>
                  <a:rPr lang="en-SG" i="0">
                    <a:latin typeface="Cambria Math" panose="02040503050406030204" pitchFamily="18" charset="0"/>
                  </a:rPr>
                  <a:t>ℎ</a:t>
                </a:r>
                <a:r>
                  <a:rPr lang="ar" i="0">
                    <a:latin typeface="Cambria Math" panose="02040503050406030204" pitchFamily="18" charset="0"/>
                  </a:rPr>
                  <a:t>(𝑛)</a:t>
                </a:r>
                <a:r>
                  <a:rPr lang="en-SG" dirty="0"/>
                  <a:t> is </a:t>
                </a:r>
                <a:r>
                  <a:rPr lang="en-SG" b="1" dirty="0"/>
                  <a:t>admissible</a:t>
                </a:r>
                <a:r>
                  <a:rPr lang="en-SG" dirty="0"/>
                  <a:t> if it </a:t>
                </a:r>
                <a:r>
                  <a:rPr lang="en-SG" b="1" dirty="0"/>
                  <a:t>never overestimates</a:t>
                </a:r>
                <a:r>
                  <a:rPr lang="en-SG" dirty="0"/>
                  <a:t> the true cost to reach the goal, i.e., the </a:t>
                </a:r>
                <a:r>
                  <a:rPr lang="en-US" dirty="0"/>
                  <a:t>heuristic value of a state is less than or equal to </a:t>
                </a:r>
                <a:r>
                  <a:rPr lang="en-US" i="1" dirty="0"/>
                  <a:t>minimum</a:t>
                </a:r>
                <a:r>
                  <a:rPr lang="en-US" dirty="0"/>
                  <a:t> cost from that state to the goal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6D5E5-DC2C-88BA-0628-A59CDE2BC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751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2F0D-6374-4AAF-0D9A-12AA1806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63BF1-F22C-549A-0596-B96148F64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FCD31-09A6-7948-65DB-6568802A6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g(n): cost-so-far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h(n): estimated cost-to-goal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c(n, n’) is the cost for the action mapping state n to state n’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f(child) = g(parent) + </a:t>
            </a:r>
            <a:r>
              <a:rPr lang="en-US" dirty="0" err="1"/>
              <a:t>cost_action</a:t>
            </a:r>
            <a:r>
              <a:rPr lang="en-US" dirty="0"/>
              <a:t> + h(child)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f(n’) = g(n’) + h(n’) = g(n) + c(n,n’) + h(n’)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&gt;= g(n) + h(n) = f(n)</a:t>
            </a:r>
            <a:endParaRPr lang="en-SG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If the heuristic is </a:t>
            </a:r>
            <a:r>
              <a:rPr lang="en-SG" b="1" dirty="0"/>
              <a:t>consistent</a:t>
            </a:r>
            <a:r>
              <a:rPr lang="en-SG" dirty="0"/>
              <a:t>, a node never needs to be reopened.</a:t>
            </a:r>
            <a:br>
              <a:rPr lang="en-SG" dirty="0"/>
            </a:br>
            <a:r>
              <a:rPr lang="en-SG" dirty="0"/>
              <a:t>If the heuristic is only </a:t>
            </a:r>
            <a:r>
              <a:rPr lang="en-SG" b="1" dirty="0"/>
              <a:t>admissible</a:t>
            </a:r>
            <a:r>
              <a:rPr lang="en-SG" dirty="0"/>
              <a:t>, A* need to </a:t>
            </a:r>
            <a:r>
              <a:rPr lang="en-SG" b="1" dirty="0"/>
              <a:t>reopen nodes</a:t>
            </a:r>
            <a:r>
              <a:rPr lang="en-SG" dirty="0"/>
              <a:t> to remain optimal.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96412-1A47-1344-0628-4D8B22270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675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597C-E6E7-13D2-8556-6EBF3CBB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3E53F-5B2B-0832-79DC-2649512AF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5FA21-555F-0716-3B2E-99F303F97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g(n) in UCS or h(n) in  GBFS, replaced by f(n) = g(n) + h(n)</a:t>
            </a:r>
          </a:p>
          <a:p>
            <a:r>
              <a:rPr lang="en-SG" dirty="0"/>
              <a:t>2. reopen the closed/explored nodes with lower f value</a:t>
            </a:r>
          </a:p>
          <a:p>
            <a:endParaRPr lang="en-SG" dirty="0"/>
          </a:p>
          <a:p>
            <a:r>
              <a:rPr lang="en-SG" dirty="0"/>
              <a:t>If the heuristic is </a:t>
            </a:r>
            <a:r>
              <a:rPr lang="en-SG" b="1" dirty="0"/>
              <a:t>consistent</a:t>
            </a:r>
            <a:r>
              <a:rPr lang="en-SG" dirty="0"/>
              <a:t>, a node never needs to be reopened.</a:t>
            </a:r>
            <a:br>
              <a:rPr lang="en-SG" dirty="0"/>
            </a:br>
            <a:r>
              <a:rPr lang="en-SG" dirty="0"/>
              <a:t>If the heuristic is only </a:t>
            </a:r>
            <a:r>
              <a:rPr lang="en-SG" b="1" dirty="0"/>
              <a:t>admissible</a:t>
            </a:r>
            <a:r>
              <a:rPr lang="en-SG" dirty="0"/>
              <a:t>, A* must allow </a:t>
            </a:r>
            <a:r>
              <a:rPr lang="en-SG" b="1" dirty="0"/>
              <a:t>reopening nodes</a:t>
            </a:r>
            <a:r>
              <a:rPr lang="en-SG" dirty="0"/>
              <a:t> to remain optimal.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AB41E-A2FB-B08F-5C59-EF9AF8661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2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72DC-9105-2C2F-5381-B172B644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AABD1-36DB-0880-7390-362240BDD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23F90-DD8E-FDCD-ED65-59A635B12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admissible or not? Yes (</a:t>
            </a:r>
            <a:r>
              <a:rPr lang="en-US" b="1" dirty="0"/>
              <a:t>admissible -&gt; A* optimal</a:t>
            </a:r>
            <a:r>
              <a:rPr lang="en-US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min_cost h*: G 0, H 3, E 8, D 9, F 7, A 14, B 13, C 12, S 17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0000"/>
                </a:solidFill>
              </a:rPr>
              <a:t>A-E: h(A)&gt; c(A,E)+h(E), not consistent, need reopen closed 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S(17)  </a:t>
            </a:r>
            <a:r>
              <a:rPr lang="en-US" b="1" dirty="0"/>
              <a:t>DQ: </a:t>
            </a:r>
            <a:r>
              <a:rPr lang="en-US" dirty="0"/>
              <a:t>S(17)  </a:t>
            </a:r>
            <a:r>
              <a:rPr lang="en-US" b="1" dirty="0"/>
              <a:t>ADD:</a:t>
            </a:r>
            <a:r>
              <a:rPr lang="en-US" dirty="0"/>
              <a:t> A^S(19), B^S(15), C^S(20)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B^S(15), A^S(19), C^S(20)  </a:t>
            </a:r>
            <a:r>
              <a:rPr lang="en-US" b="1" dirty="0"/>
              <a:t>DQ: </a:t>
            </a:r>
            <a:r>
              <a:rPr lang="en-US" dirty="0"/>
              <a:t>B^S(15)  </a:t>
            </a:r>
            <a:r>
              <a:rPr lang="en-US" b="1" dirty="0"/>
              <a:t>ADD:</a:t>
            </a:r>
            <a:r>
              <a:rPr lang="en-US" dirty="0"/>
              <a:t> C^B(17), D^B(13)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D^B(13), C^B(17), A^S(19)  </a:t>
            </a:r>
            <a:r>
              <a:rPr lang="en-US" b="1" dirty="0"/>
              <a:t>DQ: </a:t>
            </a:r>
            <a:r>
              <a:rPr lang="en-US" strike="sngStrike" dirty="0"/>
              <a:t>D^B(13)</a:t>
            </a:r>
            <a:r>
              <a:rPr lang="en-US" dirty="0"/>
              <a:t>  </a:t>
            </a:r>
            <a:r>
              <a:rPr lang="en-US" b="1" dirty="0"/>
              <a:t>ADD:</a:t>
            </a:r>
            <a:r>
              <a:rPr lang="en-US" dirty="0"/>
              <a:t> H^D(19)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 C^B(17), A^S(19), H^D(19)  </a:t>
            </a:r>
            <a:r>
              <a:rPr lang="en-US" b="1" dirty="0"/>
              <a:t>DQ: </a:t>
            </a:r>
            <a:r>
              <a:rPr lang="en-US" strike="noStrike" dirty="0"/>
              <a:t>C^B(17)  </a:t>
            </a:r>
            <a:r>
              <a:rPr lang="en-US" b="1" dirty="0"/>
              <a:t>ADD: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D^C(12) (reopen node D)</a:t>
            </a:r>
            <a:r>
              <a:rPr lang="en-US" dirty="0"/>
              <a:t>, F^C(18), H^C(16) (replace node 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D^C(12), H^C(16), F^C(18), A^S(19)  </a:t>
            </a:r>
            <a:r>
              <a:rPr lang="en-US" b="1" dirty="0"/>
              <a:t>DQ: </a:t>
            </a:r>
            <a:r>
              <a:rPr lang="en-US" dirty="0"/>
              <a:t>D^C(12)  </a:t>
            </a:r>
            <a:r>
              <a:rPr lang="en-US" b="1" dirty="0"/>
              <a:t>ADD:</a:t>
            </a:r>
            <a:r>
              <a:rPr lang="en-US" dirty="0"/>
              <a:t> </a:t>
            </a:r>
            <a:r>
              <a:rPr lang="en-US" strike="sngStrike" dirty="0"/>
              <a:t>H^D(18) (ignore higher cost)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H^C(16), F^C(18), A^S(19)  </a:t>
            </a:r>
            <a:r>
              <a:rPr lang="en-US" b="1" dirty="0"/>
              <a:t>DQ: </a:t>
            </a:r>
            <a:r>
              <a:rPr lang="en-US" dirty="0"/>
              <a:t>H^C(16)  </a:t>
            </a:r>
            <a:r>
              <a:rPr lang="en-US" b="1" dirty="0"/>
              <a:t>ADD:</a:t>
            </a:r>
            <a:r>
              <a:rPr lang="en-US" dirty="0"/>
              <a:t> G^H(17)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7. G^H(17), F^C(18), A^S(19)  </a:t>
            </a:r>
            <a:r>
              <a:rPr lang="en-US" b="1" dirty="0"/>
              <a:t>DQ: </a:t>
            </a:r>
            <a:r>
              <a:rPr lang="en-US" dirty="0"/>
              <a:t>G^H(17)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(goal test)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Retrieve the path (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from closed/explored list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G^H &lt;– H^C &lt;– C^B &lt;– B^S &lt;– S path cost: 17  Optimal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FB625-CC3F-86D9-DE00-175B56253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86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triangle inequality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f(n’) = g(n’) + h(n’) = g(n) + c(n,n’) + h(n’)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&gt;= g(n) + h(n) = f(n)</a:t>
                </a:r>
                <a:endParaRPr lang="en-SG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</a:t>
                </a:r>
                <a:r>
                  <a:rPr lang="en-US" dirty="0" err="1"/>
                  <a:t>mincost</a:t>
                </a:r>
                <a:r>
                  <a:rPr lang="en-US" dirty="0"/>
                  <a:t>(n, goal) </a:t>
                </a:r>
                <a:r>
                  <a:rPr lang="en-US" dirty="0" err="1"/>
                  <a:t>forall</a:t>
                </a:r>
                <a:r>
                  <a:rPr lang="en-US" dirty="0"/>
                  <a:t>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h*(n)</a:t>
                </a:r>
              </a:p>
              <a:p>
                <a:r>
                  <a:rPr lang="en-US" dirty="0" err="1"/>
                  <a:t>Admissiable</a:t>
                </a:r>
                <a:r>
                  <a:rPr lang="en-US" dirty="0"/>
                  <a:t>: h always underestimates the true cost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 heuristic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SG" dirty="0"/>
                  <a:t> is </a:t>
                </a:r>
                <a:r>
                  <a:rPr lang="en-SG" b="1" dirty="0"/>
                  <a:t>admissible</a:t>
                </a:r>
                <a:r>
                  <a:rPr lang="en-SG" dirty="0"/>
                  <a:t> if it </a:t>
                </a:r>
                <a:r>
                  <a:rPr lang="en-SG" b="1" dirty="0"/>
                  <a:t>never overestimates</a:t>
                </a:r>
                <a:r>
                  <a:rPr lang="en-SG" dirty="0"/>
                  <a:t> the true cost to reach the goal, i.e., the </a:t>
                </a:r>
                <a:r>
                  <a:rPr lang="en-US" dirty="0"/>
                  <a:t>heuristic value of a state is less than or equal to </a:t>
                </a:r>
                <a:r>
                  <a:rPr lang="en-US" i="1" dirty="0"/>
                  <a:t>minimum</a:t>
                </a:r>
                <a:r>
                  <a:rPr lang="en-US" dirty="0"/>
                  <a:t> cost from that state to the goal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triangle inequality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f(n’) = g(n’) + h(n’) = g(n) + c(n,n’) + h(n’)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&gt;= g(n) + h(n) = f(n)</a:t>
                </a:r>
                <a:endParaRPr lang="en-SG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h*(n)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h(n) \</a:t>
                </a:r>
                <a:r>
                  <a:rPr lang="en-US" dirty="0" err="1"/>
                  <a:t>leq</a:t>
                </a:r>
                <a:r>
                  <a:rPr lang="en-US" dirty="0"/>
                  <a:t> </a:t>
                </a:r>
                <a:r>
                  <a:rPr lang="en-US" dirty="0" err="1"/>
                  <a:t>mincost</a:t>
                </a:r>
                <a:r>
                  <a:rPr lang="en-US" dirty="0"/>
                  <a:t>(n, goal) </a:t>
                </a:r>
                <a:r>
                  <a:rPr lang="en-US" dirty="0" err="1"/>
                  <a:t>forall</a:t>
                </a:r>
                <a:r>
                  <a:rPr lang="en-US" dirty="0"/>
                  <a:t> n</a:t>
                </a:r>
              </a:p>
              <a:p>
                <a:r>
                  <a:rPr lang="en-US" dirty="0" err="1"/>
                  <a:t>Admissiable</a:t>
                </a:r>
                <a:r>
                  <a:rPr lang="en-US" dirty="0"/>
                  <a:t>: h always underestimates the true cost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SG" dirty="0"/>
                  <a:t>A heuristic </a:t>
                </a:r>
                <a:r>
                  <a:rPr lang="en-SG" i="0">
                    <a:latin typeface="Cambria Math" panose="02040503050406030204" pitchFamily="18" charset="0"/>
                  </a:rPr>
                  <a:t>ℎ</a:t>
                </a:r>
                <a:r>
                  <a:rPr lang="ar" i="0">
                    <a:latin typeface="Cambria Math" panose="02040503050406030204" pitchFamily="18" charset="0"/>
                  </a:rPr>
                  <a:t>(𝑛)</a:t>
                </a:r>
                <a:r>
                  <a:rPr lang="en-SG" dirty="0"/>
                  <a:t> is </a:t>
                </a:r>
                <a:r>
                  <a:rPr lang="en-SG" b="1" dirty="0"/>
                  <a:t>admissible</a:t>
                </a:r>
                <a:r>
                  <a:rPr lang="en-SG" dirty="0"/>
                  <a:t> if it </a:t>
                </a:r>
                <a:r>
                  <a:rPr lang="en-SG" b="1" dirty="0"/>
                  <a:t>never overestimates</a:t>
                </a:r>
                <a:r>
                  <a:rPr lang="en-SG" dirty="0"/>
                  <a:t> the true cost to reach the goal, i.e., the </a:t>
                </a:r>
                <a:r>
                  <a:rPr lang="en-US" dirty="0"/>
                  <a:t>heuristic value of a state is less than or equal to </a:t>
                </a:r>
                <a:r>
                  <a:rPr lang="en-US" i="1" dirty="0"/>
                  <a:t>minimum</a:t>
                </a:r>
                <a:r>
                  <a:rPr lang="en-US" dirty="0"/>
                  <a:t> cost from that state to the goal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8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78B9-7940-DD16-B698-8F2118A5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C59B5-AF2B-1BD0-983B-38B598B5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C0452-EAEE-6E24-54D9-AF3D4DEBA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b="1" dirty="0"/>
              <a:t>never overestimates / always underestimates the true cost</a:t>
            </a:r>
            <a:endParaRPr lang="en-SG" dirty="0"/>
          </a:p>
          <a:p>
            <a:r>
              <a:rPr lang="en-SG" dirty="0"/>
              <a:t>h(n) \</a:t>
            </a:r>
            <a:r>
              <a:rPr lang="en-SG" dirty="0" err="1"/>
              <a:t>leq</a:t>
            </a:r>
            <a:r>
              <a:rPr lang="en-SG" dirty="0"/>
              <a:t>  min_cost(n, goal)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h(n) \</a:t>
            </a:r>
            <a:r>
              <a:rPr lang="en-US" dirty="0" err="1"/>
              <a:t>leq</a:t>
            </a:r>
            <a:r>
              <a:rPr lang="en-US" dirty="0"/>
              <a:t> h*(n)</a:t>
            </a:r>
          </a:p>
          <a:p>
            <a:r>
              <a:rPr lang="en-US" dirty="0"/>
              <a:t>h*: 4, 3, 6, 2, 3, 0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No: h</a:t>
            </a:r>
            <a:r>
              <a:rPr lang="en-US" sz="1200" baseline="-25000" dirty="0"/>
              <a:t>1</a:t>
            </a:r>
            <a:r>
              <a:rPr lang="en-US" sz="1200" dirty="0"/>
              <a:t>(S) &gt; h*(S)</a:t>
            </a:r>
          </a:p>
          <a:p>
            <a:r>
              <a:rPr lang="en-US" dirty="0"/>
              <a:t>Yes.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No. Consistent implies admissible.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lang="en-SG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ontrapositive</a:t>
            </a:r>
            <a:endParaRPr lang="en-US" dirty="0"/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lang="en-US" altLang="zh-CN" sz="1200" b="0" i="0" kern="1200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(S)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c(S,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lang="en-US" altLang="zh-CN" sz="1200" b="0" i="0" kern="1200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(A);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en-SG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lang="en-US" altLang="zh-CN" sz="1200" b="0" i="0" kern="1200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(B)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&gt;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c(B,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lang="en-US" altLang="zh-CN" sz="1200" b="0" i="0" kern="1200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(D);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en-SG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en-SG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if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change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</a:t>
            </a:r>
            <a:r>
              <a:rPr lang="en-US" altLang="zh-CN" sz="1200" b="0" i="0" kern="1200" baseline="-25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it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consistent?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Yes.</a:t>
            </a:r>
            <a:endParaRPr lang="en-SG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53943-0FFB-EB50-1CEC-4595E6358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950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So far, we’ve assumed </a:t>
            </a:r>
            <a:r>
              <a:rPr lang="en-SG" b="1" dirty="0"/>
              <a:t>deterministic outcomes</a:t>
            </a:r>
            <a:r>
              <a:rPr lang="en-SG" dirty="0"/>
              <a:t> — actions lead to predictable results.</a:t>
            </a:r>
          </a:p>
          <a:p>
            <a:r>
              <a:rPr lang="en-SG" dirty="0"/>
              <a:t>But in many real-world problems, outcomes are uncertain.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092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EU(Loc 1) = 0.7*90 + 0.3*(-20) = 57</a:t>
            </a:r>
          </a:p>
          <a:p>
            <a:r>
              <a:rPr lang="en-US" dirty="0"/>
              <a:t>EU(Loc 2) = 0.4*150 + 0.6*(-10) = 54 </a:t>
            </a:r>
          </a:p>
          <a:p>
            <a:endParaRPr lang="en-US" dirty="0"/>
          </a:p>
          <a:p>
            <a:r>
              <a:rPr lang="en-US" dirty="0"/>
              <a:t>Probabilistic Planning: For a given action, the mapping is stochastic. Transitional uncertainty</a:t>
            </a:r>
          </a:p>
          <a:p>
            <a:endParaRPr lang="en-SG" dirty="0"/>
          </a:p>
          <a:p>
            <a:r>
              <a:rPr lang="en-SG" dirty="0"/>
              <a:t>Location 1: higher success probability</a:t>
            </a:r>
          </a:p>
          <a:p>
            <a:r>
              <a:rPr lang="en-SG" dirty="0"/>
              <a:t>Location 2: higher reward</a:t>
            </a:r>
          </a:p>
          <a:p>
            <a:r>
              <a:rPr lang="en-SG" dirty="0"/>
              <a:t>How do we make decisions under uncertainty?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896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0.7 vs 0.4</a:t>
            </a:r>
          </a:p>
          <a:p>
            <a:r>
              <a:rPr lang="en-US" dirty="0"/>
              <a:t>90c vs 150c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550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Probabilistic Planning: For a given action, the mapping is stochastic. Transitional uncertainty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536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Utility is like a prior domain knowledge, or learn from experience</a:t>
            </a:r>
          </a:p>
          <a:p>
            <a:endParaRPr lang="en-US" dirty="0"/>
          </a:p>
          <a:p>
            <a:r>
              <a:rPr lang="en-US" dirty="0"/>
              <a:t>A = {Loc1, Loc2}</a:t>
            </a:r>
          </a:p>
          <a:p>
            <a:r>
              <a:rPr lang="en-US" dirty="0"/>
              <a:t>O = {Rented, Idle}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P(Rented | Loc1) = 0.7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U(Rented, Loc1) = 90c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789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6365-2E51-A1E8-0C42-69EA0D54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0C5E9-131B-EF7E-27EC-5C302E00F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5958C-DEB7-6F48-1823-EE96C5CDC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Utility is like a prior domain knowledge, or learn from experience</a:t>
            </a:r>
          </a:p>
          <a:p>
            <a:endParaRPr lang="en-US" dirty="0"/>
          </a:p>
          <a:p>
            <a:r>
              <a:rPr lang="en-SG" dirty="0"/>
              <a:t>E[utility]</a:t>
            </a:r>
            <a:endParaRPr lang="en-US" dirty="0"/>
          </a:p>
          <a:p>
            <a:r>
              <a:rPr lang="en-US" dirty="0"/>
              <a:t>E[X] = \</a:t>
            </a:r>
            <a:r>
              <a:rPr lang="en-US" dirty="0" err="1"/>
              <a:t>sum_i</a:t>
            </a:r>
            <a:r>
              <a:rPr lang="en-US" dirty="0"/>
              <a:t> p(</a:t>
            </a:r>
            <a:r>
              <a:rPr lang="en-US" dirty="0" err="1"/>
              <a:t>x_i</a:t>
            </a:r>
            <a:r>
              <a:rPr lang="en-US" dirty="0"/>
              <a:t>) </a:t>
            </a:r>
            <a:r>
              <a:rPr lang="en-US" dirty="0" err="1"/>
              <a:t>x_i</a:t>
            </a:r>
            <a:endParaRPr lang="en-US" dirty="0"/>
          </a:p>
          <a:p>
            <a:endParaRPr lang="en-US" dirty="0"/>
          </a:p>
          <a:p>
            <a:r>
              <a:rPr lang="en-US" dirty="0"/>
              <a:t>A = {Loc1, Loc2}</a:t>
            </a:r>
          </a:p>
          <a:p>
            <a:r>
              <a:rPr lang="en-US" dirty="0"/>
              <a:t>O={Rented, Idle}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EU(Loc 1) = P(Rented|Loc1)*U(Rented, Loc1) + P(Idle|Loc1)*U(Idle, Loc1) = 0.7*90 + 0.3*(-20) = 57</a:t>
            </a:r>
          </a:p>
          <a:p>
            <a:r>
              <a:rPr lang="en-US" b="1" dirty="0"/>
              <a:t>EU(Loc 2) = 0.4*150 + 0.6*(-10) = 54 </a:t>
            </a:r>
          </a:p>
          <a:p>
            <a:r>
              <a:rPr lang="en-US" dirty="0"/>
              <a:t>MEU = 57, choose the action Loc1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C7EA-F0D0-0B27-3981-E30C36143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94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Rented/Idle</a:t>
            </a:r>
          </a:p>
          <a:p>
            <a:endParaRPr lang="en-US" dirty="0"/>
          </a:p>
          <a:p>
            <a:r>
              <a:rPr lang="en-SG" dirty="0"/>
              <a:t>So far, we’ve only considered </a:t>
            </a:r>
            <a:r>
              <a:rPr lang="en-SG" b="1" dirty="0"/>
              <a:t>one decision</a:t>
            </a:r>
            <a:r>
              <a:rPr lang="en-SG" dirty="0"/>
              <a:t>.</a:t>
            </a:r>
          </a:p>
          <a:p>
            <a:r>
              <a:rPr lang="en-SG" dirty="0"/>
              <a:t>But in many problems, we need to make a </a:t>
            </a:r>
            <a:r>
              <a:rPr lang="en-SG" b="1" dirty="0"/>
              <a:t>sequence of decisions</a:t>
            </a:r>
            <a:r>
              <a:rPr lang="en-SG" dirty="0"/>
              <a:t>.</a:t>
            </a:r>
          </a:p>
          <a:p>
            <a:r>
              <a:rPr lang="en-SG" dirty="0"/>
              <a:t>For example:</a:t>
            </a:r>
          </a:p>
          <a:p>
            <a:r>
              <a:rPr lang="en-SG" dirty="0"/>
              <a:t>relocating bikes multiple times</a:t>
            </a:r>
          </a:p>
          <a:p>
            <a:r>
              <a:rPr lang="en-SG" dirty="0"/>
              <a:t>navigating a maze step by step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284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Slippery floor/cell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altLang="zh-CN" dirty="0"/>
              <a:t>Walls/obstacles </a:t>
            </a:r>
            <a:r>
              <a:rPr lang="en-US" altLang="zh-CN" dirty="0"/>
              <a:t>(stay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wall/obstacle)</a:t>
            </a:r>
            <a:endParaRPr lang="en-SG" altLang="zh-CN" dirty="0"/>
          </a:p>
          <a:p>
            <a:endParaRPr lang="en-SG" dirty="0"/>
          </a:p>
          <a:p>
            <a:r>
              <a:rPr lang="en-US" dirty="0"/>
              <a:t>Agent starts at 𝑆</a:t>
            </a:r>
            <a:r>
              <a:rPr lang="en-US" baseline="-25000" dirty="0"/>
              <a:t>0</a:t>
            </a:r>
            <a:r>
              <a:rPr lang="en-US" dirty="0"/>
              <a:t> =(1,1), can move N,S,E,W</a:t>
            </a:r>
          </a:p>
          <a:p>
            <a:r>
              <a:rPr lang="en-US" dirty="0"/>
              <a:t>80% chance in moving in the intended direction, 20% change perpendicular to intended direction (split equally)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deterministic, these two solutions will work</a:t>
            </a:r>
          </a:p>
          <a:p>
            <a:r>
              <a:rPr lang="en-US" altLang="zh-CN" dirty="0"/>
              <a:t>However,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transition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stochastic</a:t>
            </a:r>
            <a:endParaRPr lang="en-US" dirty="0"/>
          </a:p>
          <a:p>
            <a:r>
              <a:rPr lang="en-US" dirty="0"/>
              <a:t>Sl</a:t>
            </a:r>
            <a:r>
              <a:rPr lang="en-US" altLang="zh-CN" dirty="0"/>
              <a:t>ippery</a:t>
            </a:r>
            <a:r>
              <a:rPr lang="zh-CN" altLang="en-US" dirty="0"/>
              <a:t> </a:t>
            </a:r>
            <a:r>
              <a:rPr lang="en-US" altLang="zh-CN" dirty="0"/>
              <a:t>floor/cells,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actions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reliable.</a:t>
            </a:r>
            <a:r>
              <a:rPr lang="zh-CN" altLang="en-US" dirty="0"/>
              <a:t> </a:t>
            </a:r>
            <a:r>
              <a:rPr lang="en-SG" dirty="0"/>
              <a:t>may slip to unintended direction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what does a solution to the problem look like? Not a fixed sequence of actions (cannot solve the problem due to uncertainty)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must specify what the agent should do for any state that the agent might reach.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of this kind is called a policy (not a fixed path). \pi(s) is the action recommended by the policy pi for state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463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Slippery floor/cell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altLang="zh-CN" dirty="0"/>
              <a:t>Walls/obstacles </a:t>
            </a:r>
            <a:r>
              <a:rPr lang="en-US" altLang="zh-CN" dirty="0"/>
              <a:t>(stay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wall/obstacle)</a:t>
            </a:r>
            <a:endParaRPr lang="en-SG" altLang="zh-CN" dirty="0"/>
          </a:p>
          <a:p>
            <a:endParaRPr lang="en-SG" dirty="0"/>
          </a:p>
          <a:p>
            <a:r>
              <a:rPr lang="en-US" dirty="0"/>
              <a:t>Agent starts at 𝑆</a:t>
            </a:r>
            <a:r>
              <a:rPr lang="en-US" baseline="-25000" dirty="0"/>
              <a:t>0</a:t>
            </a:r>
            <a:r>
              <a:rPr lang="en-US" dirty="0"/>
              <a:t> =(1,1), can move N,S,E,W</a:t>
            </a:r>
          </a:p>
          <a:p>
            <a:r>
              <a:rPr lang="en-US" dirty="0"/>
              <a:t>80% chance in moving in the intended direction, 20% change perpendicular to intended direction (split equally)</a:t>
            </a:r>
          </a:p>
          <a:p>
            <a:endParaRPr lang="en-US" dirty="0"/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negative reward of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-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0.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2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gives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agent an incentive to reach (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3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,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4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) quickly.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Goal: go to the food cell as fast as possible, maximize the reward</a:t>
            </a:r>
          </a:p>
          <a:p>
            <a:pPr>
              <a:buNone/>
            </a:pPr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US" altLang="zh-CN" dirty="0"/>
              <a:t>Markovian:</a:t>
            </a:r>
            <a:r>
              <a:rPr lang="zh-CN" altLang="en-US" dirty="0"/>
              <a:t> </a:t>
            </a:r>
            <a:r>
              <a:rPr lang="en-US" altLang="zh-CN" dirty="0"/>
              <a:t>future states only depends on current state and action, not the past history of states and actions</a:t>
            </a:r>
          </a:p>
          <a:p>
            <a:r>
              <a:rPr lang="en-US" dirty="0"/>
              <a:t>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, s_{t-1}, a_{t-1}, …, s_0, a_0) = 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) </a:t>
            </a:r>
          </a:p>
          <a:p>
            <a:r>
              <a:rPr lang="en-US" dirty="0"/>
              <a:t>Simplifies decision-making and allows the problem to be modeled using Bellman Equations.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 and R are like prior domain knowledge, or learn from experience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what does a solution to the problem look like? Not a fixed sequence of actions (cannot solve the problem due to uncertainty)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must specify what the agent should do for any state that the agent might reach.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of this kind is called a policy (not a fixed path). \pi(s) is the action recommended by the policy pi for state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541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policy pi denoted as red arrows in the example</a:t>
            </a:r>
          </a:p>
          <a:p>
            <a:endParaRPr lang="en-US" dirty="0"/>
          </a:p>
          <a:p>
            <a:r>
              <a:rPr lang="en-SG" dirty="0"/>
              <a:t>a mapping from states to actions</a:t>
            </a:r>
            <a:endParaRPr lang="en-US" dirty="0"/>
          </a:p>
          <a:p>
            <a:r>
              <a:rPr lang="en-SG" dirty="0"/>
              <a:t>it tells the agent what to do in </a:t>
            </a:r>
            <a:r>
              <a:rPr lang="en-SG" i="1" dirty="0"/>
              <a:t>every possible state</a:t>
            </a: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what does a solution to the problem look like?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Not a fixed sequence of actions (cannot solve the problem due to uncertainty) N,N,E,E,E</a:t>
            </a:r>
          </a:p>
          <a:p>
            <a:pPr>
              <a:buNone/>
            </a:pPr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must specify what the agent should do for any state that the agent might reach.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A solution of this kind is called a policy (not a fixed path). \pi(s) is the action recommended by the policy pi for state s.</a:t>
            </a:r>
          </a:p>
          <a:p>
            <a:endParaRPr lang="en-US" dirty="0"/>
          </a:p>
          <a:p>
            <a:r>
              <a:rPr lang="en-US" dirty="0"/>
              <a:t>Learn from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771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No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No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Yes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Yes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Yes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419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EB443-7EB0-3F91-4D31-2A052D02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E393C-1D86-124B-DB6A-64FD474A3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CEE53-263D-AF5A-2D5C-5C081BC9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MEU(s): (best) total expected reward starting from state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MEU(s) = </a:t>
            </a:r>
            <a:r>
              <a:rPr lang="en-US" dirty="0" err="1"/>
              <a:t>max_a</a:t>
            </a:r>
            <a:r>
              <a:rPr lang="en-US" dirty="0"/>
              <a:t> EU(s,a)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EU(s,a): (best) total expected reward starting from (s,a) state s with action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E3C5-8F33-536D-B1EF-BFA26B2D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19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81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MEU(s): (best) total expected reward starting from state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EU(s,a): (best) total expected reward starting from (s,a) state s with action a</a:t>
            </a:r>
          </a:p>
          <a:p>
            <a:endParaRPr lang="en-US" dirty="0"/>
          </a:p>
          <a:p>
            <a:r>
              <a:rPr lang="en-US" dirty="0"/>
              <a:t>MEU(1,1) = </a:t>
            </a:r>
            <a:r>
              <a:rPr lang="en-US" dirty="0" err="1"/>
              <a:t>max_a</a:t>
            </a:r>
            <a:r>
              <a:rPr lang="en-US" dirty="0"/>
              <a:t>\in{N,S,W,E} EU((1,1), a)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91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Q-function (quality of action a in state s) Q-value of (s,a)</a:t>
            </a:r>
          </a:p>
          <a:p>
            <a:r>
              <a:rPr lang="en-US" dirty="0"/>
              <a:t>Value function (value of state)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MEU(s): (best) total expected reward starting from state 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EU(s,a): (best) total expected reward starting from (s,a) state s with action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Sum over all possible action outcomes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r>
              <a:rPr lang="en-US" b="1" dirty="0"/>
              <a:t>Immediate reward, future reward, </a:t>
            </a:r>
            <a:r>
              <a:rPr lang="en-US" dirty="0"/>
              <a:t>discount factor gamma, inflation</a:t>
            </a:r>
          </a:p>
          <a:p>
            <a:endParaRPr lang="en-US" dirty="0"/>
          </a:p>
          <a:p>
            <a:r>
              <a:rPr lang="en-US" dirty="0"/>
              <a:t>Bellman Equations</a:t>
            </a:r>
          </a:p>
          <a:p>
            <a:r>
              <a:rPr lang="en-US" dirty="0"/>
              <a:t>Q(s,a): |S|*|A| = 12*4=48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V(s): |S| = 3*4=12</a:t>
            </a:r>
          </a:p>
          <a:p>
            <a:r>
              <a:rPr lang="en-US" b="1" dirty="0"/>
              <a:t>(non-linear) </a:t>
            </a:r>
            <a:r>
              <a:rPr lang="en-SG" b="0" dirty="0"/>
              <a:t>MDPs cannot be simply solved using linear equations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883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#steps, time T</a:t>
            </a:r>
          </a:p>
          <a:p>
            <a:endParaRPr lang="en-US" dirty="0"/>
          </a:p>
          <a:p>
            <a:r>
              <a:rPr lang="en-US" altLang="zh-CN" dirty="0"/>
              <a:t>Markovian:</a:t>
            </a:r>
            <a:r>
              <a:rPr lang="zh-CN" altLang="en-US" dirty="0"/>
              <a:t> </a:t>
            </a:r>
            <a:r>
              <a:rPr lang="en-US" altLang="zh-CN" dirty="0"/>
              <a:t>future states only depends on current state and action, not the past history of states and 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P(X|Y, Z) = P(X|Z)</a:t>
            </a:r>
            <a:endParaRPr lang="en-US" altLang="zh-CN" dirty="0"/>
          </a:p>
          <a:p>
            <a:r>
              <a:rPr lang="en-US" dirty="0"/>
              <a:t>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, s_{t-1}, a_{t-1}, …, s_0, a_0) = P(s_{t+1}|</a:t>
            </a:r>
            <a:r>
              <a:rPr lang="en-US" dirty="0" err="1"/>
              <a:t>s_t</a:t>
            </a:r>
            <a:r>
              <a:rPr lang="en-US" dirty="0"/>
              <a:t>, </a:t>
            </a:r>
            <a:r>
              <a:rPr lang="en-US" dirty="0" err="1"/>
              <a:t>a_t</a:t>
            </a:r>
            <a:r>
              <a:rPr lang="en-US" dirty="0"/>
              <a:t>) </a:t>
            </a:r>
          </a:p>
          <a:p>
            <a:r>
              <a:rPr lang="en-US" dirty="0"/>
              <a:t>Simplifies decision-making and allows the problem to be modeled using Bellman Equations.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 and R are like prior domain knowledge, or learn from 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088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Non-stationary stochastic policy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23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120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Inflation</a:t>
            </a:r>
          </a:p>
          <a:p>
            <a:endParaRPr lang="en-US" dirty="0"/>
          </a:p>
          <a:p>
            <a:r>
              <a:rPr lang="en-US" dirty="0"/>
              <a:t>Immediate, future</a:t>
            </a:r>
          </a:p>
          <a:p>
            <a:endParaRPr lang="en-US" dirty="0"/>
          </a:p>
          <a:p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Typically gives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incentive to reach the goal quickly. </a:t>
            </a:r>
          </a:p>
          <a:p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V(s) = </a:t>
            </a:r>
            <a:r>
              <a:rPr lang="en-SG" dirty="0" err="1">
                <a:solidFill>
                  <a:srgbClr val="141413"/>
                </a:solidFill>
                <a:effectLst/>
                <a:latin typeface="Helvetica" pitchFamily="2" charset="0"/>
              </a:rPr>
              <a:t>max_a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Q(s,a)</a:t>
            </a:r>
          </a:p>
          <a:p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Without gamma,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V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can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be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infinity for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infinity H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endParaRPr lang="en-US" altLang="zh-CN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With gamma &lt; 1</a:t>
            </a:r>
          </a:p>
          <a:p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Each Reward r(*,*,*) \</a:t>
            </a:r>
            <a:r>
              <a:rPr lang="en-SG" dirty="0" err="1">
                <a:solidFill>
                  <a:srgbClr val="141413"/>
                </a:solidFill>
                <a:effectLst/>
                <a:latin typeface="Helvetica" pitchFamily="2" charset="0"/>
              </a:rPr>
              <a:t>leq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 err="1">
                <a:solidFill>
                  <a:srgbClr val="141413"/>
                </a:solidFill>
                <a:effectLst/>
                <a:latin typeface="Helvetica" pitchFamily="2" charset="0"/>
              </a:rPr>
              <a:t>R_max</a:t>
            </a:r>
            <a:endParaRPr lang="en-SG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endParaRPr lang="en-SG" altLang="zh-CN" b="0" i="0" dirty="0">
              <a:solidFill>
                <a:srgbClr val="141413"/>
              </a:solidFill>
              <a:effectLst/>
              <a:latin typeface="Helvetica" pitchFamily="2" charset="0"/>
            </a:endParaRPr>
          </a:p>
          <a:p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V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\</a:t>
            </a:r>
            <a:r>
              <a:rPr lang="en-US" altLang="zh-CN" b="0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leq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R_max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+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R_max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*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gamma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+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R_max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*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gamma^2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+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…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\</a:t>
            </a:r>
            <a:r>
              <a:rPr lang="en-US" altLang="zh-CN" b="0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leq</a:t>
            </a:r>
            <a:r>
              <a:rPr lang="zh-CN" altLang="en-US" b="0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1" i="0" dirty="0" err="1">
                <a:solidFill>
                  <a:srgbClr val="141413"/>
                </a:solidFill>
                <a:effectLst/>
                <a:latin typeface="Helvetica" pitchFamily="2" charset="0"/>
              </a:rPr>
              <a:t>R_max</a:t>
            </a:r>
            <a:r>
              <a:rPr lang="en-US" altLang="zh-CN" b="1" i="0" dirty="0">
                <a:solidFill>
                  <a:srgbClr val="141413"/>
                </a:solidFill>
                <a:effectLst/>
                <a:latin typeface="Helvetica" pitchFamily="2" charset="0"/>
              </a:rPr>
              <a:t> /</a:t>
            </a:r>
            <a:r>
              <a:rPr lang="zh-CN" altLang="en-US" b="1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1" i="0" dirty="0">
                <a:solidFill>
                  <a:srgbClr val="141413"/>
                </a:solidFill>
                <a:effectLst/>
                <a:latin typeface="Helvetica" pitchFamily="2" charset="0"/>
              </a:rPr>
              <a:t>1-gamma</a:t>
            </a:r>
            <a:r>
              <a:rPr lang="zh-CN" altLang="en-US" b="1" i="0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(</a:t>
            </a:r>
            <a:r>
              <a:rPr lang="en-SG" b="0" i="0" dirty="0">
                <a:solidFill>
                  <a:srgbClr val="000000"/>
                </a:solidFill>
                <a:effectLst/>
                <a:latin typeface="Poppins-Medium"/>
              </a:rPr>
              <a:t>geometric  sequence</a:t>
            </a:r>
            <a:r>
              <a:rPr lang="en-US" altLang="zh-CN" b="0" i="0" dirty="0">
                <a:solidFill>
                  <a:srgbClr val="141413"/>
                </a:solidFill>
                <a:effectLst/>
                <a:latin typeface="Helvetica" pitchFamily="2" charset="0"/>
              </a:rPr>
              <a:t>)</a:t>
            </a:r>
            <a:endParaRPr lang="en-SG" altLang="zh-CN" b="0" i="0" dirty="0">
              <a:solidFill>
                <a:srgbClr val="101214"/>
              </a:solidFill>
              <a:effectLst/>
              <a:latin typeface="Dutch801 Rm B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802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t: iteration number/step</a:t>
                </a:r>
              </a:p>
              <a:p>
                <a:r>
                  <a:rPr lang="en-US" dirty="0"/>
                  <a:t>Bellman Equation, Bellman Optimality Equation</a:t>
                </a:r>
              </a:p>
              <a:p>
                <a:endParaRPr lang="en-US" dirty="0"/>
              </a:p>
              <a:p>
                <a:r>
                  <a:rPr lang="en-US" dirty="0" err="1"/>
                  <a:t>max_s</a:t>
                </a:r>
                <a:r>
                  <a:rPr lang="en-US" dirty="0"/>
                  <a:t> |V^{t+1}(s) - V^{t}(s)| &lt; \epsilon (e.g., 0.01)</a:t>
                </a:r>
              </a:p>
              <a:p>
                <a:r>
                  <a:rPr lang="en-SG" dirty="0"/>
                  <a:t>The values are no longer changing much, we’ve basically converged.</a:t>
                </a:r>
                <a:endParaRPr lang="en-US" dirty="0"/>
              </a:p>
              <a:p>
                <a:endParaRPr lang="en-SG" dirty="0"/>
              </a:p>
              <a:p>
                <a:r>
                  <a:rPr lang="en-SG" dirty="0"/>
                  <a:t>Bellman update is a </a:t>
                </a:r>
                <a:r>
                  <a:rPr lang="en-SG" b="1" dirty="0"/>
                  <a:t>contraction</a:t>
                </a:r>
                <a:r>
                  <a:rPr lang="en-US" dirty="0"/>
                  <a:t>: |V^{t+1}(s) – V*(s)| \</a:t>
                </a:r>
                <a:r>
                  <a:rPr lang="en-US" dirty="0" err="1"/>
                  <a:t>leq</a:t>
                </a:r>
                <a:r>
                  <a:rPr lang="en-US" dirty="0"/>
                  <a:t> gamma |</a:t>
                </a:r>
                <a:r>
                  <a:rPr lang="en-US" dirty="0" err="1"/>
                  <a:t>V^t</a:t>
                </a:r>
                <a:r>
                  <a:rPr lang="en-US" dirty="0"/>
                  <a:t>(s) –V*(s)| </a:t>
                </a:r>
              </a:p>
              <a:p>
                <a:r>
                  <a:rPr lang="en-US" dirty="0"/>
                  <a:t>T|S|^2|A|, T=O(1/(1-gamma) log1/eps)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t: iteration number/step</a:t>
                </a:r>
              </a:p>
              <a:p>
                <a:endParaRPr lang="en-US" dirty="0"/>
              </a:p>
              <a:p>
                <a:r>
                  <a:rPr lang="en-US" dirty="0" err="1"/>
                  <a:t>max_s</a:t>
                </a:r>
                <a:r>
                  <a:rPr lang="en-US" dirty="0"/>
                  <a:t> |v^{t+1}(s) - v^{t}(s)} &lt; \epsilon (e.g., 0.01)</a:t>
                </a:r>
              </a:p>
              <a:p>
                <a:r>
                  <a:rPr lang="en-SG" dirty="0"/>
                  <a:t>The values are no longer changing much, we’ve basically converged.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finite horizon, you care about:</a:t>
                </a:r>
              </a:p>
              <a:p>
                <a:r>
                  <a:rPr lang="en-US" b="1" dirty="0"/>
                  <a:t>how many steps are left</a:t>
                </a:r>
              </a:p>
              <a:p>
                <a:r>
                  <a:rPr lang="en-US" dirty="0"/>
                  <a:t>So decisions depend on time.</a:t>
                </a:r>
              </a:p>
              <a:p>
                <a:r>
                  <a:rPr lang="en-SG" dirty="0"/>
                  <a:t>optimal policy is generally </a:t>
                </a:r>
                <a:r>
                  <a:rPr lang="en-SG" b="1" dirty="0"/>
                  <a:t>non-stationary</a:t>
                </a:r>
              </a:p>
              <a:p>
                <a:r>
                  <a:rPr lang="en-SG" dirty="0"/>
                  <a:t>Imagine:</a:t>
                </a:r>
              </a:p>
              <a:p>
                <a:r>
                  <a:rPr lang="en-SG" dirty="0"/>
                  <a:t>You have </a:t>
                </a:r>
                <a:r>
                  <a:rPr lang="en-SG" b="1" dirty="0"/>
                  <a:t>1 step left</a:t>
                </a:r>
                <a:br>
                  <a:rPr lang="en-SG" dirty="0"/>
                </a:br>
                <a:r>
                  <a:rPr lang="en-SG" dirty="0"/>
                  <a:t>→ take </a:t>
                </a:r>
                <a:r>
                  <a:rPr lang="en-SG" b="1" dirty="0"/>
                  <a:t>immediate reward</a:t>
                </a:r>
                <a:endParaRPr lang="en-SG" dirty="0"/>
              </a:p>
              <a:p>
                <a:r>
                  <a:rPr lang="en-SG" dirty="0"/>
                  <a:t>You have </a:t>
                </a:r>
                <a:r>
                  <a:rPr lang="en-SG" b="1" dirty="0"/>
                  <a:t>many steps left</a:t>
                </a:r>
                <a:br>
                  <a:rPr lang="en-SG" dirty="0"/>
                </a:br>
                <a:r>
                  <a:rPr lang="en-SG" dirty="0"/>
                  <a:t>→ you may invest for future reward</a:t>
                </a:r>
              </a:p>
              <a:p>
                <a:r>
                  <a:rPr lang="en-SG" dirty="0"/>
                  <a:t>So action depends on </a:t>
                </a:r>
                <a:r>
                  <a:rPr lang="en-SG" b="1" dirty="0"/>
                  <a:t>time step </a:t>
                </a:r>
                <a:r>
                  <a:rPr lang="en-SG" sz="1200" i="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𝑡</a:t>
                </a:r>
                <a:endParaRPr lang="en-SG" dirty="0"/>
              </a:p>
              <a:p>
                <a:endParaRPr lang="en-SG" b="1" dirty="0"/>
              </a:p>
              <a:p>
                <a:r>
                  <a:rPr lang="en-SG" b="1" dirty="0" err="1"/>
                  <a:t>Pi_t</a:t>
                </a:r>
                <a:r>
                  <a:rPr lang="en-SG" b="1" dirty="0"/>
                  <a:t>(s) depends on time t, </a:t>
                </a:r>
                <a:r>
                  <a:rPr lang="en-SG" dirty="0"/>
                  <a:t>different at each step</a:t>
                </a:r>
              </a:p>
              <a:p>
                <a:r>
                  <a:rPr lang="en-SG" dirty="0"/>
                  <a:t>“Work </a:t>
                </a:r>
                <a:r>
                  <a:rPr lang="en-SG" b="1" dirty="0"/>
                  <a:t>backward from the last step</a:t>
                </a:r>
                <a:r>
                  <a:rPr lang="en-SG" dirty="0"/>
                  <a:t>.”</a:t>
                </a:r>
              </a:p>
              <a:p>
                <a:r>
                  <a:rPr lang="en-SG" dirty="0"/>
                  <a:t>This is called </a:t>
                </a:r>
                <a:r>
                  <a:rPr lang="en-SG" b="1" dirty="0"/>
                  <a:t>backward induction</a:t>
                </a:r>
                <a:r>
                  <a:rPr lang="en-SG" dirty="0"/>
                  <a:t> (or finite-horizon value iteration).</a:t>
                </a:r>
              </a:p>
              <a:p>
                <a:r>
                  <a:rPr lang="en-SG" dirty="0"/>
                  <a:t>Step 1: Initialize (last step)</a:t>
                </a:r>
              </a:p>
              <a:p>
                <a:r>
                  <a:rPr lang="en-SG" dirty="0"/>
                  <a:t>At the final step 𝑇:  𝑉_𝑇 (𝑠)=0 (or terminal reward if defined)</a:t>
                </a:r>
              </a:p>
              <a:p>
                <a:endParaRPr lang="en-SG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6203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Q^1((3,3),E) = \</a:t>
            </a:r>
            <a:r>
              <a:rPr lang="en-US" dirty="0" err="1"/>
              <a:t>sum_s</a:t>
            </a:r>
            <a:r>
              <a:rPr lang="en-US" dirty="0"/>
              <a:t>’\in{(3,4), (3,3), (2,3)} P(s’|(3,3), E) [R((3,3), E, s’) + gamma V^0(s’)]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Q^1((3,3),</a:t>
            </a:r>
            <a:r>
              <a:rPr lang="zh-CN" altLang="en-US" dirty="0"/>
              <a:t> </a:t>
            </a:r>
            <a:r>
              <a:rPr lang="en-US" altLang="zh-CN" dirty="0"/>
              <a:t>E)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[1+0.99*0]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[-0.2 + 0.99*0]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[-0.2</a:t>
            </a:r>
            <a:r>
              <a:rPr lang="zh-CN" altLang="en-US" dirty="0"/>
              <a:t> </a:t>
            </a:r>
            <a:r>
              <a:rPr lang="en-US" altLang="zh-CN" dirty="0"/>
              <a:t>+ 0.99*0]=</a:t>
            </a:r>
            <a:r>
              <a:rPr lang="zh-CN" altLang="en-US" dirty="0"/>
              <a:t> </a:t>
            </a:r>
            <a:r>
              <a:rPr lang="en-US" altLang="zh-CN" dirty="0"/>
              <a:t>0.8 -0.02 -0.02= 0.76</a:t>
            </a:r>
          </a:p>
          <a:p>
            <a:endParaRPr lang="en-US" altLang="zh-CN" dirty="0"/>
          </a:p>
          <a:p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N)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+0.1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S)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+0.1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W)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-0.16 -0.02 -0.02</a:t>
            </a:r>
            <a:r>
              <a:rPr lang="zh-CN" altLang="en-US" dirty="0"/>
              <a:t> </a:t>
            </a:r>
            <a:r>
              <a:rPr lang="en-US" altLang="zh-CN" dirty="0"/>
              <a:t>= -0.2</a:t>
            </a:r>
          </a:p>
          <a:p>
            <a:endParaRPr lang="en-US" dirty="0"/>
          </a:p>
          <a:p>
            <a:r>
              <a:rPr lang="en-US" dirty="0"/>
              <a:t>V^1((3,3)) = </a:t>
            </a:r>
            <a:r>
              <a:rPr lang="en-US" dirty="0" err="1"/>
              <a:t>max_a</a:t>
            </a:r>
            <a:r>
              <a:rPr lang="en-US" dirty="0"/>
              <a:t>\in{N,S,E,W} Q^1((3,3), a) = </a:t>
            </a:r>
            <a:r>
              <a:rPr lang="en-US" altLang="zh-CN" dirty="0"/>
              <a:t>Q^1((3,3),</a:t>
            </a:r>
            <a:r>
              <a:rPr lang="zh-CN" altLang="en-US" dirty="0"/>
              <a:t> </a:t>
            </a:r>
            <a:r>
              <a:rPr lang="en-US" altLang="zh-CN" dirty="0"/>
              <a:t>E)</a:t>
            </a:r>
            <a:r>
              <a:rPr lang="zh-CN" altLang="en-US" dirty="0"/>
              <a:t> </a:t>
            </a:r>
            <a:r>
              <a:rPr lang="en-US" altLang="zh-CN" dirty="0"/>
              <a:t>= 0.76</a:t>
            </a:r>
          </a:p>
          <a:p>
            <a:endParaRPr lang="en-US" dirty="0"/>
          </a:p>
          <a:p>
            <a:r>
              <a:rPr lang="en-US" dirty="0"/>
              <a:t>Slippery floor/cell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altLang="zh-CN" dirty="0"/>
              <a:t>Walls/obstacles </a:t>
            </a:r>
            <a:r>
              <a:rPr lang="en-US" altLang="zh-CN" dirty="0"/>
              <a:t>(stay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wall/obstacle)</a:t>
            </a:r>
            <a:endParaRPr lang="en-SG" altLang="zh-CN" dirty="0"/>
          </a:p>
          <a:p>
            <a:endParaRPr lang="en-SG" dirty="0"/>
          </a:p>
          <a:p>
            <a:r>
              <a:rPr lang="en-US" dirty="0"/>
              <a:t>Agent starts at 𝑆</a:t>
            </a:r>
            <a:r>
              <a:rPr lang="en-US" baseline="-25000" dirty="0"/>
              <a:t>0</a:t>
            </a:r>
            <a:r>
              <a:rPr lang="en-US" dirty="0"/>
              <a:t> =(1,1), can move N,S,E,W</a:t>
            </a:r>
          </a:p>
          <a:p>
            <a:r>
              <a:rPr lang="en-US" dirty="0"/>
              <a:t>80% chance in moving in the intended direction, 20% change perpendicular to intended direction (split equally)</a:t>
            </a:r>
          </a:p>
          <a:p>
            <a:endParaRPr lang="en-US" dirty="0"/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negative reward of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-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0.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2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gives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agent an incentive to reach (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3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,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4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) quickly.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Goal: go to the food cell as fast as possible, maximize the reward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216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Q^1((3,3),E) = \</a:t>
            </a:r>
            <a:r>
              <a:rPr lang="en-US" dirty="0" err="1"/>
              <a:t>sum_s</a:t>
            </a:r>
            <a:r>
              <a:rPr lang="en-US" dirty="0"/>
              <a:t>’\in{(3,4), (3,3), (2,3)} P(s’|(3,3), E) [R((3,3), E, s’) + gamma V^0(s’)]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Q^1((3,3),</a:t>
            </a:r>
            <a:r>
              <a:rPr lang="zh-CN" altLang="en-US" dirty="0"/>
              <a:t> </a:t>
            </a:r>
            <a:r>
              <a:rPr lang="en-US" altLang="zh-CN" dirty="0"/>
              <a:t>E)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[1+0.99*0]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[-0.2 + 0.99*0]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[-0.2</a:t>
            </a:r>
            <a:r>
              <a:rPr lang="zh-CN" altLang="en-US" dirty="0"/>
              <a:t> </a:t>
            </a:r>
            <a:r>
              <a:rPr lang="en-US" altLang="zh-CN" dirty="0"/>
              <a:t>+ 0.99*0]=</a:t>
            </a:r>
            <a:r>
              <a:rPr lang="zh-CN" altLang="en-US" dirty="0"/>
              <a:t> </a:t>
            </a:r>
            <a:r>
              <a:rPr lang="en-US" altLang="zh-CN" dirty="0"/>
              <a:t>0.8 -0.02 -0.02= 0.76</a:t>
            </a:r>
          </a:p>
          <a:p>
            <a:endParaRPr lang="en-US" altLang="zh-CN" dirty="0"/>
          </a:p>
          <a:p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N)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+0.1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S)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+0.1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-0.08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Q((3,3),</a:t>
            </a:r>
            <a:r>
              <a:rPr lang="zh-CN" altLang="en-US" dirty="0"/>
              <a:t> </a:t>
            </a:r>
            <a:r>
              <a:rPr lang="en-US" altLang="zh-CN" dirty="0"/>
              <a:t>W)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0.8</a:t>
            </a:r>
            <a:r>
              <a:rPr lang="zh-CN" altLang="en-US" dirty="0"/>
              <a:t> * 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 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0.1</a:t>
            </a:r>
            <a:r>
              <a:rPr lang="zh-CN" altLang="en-US" dirty="0"/>
              <a:t>*</a:t>
            </a:r>
            <a:r>
              <a:rPr lang="en-US" altLang="zh-CN" dirty="0"/>
              <a:t>-0.2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-0.16 -0.02 -0.02</a:t>
            </a:r>
            <a:r>
              <a:rPr lang="zh-CN" altLang="en-US" dirty="0"/>
              <a:t> </a:t>
            </a:r>
            <a:r>
              <a:rPr lang="en-US" altLang="zh-CN" dirty="0"/>
              <a:t>= -0.2</a:t>
            </a:r>
          </a:p>
          <a:p>
            <a:endParaRPr lang="en-US" dirty="0"/>
          </a:p>
          <a:p>
            <a:r>
              <a:rPr lang="en-US" dirty="0"/>
              <a:t>V^1((3,3)) = </a:t>
            </a:r>
            <a:r>
              <a:rPr lang="en-US" dirty="0" err="1"/>
              <a:t>max_a</a:t>
            </a:r>
            <a:r>
              <a:rPr lang="en-US" dirty="0"/>
              <a:t>\in{N,S,E,W} Q^1((3,3), a) = </a:t>
            </a:r>
            <a:r>
              <a:rPr lang="en-US" altLang="zh-CN" dirty="0"/>
              <a:t>Q^1((3,3),</a:t>
            </a:r>
            <a:r>
              <a:rPr lang="zh-CN" altLang="en-US" dirty="0"/>
              <a:t> </a:t>
            </a:r>
            <a:r>
              <a:rPr lang="en-US" altLang="zh-CN" dirty="0"/>
              <a:t>E)</a:t>
            </a:r>
            <a:r>
              <a:rPr lang="zh-CN" altLang="en-US" dirty="0"/>
              <a:t> </a:t>
            </a:r>
            <a:r>
              <a:rPr lang="en-US" altLang="zh-CN" dirty="0"/>
              <a:t>= 0.76</a:t>
            </a:r>
          </a:p>
          <a:p>
            <a:endParaRPr lang="en-US" dirty="0"/>
          </a:p>
          <a:p>
            <a:r>
              <a:rPr lang="en-US" dirty="0"/>
              <a:t>Slippery floor/cell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altLang="zh-CN" dirty="0"/>
              <a:t>Walls/obstacles </a:t>
            </a:r>
            <a:r>
              <a:rPr lang="en-US" altLang="zh-CN" dirty="0"/>
              <a:t>(stay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cell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hit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wall/obstacle)</a:t>
            </a:r>
            <a:endParaRPr lang="en-SG" altLang="zh-CN" dirty="0"/>
          </a:p>
          <a:p>
            <a:endParaRPr lang="en-SG" dirty="0"/>
          </a:p>
          <a:p>
            <a:r>
              <a:rPr lang="en-US" dirty="0"/>
              <a:t>Agent starts at 𝑆</a:t>
            </a:r>
            <a:r>
              <a:rPr lang="en-US" baseline="-25000" dirty="0"/>
              <a:t>0</a:t>
            </a:r>
            <a:r>
              <a:rPr lang="en-US" dirty="0"/>
              <a:t> =(1,1), can move N,S,E,W</a:t>
            </a:r>
          </a:p>
          <a:p>
            <a:r>
              <a:rPr lang="en-US" dirty="0"/>
              <a:t>80% chance in moving in the intended direction, 20% change perpendicular to intended direction (split equally)</a:t>
            </a:r>
          </a:p>
          <a:p>
            <a:endParaRPr lang="en-US" dirty="0"/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negative reward of 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-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0.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2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 gives</a:t>
            </a:r>
            <a:r>
              <a:rPr lang="zh-CN" altLang="en-US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the agent an incentive to reach (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3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,</a:t>
            </a:r>
            <a:r>
              <a:rPr lang="en-US" altLang="zh-CN" dirty="0">
                <a:solidFill>
                  <a:srgbClr val="141413"/>
                </a:solidFill>
                <a:effectLst/>
                <a:latin typeface="Helvetica" pitchFamily="2" charset="0"/>
              </a:rPr>
              <a:t>4</a:t>
            </a: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) quickly. </a:t>
            </a:r>
          </a:p>
          <a:p>
            <a:pPr>
              <a:buNone/>
            </a:pPr>
            <a:r>
              <a:rPr lang="en-SG" dirty="0">
                <a:solidFill>
                  <a:srgbClr val="141413"/>
                </a:solidFill>
                <a:effectLst/>
                <a:latin typeface="Helvetica" pitchFamily="2" charset="0"/>
              </a:rPr>
              <a:t>Goal: go to the food cell as fast as possible, maximize the reward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5909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states, 3 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43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Q^1(A,1) = 1*[0 + 1*0] =0</a:t>
            </a:r>
          </a:p>
          <a:p>
            <a:r>
              <a:rPr lang="en-US" dirty="0"/>
              <a:t>Q^1(A,2) = 1*[1 + 1*0]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Q^1(A,3) = 0.5*[0 + 1*0] + 0.5*[0 + 1*0]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V^1(A) = </a:t>
            </a:r>
            <a:r>
              <a:rPr lang="en-US" dirty="0" err="1"/>
              <a:t>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pi^1(A) = </a:t>
            </a:r>
            <a:r>
              <a:rPr lang="en-US" dirty="0" err="1"/>
              <a:t>argmax_a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 2</a:t>
            </a:r>
          </a:p>
          <a:p>
            <a:r>
              <a:rPr lang="en-US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29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852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Q^1(A,1) = 1*[0 + 1*0] =0</a:t>
            </a:r>
          </a:p>
          <a:p>
            <a:r>
              <a:rPr lang="en-US" dirty="0"/>
              <a:t>Q^1(A,2) = 1*[1 + 1*0]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Q^1(A,3) = 0.5*[0 + 1*0] + 0.5*[0 + 1*0] 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V^1(A) = </a:t>
            </a:r>
            <a:r>
              <a:rPr lang="en-US" dirty="0" err="1"/>
              <a:t>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pi^1(A) = </a:t>
            </a:r>
            <a:r>
              <a:rPr lang="en-US" dirty="0" err="1"/>
              <a:t>argmax_a</a:t>
            </a:r>
            <a:r>
              <a:rPr lang="en-US" dirty="0"/>
              <a:t> Q^1(</a:t>
            </a:r>
            <a:r>
              <a:rPr lang="en-US" dirty="0" err="1"/>
              <a:t>A,a</a:t>
            </a:r>
            <a:r>
              <a:rPr lang="en-US" dirty="0"/>
              <a:t>) = 2</a:t>
            </a:r>
          </a:p>
          <a:p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30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947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868363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DB7AE-37C6-BE48-A464-0F9488B9E0D2}" type="slidenum">
              <a:rPr lang="en-US" smtClean="0"/>
              <a:pPr/>
              <a:t>31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6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03B5-D08E-4B10-3BE6-4FD755BE1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48315-DE9D-DE40-AA39-267DC4B2F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45EA6-C93F-9797-1066-5936E05175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9726"/>
            <a:ext cx="12192000" cy="903188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4A8F783-8B49-4D0F-6AB7-8D108986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3/22/26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066306B-0F77-F124-E5DF-E4045DAA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59B8FE2-700D-E16B-89E9-2C958256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9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BCB85-5409-BBC3-B74D-43E65850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254000"/>
            <a:ext cx="10800080" cy="807720"/>
          </a:xfr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42EED-D288-C681-88DC-97BF9EBF9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800080" cy="5350670"/>
          </a:xfrm>
        </p:spPr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04BD-1088-0885-6786-ADBA231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3720" y="638302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3/22/26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24F0-A7E3-1CF9-4E41-1ED392F2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6360" y="638302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FE24-FA26-96D1-D129-F268C119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B54C070B-DB61-BFA6-1C1F-FF0D0DABE3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000" y="1040555"/>
            <a:ext cx="11520000" cy="72000"/>
          </a:xfrm>
          <a:prstGeom prst="rect">
            <a:avLst/>
          </a:prstGeom>
          <a:solidFill>
            <a:srgbClr val="D5A10D">
              <a:alpha val="94863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99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3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81914-FFC8-295A-EABB-52595655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EC252-0FA5-55F5-703D-3F1398D0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A8F33-74F4-8EE9-7826-7B5263B2D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62DED6-5389-204C-9DA6-DD511C68890D}" type="datetimeFigureOut">
              <a:rPr lang="en-US" smtClean="0"/>
              <a:pPr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7A2B3-752B-ADE7-680B-181CAFF2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72DF2-0939-223E-1C23-C3C6F5EFA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3909AF8-DB91-064E-90A3-EC7F9DF351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6E0D6-5032-BFB4-1206-F6BAF77DA7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52004" y="61717"/>
            <a:ext cx="1687992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800" dirty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420435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0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0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17.png"/><Relationship Id="rId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9.png"/><Relationship Id="rId4" Type="http://schemas.openxmlformats.org/officeDocument/2006/relationships/customXml" Target="../ink/ink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20.x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170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customXml" Target="../ink/ink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A2C9-A06B-0D70-FCD5-B75317E195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Lecture 10: </a:t>
            </a:r>
            <a:r>
              <a:rPr lang="en-US" dirty="0"/>
              <a:t>Markov Decision Process (MDP)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89F0B-4D3D-5574-CA59-117E4F61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01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CS420: Introduction to AI</a:t>
            </a:r>
          </a:p>
          <a:p>
            <a:r>
              <a:rPr lang="en-US" dirty="0"/>
              <a:t>Zhize LI</a:t>
            </a:r>
          </a:p>
        </p:txBody>
      </p:sp>
    </p:spTree>
    <p:extLst>
      <p:ext uri="{BB962C8B-B14F-4D97-AF65-F5344CB8AC3E}">
        <p14:creationId xmlns:p14="http://schemas.microsoft.com/office/powerpoint/2010/main" val="50056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4149-3B4A-175B-550C-8C7B2BE2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A019-F7DF-E66F-5775-031DF971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A*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33350-5B98-E6FE-EEA4-9E038C839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984564" cy="5350670"/>
          </a:xfrm>
        </p:spPr>
        <p:txBody>
          <a:bodyPr/>
          <a:lstStyle/>
          <a:p>
            <a:r>
              <a:rPr lang="en-US" dirty="0"/>
              <a:t>Greedy Best-First Search (GBFS) is </a:t>
            </a:r>
            <a:r>
              <a:rPr lang="en-US" b="1" dirty="0"/>
              <a:t>not optimal </a:t>
            </a:r>
            <a:r>
              <a:rPr lang="en-US" dirty="0"/>
              <a:t>since it does not consider the cost incurred so far</a:t>
            </a:r>
          </a:p>
          <a:p>
            <a:r>
              <a:rPr lang="en-US" dirty="0"/>
              <a:t>Let g(n) be the </a:t>
            </a:r>
            <a:r>
              <a:rPr lang="en-US" dirty="0">
                <a:solidFill>
                  <a:srgbClr val="FF0000"/>
                </a:solidFill>
              </a:rPr>
              <a:t>cost-so-far </a:t>
            </a:r>
            <a:r>
              <a:rPr lang="en-US" dirty="0"/>
              <a:t>to state n from start state </a:t>
            </a:r>
          </a:p>
          <a:p>
            <a:r>
              <a:rPr lang="en-US" dirty="0"/>
              <a:t>Let h(n) be the </a:t>
            </a:r>
            <a:r>
              <a:rPr lang="en-US" dirty="0">
                <a:solidFill>
                  <a:srgbClr val="FF0000"/>
                </a:solidFill>
              </a:rPr>
              <a:t>estimated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cost-to-goal </a:t>
            </a:r>
            <a:r>
              <a:rPr lang="en-US" dirty="0"/>
              <a:t>from state n</a:t>
            </a:r>
          </a:p>
          <a:p>
            <a:r>
              <a:rPr lang="en-US" dirty="0"/>
              <a:t>A* Search is a heuristic search using </a:t>
            </a:r>
            <a:r>
              <a:rPr lang="en-US" dirty="0">
                <a:solidFill>
                  <a:srgbClr val="FF0000"/>
                </a:solidFill>
              </a:rPr>
              <a:t>f value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f(n) = g(n) + h(n)</a:t>
            </a:r>
          </a:p>
          <a:p>
            <a:r>
              <a:rPr lang="en-US" dirty="0"/>
              <a:t>Compared to GBFS:</a:t>
            </a:r>
          </a:p>
          <a:p>
            <a:pPr lvl="1"/>
            <a:r>
              <a:rPr lang="en-US" dirty="0"/>
              <a:t>Dequeue state n from front of a priority queue (with respect to </a:t>
            </a:r>
            <a:r>
              <a:rPr lang="en-US" dirty="0">
                <a:solidFill>
                  <a:srgbClr val="FF0000"/>
                </a:solidFill>
              </a:rPr>
              <a:t>f(n)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Enqueue all successors with priorities, f(n’) (</a:t>
            </a:r>
            <a:r>
              <a:rPr lang="en-US" b="1" i="1" dirty="0">
                <a:solidFill>
                  <a:srgbClr val="FF0000"/>
                </a:solidFill>
              </a:rPr>
              <a:t>node expansion</a:t>
            </a:r>
            <a:r>
              <a:rPr lang="en-US" dirty="0"/>
              <a:t>)</a:t>
            </a:r>
          </a:p>
          <a:p>
            <a:r>
              <a:rPr lang="en-US" dirty="0"/>
              <a:t>A* Search is </a:t>
            </a:r>
            <a:r>
              <a:rPr lang="en-US" b="1" dirty="0"/>
              <a:t>optimal</a:t>
            </a:r>
            <a:r>
              <a:rPr lang="en-US" dirty="0"/>
              <a:t> if with </a:t>
            </a:r>
            <a:r>
              <a:rPr lang="en-US" b="1" dirty="0"/>
              <a:t>admissible heuristic</a:t>
            </a:r>
            <a:r>
              <a:rPr lang="en-US" dirty="0"/>
              <a:t> h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1DBF14-3D7B-7014-C1DB-6CF3F8C192C9}"/>
                  </a:ext>
                </a:extLst>
              </p14:cNvPr>
              <p14:cNvContentPartPr/>
              <p14:nvPr/>
            </p14:nvContentPartPr>
            <p14:xfrm>
              <a:off x="1248120" y="131400"/>
              <a:ext cx="8376840" cy="6457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1DBF14-3D7B-7014-C1DB-6CF3F8C192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1920" y="115200"/>
                <a:ext cx="8409240" cy="64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649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D6E7-A285-FFCC-93D5-572E3880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198D-9155-2759-40EE-6FCB381D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A* Search: Node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74EC-1692-BC4A-7E89-5A03E3A8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24754"/>
            <a:ext cx="11122465" cy="5350670"/>
          </a:xfrm>
        </p:spPr>
        <p:txBody>
          <a:bodyPr>
            <a:normAutofit/>
          </a:bodyPr>
          <a:lstStyle/>
          <a:p>
            <a:r>
              <a:rPr lang="en-US" dirty="0"/>
              <a:t>For each child node n’ of node n:</a:t>
            </a:r>
          </a:p>
          <a:p>
            <a:pPr lvl="1"/>
            <a:r>
              <a:rPr lang="en-US" dirty="0"/>
              <a:t>Compute f value of node n’:</a:t>
            </a:r>
            <a:br>
              <a:rPr lang="en-US" dirty="0"/>
            </a:br>
            <a:r>
              <a:rPr lang="en-US" dirty="0"/>
              <a:t>		f(n’) = g(n’) + h(n’) = g(n) + c(n,n’) + h(n’) </a:t>
            </a:r>
            <a:endParaRPr lang="en-SG" dirty="0"/>
          </a:p>
          <a:p>
            <a:r>
              <a:rPr lang="en-SG" dirty="0"/>
              <a:t>Case1: New node</a:t>
            </a:r>
          </a:p>
          <a:p>
            <a:pPr lvl="1"/>
            <a:r>
              <a:rPr lang="en-SG" dirty="0"/>
              <a:t>If n’ is not in Frontier (Open List) or Explored (Closed List):</a:t>
            </a:r>
            <a:endParaRPr lang="en-SG" sz="2200" dirty="0"/>
          </a:p>
          <a:p>
            <a:pPr lvl="2"/>
            <a:r>
              <a:rPr lang="en-SG" dirty="0"/>
              <a:t>Add n’ to the Open List (i.e., priority queue)</a:t>
            </a:r>
          </a:p>
          <a:p>
            <a:r>
              <a:rPr lang="en-SG" dirty="0"/>
              <a:t>Case 2: Already in Open List</a:t>
            </a:r>
          </a:p>
          <a:p>
            <a:pPr lvl="1"/>
            <a:r>
              <a:rPr lang="en-SG" dirty="0"/>
              <a:t>If n’ is in Open List </a:t>
            </a:r>
            <a:r>
              <a:rPr lang="en-SG" b="1" dirty="0"/>
              <a:t>&amp;</a:t>
            </a:r>
            <a:r>
              <a:rPr lang="en-SG" dirty="0"/>
              <a:t> the </a:t>
            </a:r>
            <a:r>
              <a:rPr lang="en-US" altLang="zh-CN" sz="2800" dirty="0"/>
              <a:t>new</a:t>
            </a:r>
            <a:r>
              <a:rPr lang="en-SG" sz="2800" dirty="0"/>
              <a:t> f value is </a:t>
            </a:r>
            <a:r>
              <a:rPr lang="en-US" altLang="zh-CN" sz="2800" b="1" dirty="0"/>
              <a:t>lower</a:t>
            </a:r>
            <a:r>
              <a:rPr lang="en-US" altLang="zh-CN" sz="2800" dirty="0"/>
              <a:t>:</a:t>
            </a:r>
            <a:endParaRPr lang="en-SG" dirty="0"/>
          </a:p>
          <a:p>
            <a:pPr lvl="2"/>
            <a:r>
              <a:rPr lang="en-SG" dirty="0"/>
              <a:t>Replace the existing node n’ with new version</a:t>
            </a:r>
            <a:endParaRPr lang="en-SG" dirty="0">
              <a:solidFill>
                <a:srgbClr val="FF0000"/>
              </a:solidFill>
            </a:endParaRPr>
          </a:p>
          <a:p>
            <a:r>
              <a:rPr lang="en-SG" dirty="0">
                <a:solidFill>
                  <a:srgbClr val="FF0000"/>
                </a:solidFill>
              </a:rPr>
              <a:t>Case 3: Already in Closed List (reopen)</a:t>
            </a:r>
          </a:p>
          <a:p>
            <a:pPr lvl="1"/>
            <a:r>
              <a:rPr lang="en-SG" dirty="0">
                <a:solidFill>
                  <a:srgbClr val="FF0000"/>
                </a:solidFill>
              </a:rPr>
              <a:t>If n’ is in Closed List </a:t>
            </a:r>
            <a:r>
              <a:rPr lang="en-SG" b="1" dirty="0">
                <a:solidFill>
                  <a:srgbClr val="FF0000"/>
                </a:solidFill>
              </a:rPr>
              <a:t>&amp;</a:t>
            </a:r>
            <a:r>
              <a:rPr lang="en-SG" dirty="0">
                <a:solidFill>
                  <a:srgbClr val="FF0000"/>
                </a:solidFill>
              </a:rPr>
              <a:t> the </a:t>
            </a:r>
            <a:r>
              <a:rPr lang="en-US" altLang="zh-CN" dirty="0">
                <a:solidFill>
                  <a:srgbClr val="FF0000"/>
                </a:solidFill>
              </a:rPr>
              <a:t>new</a:t>
            </a:r>
            <a:r>
              <a:rPr lang="en-SG" dirty="0">
                <a:solidFill>
                  <a:srgbClr val="FF0000"/>
                </a:solidFill>
              </a:rPr>
              <a:t> f value is </a:t>
            </a:r>
            <a:r>
              <a:rPr lang="en-US" altLang="zh-CN" b="1" dirty="0">
                <a:solidFill>
                  <a:srgbClr val="FF0000"/>
                </a:solidFill>
              </a:rPr>
              <a:t>lower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pPr lvl="2"/>
            <a:r>
              <a:rPr lang="en-SG" b="1" u="sng" dirty="0">
                <a:solidFill>
                  <a:srgbClr val="FF0000"/>
                </a:solidFill>
              </a:rPr>
              <a:t>Reopen the node n’</a:t>
            </a:r>
            <a:r>
              <a:rPr lang="en-SG" dirty="0">
                <a:solidFill>
                  <a:srgbClr val="FF0000"/>
                </a:solidFill>
              </a:rPr>
              <a:t>, i.e., delete n’ from Closed List and add n’ to Open List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63F034-547A-3299-5ECB-C739590D9F00}"/>
                  </a:ext>
                </a:extLst>
              </p14:cNvPr>
              <p14:cNvContentPartPr/>
              <p14:nvPr/>
            </p14:nvContentPartPr>
            <p14:xfrm>
              <a:off x="3404880" y="2382840"/>
              <a:ext cx="5199480" cy="589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63F034-547A-3299-5ECB-C739590D9F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8680" y="2366640"/>
                <a:ext cx="5231880" cy="62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490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F41D-1BFC-96AF-5467-2F44395A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52FE-07DA-3AC6-1874-A98DCCCEB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A*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0F131-499E-407A-7F20-F181A40E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71600"/>
            <a:ext cx="8611038" cy="42280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4C7474-BD71-A7FB-194F-72997F791639}"/>
              </a:ext>
            </a:extLst>
          </p:cNvPr>
          <p:cNvCxnSpPr>
            <a:cxnSpLocks/>
          </p:cNvCxnSpPr>
          <p:nvPr/>
        </p:nvCxnSpPr>
        <p:spPr>
          <a:xfrm>
            <a:off x="5446733" y="2232517"/>
            <a:ext cx="1031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BBD3551-D556-45BE-5B0D-4CA3F54C082E}"/>
              </a:ext>
            </a:extLst>
          </p:cNvPr>
          <p:cNvSpPr txBox="1"/>
          <p:nvPr/>
        </p:nvSpPr>
        <p:spPr>
          <a:xfrm>
            <a:off x="726192" y="1252879"/>
            <a:ext cx="622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Open</a:t>
            </a:r>
            <a:br>
              <a:rPr lang="en-US" sz="1400"/>
            </a:br>
            <a:r>
              <a:rPr lang="en-US" sz="1400"/>
              <a:t>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95F93-6457-D704-BAED-925647BD3435}"/>
              </a:ext>
            </a:extLst>
          </p:cNvPr>
          <p:cNvSpPr txBox="1"/>
          <p:nvPr/>
        </p:nvSpPr>
        <p:spPr>
          <a:xfrm>
            <a:off x="758054" y="2733020"/>
            <a:ext cx="742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Closed</a:t>
            </a:r>
            <a:br>
              <a:rPr lang="en-US" sz="1400" dirty="0"/>
            </a:br>
            <a:r>
              <a:rPr lang="en-US" sz="1400" dirty="0"/>
              <a:t>List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C7C963-DB94-8C22-2F07-A13E0DF2EE5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37335" y="1776099"/>
            <a:ext cx="867665" cy="433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085D28-6C1C-C693-3E09-6F9B7BE6F1C0}"/>
              </a:ext>
            </a:extLst>
          </p:cNvPr>
          <p:cNvCxnSpPr>
            <a:cxnSpLocks/>
          </p:cNvCxnSpPr>
          <p:nvPr/>
        </p:nvCxnSpPr>
        <p:spPr>
          <a:xfrm flipV="1">
            <a:off x="1129310" y="2492992"/>
            <a:ext cx="775690" cy="29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0B586-2342-20E3-0224-4BD866E4B9E5}"/>
              </a:ext>
            </a:extLst>
          </p:cNvPr>
          <p:cNvCxnSpPr>
            <a:cxnSpLocks/>
          </p:cNvCxnSpPr>
          <p:nvPr/>
        </p:nvCxnSpPr>
        <p:spPr>
          <a:xfrm>
            <a:off x="6691663" y="5128117"/>
            <a:ext cx="1031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1A2F63-ABBE-238A-CCCA-8C3A31C37A32}"/>
              </a:ext>
            </a:extLst>
          </p:cNvPr>
          <p:cNvSpPr txBox="1"/>
          <p:nvPr/>
        </p:nvSpPr>
        <p:spPr>
          <a:xfrm>
            <a:off x="2537682" y="1448055"/>
            <a:ext cx="2373532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</a:rPr>
              <a:t>A* 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1CC6F-65A5-F6DE-1CA1-26F55C2D8836}"/>
              </a:ext>
            </a:extLst>
          </p:cNvPr>
          <p:cNvSpPr txBox="1"/>
          <p:nvPr/>
        </p:nvSpPr>
        <p:spPr>
          <a:xfrm>
            <a:off x="5469530" y="2344325"/>
            <a:ext cx="985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20C90-288E-87A0-FD29-C200DA97CE14}"/>
              </a:ext>
            </a:extLst>
          </p:cNvPr>
          <p:cNvSpPr txBox="1"/>
          <p:nvPr/>
        </p:nvSpPr>
        <p:spPr>
          <a:xfrm>
            <a:off x="6737257" y="5179214"/>
            <a:ext cx="985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 value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C73E66-EB37-E95E-61EB-02B034149380}"/>
              </a:ext>
            </a:extLst>
          </p:cNvPr>
          <p:cNvSpPr/>
          <p:nvPr/>
        </p:nvSpPr>
        <p:spPr>
          <a:xfrm>
            <a:off x="2551363" y="5596423"/>
            <a:ext cx="7089274" cy="658426"/>
          </a:xfrm>
          <a:prstGeom prst="roundRect">
            <a:avLst/>
          </a:prstGeom>
          <a:solidFill>
            <a:srgbClr val="FFC000">
              <a:alpha val="25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79728B-4A9D-0205-3800-CB4888E9F66F}"/>
              </a:ext>
            </a:extLst>
          </p:cNvPr>
          <p:cNvSpPr txBox="1"/>
          <p:nvPr/>
        </p:nvSpPr>
        <p:spPr>
          <a:xfrm>
            <a:off x="2551363" y="5583241"/>
            <a:ext cx="708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else if</a:t>
            </a:r>
            <a:r>
              <a:rPr lang="en-US" dirty="0"/>
              <a:t> </a:t>
            </a:r>
            <a:r>
              <a:rPr lang="en-US" i="1" dirty="0" err="1"/>
              <a:t>child</a:t>
            </a:r>
            <a:r>
              <a:rPr lang="en-US" dirty="0" err="1"/>
              <a:t>.STATE</a:t>
            </a:r>
            <a:r>
              <a:rPr lang="en-US" dirty="0"/>
              <a:t> is in </a:t>
            </a:r>
            <a:r>
              <a:rPr lang="en-US" i="1" dirty="0"/>
              <a:t>explored</a:t>
            </a:r>
            <a:r>
              <a:rPr lang="en-US" dirty="0"/>
              <a:t> with higher </a:t>
            </a:r>
            <a:r>
              <a:rPr lang="en-US" dirty="0">
                <a:solidFill>
                  <a:srgbClr val="FF0000"/>
                </a:solidFill>
              </a:rPr>
              <a:t>f value </a:t>
            </a:r>
            <a:r>
              <a:rPr lang="en-US" b="1" dirty="0"/>
              <a:t>then</a:t>
            </a:r>
            <a:br>
              <a:rPr lang="en-US" b="1" dirty="0"/>
            </a:br>
            <a:r>
              <a:rPr lang="en-US" b="1" dirty="0"/>
              <a:t>	delete </a:t>
            </a:r>
            <a:r>
              <a:rPr lang="en-US" i="1" dirty="0"/>
              <a:t>child</a:t>
            </a:r>
            <a:r>
              <a:rPr lang="en-US" dirty="0"/>
              <a:t> from </a:t>
            </a:r>
            <a:r>
              <a:rPr lang="en-US" i="1" dirty="0"/>
              <a:t>explored</a:t>
            </a:r>
            <a:r>
              <a:rPr lang="en-US" dirty="0"/>
              <a:t>, add to </a:t>
            </a:r>
            <a:r>
              <a:rPr lang="en-US" i="1" dirty="0"/>
              <a:t>frontier</a:t>
            </a:r>
            <a:r>
              <a:rPr lang="en-US" dirty="0"/>
              <a:t> with new f value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FF135-748B-A96A-23F3-9B5773C017B4}"/>
              </a:ext>
            </a:extLst>
          </p:cNvPr>
          <p:cNvSpPr txBox="1"/>
          <p:nvPr/>
        </p:nvSpPr>
        <p:spPr>
          <a:xfrm>
            <a:off x="1186762" y="4704407"/>
            <a:ext cx="764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Reopen</a:t>
            </a:r>
          </a:p>
          <a:p>
            <a:r>
              <a:rPr lang="en-US" sz="1400" dirty="0">
                <a:solidFill>
                  <a:srgbClr val="FF0000"/>
                </a:solidFill>
              </a:rPr>
              <a:t>node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DFDC1B-8926-A8C7-B94A-71A7638541BF}"/>
              </a:ext>
            </a:extLst>
          </p:cNvPr>
          <p:cNvCxnSpPr>
            <a:cxnSpLocks/>
            <a:stCxn id="16" idx="2"/>
            <a:endCxn id="6" idx="1"/>
          </p:cNvCxnSpPr>
          <p:nvPr/>
        </p:nvCxnSpPr>
        <p:spPr>
          <a:xfrm>
            <a:off x="1569046" y="5227627"/>
            <a:ext cx="982317" cy="6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CE789B6-2140-7797-7268-E9091C3281C3}"/>
                  </a:ext>
                </a:extLst>
              </p14:cNvPr>
              <p14:cNvContentPartPr/>
              <p14:nvPr/>
            </p14:nvContentPartPr>
            <p14:xfrm>
              <a:off x="2916000" y="258840"/>
              <a:ext cx="9276120" cy="5550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CE789B6-2140-7797-7268-E9091C3281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9800" y="242640"/>
                <a:ext cx="9313920" cy="55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16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438D4-5D66-F71A-966B-4B790D00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4C44-650A-037D-70C0-233A3A1FC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FAE7-C9A3-0986-7E41-A661C9A06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A* Search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D3833B-B19E-18DB-FC58-E23E174AF925}"/>
              </a:ext>
            </a:extLst>
          </p:cNvPr>
          <p:cNvSpPr/>
          <p:nvPr/>
        </p:nvSpPr>
        <p:spPr>
          <a:xfrm>
            <a:off x="1766573" y="2060300"/>
            <a:ext cx="454991" cy="38031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E5438A-6E91-5CE0-2F01-0C36047B2A56}"/>
              </a:ext>
            </a:extLst>
          </p:cNvPr>
          <p:cNvSpPr/>
          <p:nvPr/>
        </p:nvSpPr>
        <p:spPr>
          <a:xfrm>
            <a:off x="853470" y="2816042"/>
            <a:ext cx="454991" cy="35424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89FDF1-9267-101F-4C30-59B24B7D2A77}"/>
              </a:ext>
            </a:extLst>
          </p:cNvPr>
          <p:cNvSpPr/>
          <p:nvPr/>
        </p:nvSpPr>
        <p:spPr>
          <a:xfrm>
            <a:off x="1766574" y="2789969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F271B0-1C38-3B23-3528-AD6DB63D649A}"/>
              </a:ext>
            </a:extLst>
          </p:cNvPr>
          <p:cNvSpPr/>
          <p:nvPr/>
        </p:nvSpPr>
        <p:spPr>
          <a:xfrm>
            <a:off x="2676555" y="2789968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69AF0F-1A6E-8F83-3DA2-882F62F50F06}"/>
              </a:ext>
            </a:extLst>
          </p:cNvPr>
          <p:cNvSpPr/>
          <p:nvPr/>
        </p:nvSpPr>
        <p:spPr>
          <a:xfrm>
            <a:off x="707423" y="3600662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3A8C6E-AB93-CC72-7B06-0E9E0AA7A6F6}"/>
              </a:ext>
            </a:extLst>
          </p:cNvPr>
          <p:cNvSpPr/>
          <p:nvPr/>
        </p:nvSpPr>
        <p:spPr>
          <a:xfrm>
            <a:off x="1654839" y="3598357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374515-F68B-5629-482C-DB77DA9FE685}"/>
              </a:ext>
            </a:extLst>
          </p:cNvPr>
          <p:cNvSpPr/>
          <p:nvPr/>
        </p:nvSpPr>
        <p:spPr>
          <a:xfrm>
            <a:off x="1766573" y="4411355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5CCFB1-CAF9-E7B5-AEFA-F10A822A4E83}"/>
              </a:ext>
            </a:extLst>
          </p:cNvPr>
          <p:cNvSpPr/>
          <p:nvPr/>
        </p:nvSpPr>
        <p:spPr>
          <a:xfrm>
            <a:off x="1766573" y="5224353"/>
            <a:ext cx="454991" cy="38031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65EBF7-A9E0-F8EA-6876-F684721901B0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1994069" y="2440617"/>
            <a:ext cx="1" cy="349352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12A6D5-7197-1FC5-1B3A-51BA1766D783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1882335" y="3170286"/>
            <a:ext cx="111735" cy="428071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9B8A61-AE5D-66B4-6950-9F999F236344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1080966" y="2467742"/>
            <a:ext cx="909976" cy="34830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F9EF18-7F2E-B286-C005-55EAB0E7DDE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990942" y="2468895"/>
            <a:ext cx="913109" cy="321073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381739-4459-5CED-0214-71ABCC9BFA6B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934919" y="3170286"/>
            <a:ext cx="146047" cy="430376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898237-521E-8EFB-5425-9E6F20F529AA}"/>
              </a:ext>
            </a:extLst>
          </p:cNvPr>
          <p:cNvCxnSpPr>
            <a:cxnSpLocks/>
            <a:stCxn id="7" idx="4"/>
            <a:endCxn id="9" idx="7"/>
          </p:cNvCxnSpPr>
          <p:nvPr/>
        </p:nvCxnSpPr>
        <p:spPr>
          <a:xfrm flipH="1">
            <a:off x="2043198" y="3170285"/>
            <a:ext cx="860853" cy="483768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2E217F-F93D-72AD-C364-41E2FEC242E1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>
            <a:off x="934919" y="3980979"/>
            <a:ext cx="1059150" cy="430376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8BD69C-986A-2D4E-97E0-2B5D15D5FA05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1882335" y="3978674"/>
            <a:ext cx="111734" cy="432681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9488EE-871A-91A0-FA7B-06CEC857E43F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1994069" y="4791672"/>
            <a:ext cx="0" cy="432681"/>
          </a:xfrm>
          <a:prstGeom prst="line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D2441D3-F3D0-885C-39EB-A6811CD4D658}"/>
              </a:ext>
            </a:extLst>
          </p:cNvPr>
          <p:cNvSpPr txBox="1"/>
          <p:nvPr/>
        </p:nvSpPr>
        <p:spPr>
          <a:xfrm>
            <a:off x="2447496" y="2278736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1702D0-2BAA-6E5F-212F-942CC8468D17}"/>
              </a:ext>
            </a:extLst>
          </p:cNvPr>
          <p:cNvSpPr txBox="1"/>
          <p:nvPr/>
        </p:nvSpPr>
        <p:spPr>
          <a:xfrm>
            <a:off x="1950148" y="2506599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6F0488-0DBE-9C26-313D-E4D89BC9E359}"/>
              </a:ext>
            </a:extLst>
          </p:cNvPr>
          <p:cNvSpPr txBox="1"/>
          <p:nvPr/>
        </p:nvSpPr>
        <p:spPr>
          <a:xfrm>
            <a:off x="1147698" y="2319091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FD905-DE71-9F74-C0D9-35D53F0EB713}"/>
              </a:ext>
            </a:extLst>
          </p:cNvPr>
          <p:cNvSpPr txBox="1"/>
          <p:nvPr/>
        </p:nvSpPr>
        <p:spPr>
          <a:xfrm>
            <a:off x="638729" y="3215120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8AACC4-335A-8F0D-20ED-2EAE953A890F}"/>
              </a:ext>
            </a:extLst>
          </p:cNvPr>
          <p:cNvSpPr txBox="1"/>
          <p:nvPr/>
        </p:nvSpPr>
        <p:spPr>
          <a:xfrm>
            <a:off x="1721642" y="3156829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B3A1C-F0A1-2B9C-2495-999EF780124D}"/>
              </a:ext>
            </a:extLst>
          </p:cNvPr>
          <p:cNvSpPr txBox="1"/>
          <p:nvPr/>
        </p:nvSpPr>
        <p:spPr>
          <a:xfrm>
            <a:off x="2988028" y="3211106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4FC82-36A2-1B83-CCA2-F27B0D1B4BEF}"/>
              </a:ext>
            </a:extLst>
          </p:cNvPr>
          <p:cNvSpPr txBox="1"/>
          <p:nvPr/>
        </p:nvSpPr>
        <p:spPr>
          <a:xfrm>
            <a:off x="1657641" y="3922978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0F90CA-65AE-575B-9450-0858F94ADB8C}"/>
              </a:ext>
            </a:extLst>
          </p:cNvPr>
          <p:cNvSpPr txBox="1"/>
          <p:nvPr/>
        </p:nvSpPr>
        <p:spPr>
          <a:xfrm>
            <a:off x="1191268" y="3788515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881285-A4F1-4137-3F35-7B60A3259BAB}"/>
              </a:ext>
            </a:extLst>
          </p:cNvPr>
          <p:cNvSpPr txBox="1"/>
          <p:nvPr/>
        </p:nvSpPr>
        <p:spPr>
          <a:xfrm>
            <a:off x="1953364" y="4860513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24C261-C274-F865-DC3D-28C1B865C0DA}"/>
              </a:ext>
            </a:extLst>
          </p:cNvPr>
          <p:cNvSpPr txBox="1"/>
          <p:nvPr/>
        </p:nvSpPr>
        <p:spPr>
          <a:xfrm>
            <a:off x="1771263" y="1758640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409C4F-A102-0B36-85DC-8AE709AC6948}"/>
              </a:ext>
            </a:extLst>
          </p:cNvPr>
          <p:cNvSpPr txBox="1"/>
          <p:nvPr/>
        </p:nvSpPr>
        <p:spPr>
          <a:xfrm>
            <a:off x="458201" y="2813879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AA0961-4701-5FA9-D8AD-33EC8B99F8B7}"/>
              </a:ext>
            </a:extLst>
          </p:cNvPr>
          <p:cNvSpPr txBox="1"/>
          <p:nvPr/>
        </p:nvSpPr>
        <p:spPr>
          <a:xfrm>
            <a:off x="1424448" y="2788308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CB00B0-1354-8260-FD81-48925369BC21}"/>
              </a:ext>
            </a:extLst>
          </p:cNvPr>
          <p:cNvSpPr txBox="1"/>
          <p:nvPr/>
        </p:nvSpPr>
        <p:spPr>
          <a:xfrm>
            <a:off x="3104381" y="2773944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61E44B-3EA2-FD81-654A-64A14420B5A6}"/>
              </a:ext>
            </a:extLst>
          </p:cNvPr>
          <p:cNvSpPr txBox="1"/>
          <p:nvPr/>
        </p:nvSpPr>
        <p:spPr>
          <a:xfrm>
            <a:off x="395785" y="3627857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4C8C5-A877-E919-CE40-AA20A89E05EB}"/>
              </a:ext>
            </a:extLst>
          </p:cNvPr>
          <p:cNvSpPr txBox="1"/>
          <p:nvPr/>
        </p:nvSpPr>
        <p:spPr>
          <a:xfrm>
            <a:off x="2055965" y="3569558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EC6B24-AE51-0FC7-C66E-E7765E6C06B2}"/>
              </a:ext>
            </a:extLst>
          </p:cNvPr>
          <p:cNvSpPr txBox="1"/>
          <p:nvPr/>
        </p:nvSpPr>
        <p:spPr>
          <a:xfrm>
            <a:off x="2184371" y="4402319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F898A01-B541-4406-1B5D-4E08DAE079ED}"/>
              </a:ext>
            </a:extLst>
          </p:cNvPr>
          <p:cNvSpPr/>
          <p:nvPr/>
        </p:nvSpPr>
        <p:spPr>
          <a:xfrm>
            <a:off x="2796710" y="3592864"/>
            <a:ext cx="454991" cy="38031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8126FB-3BD9-CE5B-B76B-940EF7B54FA3}"/>
              </a:ext>
            </a:extLst>
          </p:cNvPr>
          <p:cNvCxnSpPr>
            <a:cxnSpLocks/>
            <a:stCxn id="7" idx="5"/>
            <a:endCxn id="37" idx="1"/>
          </p:cNvCxnSpPr>
          <p:nvPr/>
        </p:nvCxnSpPr>
        <p:spPr>
          <a:xfrm flipH="1">
            <a:off x="2863342" y="3114589"/>
            <a:ext cx="201572" cy="533971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426A71-3515-6CD0-DBFE-112ED77B470C}"/>
              </a:ext>
            </a:extLst>
          </p:cNvPr>
          <p:cNvCxnSpPr>
            <a:stCxn id="37" idx="4"/>
            <a:endCxn id="10" idx="7"/>
          </p:cNvCxnSpPr>
          <p:nvPr/>
        </p:nvCxnSpPr>
        <p:spPr>
          <a:xfrm flipH="1">
            <a:off x="2154932" y="3973181"/>
            <a:ext cx="869274" cy="49387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9BBA17D-0926-F80D-1A2D-242B82B99F1F}"/>
              </a:ext>
            </a:extLst>
          </p:cNvPr>
          <p:cNvSpPr txBox="1"/>
          <p:nvPr/>
        </p:nvSpPr>
        <p:spPr>
          <a:xfrm>
            <a:off x="2671665" y="4081355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AAD899-73B1-DE11-17CA-6521E965C8AA}"/>
              </a:ext>
            </a:extLst>
          </p:cNvPr>
          <p:cNvSpPr txBox="1"/>
          <p:nvPr/>
        </p:nvSpPr>
        <p:spPr>
          <a:xfrm>
            <a:off x="3186111" y="3611647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498B5-BBD1-DAB1-0FBA-3CF29EEFF766}"/>
              </a:ext>
            </a:extLst>
          </p:cNvPr>
          <p:cNvCxnSpPr>
            <a:cxnSpLocks/>
          </p:cNvCxnSpPr>
          <p:nvPr/>
        </p:nvCxnSpPr>
        <p:spPr>
          <a:xfrm flipH="1">
            <a:off x="2046325" y="3180972"/>
            <a:ext cx="909982" cy="124107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82F703F-43EB-3EA0-9050-02085952BF90}"/>
              </a:ext>
            </a:extLst>
          </p:cNvPr>
          <p:cNvSpPr txBox="1"/>
          <p:nvPr/>
        </p:nvSpPr>
        <p:spPr>
          <a:xfrm>
            <a:off x="2386707" y="3413783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FE6620-2976-83DE-D18E-22007B6E00A2}"/>
              </a:ext>
            </a:extLst>
          </p:cNvPr>
          <p:cNvSpPr txBox="1"/>
          <p:nvPr/>
        </p:nvSpPr>
        <p:spPr>
          <a:xfrm>
            <a:off x="2391142" y="3040907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170511-0315-F787-A0D6-7EC7CD4C5F4A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2221565" y="2980127"/>
            <a:ext cx="454990" cy="1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36EA210-C7EB-E092-E578-7E9D1301706B}"/>
              </a:ext>
            </a:extLst>
          </p:cNvPr>
          <p:cNvSpPr txBox="1"/>
          <p:nvPr/>
        </p:nvSpPr>
        <p:spPr>
          <a:xfrm>
            <a:off x="2276192" y="2667563"/>
            <a:ext cx="561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DE49B8-DD88-3FEF-83A4-D4C26B0912E6}"/>
              </a:ext>
            </a:extLst>
          </p:cNvPr>
          <p:cNvSpPr txBox="1"/>
          <p:nvPr/>
        </p:nvSpPr>
        <p:spPr>
          <a:xfrm>
            <a:off x="2206684" y="5135491"/>
            <a:ext cx="481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262D639-4742-71DD-6C98-EC71ED02CDE8}"/>
                  </a:ext>
                </a:extLst>
              </p14:cNvPr>
              <p14:cNvContentPartPr/>
              <p14:nvPr/>
            </p14:nvContentPartPr>
            <p14:xfrm>
              <a:off x="339840" y="93600"/>
              <a:ext cx="11817360" cy="6764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262D639-4742-71DD-6C98-EC71ED02CD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40" y="77400"/>
                <a:ext cx="11855160" cy="679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3267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C631-55B4-EBD8-382D-5667D09A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A*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0772E-EF63-4F3E-8F7E-9052959A6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0676255" cy="535067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Consistent</a:t>
                </a:r>
                <a:r>
                  <a:rPr lang="en-US" dirty="0"/>
                  <a:t> heuristic</a:t>
                </a:r>
              </a:p>
              <a:p>
                <a:pPr lvl="1"/>
                <a:r>
                  <a:rPr lang="en-US" dirty="0"/>
                  <a:t>If for every node n and all its successors n’:</a:t>
                </a:r>
              </a:p>
              <a:p>
                <a:pPr lvl="2"/>
                <a:r>
                  <a:rPr lang="en-US" dirty="0"/>
                  <a:t>h(n)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c(n, n’) + h(n’)</a:t>
                </a:r>
              </a:p>
              <a:p>
                <a:pPr lvl="2"/>
                <a:r>
                  <a:rPr lang="en-US" dirty="0"/>
                  <a:t>i.e., the estimated cost from n to goal is no greater than the 1-step cost of moving to n’ plus the estimated cost from n’ to goal  </a:t>
                </a:r>
              </a:p>
              <a:p>
                <a:r>
                  <a:rPr lang="en-US" dirty="0"/>
                  <a:t>Key properties:</a:t>
                </a:r>
              </a:p>
              <a:p>
                <a:pPr lvl="1"/>
                <a:r>
                  <a:rPr lang="en-US" dirty="0"/>
                  <a:t>A consistent heuristic is </a:t>
                </a:r>
                <a:r>
                  <a:rPr lang="en-US" b="1" dirty="0"/>
                  <a:t>always admissible</a:t>
                </a:r>
              </a:p>
              <a:p>
                <a:pPr lvl="1"/>
                <a:r>
                  <a:rPr lang="en-US" dirty="0"/>
                  <a:t>A* search is </a:t>
                </a:r>
                <a:r>
                  <a:rPr lang="en-US" b="1" dirty="0"/>
                  <a:t>optimal</a:t>
                </a:r>
                <a:r>
                  <a:rPr lang="en-US" dirty="0"/>
                  <a:t> if h is consistent</a:t>
                </a:r>
              </a:p>
              <a:p>
                <a:pPr lvl="1"/>
                <a:r>
                  <a:rPr lang="en-US" dirty="0"/>
                  <a:t>With consistent heuristic:</a:t>
                </a:r>
              </a:p>
              <a:p>
                <a:pPr lvl="2"/>
                <a:r>
                  <a:rPr lang="en-US" dirty="0"/>
                  <a:t>f values are </a:t>
                </a:r>
                <a:r>
                  <a:rPr lang="en-US" b="1" dirty="0"/>
                  <a:t>non-decreasing</a:t>
                </a:r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No need to reopen nodes </a:t>
                </a:r>
                <a:r>
                  <a:rPr lang="en-US" dirty="0"/>
                  <a:t>in the Closed List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80772E-EF63-4F3E-8F7E-9052959A6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0676255" cy="5350670"/>
              </a:xfrm>
              <a:blipFill>
                <a:blip r:embed="rId3"/>
                <a:stretch>
                  <a:fillRect l="-1188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A3B2F8-B417-5886-B33B-5EC90D2C1149}"/>
                  </a:ext>
                </a:extLst>
              </p14:cNvPr>
              <p14:cNvContentPartPr/>
              <p14:nvPr/>
            </p14:nvContentPartPr>
            <p14:xfrm>
              <a:off x="423720" y="35640"/>
              <a:ext cx="11487240" cy="661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A3B2F8-B417-5886-B33B-5EC90D2C11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120" y="19440"/>
                <a:ext cx="11525040" cy="665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040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4216B-03B3-483C-1CB5-DC48223E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88F1-E063-A365-507C-E8EBB175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Admissible/Consistent Heuristic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0FA6B-E0CF-C28E-80DA-9B97DBC1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" y="1434152"/>
            <a:ext cx="4650684" cy="4516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577904-A8C2-FC3D-9A9B-D52CCCD27DDC}"/>
              </a:ext>
            </a:extLst>
          </p:cNvPr>
          <p:cNvSpPr txBox="1"/>
          <p:nvPr/>
        </p:nvSpPr>
        <p:spPr>
          <a:xfrm>
            <a:off x="5204404" y="4592851"/>
            <a:ext cx="37289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Is h</a:t>
            </a:r>
            <a:r>
              <a:rPr lang="en-US" sz="2400" baseline="-25000" dirty="0"/>
              <a:t>1</a:t>
            </a:r>
            <a:r>
              <a:rPr lang="en-US" sz="2400" dirty="0"/>
              <a:t> admissible?</a:t>
            </a:r>
          </a:p>
          <a:p>
            <a:pPr marL="342900" indent="-342900">
              <a:buAutoNum type="arabicPeriod"/>
            </a:pPr>
            <a:r>
              <a:rPr lang="en-US" sz="2400" dirty="0"/>
              <a:t>Is h</a:t>
            </a:r>
            <a:r>
              <a:rPr lang="en-US" sz="2400" baseline="-25000" dirty="0"/>
              <a:t>2</a:t>
            </a:r>
            <a:r>
              <a:rPr lang="en-US" sz="2400" dirty="0"/>
              <a:t> admissible?</a:t>
            </a:r>
          </a:p>
          <a:p>
            <a:pPr marL="342900" indent="-342900">
              <a:buAutoNum type="arabicPeriod"/>
            </a:pP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Is h</a:t>
            </a:r>
            <a:r>
              <a:rPr lang="en-US" sz="2400" baseline="-25000" dirty="0"/>
              <a:t>1</a:t>
            </a:r>
            <a:r>
              <a:rPr lang="en-US" sz="2400" dirty="0"/>
              <a:t> consistent?</a:t>
            </a:r>
          </a:p>
          <a:p>
            <a:pPr marL="342900" indent="-342900">
              <a:buAutoNum type="arabicPeriod"/>
            </a:pPr>
            <a:r>
              <a:rPr lang="en-US" sz="2400" dirty="0"/>
              <a:t>Is h</a:t>
            </a:r>
            <a:r>
              <a:rPr lang="en-US" sz="2400" baseline="-25000" dirty="0"/>
              <a:t>2</a:t>
            </a:r>
            <a:r>
              <a:rPr lang="en-US" sz="2400" dirty="0"/>
              <a:t> consistent?</a:t>
            </a:r>
          </a:p>
          <a:p>
            <a:pPr marL="342900" indent="-342900">
              <a:buAutoNum type="arabicPeriod"/>
            </a:pP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F91ECB-49A7-AA49-C458-014443CD4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026487"/>
              </p:ext>
            </p:extLst>
          </p:nvPr>
        </p:nvGraphicFramePr>
        <p:xfrm>
          <a:off x="5204404" y="1307071"/>
          <a:ext cx="4650684" cy="3023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228">
                  <a:extLst>
                    <a:ext uri="{9D8B030D-6E8A-4147-A177-3AD203B41FA5}">
                      <a16:colId xmlns:a16="http://schemas.microsoft.com/office/drawing/2014/main" val="1349903965"/>
                    </a:ext>
                  </a:extLst>
                </a:gridCol>
                <a:gridCol w="1550228">
                  <a:extLst>
                    <a:ext uri="{9D8B030D-6E8A-4147-A177-3AD203B41FA5}">
                      <a16:colId xmlns:a16="http://schemas.microsoft.com/office/drawing/2014/main" val="2400194262"/>
                    </a:ext>
                  </a:extLst>
                </a:gridCol>
                <a:gridCol w="1550228">
                  <a:extLst>
                    <a:ext uri="{9D8B030D-6E8A-4147-A177-3AD203B41FA5}">
                      <a16:colId xmlns:a16="http://schemas.microsoft.com/office/drawing/2014/main" val="2718295743"/>
                    </a:ext>
                  </a:extLst>
                </a:gridCol>
              </a:tblGrid>
              <a:tr h="646157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Heuristic h</a:t>
                      </a:r>
                      <a:r>
                        <a:rPr lang="en-SG" b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Heuristic h</a:t>
                      </a:r>
                      <a:r>
                        <a:rPr lang="en-SG" b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531219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712729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650348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550469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150751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009114"/>
                  </a:ext>
                </a:extLst>
              </a:tr>
              <a:tr h="396211"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90055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BEA651-105A-DE7F-EB27-1EC6D9AE465F}"/>
                  </a:ext>
                </a:extLst>
              </p14:cNvPr>
              <p14:cNvContentPartPr/>
              <p14:nvPr/>
            </p14:nvContentPartPr>
            <p14:xfrm>
              <a:off x="2552400" y="53640"/>
              <a:ext cx="9514800" cy="680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BEA651-105A-DE7F-EB27-1EC6D9AE46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6200" y="37440"/>
                <a:ext cx="9547200" cy="68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980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A851-BE59-6709-04F9-1079BB0A2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</a:p>
        </p:txBody>
      </p:sp>
    </p:spTree>
    <p:extLst>
      <p:ext uri="{BB962C8B-B14F-4D97-AF65-F5344CB8AC3E}">
        <p14:creationId xmlns:p14="http://schemas.microsoft.com/office/powerpoint/2010/main" val="291987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1659-D139-E415-39C3-1405421A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Bike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9F00E-FCB9-063E-483E-4105ED32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5248136"/>
            <a:ext cx="11153866" cy="1210109"/>
          </a:xfrm>
        </p:spPr>
        <p:txBody>
          <a:bodyPr>
            <a:normAutofit/>
          </a:bodyPr>
          <a:lstStyle/>
          <a:p>
            <a:r>
              <a:rPr lang="en-US" dirty="0"/>
              <a:t>Let us take a simple problem where there are </a:t>
            </a:r>
            <a:r>
              <a:rPr lang="en-US" b="1" dirty="0"/>
              <a:t>2 locations </a:t>
            </a:r>
            <a:r>
              <a:rPr lang="en-US" dirty="0"/>
              <a:t>and there is </a:t>
            </a:r>
            <a:r>
              <a:rPr lang="en-US" b="1" dirty="0"/>
              <a:t>only one bike</a:t>
            </a:r>
            <a:r>
              <a:rPr lang="en-US" dirty="0"/>
              <a:t>. Should it be put at Loc1 or Loc2?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CC4424-9D88-AB79-DD0D-A46F133F5C7A}"/>
              </a:ext>
            </a:extLst>
          </p:cNvPr>
          <p:cNvGrpSpPr/>
          <p:nvPr/>
        </p:nvGrpSpPr>
        <p:grpSpPr>
          <a:xfrm>
            <a:off x="2524760" y="2169662"/>
            <a:ext cx="6858000" cy="2777724"/>
            <a:chOff x="538620" y="1873103"/>
            <a:chExt cx="6256246" cy="476276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673667A-C1E1-74C1-335A-3ECBAA7DCCC2}"/>
                </a:ext>
              </a:extLst>
            </p:cNvPr>
            <p:cNvSpPr/>
            <p:nvPr/>
          </p:nvSpPr>
          <p:spPr>
            <a:xfrm>
              <a:off x="538620" y="3933173"/>
              <a:ext cx="801666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387B4F7-9BEF-0E07-E1C7-634B26EA3A7E}"/>
                </a:ext>
              </a:extLst>
            </p:cNvPr>
            <p:cNvCxnSpPr>
              <a:cxnSpLocks/>
              <a:stCxn id="5" idx="3"/>
              <a:endCxn id="7" idx="2"/>
            </p:cNvCxnSpPr>
            <p:nvPr/>
          </p:nvCxnSpPr>
          <p:spPr>
            <a:xfrm flipV="1">
              <a:off x="1340286" y="2837607"/>
              <a:ext cx="1590804" cy="1371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2844D62-2664-8A48-7F27-7294711DFDC0}"/>
                </a:ext>
              </a:extLst>
            </p:cNvPr>
            <p:cNvSpPr/>
            <p:nvPr/>
          </p:nvSpPr>
          <p:spPr>
            <a:xfrm>
              <a:off x="2931090" y="2568297"/>
              <a:ext cx="551146" cy="53861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2AA970-F1AA-AD1E-49FA-7324009E2304}"/>
                </a:ext>
              </a:extLst>
            </p:cNvPr>
            <p:cNvCxnSpPr>
              <a:cxnSpLocks/>
              <a:stCxn id="5" idx="3"/>
              <a:endCxn id="9" idx="2"/>
            </p:cNvCxnSpPr>
            <p:nvPr/>
          </p:nvCxnSpPr>
          <p:spPr>
            <a:xfrm>
              <a:off x="1340286" y="4208746"/>
              <a:ext cx="1590804" cy="123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6627F47-F5DB-9640-1990-B4A3A8F7690D}"/>
                </a:ext>
              </a:extLst>
            </p:cNvPr>
            <p:cNvSpPr/>
            <p:nvPr/>
          </p:nvSpPr>
          <p:spPr>
            <a:xfrm>
              <a:off x="2931090" y="5174544"/>
              <a:ext cx="551146" cy="53861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49ACFF43-C6DB-6B1C-2312-84D6299070F3}"/>
                </a:ext>
              </a:extLst>
            </p:cNvPr>
            <p:cNvSpPr/>
            <p:nvPr/>
          </p:nvSpPr>
          <p:spPr>
            <a:xfrm>
              <a:off x="5050076" y="1873103"/>
              <a:ext cx="972352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Rented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FD0763A2-2090-D7DA-A599-C71B4780424D}"/>
                </a:ext>
              </a:extLst>
            </p:cNvPr>
            <p:cNvSpPr/>
            <p:nvPr/>
          </p:nvSpPr>
          <p:spPr>
            <a:xfrm>
              <a:off x="5050076" y="3282473"/>
              <a:ext cx="972352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Idle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88ED6F9-8211-7A93-D821-BF1AAB0CF7A9}"/>
                </a:ext>
              </a:extLst>
            </p:cNvPr>
            <p:cNvSpPr/>
            <p:nvPr/>
          </p:nvSpPr>
          <p:spPr>
            <a:xfrm>
              <a:off x="5073040" y="4585912"/>
              <a:ext cx="949388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Rented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D81C391-F8B0-2A02-C964-F0B1D317DAB4}"/>
                </a:ext>
              </a:extLst>
            </p:cNvPr>
            <p:cNvSpPr/>
            <p:nvPr/>
          </p:nvSpPr>
          <p:spPr>
            <a:xfrm>
              <a:off x="5073040" y="5889351"/>
              <a:ext cx="949388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Idle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528869-6533-2230-DED2-11969C51EDB9}"/>
                </a:ext>
              </a:extLst>
            </p:cNvPr>
            <p:cNvCxnSpPr>
              <a:cxnSpLocks/>
              <a:stCxn id="7" idx="6"/>
              <a:endCxn id="10" idx="1"/>
            </p:cNvCxnSpPr>
            <p:nvPr/>
          </p:nvCxnSpPr>
          <p:spPr>
            <a:xfrm flipV="1">
              <a:off x="3482236" y="2148676"/>
              <a:ext cx="1567840" cy="6889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22791D-093B-A53B-EF2F-6A30D92C9A8F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3482236" y="2837607"/>
              <a:ext cx="1567840" cy="7204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A53403-DADC-12E6-433C-98C628823DB6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 flipV="1">
              <a:off x="3482236" y="4861485"/>
              <a:ext cx="1590804" cy="582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38DAE50-2ECC-985E-E35F-E4E94ED893A5}"/>
                </a:ext>
              </a:extLst>
            </p:cNvPr>
            <p:cNvCxnSpPr>
              <a:cxnSpLocks/>
              <a:stCxn id="9" idx="6"/>
              <a:endCxn id="13" idx="1"/>
            </p:cNvCxnSpPr>
            <p:nvPr/>
          </p:nvCxnSpPr>
          <p:spPr>
            <a:xfrm>
              <a:off x="3482236" y="5443854"/>
              <a:ext cx="1590804" cy="7210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C595F3-3837-3F24-1C7E-0CF1A7F3EAC9}"/>
                </a:ext>
              </a:extLst>
            </p:cNvPr>
            <p:cNvSpPr txBox="1"/>
            <p:nvPr/>
          </p:nvSpPr>
          <p:spPr>
            <a:xfrm>
              <a:off x="1287139" y="3106916"/>
              <a:ext cx="757070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Helvetica" pitchFamily="2" charset="0"/>
                </a:rPr>
                <a:t>Loc</a:t>
              </a:r>
              <a:r>
                <a:rPr lang="en-US" dirty="0">
                  <a:latin typeface="Helvetica" pitchFamily="2" charset="0"/>
                </a:rPr>
                <a:t>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4B235B-32C6-1E3C-82E2-522DF239204B}"/>
                </a:ext>
              </a:extLst>
            </p:cNvPr>
            <p:cNvSpPr txBox="1"/>
            <p:nvPr/>
          </p:nvSpPr>
          <p:spPr>
            <a:xfrm>
              <a:off x="1340285" y="4697449"/>
              <a:ext cx="832551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Helvetica" pitchFamily="2" charset="0"/>
                </a:rPr>
                <a:t>Loc</a:t>
              </a:r>
              <a:r>
                <a:rPr lang="en-US" dirty="0">
                  <a:latin typeface="Helvetica" pitchFamily="2" charset="0"/>
                </a:rPr>
                <a:t> 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9C0F85-110C-FDD8-10AF-4A78D1B3A612}"/>
                </a:ext>
              </a:extLst>
            </p:cNvPr>
            <p:cNvSpPr txBox="1"/>
            <p:nvPr/>
          </p:nvSpPr>
          <p:spPr>
            <a:xfrm>
              <a:off x="3806416" y="2038216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A59D92-F714-F1C7-4D00-D10BDBF61A07}"/>
                </a:ext>
              </a:extLst>
            </p:cNvPr>
            <p:cNvSpPr txBox="1"/>
            <p:nvPr/>
          </p:nvSpPr>
          <p:spPr>
            <a:xfrm>
              <a:off x="3814136" y="3189060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C9E6C6-8CD4-3E17-2A67-E378E464E52F}"/>
                </a:ext>
              </a:extLst>
            </p:cNvPr>
            <p:cNvSpPr txBox="1"/>
            <p:nvPr/>
          </p:nvSpPr>
          <p:spPr>
            <a:xfrm>
              <a:off x="3762847" y="4706751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85CF3C-B095-A7C6-F5B9-8B39527F84DC}"/>
                </a:ext>
              </a:extLst>
            </p:cNvPr>
            <p:cNvSpPr txBox="1"/>
            <p:nvPr/>
          </p:nvSpPr>
          <p:spPr>
            <a:xfrm>
              <a:off x="3745117" y="5819887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6D5BDA-0A3A-4472-9812-4056A74807C9}"/>
                </a:ext>
              </a:extLst>
            </p:cNvPr>
            <p:cNvSpPr txBox="1"/>
            <p:nvPr/>
          </p:nvSpPr>
          <p:spPr>
            <a:xfrm>
              <a:off x="6037796" y="1931519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90 C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651AF9-D281-A6E8-4F8E-A5991435986E}"/>
                </a:ext>
              </a:extLst>
            </p:cNvPr>
            <p:cNvSpPr txBox="1"/>
            <p:nvPr/>
          </p:nvSpPr>
          <p:spPr>
            <a:xfrm>
              <a:off x="6037796" y="3401139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-20 C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C454E0-04C8-E7E0-9D1F-5BB9BA79CE04}"/>
                </a:ext>
              </a:extLst>
            </p:cNvPr>
            <p:cNvSpPr txBox="1"/>
            <p:nvPr/>
          </p:nvSpPr>
          <p:spPr>
            <a:xfrm>
              <a:off x="6030851" y="4686094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150 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A7FC462-7962-95C0-3ADF-147DD45E1A6F}"/>
                </a:ext>
              </a:extLst>
            </p:cNvPr>
            <p:cNvSpPr txBox="1"/>
            <p:nvPr/>
          </p:nvSpPr>
          <p:spPr>
            <a:xfrm>
              <a:off x="6030778" y="5989533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-10 C</a:t>
              </a:r>
            </a:p>
          </p:txBody>
        </p:sp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A53339C-3C0A-D5DB-A8C0-C79A61521187}"/>
              </a:ext>
            </a:extLst>
          </p:cNvPr>
          <p:cNvSpPr txBox="1">
            <a:spLocks/>
          </p:cNvSpPr>
          <p:nvPr/>
        </p:nvSpPr>
        <p:spPr>
          <a:xfrm>
            <a:off x="553720" y="1260451"/>
            <a:ext cx="11398794" cy="8943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Trucks have to relocate bikes periodically (e.g., every few hours) to ensure they are in right places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1ED7418-14DB-049E-65FE-D3489E385993}"/>
                  </a:ext>
                </a:extLst>
              </p14:cNvPr>
              <p14:cNvContentPartPr/>
              <p14:nvPr/>
            </p14:nvContentPartPr>
            <p14:xfrm>
              <a:off x="3226320" y="1820520"/>
              <a:ext cx="8710560" cy="4350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1ED7418-14DB-049E-65FE-D3489E3859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0120" y="1804320"/>
                <a:ext cx="8742960" cy="438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194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33B9-BE3B-113C-3DA3-24A634C3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Bike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207F0-B6B1-9F8B-B8FA-B4E46ADF6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one will you pick:</a:t>
            </a:r>
          </a:p>
          <a:p>
            <a:pPr lvl="1"/>
            <a:r>
              <a:rPr lang="en-US" dirty="0"/>
              <a:t>Loc 1: High chance of success</a:t>
            </a:r>
          </a:p>
          <a:p>
            <a:pPr lvl="1"/>
            <a:r>
              <a:rPr lang="en-US" dirty="0"/>
              <a:t>Loc 2: Higher reward for success</a:t>
            </a:r>
          </a:p>
          <a:p>
            <a:r>
              <a:rPr lang="en-US" dirty="0"/>
              <a:t>Make a choice based on two elements</a:t>
            </a:r>
          </a:p>
          <a:p>
            <a:pPr lvl="1"/>
            <a:r>
              <a:rPr lang="en-US" dirty="0"/>
              <a:t>Chance of success</a:t>
            </a:r>
          </a:p>
          <a:p>
            <a:pPr lvl="1"/>
            <a:r>
              <a:rPr lang="en-US" dirty="0"/>
              <a:t>Consequence of success/failure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74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1917-FE9D-66FE-3E69-B2DCC9B3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A2DB-9097-60A3-A6C1-E8DC98460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Uncertainty changes the decision making process</a:t>
            </a:r>
          </a:p>
          <a:p>
            <a:r>
              <a:rPr lang="en-US" dirty="0"/>
              <a:t>Probability Theory + Utility Theory</a:t>
            </a:r>
          </a:p>
          <a:p>
            <a:pPr lvl="1"/>
            <a:r>
              <a:rPr lang="en-US" dirty="0"/>
              <a:t>Probability theory deals with chance</a:t>
            </a:r>
          </a:p>
          <a:p>
            <a:pPr lvl="1"/>
            <a:r>
              <a:rPr lang="en-US" dirty="0"/>
              <a:t>Utility theory deals with consequence</a:t>
            </a:r>
          </a:p>
          <a:p>
            <a:r>
              <a:rPr lang="en-US" dirty="0"/>
              <a:t>Fundamental Idea</a:t>
            </a:r>
          </a:p>
          <a:p>
            <a:pPr lvl="1"/>
            <a:r>
              <a:rPr lang="en-US" b="1" dirty="0"/>
              <a:t>Maximum Expected Utility (MEU)</a:t>
            </a:r>
          </a:p>
          <a:p>
            <a:pPr lvl="1"/>
            <a:r>
              <a:rPr lang="en-US" dirty="0"/>
              <a:t>Choose the action with the highest EU</a:t>
            </a:r>
          </a:p>
          <a:p>
            <a:r>
              <a:rPr lang="en-US" dirty="0"/>
              <a:t>Will focus on single decisions first, then come back to sequential decisions (MDP)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8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9E89-6CBD-6F30-6E86-ADF0DD1B7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Expected Utility (MEU)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91D11-742D-8613-CD70-B5B7D2FDB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Agent is faced with a </a:t>
                </a:r>
                <a:r>
                  <a:rPr lang="en-US" b="1" dirty="0"/>
                  <a:t>single</a:t>
                </a:r>
                <a:r>
                  <a:rPr lang="en-US" dirty="0"/>
                  <a:t> </a:t>
                </a:r>
                <a:r>
                  <a:rPr lang="en-US" b="1" dirty="0"/>
                  <a:t>decision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…}</m:t>
                    </m:r>
                  </m:oMath>
                </a14:m>
                <a:r>
                  <a:rPr lang="en-US" dirty="0"/>
                  <a:t> be set of actions</a:t>
                </a:r>
              </a:p>
              <a:p>
                <a:pPr lvl="1"/>
                <a:r>
                  <a:rPr lang="en-US" dirty="0"/>
                  <a:t>Loc1 or Loc2</a:t>
                </a:r>
              </a:p>
              <a:p>
                <a:r>
                  <a:rPr lang="en-US" dirty="0"/>
                  <a:t>Let </a:t>
                </a:r>
                <a:r>
                  <a:rPr lang="en-US" i="1" dirty="0"/>
                  <a:t>O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…}</m:t>
                    </m:r>
                  </m:oMath>
                </a14:m>
                <a:r>
                  <a:rPr lang="en-US" dirty="0"/>
                  <a:t> be the outcomes/states</a:t>
                </a:r>
              </a:p>
              <a:p>
                <a:pPr lvl="1"/>
                <a:r>
                  <a:rPr lang="en-US" dirty="0"/>
                  <a:t>Rented, Idle etc.</a:t>
                </a:r>
              </a:p>
              <a:p>
                <a:r>
                  <a:rPr lang="en-US" dirty="0"/>
                  <a:t>Probability of outcome o</a:t>
                </a:r>
                <a14:m>
                  <m:oMath xmlns:m="http://schemas.openxmlformats.org/officeDocument/2006/math"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given action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Utility/reward of outcome o</a:t>
                </a:r>
                <a14:m>
                  <m:oMath xmlns:m="http://schemas.openxmlformats.org/officeDocument/2006/math"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after taking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ym typeface="Wingdings" pitchFamily="2" charset="2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91D11-742D-8613-CD70-B5B7D2FDB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E48C7C-6005-3481-F273-BE15A6BD844F}"/>
                  </a:ext>
                </a:extLst>
              </p14:cNvPr>
              <p14:cNvContentPartPr/>
              <p14:nvPr/>
            </p14:nvContentPartPr>
            <p14:xfrm>
              <a:off x="587160" y="3154680"/>
              <a:ext cx="10334160" cy="333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E48C7C-6005-3481-F273-BE15A6BD84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560" y="3138480"/>
                <a:ext cx="10371960" cy="337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69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A4F1-4870-C2AF-02A4-6BDCA475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5164-4AC5-39B3-4524-1E45713E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Expected Utility (MEU)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E7D24-9142-EC19-6142-9C9DB81146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191338"/>
                <a:ext cx="10800080" cy="2698623"/>
              </a:xfrm>
            </p:spPr>
            <p:txBody>
              <a:bodyPr/>
              <a:lstStyle/>
              <a:p>
                <a:r>
                  <a:rPr lang="en-US" b="1" dirty="0"/>
                  <a:t>Expected Utility </a:t>
                </a:r>
                <a:r>
                  <a:rPr lang="en-US" dirty="0"/>
                  <a:t>is given by: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Take the action that maximizes EU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𝑀𝐸𝑈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In our example, which location/action has higher EU?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E7D24-9142-EC19-6142-9C9DB81146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191338"/>
                <a:ext cx="10800080" cy="2698623"/>
              </a:xfrm>
              <a:blipFill>
                <a:blip r:embed="rId3"/>
                <a:stretch>
                  <a:fillRect l="-1174" t="-7477" b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39B873E-86F1-988C-2FB7-DF535FECEDFC}"/>
              </a:ext>
            </a:extLst>
          </p:cNvPr>
          <p:cNvGrpSpPr/>
          <p:nvPr/>
        </p:nvGrpSpPr>
        <p:grpSpPr>
          <a:xfrm>
            <a:off x="2540259" y="3889961"/>
            <a:ext cx="6603742" cy="2676830"/>
            <a:chOff x="538620" y="1873103"/>
            <a:chExt cx="6256246" cy="476276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F901C48-30A9-D4A8-A8D4-D6986F36FBFD}"/>
                </a:ext>
              </a:extLst>
            </p:cNvPr>
            <p:cNvSpPr/>
            <p:nvPr/>
          </p:nvSpPr>
          <p:spPr>
            <a:xfrm>
              <a:off x="538620" y="3933173"/>
              <a:ext cx="801666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Helvetica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59A1C64-DF59-6644-478A-A7D525AEAC9A}"/>
                </a:ext>
              </a:extLst>
            </p:cNvPr>
            <p:cNvCxnSpPr>
              <a:cxnSpLocks/>
              <a:stCxn id="5" idx="3"/>
              <a:endCxn id="7" idx="2"/>
            </p:cNvCxnSpPr>
            <p:nvPr/>
          </p:nvCxnSpPr>
          <p:spPr>
            <a:xfrm flipV="1">
              <a:off x="1340286" y="2837607"/>
              <a:ext cx="1590804" cy="1371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BDC15B9-26F0-C605-32CD-9E0CB4351943}"/>
                </a:ext>
              </a:extLst>
            </p:cNvPr>
            <p:cNvSpPr/>
            <p:nvPr/>
          </p:nvSpPr>
          <p:spPr>
            <a:xfrm>
              <a:off x="2931090" y="2568297"/>
              <a:ext cx="551146" cy="53861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E26A63-E0C7-2BC0-4270-DC5B2B485270}"/>
                </a:ext>
              </a:extLst>
            </p:cNvPr>
            <p:cNvCxnSpPr>
              <a:cxnSpLocks/>
              <a:stCxn id="5" idx="3"/>
              <a:endCxn id="9" idx="2"/>
            </p:cNvCxnSpPr>
            <p:nvPr/>
          </p:nvCxnSpPr>
          <p:spPr>
            <a:xfrm>
              <a:off x="1340286" y="4208746"/>
              <a:ext cx="1590804" cy="12351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FFA0AF0-9FE9-C863-3A5F-2949C3708107}"/>
                </a:ext>
              </a:extLst>
            </p:cNvPr>
            <p:cNvSpPr/>
            <p:nvPr/>
          </p:nvSpPr>
          <p:spPr>
            <a:xfrm>
              <a:off x="2931090" y="5174544"/>
              <a:ext cx="551146" cy="53861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777EABB-7FF4-35C2-4717-E05142746946}"/>
                </a:ext>
              </a:extLst>
            </p:cNvPr>
            <p:cNvSpPr/>
            <p:nvPr/>
          </p:nvSpPr>
          <p:spPr>
            <a:xfrm>
              <a:off x="5050076" y="1873103"/>
              <a:ext cx="972352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Rented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E02E7EE-B4FB-05C8-DD90-0057CC4B2005}"/>
                </a:ext>
              </a:extLst>
            </p:cNvPr>
            <p:cNvSpPr/>
            <p:nvPr/>
          </p:nvSpPr>
          <p:spPr>
            <a:xfrm>
              <a:off x="5050076" y="3282473"/>
              <a:ext cx="972352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Idle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8D58F21-CF63-9A33-9E45-8D6DA85A8BC5}"/>
                </a:ext>
              </a:extLst>
            </p:cNvPr>
            <p:cNvSpPr/>
            <p:nvPr/>
          </p:nvSpPr>
          <p:spPr>
            <a:xfrm>
              <a:off x="5073040" y="4585912"/>
              <a:ext cx="949388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Rented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16FAB26-768E-5DEA-D4B0-E640EAF6A234}"/>
                </a:ext>
              </a:extLst>
            </p:cNvPr>
            <p:cNvSpPr/>
            <p:nvPr/>
          </p:nvSpPr>
          <p:spPr>
            <a:xfrm>
              <a:off x="5073040" y="5889351"/>
              <a:ext cx="949388" cy="55114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Helvetica" pitchFamily="2" charset="0"/>
                </a:rPr>
                <a:t>Idle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138DBEF-7B56-076D-56E0-F7F6904EE6B7}"/>
                </a:ext>
              </a:extLst>
            </p:cNvPr>
            <p:cNvCxnSpPr>
              <a:cxnSpLocks/>
              <a:stCxn id="7" idx="6"/>
              <a:endCxn id="10" idx="1"/>
            </p:cNvCxnSpPr>
            <p:nvPr/>
          </p:nvCxnSpPr>
          <p:spPr>
            <a:xfrm flipV="1">
              <a:off x="3482236" y="2148676"/>
              <a:ext cx="1567840" cy="6889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4EFA4F2-5D70-AFFD-B540-7980F6A81F9B}"/>
                </a:ext>
              </a:extLst>
            </p:cNvPr>
            <p:cNvCxnSpPr>
              <a:cxnSpLocks/>
              <a:stCxn id="7" idx="6"/>
              <a:endCxn id="11" idx="1"/>
            </p:cNvCxnSpPr>
            <p:nvPr/>
          </p:nvCxnSpPr>
          <p:spPr>
            <a:xfrm>
              <a:off x="3482236" y="2837607"/>
              <a:ext cx="1567840" cy="7204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8157F9-1672-72CB-12D7-A9FF130DCDDC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 flipV="1">
              <a:off x="3482236" y="4861485"/>
              <a:ext cx="1590804" cy="582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64DFACE-5B76-9F59-3215-A0E85EA61F9E}"/>
                </a:ext>
              </a:extLst>
            </p:cNvPr>
            <p:cNvCxnSpPr>
              <a:cxnSpLocks/>
              <a:stCxn id="9" idx="6"/>
              <a:endCxn id="13" idx="1"/>
            </p:cNvCxnSpPr>
            <p:nvPr/>
          </p:nvCxnSpPr>
          <p:spPr>
            <a:xfrm>
              <a:off x="3482236" y="5443854"/>
              <a:ext cx="1590804" cy="7210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DCDA63-23D4-3755-72B2-EDAB5DEA8967}"/>
                </a:ext>
              </a:extLst>
            </p:cNvPr>
            <p:cNvSpPr txBox="1"/>
            <p:nvPr/>
          </p:nvSpPr>
          <p:spPr>
            <a:xfrm>
              <a:off x="1287139" y="3106916"/>
              <a:ext cx="757070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Helvetica" pitchFamily="2" charset="0"/>
                </a:rPr>
                <a:t>Loc</a:t>
              </a:r>
              <a:r>
                <a:rPr lang="en-US" dirty="0">
                  <a:latin typeface="Helvetica" pitchFamily="2" charset="0"/>
                </a:rPr>
                <a:t>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1F651A-8FFA-51BE-7A21-A1BEF94491E4}"/>
                </a:ext>
              </a:extLst>
            </p:cNvPr>
            <p:cNvSpPr txBox="1"/>
            <p:nvPr/>
          </p:nvSpPr>
          <p:spPr>
            <a:xfrm>
              <a:off x="1340285" y="4697449"/>
              <a:ext cx="832551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Helvetica" pitchFamily="2" charset="0"/>
                </a:rPr>
                <a:t>Loc</a:t>
              </a:r>
              <a:r>
                <a:rPr lang="en-US" dirty="0">
                  <a:latin typeface="Helvetica" pitchFamily="2" charset="0"/>
                </a:rPr>
                <a:t> 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95DBC2-CCC5-4F6A-B9B2-15341A6B824D}"/>
                </a:ext>
              </a:extLst>
            </p:cNvPr>
            <p:cNvSpPr txBox="1"/>
            <p:nvPr/>
          </p:nvSpPr>
          <p:spPr>
            <a:xfrm>
              <a:off x="3806416" y="2038216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D72C19-2A26-BADE-9087-609EE33B7C5F}"/>
                </a:ext>
              </a:extLst>
            </p:cNvPr>
            <p:cNvSpPr txBox="1"/>
            <p:nvPr/>
          </p:nvSpPr>
          <p:spPr>
            <a:xfrm>
              <a:off x="3814136" y="3189060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F257D8-D289-D32F-85E3-75EEFA5953F9}"/>
                </a:ext>
              </a:extLst>
            </p:cNvPr>
            <p:cNvSpPr txBox="1"/>
            <p:nvPr/>
          </p:nvSpPr>
          <p:spPr>
            <a:xfrm>
              <a:off x="3762847" y="4706751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7BC5C1-6AB5-CEC4-9E51-1F431943F4C3}"/>
                </a:ext>
              </a:extLst>
            </p:cNvPr>
            <p:cNvSpPr txBox="1"/>
            <p:nvPr/>
          </p:nvSpPr>
          <p:spPr>
            <a:xfrm>
              <a:off x="3745117" y="5819887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0.6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865847-B8B9-6E43-713E-82495143CB23}"/>
                </a:ext>
              </a:extLst>
            </p:cNvPr>
            <p:cNvSpPr txBox="1"/>
            <p:nvPr/>
          </p:nvSpPr>
          <p:spPr>
            <a:xfrm>
              <a:off x="6037796" y="1931519"/>
              <a:ext cx="757070" cy="63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90 C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251B76-03EC-4D58-DF4E-D5D7E1C04236}"/>
                </a:ext>
              </a:extLst>
            </p:cNvPr>
            <p:cNvSpPr txBox="1"/>
            <p:nvPr/>
          </p:nvSpPr>
          <p:spPr>
            <a:xfrm>
              <a:off x="6037796" y="3401139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-20 C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54C0E10-4E79-88C3-0947-9460D5BCBF0E}"/>
                </a:ext>
              </a:extLst>
            </p:cNvPr>
            <p:cNvSpPr txBox="1"/>
            <p:nvPr/>
          </p:nvSpPr>
          <p:spPr>
            <a:xfrm>
              <a:off x="6030851" y="4686094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150 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661817-2E1D-0627-1F73-9B507BBE1C0C}"/>
                </a:ext>
              </a:extLst>
            </p:cNvPr>
            <p:cNvSpPr txBox="1"/>
            <p:nvPr/>
          </p:nvSpPr>
          <p:spPr>
            <a:xfrm>
              <a:off x="6030778" y="5989533"/>
              <a:ext cx="757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</a:rPr>
                <a:t>-10 C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168A28B-BE8A-1DE5-2283-8A6E8C295A2E}"/>
                  </a:ext>
                </a:extLst>
              </p14:cNvPr>
              <p14:cNvContentPartPr/>
              <p14:nvPr/>
            </p14:nvContentPartPr>
            <p14:xfrm>
              <a:off x="1233360" y="205200"/>
              <a:ext cx="10932120" cy="6314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168A28B-BE8A-1DE5-2283-8A6E8C295A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7160" y="189000"/>
                <a:ext cx="10964520" cy="63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52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86710-E5CF-3F8F-BC07-D9B27477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14FE-FE45-9374-A22D-19FB37FC1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0800080" cy="5350670"/>
          </a:xfrm>
        </p:spPr>
        <p:txBody>
          <a:bodyPr/>
          <a:lstStyle/>
          <a:p>
            <a:r>
              <a:rPr lang="en-US" dirty="0"/>
              <a:t>We have considered a problem where </a:t>
            </a:r>
            <a:r>
              <a:rPr lang="en-US" b="1" dirty="0"/>
              <a:t>a single decision</a:t>
            </a:r>
            <a:r>
              <a:rPr lang="en-US" dirty="0"/>
              <a:t> (loc1 or loc2) is made</a:t>
            </a:r>
          </a:p>
          <a:p>
            <a:pPr lvl="1"/>
            <a:r>
              <a:rPr lang="en-US" dirty="0"/>
              <a:t>Due to uncertainty, each action can lead to multiple possible outcomes</a:t>
            </a:r>
          </a:p>
          <a:p>
            <a:pPr lvl="1"/>
            <a:endParaRPr lang="en-US" dirty="0"/>
          </a:p>
          <a:p>
            <a:r>
              <a:rPr lang="en-US" dirty="0"/>
              <a:t>Next, we consider problems where </a:t>
            </a:r>
            <a:r>
              <a:rPr lang="en-US" b="1" dirty="0"/>
              <a:t>a sequence of decisions </a:t>
            </a:r>
            <a:r>
              <a:rPr lang="en-US" dirty="0"/>
              <a:t>has to be made</a:t>
            </a:r>
          </a:p>
          <a:p>
            <a:pPr lvl="1"/>
            <a:r>
              <a:rPr lang="en-US" dirty="0"/>
              <a:t>Imagine repeatedly relocating the bike during the 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62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697F-CC54-FFB1-35A4-EF3449DB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E6AA-D00B-7F0D-DD82-DE464E84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Example: Maze</a:t>
            </a:r>
          </a:p>
          <a:p>
            <a:pPr lvl="1"/>
            <a:r>
              <a:rPr lang="en-SG" sz="2000" dirty="0"/>
              <a:t>Agent lives in a grid</a:t>
            </a:r>
          </a:p>
          <a:p>
            <a:pPr lvl="1"/>
            <a:r>
              <a:rPr lang="en-SG" sz="2000" dirty="0"/>
              <a:t>Walls block the agent’s path</a:t>
            </a:r>
          </a:p>
          <a:p>
            <a:pPr lvl="1"/>
            <a:r>
              <a:rPr lang="en-SG" sz="2000" dirty="0"/>
              <a:t>Needs to get to food cell without getting eaten by the tiger</a:t>
            </a:r>
          </a:p>
          <a:p>
            <a:pPr lvl="1"/>
            <a:r>
              <a:rPr lang="en-SG" sz="2000" dirty="0"/>
              <a:t>Moves have </a:t>
            </a:r>
            <a:r>
              <a:rPr lang="en-SG" sz="2000" b="1" dirty="0"/>
              <a:t>transition uncertainty</a:t>
            </a:r>
          </a:p>
          <a:p>
            <a:pPr lvl="1"/>
            <a:endParaRPr lang="en-SG" sz="2000" dirty="0"/>
          </a:p>
          <a:p>
            <a:r>
              <a:rPr lang="en-SG" sz="2400" dirty="0"/>
              <a:t>What sequence of actions to take?</a:t>
            </a:r>
          </a:p>
          <a:p>
            <a:endParaRPr lang="en-US" sz="20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FAA54F-D657-445F-D467-686E5765B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886200"/>
            <a:ext cx="3792682" cy="2483428"/>
          </a:xfrm>
          <a:prstGeom prst="rect">
            <a:avLst/>
          </a:pr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1CBFFE-9E83-1BD2-57F4-F580A7FA959E}"/>
              </a:ext>
            </a:extLst>
          </p:cNvPr>
          <p:cNvSpPr txBox="1"/>
          <p:nvPr/>
        </p:nvSpPr>
        <p:spPr>
          <a:xfrm>
            <a:off x="2171700" y="6341297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AA9A8-BA8A-460E-4607-369798A24782}"/>
              </a:ext>
            </a:extLst>
          </p:cNvPr>
          <p:cNvSpPr txBox="1"/>
          <p:nvPr/>
        </p:nvSpPr>
        <p:spPr>
          <a:xfrm>
            <a:off x="3086099" y="6350445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EF704-5982-8DA4-846E-790A70198C38}"/>
              </a:ext>
            </a:extLst>
          </p:cNvPr>
          <p:cNvSpPr txBox="1"/>
          <p:nvPr/>
        </p:nvSpPr>
        <p:spPr>
          <a:xfrm>
            <a:off x="4000498" y="6369628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277D1-5809-39B3-382D-ED06E8CEFA2B}"/>
              </a:ext>
            </a:extLst>
          </p:cNvPr>
          <p:cNvSpPr txBox="1"/>
          <p:nvPr/>
        </p:nvSpPr>
        <p:spPr>
          <a:xfrm>
            <a:off x="4934096" y="6368385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0E5E0-4678-B7BB-D1EB-F2E08CF9105D}"/>
              </a:ext>
            </a:extLst>
          </p:cNvPr>
          <p:cNvSpPr txBox="1"/>
          <p:nvPr/>
        </p:nvSpPr>
        <p:spPr>
          <a:xfrm>
            <a:off x="1517072" y="5745552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DE825-7065-FAED-B28C-CA7DC459D4DB}"/>
              </a:ext>
            </a:extLst>
          </p:cNvPr>
          <p:cNvSpPr txBox="1"/>
          <p:nvPr/>
        </p:nvSpPr>
        <p:spPr>
          <a:xfrm>
            <a:off x="1517070" y="4943248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9F0E1-2ABA-3540-249B-50F33BB82020}"/>
              </a:ext>
            </a:extLst>
          </p:cNvPr>
          <p:cNvSpPr txBox="1"/>
          <p:nvPr/>
        </p:nvSpPr>
        <p:spPr>
          <a:xfrm>
            <a:off x="1517070" y="4135049"/>
            <a:ext cx="436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0494C-0A4B-F2F4-0B48-818FC4EF75A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57780" y="3886201"/>
            <a:ext cx="3792250" cy="248716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0F52EED-D8A0-D038-5562-91EF29186DB3}"/>
              </a:ext>
            </a:extLst>
          </p:cNvPr>
          <p:cNvSpPr txBox="1">
            <a:spLocks/>
          </p:cNvSpPr>
          <p:nvPr/>
        </p:nvSpPr>
        <p:spPr>
          <a:xfrm>
            <a:off x="6317375" y="3351819"/>
            <a:ext cx="4073060" cy="399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algn="l" defTabSz="914400" rtl="0" eaLnBrk="1" latinLnBrk="0" hangingPunct="1">
              <a:spcBef>
                <a:spcPts val="2000"/>
              </a:spcBef>
              <a:buClr>
                <a:schemeClr val="accent3"/>
              </a:buClr>
              <a:buFont typeface="Wingdings" pitchFamily="2" charset="2"/>
              <a:buChar char="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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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itchFamily="2" charset="2"/>
              <a:buChar char="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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2200" dirty="0">
                <a:solidFill>
                  <a:srgbClr val="FF0000"/>
                </a:solidFill>
                <a:highlight>
                  <a:srgbClr val="C0C0C0"/>
                </a:highlight>
              </a:rPr>
              <a:t>N, N, E, E, E?    </a:t>
            </a:r>
            <a:r>
              <a:rPr lang="en-SG" sz="2200" dirty="0">
                <a:solidFill>
                  <a:srgbClr val="FFFF00"/>
                </a:solidFill>
                <a:highlight>
                  <a:srgbClr val="C0C0C0"/>
                </a:highlight>
              </a:rPr>
              <a:t>E, E, N, N, E?</a:t>
            </a:r>
          </a:p>
          <a:p>
            <a:endParaRPr lang="en-US" sz="2200" dirty="0">
              <a:highlight>
                <a:srgbClr val="C0C0C0"/>
              </a:highligh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574DF6A-4A7F-9808-A78B-07E5E4AC8426}"/>
                  </a:ext>
                </a:extLst>
              </p14:cNvPr>
              <p14:cNvContentPartPr/>
              <p14:nvPr/>
            </p14:nvContentPartPr>
            <p14:xfrm>
              <a:off x="6267240" y="26640"/>
              <a:ext cx="5838120" cy="5872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574DF6A-4A7F-9808-A78B-07E5E4AC84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1040" y="10440"/>
                <a:ext cx="5870520" cy="59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787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6828-836A-789E-D031-62591A22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172A4-6786-E485-CEF9-A4F255454F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6334760" cy="535067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G" dirty="0"/>
                  <a:t>MDP Tuple: </a:t>
                </a:r>
                <a14:m>
                  <m:oMath xmlns:m="http://schemas.openxmlformats.org/officeDocument/2006/math"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SG" b="1" dirty="0"/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Actions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/>
                  <a:t> Transition probability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SG" dirty="0"/>
                  <a:t>probability of transitioning to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SG" dirty="0"/>
                  <a:t> from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dirty="0"/>
                  <a:t> on taking action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SG" dirty="0"/>
              </a:p>
              <a:p>
                <a:pPr lvl="1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SG" dirty="0"/>
                  <a:t>Reward function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′): </m:t>
                    </m:r>
                  </m:oMath>
                </a14:m>
                <a:r>
                  <a:rPr lang="en-SG" dirty="0"/>
                  <a:t>reward of taking action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dirty="0"/>
                  <a:t> in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dirty="0"/>
                  <a:t> and reaching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SG" dirty="0"/>
              </a:p>
              <a:p>
                <a:pPr lvl="1"/>
                <a:r>
                  <a:rPr lang="en-SG" dirty="0"/>
                  <a:t>Calculate strategy/policy for acting so as to </a:t>
                </a:r>
                <a:r>
                  <a:rPr lang="en-SG" b="1" dirty="0"/>
                  <a:t>maximize expected reward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172A4-6786-E485-CEF9-A4F255454F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6334760" cy="5350670"/>
              </a:xfrm>
              <a:blipFill>
                <a:blip r:embed="rId3"/>
                <a:stretch>
                  <a:fillRect l="-2200" t="-1896" r="-1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D6BFBED-4DC1-37B3-B09D-65EA975E1B2D}"/>
              </a:ext>
            </a:extLst>
          </p:cNvPr>
          <p:cNvGrpSpPr/>
          <p:nvPr/>
        </p:nvGrpSpPr>
        <p:grpSpPr>
          <a:xfrm>
            <a:off x="7561118" y="1288809"/>
            <a:ext cx="3792682" cy="2412767"/>
            <a:chOff x="5039587" y="1751507"/>
            <a:chExt cx="4104413" cy="2852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5F822-5541-5D5F-B273-309F4509E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1318" y="1751507"/>
              <a:ext cx="3792682" cy="2483428"/>
            </a:xfrm>
            <a:prstGeom prst="rect">
              <a:avLst/>
            </a:prstGeom>
            <a:gradFill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9E0671-BAE4-33B3-64C7-C8C93277EAB9}"/>
                </a:ext>
              </a:extLst>
            </p:cNvPr>
            <p:cNvSpPr txBox="1"/>
            <p:nvPr/>
          </p:nvSpPr>
          <p:spPr>
            <a:xfrm>
              <a:off x="5694217" y="4206604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D989AE-A003-F4BA-BED3-C706687CFFEC}"/>
                </a:ext>
              </a:extLst>
            </p:cNvPr>
            <p:cNvSpPr txBox="1"/>
            <p:nvPr/>
          </p:nvSpPr>
          <p:spPr>
            <a:xfrm>
              <a:off x="6608616" y="421575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1854A4-89B9-51BE-E60D-3D9B8F054CE9}"/>
                </a:ext>
              </a:extLst>
            </p:cNvPr>
            <p:cNvSpPr txBox="1"/>
            <p:nvPr/>
          </p:nvSpPr>
          <p:spPr>
            <a:xfrm>
              <a:off x="7523015" y="423493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AFA6B4-38C9-3B38-D5D6-847D31623FC7}"/>
                </a:ext>
              </a:extLst>
            </p:cNvPr>
            <p:cNvSpPr txBox="1"/>
            <p:nvPr/>
          </p:nvSpPr>
          <p:spPr>
            <a:xfrm>
              <a:off x="8456613" y="423369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E57141-58D3-B766-C31C-8084F2ECCB73}"/>
                </a:ext>
              </a:extLst>
            </p:cNvPr>
            <p:cNvSpPr txBox="1"/>
            <p:nvPr/>
          </p:nvSpPr>
          <p:spPr>
            <a:xfrm>
              <a:off x="5039589" y="3610859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4E9B62-6E19-40AB-302A-20AB60FEAC5D}"/>
                </a:ext>
              </a:extLst>
            </p:cNvPr>
            <p:cNvSpPr txBox="1"/>
            <p:nvPr/>
          </p:nvSpPr>
          <p:spPr>
            <a:xfrm>
              <a:off x="5039587" y="280855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E27EC5-90F9-00F8-83DD-1B7CE4C75121}"/>
                </a:ext>
              </a:extLst>
            </p:cNvPr>
            <p:cNvSpPr txBox="1"/>
            <p:nvPr/>
          </p:nvSpPr>
          <p:spPr>
            <a:xfrm>
              <a:off x="5039587" y="2000356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8A445D-954E-CCAC-68A1-3D4703571FC4}"/>
                  </a:ext>
                </a:extLst>
              </p:cNvPr>
              <p:cNvSpPr txBox="1"/>
              <p:nvPr/>
            </p:nvSpPr>
            <p:spPr>
              <a:xfrm>
                <a:off x="7389589" y="3928665"/>
                <a:ext cx="4802411" cy="1783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(1,1), (1,2), 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North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South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West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East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((2,1)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0.8, 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((1,2)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 = 0.1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,4)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,4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= −0.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8A445D-954E-CCAC-68A1-3D4703571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589" y="3928665"/>
                <a:ext cx="4802411" cy="1783630"/>
              </a:xfrm>
              <a:prstGeom prst="rect">
                <a:avLst/>
              </a:prstGeom>
              <a:blipFill>
                <a:blip r:embed="rId5"/>
                <a:stretch>
                  <a:fillRect l="-789" t="-1418" b="-3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BE13588-D399-7426-5277-D6A92588D756}"/>
                  </a:ext>
                </a:extLst>
              </p14:cNvPr>
              <p14:cNvContentPartPr/>
              <p14:nvPr/>
            </p14:nvContentPartPr>
            <p14:xfrm>
              <a:off x="3105720" y="1695240"/>
              <a:ext cx="9015840" cy="3584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BE13588-D399-7426-5277-D6A92588D7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9520" y="1679040"/>
                <a:ext cx="9048240" cy="361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45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1FFE-FA96-4CCB-4388-8EC5FE6A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3672-BFBE-92C5-FF2E-5B0068F51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6548120" cy="5350670"/>
          </a:xfrm>
        </p:spPr>
        <p:txBody>
          <a:bodyPr/>
          <a:lstStyle/>
          <a:p>
            <a:r>
              <a:rPr lang="en-US" dirty="0"/>
              <a:t>Policy is like a plan</a:t>
            </a:r>
          </a:p>
          <a:p>
            <a:pPr lvl="1"/>
            <a:r>
              <a:rPr lang="en-US" dirty="0"/>
              <a:t>(best) action for each state</a:t>
            </a:r>
          </a:p>
          <a:p>
            <a:r>
              <a:rPr lang="en-US" dirty="0"/>
              <a:t>Unlike traditional plans/paths, it is not just a sequence of actions</a:t>
            </a:r>
          </a:p>
          <a:p>
            <a:pPr lvl="1"/>
            <a:r>
              <a:rPr lang="en-US" dirty="0"/>
              <a:t>If there are failures, policy can still be executed (action for all states)</a:t>
            </a:r>
          </a:p>
          <a:p>
            <a:r>
              <a:rPr lang="en-US" dirty="0"/>
              <a:t>Maximize expected utility over all states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446E77-856B-40F1-DDC5-A5F4C2B1E597}"/>
              </a:ext>
            </a:extLst>
          </p:cNvPr>
          <p:cNvGrpSpPr/>
          <p:nvPr/>
        </p:nvGrpSpPr>
        <p:grpSpPr>
          <a:xfrm>
            <a:off x="7101840" y="1703331"/>
            <a:ext cx="3973094" cy="2975721"/>
            <a:chOff x="4853636" y="2354562"/>
            <a:chExt cx="3973094" cy="29757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EAECEF-C6B5-6187-AB01-DE8FAAD47E82}"/>
                </a:ext>
              </a:extLst>
            </p:cNvPr>
            <p:cNvGrpSpPr/>
            <p:nvPr/>
          </p:nvGrpSpPr>
          <p:grpSpPr>
            <a:xfrm>
              <a:off x="4853636" y="2354562"/>
              <a:ext cx="3973094" cy="2975721"/>
              <a:chOff x="5039587" y="1751507"/>
              <a:chExt cx="4104413" cy="285276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83697F1-B00F-21F0-EFE0-8AAAB03A38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1318" y="1751507"/>
                <a:ext cx="3792682" cy="2483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/>
                </a:solidFill>
              </a:ln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B66A01-C34F-6DAF-47F4-3743EA8DBDC8}"/>
                  </a:ext>
                </a:extLst>
              </p:cNvPr>
              <p:cNvSpPr txBox="1"/>
              <p:nvPr/>
            </p:nvSpPr>
            <p:spPr>
              <a:xfrm>
                <a:off x="5694217" y="4206604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341721-2AED-B082-329C-E537E5911561}"/>
                  </a:ext>
                </a:extLst>
              </p:cNvPr>
              <p:cNvSpPr txBox="1"/>
              <p:nvPr/>
            </p:nvSpPr>
            <p:spPr>
              <a:xfrm>
                <a:off x="6608616" y="4215752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4FAF9E-1791-F83A-074D-EA7CEB156D5B}"/>
                  </a:ext>
                </a:extLst>
              </p:cNvPr>
              <p:cNvSpPr txBox="1"/>
              <p:nvPr/>
            </p:nvSpPr>
            <p:spPr>
              <a:xfrm>
                <a:off x="7523015" y="4234935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2B9D3A-4C8D-C5AA-BDAB-EDA723D2A958}"/>
                  </a:ext>
                </a:extLst>
              </p:cNvPr>
              <p:cNvSpPr txBox="1"/>
              <p:nvPr/>
            </p:nvSpPr>
            <p:spPr>
              <a:xfrm>
                <a:off x="8456613" y="4233692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5E8D23-121D-912E-7B3C-BAD41D7ACF95}"/>
                  </a:ext>
                </a:extLst>
              </p:cNvPr>
              <p:cNvSpPr txBox="1"/>
              <p:nvPr/>
            </p:nvSpPr>
            <p:spPr>
              <a:xfrm>
                <a:off x="5039589" y="3610859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656EF23-D672-222F-5BDB-DE7E23474D62}"/>
                  </a:ext>
                </a:extLst>
              </p:cNvPr>
              <p:cNvSpPr txBox="1"/>
              <p:nvPr/>
            </p:nvSpPr>
            <p:spPr>
              <a:xfrm>
                <a:off x="5039587" y="2808555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67CABA-5D8B-EEC5-2376-3A9780180519}"/>
                  </a:ext>
                </a:extLst>
              </p:cNvPr>
              <p:cNvSpPr txBox="1"/>
              <p:nvPr/>
            </p:nvSpPr>
            <p:spPr>
              <a:xfrm>
                <a:off x="5039587" y="2000356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A50EC46E-2091-92C9-E2D4-E8D5CABD001E}"/>
                </a:ext>
              </a:extLst>
            </p:cNvPr>
            <p:cNvSpPr/>
            <p:nvPr/>
          </p:nvSpPr>
          <p:spPr>
            <a:xfrm rot="16200000">
              <a:off x="5074357" y="3567947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23CF3DC0-DA8D-6A5E-4139-D31D72111514}"/>
                </a:ext>
              </a:extLst>
            </p:cNvPr>
            <p:cNvSpPr/>
            <p:nvPr/>
          </p:nvSpPr>
          <p:spPr>
            <a:xfrm rot="16200000">
              <a:off x="7195339" y="3477587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B2468C5D-3E13-09B1-FD70-C25DE162B4F4}"/>
                </a:ext>
              </a:extLst>
            </p:cNvPr>
            <p:cNvSpPr/>
            <p:nvPr/>
          </p:nvSpPr>
          <p:spPr>
            <a:xfrm rot="16200000">
              <a:off x="7195339" y="4323883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A7189E26-7D65-F5FF-A6B3-86365AD448A9}"/>
                </a:ext>
              </a:extLst>
            </p:cNvPr>
            <p:cNvSpPr/>
            <p:nvPr/>
          </p:nvSpPr>
          <p:spPr>
            <a:xfrm rot="16200000">
              <a:off x="5074357" y="4321518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F7ED5C17-4EB2-E513-DEB1-C793DD3EB841}"/>
                </a:ext>
              </a:extLst>
            </p:cNvPr>
            <p:cNvSpPr/>
            <p:nvPr/>
          </p:nvSpPr>
          <p:spPr>
            <a:xfrm>
              <a:off x="6293750" y="4339378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DD7C75CE-6E22-E178-7333-EFC33D85DBD3}"/>
                </a:ext>
              </a:extLst>
            </p:cNvPr>
            <p:cNvSpPr/>
            <p:nvPr/>
          </p:nvSpPr>
          <p:spPr>
            <a:xfrm rot="10800000">
              <a:off x="8096927" y="4364656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B7318F4D-C46D-95C4-D925-EEA578C275BE}"/>
                </a:ext>
              </a:extLst>
            </p:cNvPr>
            <p:cNvSpPr/>
            <p:nvPr/>
          </p:nvSpPr>
          <p:spPr>
            <a:xfrm>
              <a:off x="6277162" y="2717574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B4560F54-C6EA-51BA-F1AA-D1E83917DE51}"/>
                </a:ext>
              </a:extLst>
            </p:cNvPr>
            <p:cNvSpPr/>
            <p:nvPr/>
          </p:nvSpPr>
          <p:spPr>
            <a:xfrm>
              <a:off x="7195338" y="2700483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016C71CB-FE9B-3354-C065-2C38D8CCE71D}"/>
                </a:ext>
              </a:extLst>
            </p:cNvPr>
            <p:cNvSpPr/>
            <p:nvPr/>
          </p:nvSpPr>
          <p:spPr>
            <a:xfrm>
              <a:off x="5397968" y="2717574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8DC177F-AA55-DD3C-1614-907AABB513F0}"/>
                  </a:ext>
                </a:extLst>
              </p14:cNvPr>
              <p14:cNvContentPartPr/>
              <p14:nvPr/>
            </p14:nvContentPartPr>
            <p14:xfrm>
              <a:off x="1365120" y="477360"/>
              <a:ext cx="10068480" cy="3792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8DC177F-AA55-DD3C-1614-907AABB513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8920" y="461160"/>
                <a:ext cx="10100880" cy="38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89A2CA-8632-3F05-F748-C9353D30DD45}"/>
                  </a:ext>
                </a:extLst>
              </p14:cNvPr>
              <p14:cNvContentPartPr/>
              <p14:nvPr/>
            </p14:nvContentPartPr>
            <p14:xfrm>
              <a:off x="7778880" y="1683720"/>
              <a:ext cx="4070520" cy="84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289A2CA-8632-3F05-F748-C9353D30DD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62680" y="1667520"/>
                <a:ext cx="4102920" cy="8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13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074C-CAAC-F148-B141-F93DCBC9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8C83A-3470-04E5-DC40-FDC8117A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Which ones are policies?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/>
              <a:t>(1,1) </a:t>
            </a:r>
            <a:r>
              <a:rPr lang="en-US" sz="2400" dirty="0">
                <a:sym typeface="Wingdings" panose="05000000000000000000" pitchFamily="2" charset="2"/>
              </a:rPr>
              <a:t> (2,1)  (3,1)  (3,2)  (3,3)  (3,4)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If state = (m,1) go North. If state = (3,n) go East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If state = (m,1) go North, otherwise go East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Always go North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sym typeface="Wingdings" panose="05000000000000000000" pitchFamily="2" charset="2"/>
              </a:rPr>
              <a:t>Randomly pick a direction</a:t>
            </a:r>
            <a:endParaRPr lang="en-US" sz="2400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F6F086-4332-8794-0A27-2609ABEA0924}"/>
              </a:ext>
            </a:extLst>
          </p:cNvPr>
          <p:cNvGrpSpPr/>
          <p:nvPr/>
        </p:nvGrpSpPr>
        <p:grpSpPr>
          <a:xfrm>
            <a:off x="7818120" y="2998731"/>
            <a:ext cx="3973094" cy="2975721"/>
            <a:chOff x="4853636" y="2354562"/>
            <a:chExt cx="3973094" cy="29757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F2182B-DCE5-5CE2-3859-D46651F533C3}"/>
                </a:ext>
              </a:extLst>
            </p:cNvPr>
            <p:cNvGrpSpPr/>
            <p:nvPr/>
          </p:nvGrpSpPr>
          <p:grpSpPr>
            <a:xfrm>
              <a:off x="4853636" y="2354562"/>
              <a:ext cx="3973094" cy="2975721"/>
              <a:chOff x="5039587" y="1751507"/>
              <a:chExt cx="4104413" cy="285276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A540302-2995-FB9F-D127-801D7BEC2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1318" y="1751507"/>
                <a:ext cx="3792682" cy="248342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67000"/>
                    </a:schemeClr>
                  </a:gs>
                  <a:gs pos="48000">
                    <a:schemeClr val="accent1">
                      <a:lumMod val="97000"/>
                      <a:lumOff val="3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 w="19050">
                <a:solidFill>
                  <a:schemeClr val="tx1"/>
                </a:solidFill>
              </a:ln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ABDA1D-A25D-5341-E6E5-1EA684D2AEB0}"/>
                  </a:ext>
                </a:extLst>
              </p:cNvPr>
              <p:cNvSpPr txBox="1"/>
              <p:nvPr/>
            </p:nvSpPr>
            <p:spPr>
              <a:xfrm>
                <a:off x="5694217" y="4206604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C1C7D5-3E72-3C51-DFD6-42ED9FC3B2B5}"/>
                  </a:ext>
                </a:extLst>
              </p:cNvPr>
              <p:cNvSpPr txBox="1"/>
              <p:nvPr/>
            </p:nvSpPr>
            <p:spPr>
              <a:xfrm>
                <a:off x="6608616" y="4215752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E54659-B13F-7FBD-CC64-0D1046D29F61}"/>
                  </a:ext>
                </a:extLst>
              </p:cNvPr>
              <p:cNvSpPr txBox="1"/>
              <p:nvPr/>
            </p:nvSpPr>
            <p:spPr>
              <a:xfrm>
                <a:off x="7523015" y="4234935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22B08E-4ED8-36AA-9BC0-9143654262CC}"/>
                  </a:ext>
                </a:extLst>
              </p:cNvPr>
              <p:cNvSpPr txBox="1"/>
              <p:nvPr/>
            </p:nvSpPr>
            <p:spPr>
              <a:xfrm>
                <a:off x="8456613" y="4233692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BE254B-2D89-C9ED-1A86-AC0E081098FF}"/>
                  </a:ext>
                </a:extLst>
              </p:cNvPr>
              <p:cNvSpPr txBox="1"/>
              <p:nvPr/>
            </p:nvSpPr>
            <p:spPr>
              <a:xfrm>
                <a:off x="5039589" y="3610859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74DAE2-5B4A-8C63-8A0D-195671D2D27C}"/>
                  </a:ext>
                </a:extLst>
              </p:cNvPr>
              <p:cNvSpPr txBox="1"/>
              <p:nvPr/>
            </p:nvSpPr>
            <p:spPr>
              <a:xfrm>
                <a:off x="5039587" y="2808555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B9A568-5D2C-5483-3F5C-CFA453D5ABD6}"/>
                  </a:ext>
                </a:extLst>
              </p:cNvPr>
              <p:cNvSpPr txBox="1"/>
              <p:nvPr/>
            </p:nvSpPr>
            <p:spPr>
              <a:xfrm>
                <a:off x="5039587" y="2000356"/>
                <a:ext cx="4364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67DCD9D8-5BBB-06D4-73AB-2E78818CA04F}"/>
                </a:ext>
              </a:extLst>
            </p:cNvPr>
            <p:cNvSpPr/>
            <p:nvPr/>
          </p:nvSpPr>
          <p:spPr>
            <a:xfrm rot="16200000">
              <a:off x="5074357" y="3567947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6B1EB0-6B50-B4B1-7C42-C3E7987F6E6C}"/>
                </a:ext>
              </a:extLst>
            </p:cNvPr>
            <p:cNvSpPr/>
            <p:nvPr/>
          </p:nvSpPr>
          <p:spPr>
            <a:xfrm rot="16200000">
              <a:off x="7195339" y="3477587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19599A8F-EEC8-C011-4C44-1D1E7D9D19E8}"/>
                </a:ext>
              </a:extLst>
            </p:cNvPr>
            <p:cNvSpPr/>
            <p:nvPr/>
          </p:nvSpPr>
          <p:spPr>
            <a:xfrm rot="16200000">
              <a:off x="7195339" y="4323883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7158A44A-0065-32AE-D346-C47AE698C51E}"/>
                </a:ext>
              </a:extLst>
            </p:cNvPr>
            <p:cNvSpPr/>
            <p:nvPr/>
          </p:nvSpPr>
          <p:spPr>
            <a:xfrm rot="16200000">
              <a:off x="5074357" y="4321518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93BA4920-DF53-9AED-E0A7-01B9D74BAA8B}"/>
                </a:ext>
              </a:extLst>
            </p:cNvPr>
            <p:cNvSpPr/>
            <p:nvPr/>
          </p:nvSpPr>
          <p:spPr>
            <a:xfrm>
              <a:off x="6293750" y="4339378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8DCEA105-5A4E-A52B-0526-F8F7F091AB04}"/>
                </a:ext>
              </a:extLst>
            </p:cNvPr>
            <p:cNvSpPr/>
            <p:nvPr/>
          </p:nvSpPr>
          <p:spPr>
            <a:xfrm rot="10800000">
              <a:off x="8096927" y="4364656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37EAF044-292E-01F4-6921-4A67F7A736E7}"/>
                </a:ext>
              </a:extLst>
            </p:cNvPr>
            <p:cNvSpPr/>
            <p:nvPr/>
          </p:nvSpPr>
          <p:spPr>
            <a:xfrm>
              <a:off x="6277162" y="2717574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04DC5369-AD01-3684-F9E3-58F55D812DBA}"/>
                </a:ext>
              </a:extLst>
            </p:cNvPr>
            <p:cNvSpPr/>
            <p:nvPr/>
          </p:nvSpPr>
          <p:spPr>
            <a:xfrm>
              <a:off x="7195338" y="2700483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F4321C52-C33B-548E-CCAB-187D4FC766DB}"/>
                </a:ext>
              </a:extLst>
            </p:cNvPr>
            <p:cNvSpPr/>
            <p:nvPr/>
          </p:nvSpPr>
          <p:spPr>
            <a:xfrm>
              <a:off x="5397968" y="2717574"/>
              <a:ext cx="546994" cy="19382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410999-6E68-326D-7555-D253656EF02C}"/>
                  </a:ext>
                </a:extLst>
              </p14:cNvPr>
              <p14:cNvContentPartPr/>
              <p14:nvPr/>
            </p14:nvContentPartPr>
            <p14:xfrm>
              <a:off x="2322720" y="1914120"/>
              <a:ext cx="9648720" cy="3998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410999-6E68-326D-7555-D253656EF0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06520" y="1897920"/>
                <a:ext cx="9681120" cy="40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3D085CF-AD39-FD64-631B-3DE7AF081533}"/>
                  </a:ext>
                </a:extLst>
              </p14:cNvPr>
              <p14:cNvContentPartPr/>
              <p14:nvPr/>
            </p14:nvContentPartPr>
            <p14:xfrm>
              <a:off x="8851320" y="5873760"/>
              <a:ext cx="750240" cy="337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3D085CF-AD39-FD64-631B-3DE7AF0815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35120" y="5857560"/>
                <a:ext cx="782640" cy="37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5803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0820-E59A-C54D-F6C2-10A21EF5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EE5B-6C86-D7AA-FEEB-7CA8A67F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Maximum Expected Utility (MEU)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0FD84-F1B1-17C4-1018-8C4E691FC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𝑀𝐸𝑈</m:t>
                    </m:r>
                  </m:oMath>
                </a14:m>
                <a:r>
                  <a:rPr lang="en-US" dirty="0"/>
                  <a:t> be still applied?</a:t>
                </a:r>
              </a:p>
              <a:p>
                <a:pPr lvl="1"/>
                <a:r>
                  <a:rPr lang="en-US" dirty="0"/>
                  <a:t>Yes</a:t>
                </a:r>
              </a:p>
              <a:p>
                <a:r>
                  <a:rPr lang="en-US" dirty="0"/>
                  <a:t>What are the differences?</a:t>
                </a:r>
              </a:p>
              <a:p>
                <a:pPr lvl="1"/>
                <a:r>
                  <a:rPr lang="en-US" dirty="0"/>
                  <a:t>Multiple starting states (rather than just one earlier)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𝑀𝐸𝑈</m:t>
                    </m:r>
                  </m:oMath>
                </a14:m>
                <a:r>
                  <a:rPr lang="en-US" dirty="0"/>
                  <a:t> for each state,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𝑀𝐸𝑈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𝐸𝑈</m:t>
                    </m:r>
                  </m:oMath>
                </a14:m>
                <a:r>
                  <a:rPr lang="en-US" dirty="0"/>
                  <a:t> for each state and action,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Multiple stages</a:t>
                </a:r>
              </a:p>
              <a:p>
                <a:pPr lvl="2"/>
                <a:r>
                  <a:rPr lang="en-US" dirty="0"/>
                  <a:t>Utility of an outcome has two parts (immediate and future)</a:t>
                </a:r>
              </a:p>
              <a:p>
                <a:pPr lvl="1"/>
                <a:r>
                  <a:rPr lang="en-US" dirty="0"/>
                  <a:t>Strategy (Policy)</a:t>
                </a:r>
              </a:p>
              <a:p>
                <a:pPr lvl="2"/>
                <a:r>
                  <a:rPr lang="en-US" dirty="0"/>
                  <a:t>We find best action for each state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B0FD84-F1B1-17C4-1018-8C4E691FC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4103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2767-B17B-A54B-ABFD-8FBD9D9A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19486-9178-FF65-FB27-2C906F47C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latin typeface="+mn-lt"/>
                  </a:rPr>
                  <a:t>What is the formula for EU?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𝐸𝑈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((1,1),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>
                        <a:latin typeface="Cambria Math" panose="02040503050406030204" pitchFamily="18" charset="0"/>
                      </a:rPr>
                      <m:t>) 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b="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d>
                                  <m:d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e>
                                </m:d>
                                <m:r>
                                  <a:rPr lang="en-US" sz="2400" b="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𝑀𝐸𝑈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dirty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sz="2400" dirty="0">
                  <a:latin typeface="+mn-lt"/>
                </a:endParaRPr>
              </a:p>
              <a:p>
                <a:pPr lvl="2"/>
                <a:endParaRPr lang="en-US" sz="1800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519486-9178-FF65-FB27-2C906F47C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2" t="-3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D2608B-98B3-2D87-4581-9CBA428E44EE}"/>
              </a:ext>
            </a:extLst>
          </p:cNvPr>
          <p:cNvSpPr/>
          <p:nvPr/>
        </p:nvSpPr>
        <p:spPr>
          <a:xfrm>
            <a:off x="2438401" y="5236597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(1,1)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3CBF83-3497-2871-EFD2-0CE477BF30C0}"/>
              </a:ext>
            </a:extLst>
          </p:cNvPr>
          <p:cNvCxnSpPr>
            <a:cxnSpLocks/>
            <a:stCxn id="4" idx="3"/>
            <a:endCxn id="9" idx="2"/>
          </p:cNvCxnSpPr>
          <p:nvPr/>
        </p:nvCxnSpPr>
        <p:spPr>
          <a:xfrm flipV="1">
            <a:off x="3426543" y="4686855"/>
            <a:ext cx="1209368" cy="785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95DEB9-1D35-B977-06AC-3121EA2D07C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3426544" y="5221845"/>
            <a:ext cx="1238863" cy="25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B5148B-437D-18B6-881B-963719CB4288}"/>
              </a:ext>
            </a:extLst>
          </p:cNvPr>
          <p:cNvCxnSpPr>
            <a:cxnSpLocks/>
            <a:stCxn id="4" idx="3"/>
            <a:endCxn id="11" idx="2"/>
          </p:cNvCxnSpPr>
          <p:nvPr/>
        </p:nvCxnSpPr>
        <p:spPr>
          <a:xfrm>
            <a:off x="3426543" y="5472572"/>
            <a:ext cx="1253612" cy="40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003016-8C58-4069-7F6F-700CBAB5DCE9}"/>
              </a:ext>
            </a:extLst>
          </p:cNvPr>
          <p:cNvCxnSpPr>
            <a:cxnSpLocks/>
            <a:stCxn id="4" idx="3"/>
            <a:endCxn id="12" idx="2"/>
          </p:cNvCxnSpPr>
          <p:nvPr/>
        </p:nvCxnSpPr>
        <p:spPr>
          <a:xfrm>
            <a:off x="3426543" y="5472572"/>
            <a:ext cx="1253612" cy="92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7F8F6C3-C8BF-0B09-EAC9-5165D2AF826A}"/>
              </a:ext>
            </a:extLst>
          </p:cNvPr>
          <p:cNvSpPr/>
          <p:nvPr/>
        </p:nvSpPr>
        <p:spPr>
          <a:xfrm>
            <a:off x="4635911" y="4480377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6034-7213-0020-F205-405E0CADA62B}"/>
              </a:ext>
            </a:extLst>
          </p:cNvPr>
          <p:cNvSpPr/>
          <p:nvPr/>
        </p:nvSpPr>
        <p:spPr>
          <a:xfrm>
            <a:off x="4665406" y="5015368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50A632-BC2C-D069-564C-CD097D51A8AA}"/>
              </a:ext>
            </a:extLst>
          </p:cNvPr>
          <p:cNvSpPr/>
          <p:nvPr/>
        </p:nvSpPr>
        <p:spPr>
          <a:xfrm>
            <a:off x="4680155" y="5667549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C5009A-D417-4C01-0F21-D514F77730D4}"/>
              </a:ext>
            </a:extLst>
          </p:cNvPr>
          <p:cNvSpPr/>
          <p:nvPr/>
        </p:nvSpPr>
        <p:spPr>
          <a:xfrm>
            <a:off x="4680155" y="6191045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D40FC-AA33-A9CA-453B-C6756351158D}"/>
              </a:ext>
            </a:extLst>
          </p:cNvPr>
          <p:cNvSpPr txBox="1"/>
          <p:nvPr/>
        </p:nvSpPr>
        <p:spPr>
          <a:xfrm>
            <a:off x="4045974" y="4534191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C26F4B-8258-7268-C6AD-CD3DAF895CA5}"/>
              </a:ext>
            </a:extLst>
          </p:cNvPr>
          <p:cNvSpPr txBox="1"/>
          <p:nvPr/>
        </p:nvSpPr>
        <p:spPr>
          <a:xfrm>
            <a:off x="4067114" y="5397607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D7FA02-A2F0-02F5-5030-C5BA1931E0E0}"/>
              </a:ext>
            </a:extLst>
          </p:cNvPr>
          <p:cNvSpPr txBox="1"/>
          <p:nvPr/>
        </p:nvSpPr>
        <p:spPr>
          <a:xfrm>
            <a:off x="4060722" y="5782759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A33797-8405-66A0-DD6D-D52159A76485}"/>
              </a:ext>
            </a:extLst>
          </p:cNvPr>
          <p:cNvSpPr txBox="1"/>
          <p:nvPr/>
        </p:nvSpPr>
        <p:spPr>
          <a:xfrm>
            <a:off x="4053352" y="4981981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476BC7-9FC9-EA53-97E7-DC9C4CFE27EE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5034118" y="3945388"/>
            <a:ext cx="1061883" cy="741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610114-B474-38B0-A1BB-E5A1E9483D9B}"/>
              </a:ext>
            </a:extLst>
          </p:cNvPr>
          <p:cNvCxnSpPr>
            <a:cxnSpLocks/>
            <a:stCxn id="9" idx="6"/>
            <a:endCxn id="21" idx="1"/>
          </p:cNvCxnSpPr>
          <p:nvPr/>
        </p:nvCxnSpPr>
        <p:spPr>
          <a:xfrm flipV="1">
            <a:off x="5034118" y="4503846"/>
            <a:ext cx="1061883" cy="18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AFA6858-90E8-54F8-199A-D835EE0057E8}"/>
              </a:ext>
            </a:extLst>
          </p:cNvPr>
          <p:cNvCxnSpPr>
            <a:cxnSpLocks/>
            <a:stCxn id="9" idx="6"/>
            <a:endCxn id="22" idx="1"/>
          </p:cNvCxnSpPr>
          <p:nvPr/>
        </p:nvCxnSpPr>
        <p:spPr>
          <a:xfrm>
            <a:off x="5034118" y="4686854"/>
            <a:ext cx="1061883" cy="496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C7F0928-C730-CBBD-57FB-27D3251E30B3}"/>
              </a:ext>
            </a:extLst>
          </p:cNvPr>
          <p:cNvSpPr/>
          <p:nvPr/>
        </p:nvSpPr>
        <p:spPr>
          <a:xfrm>
            <a:off x="6096000" y="3598801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(2,1)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867F43-EA13-F2AC-E53A-58AFA0483149}"/>
              </a:ext>
            </a:extLst>
          </p:cNvPr>
          <p:cNvSpPr/>
          <p:nvPr/>
        </p:nvSpPr>
        <p:spPr>
          <a:xfrm>
            <a:off x="6096000" y="4267871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(1,2)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FA0C42-5DAD-0A80-69AC-225369A80E3C}"/>
              </a:ext>
            </a:extLst>
          </p:cNvPr>
          <p:cNvSpPr/>
          <p:nvPr/>
        </p:nvSpPr>
        <p:spPr>
          <a:xfrm>
            <a:off x="6096000" y="4946974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(1,1)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E3D84A-495E-7916-4623-327EFB4FF374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113640" y="2887543"/>
            <a:ext cx="1209368" cy="992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6012CF-E331-34EF-C078-C80637B3E6FE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7113641" y="3511021"/>
            <a:ext cx="1238863" cy="36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9C2B74-38D5-47C3-7C5A-98F63192AC82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7113640" y="3879732"/>
            <a:ext cx="1253612" cy="283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B2CE064-D1F8-3D79-A3F9-586263702A59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113640" y="3879732"/>
            <a:ext cx="1253612" cy="924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D474F38-EC87-AE14-26D9-D722A0FF1D3E}"/>
              </a:ext>
            </a:extLst>
          </p:cNvPr>
          <p:cNvSpPr/>
          <p:nvPr/>
        </p:nvSpPr>
        <p:spPr>
          <a:xfrm>
            <a:off x="8323008" y="2681065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504608-738A-DAC3-E7C2-2AF6CAE0E3DF}"/>
              </a:ext>
            </a:extLst>
          </p:cNvPr>
          <p:cNvSpPr/>
          <p:nvPr/>
        </p:nvSpPr>
        <p:spPr>
          <a:xfrm>
            <a:off x="8352503" y="3304544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3B8F9AB-878E-354B-FF9E-EF3EB42E3834}"/>
              </a:ext>
            </a:extLst>
          </p:cNvPr>
          <p:cNvSpPr/>
          <p:nvPr/>
        </p:nvSpPr>
        <p:spPr>
          <a:xfrm>
            <a:off x="8367252" y="3956725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FE71688-D1A7-D1D3-C0B0-31DD2C5EDB02}"/>
              </a:ext>
            </a:extLst>
          </p:cNvPr>
          <p:cNvSpPr/>
          <p:nvPr/>
        </p:nvSpPr>
        <p:spPr>
          <a:xfrm>
            <a:off x="8367252" y="4598205"/>
            <a:ext cx="398206" cy="41295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C7D1C9-4E51-687E-3674-7D915B104088}"/>
              </a:ext>
            </a:extLst>
          </p:cNvPr>
          <p:cNvSpPr txBox="1"/>
          <p:nvPr/>
        </p:nvSpPr>
        <p:spPr>
          <a:xfrm>
            <a:off x="7762571" y="2817606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1F68CB-48D0-A4E9-37C4-9BCF5A3DD5F7}"/>
              </a:ext>
            </a:extLst>
          </p:cNvPr>
          <p:cNvSpPr txBox="1"/>
          <p:nvPr/>
        </p:nvSpPr>
        <p:spPr>
          <a:xfrm>
            <a:off x="7784691" y="3732503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5ECFC5-F5FB-1E4B-066C-D43E2EFC94CD}"/>
              </a:ext>
            </a:extLst>
          </p:cNvPr>
          <p:cNvSpPr txBox="1"/>
          <p:nvPr/>
        </p:nvSpPr>
        <p:spPr>
          <a:xfrm>
            <a:off x="7747819" y="4178615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3EA2AD-CA7A-C3AD-CBFA-17AD5DCBD18F}"/>
              </a:ext>
            </a:extLst>
          </p:cNvPr>
          <p:cNvSpPr txBox="1"/>
          <p:nvPr/>
        </p:nvSpPr>
        <p:spPr>
          <a:xfrm>
            <a:off x="7761093" y="3289557"/>
            <a:ext cx="60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A10AA9C-C014-67A3-B274-5C4C873BB294}"/>
              </a:ext>
            </a:extLst>
          </p:cNvPr>
          <p:cNvCxnSpPr>
            <a:cxnSpLocks/>
          </p:cNvCxnSpPr>
          <p:nvPr/>
        </p:nvCxnSpPr>
        <p:spPr>
          <a:xfrm flipV="1">
            <a:off x="8712258" y="2152830"/>
            <a:ext cx="1061883" cy="741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E8DC83-0752-07B4-3756-24A5DC2337EE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8712258" y="2711288"/>
            <a:ext cx="1061883" cy="18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FA7356D-8961-A3B0-8F56-738A245537D9}"/>
              </a:ext>
            </a:extLst>
          </p:cNvPr>
          <p:cNvSpPr/>
          <p:nvPr/>
        </p:nvSpPr>
        <p:spPr>
          <a:xfrm>
            <a:off x="9774140" y="1806243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(3,1)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4523C29-37E6-5CD2-3E9F-4B0DD76F61AF}"/>
              </a:ext>
            </a:extLst>
          </p:cNvPr>
          <p:cNvSpPr/>
          <p:nvPr/>
        </p:nvSpPr>
        <p:spPr>
          <a:xfrm>
            <a:off x="9774140" y="2475313"/>
            <a:ext cx="988142" cy="4719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(2,1)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F96742-62C5-0AFA-05A6-29A3D726E756}"/>
              </a:ext>
            </a:extLst>
          </p:cNvPr>
          <p:cNvSpPr txBox="1"/>
          <p:nvPr/>
        </p:nvSpPr>
        <p:spPr>
          <a:xfrm>
            <a:off x="7128392" y="4321213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9A31F0-FBBA-DCE4-B823-31AD16BBD400}"/>
              </a:ext>
            </a:extLst>
          </p:cNvPr>
          <p:cNvSpPr txBox="1"/>
          <p:nvPr/>
        </p:nvSpPr>
        <p:spPr>
          <a:xfrm>
            <a:off x="7128392" y="5013032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5442A8-BC2E-61DE-D624-47EA05A7AFE5}"/>
              </a:ext>
            </a:extLst>
          </p:cNvPr>
          <p:cNvSpPr txBox="1"/>
          <p:nvPr/>
        </p:nvSpPr>
        <p:spPr>
          <a:xfrm>
            <a:off x="8750712" y="3926211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BF66EE-D9F8-3960-E961-0AFB428D25EE}"/>
              </a:ext>
            </a:extLst>
          </p:cNvPr>
          <p:cNvSpPr txBox="1"/>
          <p:nvPr/>
        </p:nvSpPr>
        <p:spPr>
          <a:xfrm>
            <a:off x="8721215" y="3293514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49DB92-D503-62EA-9A71-D4156CC63C7B}"/>
              </a:ext>
            </a:extLst>
          </p:cNvPr>
          <p:cNvSpPr txBox="1"/>
          <p:nvPr/>
        </p:nvSpPr>
        <p:spPr>
          <a:xfrm>
            <a:off x="5056238" y="4872927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58BC01-4C5B-51DA-23E7-8C6281310A51}"/>
              </a:ext>
            </a:extLst>
          </p:cNvPr>
          <p:cNvSpPr txBox="1"/>
          <p:nvPr/>
        </p:nvSpPr>
        <p:spPr>
          <a:xfrm>
            <a:off x="5034118" y="5571375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D5366-3299-1E24-C6DF-02D6D1AA747D}"/>
              </a:ext>
            </a:extLst>
          </p:cNvPr>
          <p:cNvSpPr txBox="1"/>
          <p:nvPr/>
        </p:nvSpPr>
        <p:spPr>
          <a:xfrm>
            <a:off x="5034118" y="6200785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4B43E-427B-4F3C-3D8A-3ED33AA6EF23}"/>
              </a:ext>
            </a:extLst>
          </p:cNvPr>
          <p:cNvSpPr txBox="1"/>
          <p:nvPr/>
        </p:nvSpPr>
        <p:spPr>
          <a:xfrm>
            <a:off x="8765459" y="4558908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37CA1C-CD55-B906-E5F0-8B636C6B83BF}"/>
              </a:ext>
            </a:extLst>
          </p:cNvPr>
          <p:cNvSpPr txBox="1"/>
          <p:nvPr/>
        </p:nvSpPr>
        <p:spPr>
          <a:xfrm>
            <a:off x="10777027" y="2496840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A97C85-B006-BE02-1B1F-B6FB5FF0BF2F}"/>
              </a:ext>
            </a:extLst>
          </p:cNvPr>
          <p:cNvSpPr txBox="1"/>
          <p:nvPr/>
        </p:nvSpPr>
        <p:spPr>
          <a:xfrm>
            <a:off x="10747530" y="1864143"/>
            <a:ext cx="811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2AE7454-F058-5F58-247A-84A69FD9C695}"/>
                  </a:ext>
                </a:extLst>
              </p14:cNvPr>
              <p14:cNvContentPartPr/>
              <p14:nvPr/>
            </p14:nvContentPartPr>
            <p14:xfrm>
              <a:off x="2946240" y="111600"/>
              <a:ext cx="8628120" cy="6193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2AE7454-F058-5F58-247A-84A69FD9C6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0040" y="95400"/>
                <a:ext cx="8660520" cy="62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409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7880-8445-4948-6B74-E4D1740D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Terminology (MEU Analogy)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B34FD-0E4D-FB1B-22FF-D3F60867E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𝑀𝐸𝑈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itchFamily="2" charset="2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dirty="0">
                  <a:latin typeface="+mn-lt"/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𝑀𝐸𝑈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)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𝑀𝐸𝑈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′)]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𝑀𝐸𝑈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= 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𝐸𝑈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endParaRPr lang="en-US" i="1" dirty="0">
                  <a:latin typeface="+mn-lt"/>
                  <a:sym typeface="Wingdings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7B34FD-0E4D-FB1B-22FF-D3F60867E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17CA21-5F72-A503-03F1-E19D8213020C}"/>
                  </a:ext>
                </a:extLst>
              </p14:cNvPr>
              <p14:cNvContentPartPr/>
              <p14:nvPr/>
            </p14:nvContentPartPr>
            <p14:xfrm>
              <a:off x="552600" y="523080"/>
              <a:ext cx="11414520" cy="515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17CA21-5F72-A503-03F1-E19D821302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400" y="506880"/>
                <a:ext cx="11446920" cy="518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83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1DAA-E5E1-0E5A-C37D-B13DA6D0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Terminology (Model)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C215-A159-22CA-706A-7E3329AD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7508240" cy="535067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Decision step: points at which decisions are made</a:t>
            </a:r>
          </a:p>
          <a:p>
            <a:pPr lvl="1"/>
            <a:r>
              <a:rPr lang="en-US" sz="2400" dirty="0"/>
              <a:t>Finite horizon</a:t>
            </a:r>
          </a:p>
          <a:p>
            <a:pPr lvl="1"/>
            <a:r>
              <a:rPr lang="en-US" sz="2400" dirty="0"/>
              <a:t>Infinite horizon</a:t>
            </a:r>
          </a:p>
          <a:p>
            <a:r>
              <a:rPr lang="en-US" sz="2800" dirty="0"/>
              <a:t>Terminal (absorbing) state: states that do not allow any transitions out</a:t>
            </a:r>
          </a:p>
          <a:p>
            <a:pPr lvl="1"/>
            <a:r>
              <a:rPr lang="en-US" sz="2400" dirty="0"/>
              <a:t>Typically goal states</a:t>
            </a:r>
          </a:p>
          <a:p>
            <a:pPr lvl="1"/>
            <a:r>
              <a:rPr lang="en-US" sz="2400" dirty="0"/>
              <a:t>May not exist (e.g., in infinite horizon problems)</a:t>
            </a:r>
          </a:p>
          <a:p>
            <a:r>
              <a:rPr lang="en-US" sz="2800" dirty="0"/>
              <a:t>Reward: </a:t>
            </a:r>
          </a:p>
          <a:p>
            <a:pPr lvl="1"/>
            <a:r>
              <a:rPr lang="en-US" sz="2400" dirty="0"/>
              <a:t>R(s), R(s,a), R(s,a,s’)</a:t>
            </a:r>
          </a:p>
          <a:p>
            <a:r>
              <a:rPr lang="en-US" sz="2800" dirty="0"/>
              <a:t>Markov property: given current state, the future is independent of the past</a:t>
            </a:r>
          </a:p>
          <a:p>
            <a:pPr lvl="1"/>
            <a:r>
              <a:rPr lang="en-US" altLang="zh-CN" sz="2400" dirty="0"/>
              <a:t>Future states only depends on current state and action:</a:t>
            </a:r>
            <a:r>
              <a:rPr lang="en-US" sz="2400" dirty="0"/>
              <a:t> P(s</a:t>
            </a:r>
            <a:r>
              <a:rPr lang="en-US" sz="2400" baseline="-25000" dirty="0"/>
              <a:t>t+1</a:t>
            </a:r>
            <a:r>
              <a:rPr lang="en-US" sz="2400" dirty="0"/>
              <a:t>|s</a:t>
            </a:r>
            <a:r>
              <a:rPr lang="en-US" sz="2400" baseline="-25000" dirty="0"/>
              <a:t>t</a:t>
            </a:r>
            <a:r>
              <a:rPr lang="en-US" sz="2400" dirty="0"/>
              <a:t>,a)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1D2766-F270-5308-FDB9-97E98819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711" y="1604359"/>
            <a:ext cx="2730089" cy="2324306"/>
          </a:xfrm>
          <a:prstGeom prst="rect">
            <a:avLst/>
          </a:prstGeom>
          <a:gradFill>
            <a:gsLst>
              <a:gs pos="0">
                <a:schemeClr val="accent5">
                  <a:lumMod val="67000"/>
                </a:schemeClr>
              </a:gs>
              <a:gs pos="45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</a:gradFill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68BC7D-D38E-9F8B-1494-ABB9B7CA3AB7}"/>
                  </a:ext>
                </a:extLst>
              </p14:cNvPr>
              <p14:cNvContentPartPr/>
              <p14:nvPr/>
            </p14:nvContentPartPr>
            <p14:xfrm>
              <a:off x="2060280" y="89280"/>
              <a:ext cx="10125720" cy="6768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68BC7D-D38E-9F8B-1494-ABB9B7CA3A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4080" y="73080"/>
                <a:ext cx="10158120" cy="680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71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8BB9-A546-D755-732E-DE79184E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Terminology (Policy)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4AE5-2E20-AD78-C088-231E3865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1253330"/>
            <a:ext cx="11104880" cy="1790659"/>
          </a:xfrm>
        </p:spPr>
        <p:txBody>
          <a:bodyPr/>
          <a:lstStyle/>
          <a:p>
            <a:r>
              <a:rPr lang="en-US" sz="2400" dirty="0"/>
              <a:t>Decision rule: </a:t>
            </a:r>
            <a:r>
              <a:rPr lang="en-SG" sz="2400" dirty="0"/>
              <a:t>specifies the action to take in each state at a given decision step</a:t>
            </a:r>
            <a:endParaRPr lang="en-US" sz="2400" dirty="0"/>
          </a:p>
          <a:p>
            <a:r>
              <a:rPr lang="en-US" sz="2400" dirty="0"/>
              <a:t>Policy: a collection of decision rules to be applied across all decision steps</a:t>
            </a:r>
          </a:p>
          <a:p>
            <a:r>
              <a:rPr lang="en-US" sz="2400" dirty="0"/>
              <a:t>Example: 2 states, 2 actions, horizon = 4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E9CD50-D2C1-11C2-1F11-82D834151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75759"/>
              </p:ext>
            </p:extLst>
          </p:nvPr>
        </p:nvGraphicFramePr>
        <p:xfrm>
          <a:off x="2055270" y="2786380"/>
          <a:ext cx="779698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9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D4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S1 =&gt; A1 (0.7),     </a:t>
                      </a:r>
                    </a:p>
                    <a:p>
                      <a:r>
                        <a:rPr lang="en-US" baseline="0" dirty="0"/>
                        <a:t>           </a:t>
                      </a:r>
                      <a:r>
                        <a:rPr lang="en-US" dirty="0"/>
                        <a:t>A2 (0.3)</a:t>
                      </a:r>
                    </a:p>
                    <a:p>
                      <a:r>
                        <a:rPr lang="en-US" dirty="0"/>
                        <a:t>S2 =&gt; A2 (1.0)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S1 =&gt; A1 (0.7),     </a:t>
                      </a:r>
                    </a:p>
                    <a:p>
                      <a:r>
                        <a:rPr lang="en-US" baseline="0" dirty="0"/>
                        <a:t>           </a:t>
                      </a:r>
                      <a:r>
                        <a:rPr lang="en-US" dirty="0"/>
                        <a:t>A2 (0.3)</a:t>
                      </a:r>
                    </a:p>
                    <a:p>
                      <a:r>
                        <a:rPr lang="en-US" dirty="0"/>
                        <a:t>S2 =&gt; A2 (1.0)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S1 =&gt; A1 (1.0)</a:t>
                      </a:r>
                    </a:p>
                    <a:p>
                      <a:r>
                        <a:rPr lang="en-US" dirty="0"/>
                        <a:t>S2 =&gt; A2 (1.0)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D0C9F00-8ABD-2BFA-3733-6D9B50FEDC01}"/>
              </a:ext>
            </a:extLst>
          </p:cNvPr>
          <p:cNvSpPr txBox="1">
            <a:spLocks/>
          </p:cNvSpPr>
          <p:nvPr/>
        </p:nvSpPr>
        <p:spPr>
          <a:xfrm>
            <a:off x="1391920" y="4381459"/>
            <a:ext cx="10266680" cy="22225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Stationary policy: (D, D, D, D…) </a:t>
            </a:r>
          </a:p>
          <a:p>
            <a:r>
              <a:rPr lang="en-US" sz="2400" dirty="0"/>
              <a:t>Non-stationary policy: (D1, D2, D3, D4,..)</a:t>
            </a:r>
          </a:p>
          <a:p>
            <a:r>
              <a:rPr lang="en-US" sz="2400" dirty="0"/>
              <a:t>Deterministic policy: all decision rules have S</a:t>
            </a:r>
            <a:r>
              <a:rPr lang="en-US" sz="2400" baseline="-25000" dirty="0"/>
              <a:t>i</a:t>
            </a:r>
            <a:r>
              <a:rPr lang="en-US" sz="2400" dirty="0"/>
              <a:t> =&gt; A</a:t>
            </a:r>
            <a:r>
              <a:rPr lang="en-US" sz="2400" baseline="-25000" dirty="0"/>
              <a:t>k</a:t>
            </a:r>
            <a:r>
              <a:rPr lang="en-US" sz="2400" dirty="0"/>
              <a:t> (1.0)</a:t>
            </a:r>
          </a:p>
          <a:p>
            <a:pPr lvl="1"/>
            <a:r>
              <a:rPr lang="en-SG" sz="2400" dirty="0"/>
              <a:t>selects one action with probability 1 for each state</a:t>
            </a:r>
          </a:p>
          <a:p>
            <a:r>
              <a:rPr lang="en-US" sz="2400" dirty="0"/>
              <a:t>Stochastic policy: assigns a probability distribution over actions</a:t>
            </a:r>
          </a:p>
          <a:p>
            <a:r>
              <a:rPr lang="en-US" sz="2400" dirty="0"/>
              <a:t>What type of policy is the example above?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28E3C7-F4AC-9AAF-603B-FE1A6790C5D2}"/>
                  </a:ext>
                </a:extLst>
              </p14:cNvPr>
              <p14:cNvContentPartPr/>
              <p14:nvPr/>
            </p14:nvContentPartPr>
            <p14:xfrm>
              <a:off x="1155600" y="299160"/>
              <a:ext cx="7970760" cy="6558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28E3C7-F4AC-9AAF-603B-FE1A6790C5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39400" y="282960"/>
                <a:ext cx="8003160" cy="65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98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9F12-B1A2-57D8-F7DE-78B3A0AD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Terminology (Discount Factor)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5CB3-19E7-6DDE-E8BA-DBE734701F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n-lt"/>
                  </a:rPr>
                  <a:t>It is reasonable to prefer rewards now over rewards later</a:t>
                </a:r>
              </a:p>
              <a:p>
                <a:r>
                  <a:rPr lang="en-US" dirty="0">
                    <a:latin typeface="+mn-lt"/>
                  </a:rPr>
                  <a:t>Discounting: future rewards decays exponentially over time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′)+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′)]</m:t>
                        </m:r>
                      </m:e>
                    </m:nary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5D5CB3-19E7-6DDE-E8BA-DBE734701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F775C3C-C18A-0174-22EC-05B47C77B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192" y="3291841"/>
            <a:ext cx="7538331" cy="2072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29D7A7-A00E-36A0-04B5-416F47012796}"/>
                  </a:ext>
                </a:extLst>
              </p14:cNvPr>
              <p14:cNvContentPartPr/>
              <p14:nvPr/>
            </p14:nvContentPartPr>
            <p14:xfrm>
              <a:off x="453600" y="579600"/>
              <a:ext cx="11367720" cy="626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29D7A7-A00E-36A0-04B5-416F470127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7400" y="563400"/>
                <a:ext cx="11400120" cy="629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033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B6406-52AC-4369-267A-98186144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Finding Optimal Policy: Value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8F962-B12B-872F-F3EA-7A38D181E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Value Iteration (calculate value function iteratively)</a:t>
                </a:r>
              </a:p>
              <a:p>
                <a:pPr lvl="1"/>
                <a:r>
                  <a:rPr lang="en-US" dirty="0"/>
                  <a:t>Initialize: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for all states s</a:t>
                </a:r>
              </a:p>
              <a:p>
                <a:pPr lvl="1"/>
                <a:r>
                  <a:rPr lang="en-US" dirty="0"/>
                  <a:t>Update (for each iteration): 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[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′) ]</m:t>
                        </m:r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sufficiently close </a:t>
                </a:r>
              </a:p>
              <a:p>
                <a:pPr lvl="1"/>
                <a:r>
                  <a:rPr lang="en-US" dirty="0"/>
                  <a:t>Guaranteed to yield optimal policy</a:t>
                </a:r>
              </a:p>
              <a:p>
                <a:pPr marL="457200" lvl="1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    (best action at state s)</a:t>
                </a:r>
              </a:p>
              <a:p>
                <a:pPr lvl="1"/>
                <a:r>
                  <a:rPr lang="en-US" dirty="0"/>
                  <a:t>Optimal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stationary in the infinite horizon setting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28F962-B12B-872F-F3EA-7A38D181E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74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B03318-09F0-F57B-A5DC-492EC10DB69D}"/>
                  </a:ext>
                </a:extLst>
              </p14:cNvPr>
              <p14:cNvContentPartPr/>
              <p14:nvPr/>
            </p14:nvContentPartPr>
            <p14:xfrm>
              <a:off x="55800" y="443880"/>
              <a:ext cx="12032640" cy="641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B03318-09F0-F57B-A5DC-492EC10DB6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600" y="427680"/>
                <a:ext cx="12065040" cy="64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444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CA56-6E30-463E-98E0-7C0582A8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96D31-513B-1F18-3F5C-80DA45EBA8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19" y="1253330"/>
                <a:ext cx="6455578" cy="5350670"/>
              </a:xfrm>
            </p:spPr>
            <p:txBody>
              <a:bodyPr/>
              <a:lstStyle/>
              <a:p>
                <a:r>
                  <a:rPr lang="en-US" dirty="0"/>
                  <a:t>Let discount factor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3200" dirty="0"/>
                  <a:t> = 0.99 </a:t>
                </a:r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(3,3)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(3,3)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C96D31-513B-1F18-3F5C-80DA45EBA8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19" y="1253330"/>
                <a:ext cx="6455578" cy="5350670"/>
              </a:xfrm>
              <a:blipFill>
                <a:blip r:embed="rId3"/>
                <a:stretch>
                  <a:fillRect l="-1965" t="-2370" r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E845EF9-CAD2-524B-26DD-25E52314A250}"/>
              </a:ext>
            </a:extLst>
          </p:cNvPr>
          <p:cNvGrpSpPr/>
          <p:nvPr/>
        </p:nvGrpSpPr>
        <p:grpSpPr>
          <a:xfrm>
            <a:off x="7708754" y="1474547"/>
            <a:ext cx="3792682" cy="2412767"/>
            <a:chOff x="5039587" y="1751507"/>
            <a:chExt cx="4104413" cy="2852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19C641-4813-E864-6592-88BC0408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51318" y="1751507"/>
              <a:ext cx="3792682" cy="2483428"/>
            </a:xfrm>
            <a:prstGeom prst="rect">
              <a:avLst/>
            </a:prstGeom>
            <a:gradFill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BB4879-6A83-D19D-F27F-AA48DA894971}"/>
                </a:ext>
              </a:extLst>
            </p:cNvPr>
            <p:cNvSpPr txBox="1"/>
            <p:nvPr/>
          </p:nvSpPr>
          <p:spPr>
            <a:xfrm>
              <a:off x="5694217" y="4206604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F71F82-A762-1DA8-CE77-7503F1D50DF6}"/>
                </a:ext>
              </a:extLst>
            </p:cNvPr>
            <p:cNvSpPr txBox="1"/>
            <p:nvPr/>
          </p:nvSpPr>
          <p:spPr>
            <a:xfrm>
              <a:off x="6608616" y="421575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8F43AF-760D-C856-23E5-56BE79F11D7C}"/>
                </a:ext>
              </a:extLst>
            </p:cNvPr>
            <p:cNvSpPr txBox="1"/>
            <p:nvPr/>
          </p:nvSpPr>
          <p:spPr>
            <a:xfrm>
              <a:off x="7523015" y="423493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D73B91-9CE1-B2FF-D3A9-6BD603AB43F5}"/>
                </a:ext>
              </a:extLst>
            </p:cNvPr>
            <p:cNvSpPr txBox="1"/>
            <p:nvPr/>
          </p:nvSpPr>
          <p:spPr>
            <a:xfrm>
              <a:off x="8456613" y="423369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7EFE207-6318-A3D3-9C0C-E6CA657F56A7}"/>
                </a:ext>
              </a:extLst>
            </p:cNvPr>
            <p:cNvSpPr txBox="1"/>
            <p:nvPr/>
          </p:nvSpPr>
          <p:spPr>
            <a:xfrm>
              <a:off x="5039589" y="3610859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CC8FCE-5080-6839-1E30-BE0F8FF039A7}"/>
                </a:ext>
              </a:extLst>
            </p:cNvPr>
            <p:cNvSpPr txBox="1"/>
            <p:nvPr/>
          </p:nvSpPr>
          <p:spPr>
            <a:xfrm>
              <a:off x="5039587" y="280855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B648D7-CF66-6896-B720-E3DF5665DFE2}"/>
                </a:ext>
              </a:extLst>
            </p:cNvPr>
            <p:cNvSpPr txBox="1"/>
            <p:nvPr/>
          </p:nvSpPr>
          <p:spPr>
            <a:xfrm>
              <a:off x="5039587" y="2000356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057CFB-B76E-E227-9EEF-EDDE75C42297}"/>
                  </a:ext>
                </a:extLst>
              </p:cNvPr>
              <p:cNvSpPr txBox="1"/>
              <p:nvPr/>
            </p:nvSpPr>
            <p:spPr>
              <a:xfrm>
                <a:off x="7537226" y="4114403"/>
                <a:ext cx="4654774" cy="1783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(1,1), (1,2), 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North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South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West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East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((2,1)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0.8, 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((1,2)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 = 0.1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,4)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,4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=−0.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057CFB-B76E-E227-9EEF-EDDE75C42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226" y="4114403"/>
                <a:ext cx="4654774" cy="1783630"/>
              </a:xfrm>
              <a:prstGeom prst="rect">
                <a:avLst/>
              </a:prstGeom>
              <a:blipFill>
                <a:blip r:embed="rId5"/>
                <a:stretch>
                  <a:fillRect l="-815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DC463A-8C59-EB9A-CDF8-2F358EBC8258}"/>
                  </a:ext>
                </a:extLst>
              </p14:cNvPr>
              <p14:cNvContentPartPr/>
              <p14:nvPr/>
            </p14:nvContentPartPr>
            <p14:xfrm>
              <a:off x="723960" y="102600"/>
              <a:ext cx="11246040" cy="6720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DC463A-8C59-EB9A-CDF8-2F358EBC825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760" y="86400"/>
                <a:ext cx="11278440" cy="67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391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4761D05-CE8A-796E-7529-2746B9B51971}"/>
              </a:ext>
            </a:extLst>
          </p:cNvPr>
          <p:cNvGrpSpPr/>
          <p:nvPr/>
        </p:nvGrpSpPr>
        <p:grpSpPr>
          <a:xfrm>
            <a:off x="7814772" y="374616"/>
            <a:ext cx="3792682" cy="2412767"/>
            <a:chOff x="5039587" y="1751507"/>
            <a:chExt cx="4104413" cy="28527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891DB3E-466C-3E5C-B13C-256D4BEEA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1318" y="1751507"/>
              <a:ext cx="3792682" cy="2483428"/>
            </a:xfrm>
            <a:prstGeom prst="rect">
              <a:avLst/>
            </a:prstGeom>
            <a:gradFill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  <a:ln w="19050"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EFD2F2-5FE4-0548-ACA1-D9E36F958EDC}"/>
                </a:ext>
              </a:extLst>
            </p:cNvPr>
            <p:cNvSpPr txBox="1"/>
            <p:nvPr/>
          </p:nvSpPr>
          <p:spPr>
            <a:xfrm>
              <a:off x="5694217" y="4206604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C0C4A8-C4F5-6F92-5EC1-8FBD60B97633}"/>
                </a:ext>
              </a:extLst>
            </p:cNvPr>
            <p:cNvSpPr txBox="1"/>
            <p:nvPr/>
          </p:nvSpPr>
          <p:spPr>
            <a:xfrm>
              <a:off x="6608616" y="421575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0F9C51-3E9B-31C0-A07C-4FCBB9D024DF}"/>
                </a:ext>
              </a:extLst>
            </p:cNvPr>
            <p:cNvSpPr txBox="1"/>
            <p:nvPr/>
          </p:nvSpPr>
          <p:spPr>
            <a:xfrm>
              <a:off x="7523015" y="423493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E76E38-EE48-3ACB-1228-BDF0F07917D1}"/>
                </a:ext>
              </a:extLst>
            </p:cNvPr>
            <p:cNvSpPr txBox="1"/>
            <p:nvPr/>
          </p:nvSpPr>
          <p:spPr>
            <a:xfrm>
              <a:off x="8456613" y="4233692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82A13A-23FE-6DE2-347F-7A6B03A0A250}"/>
                </a:ext>
              </a:extLst>
            </p:cNvPr>
            <p:cNvSpPr txBox="1"/>
            <p:nvPr/>
          </p:nvSpPr>
          <p:spPr>
            <a:xfrm>
              <a:off x="5039589" y="3610859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5DED18-940B-C6F2-D513-A5345AC7CB35}"/>
                </a:ext>
              </a:extLst>
            </p:cNvPr>
            <p:cNvSpPr txBox="1"/>
            <p:nvPr/>
          </p:nvSpPr>
          <p:spPr>
            <a:xfrm>
              <a:off x="5039587" y="2808555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F18CF1-2E35-DB16-D1B5-284100D29B38}"/>
                </a:ext>
              </a:extLst>
            </p:cNvPr>
            <p:cNvSpPr txBox="1"/>
            <p:nvPr/>
          </p:nvSpPr>
          <p:spPr>
            <a:xfrm>
              <a:off x="5039587" y="2000356"/>
              <a:ext cx="43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6F26DE-18C1-9D42-7073-B9DA69971378}"/>
                  </a:ext>
                </a:extLst>
              </p:cNvPr>
              <p:cNvSpPr txBox="1"/>
              <p:nvPr/>
            </p:nvSpPr>
            <p:spPr>
              <a:xfrm>
                <a:off x="7643244" y="3014472"/>
                <a:ext cx="4654774" cy="1783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(1,1), (1,2), 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SG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North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South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West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SG" i="0" dirty="0">
                        <a:latin typeface="Cambria Math" panose="02040503050406030204" pitchFamily="18" charset="0"/>
                      </a:rPr>
                      <m:t>East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((2,1)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0.8, 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((1,2) | (1,1),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SG" i="1" dirty="0">
                        <a:latin typeface="Cambria Math" panose="02040503050406030204" pitchFamily="18" charset="0"/>
                      </a:rPr>
                      <m:t>) = 0.1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  <a:endParaRPr lang="en-S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,4)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∗,∗,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,4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SG" dirty="0"/>
                  <a:t>      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∗,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∗,∗</m:t>
                        </m:r>
                      </m:e>
                    </m:d>
                    <m:r>
                      <a:rPr lang="en-SG" i="1" dirty="0">
                        <a:latin typeface="Cambria Math" panose="02040503050406030204" pitchFamily="18" charset="0"/>
                      </a:rPr>
                      <m:t>=−0.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6F26DE-18C1-9D42-7073-B9DA69971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244" y="3014472"/>
                <a:ext cx="4654774" cy="1783630"/>
              </a:xfrm>
              <a:prstGeom prst="rect">
                <a:avLst/>
              </a:prstGeom>
              <a:blipFill>
                <a:blip r:embed="rId4"/>
                <a:stretch>
                  <a:fillRect l="-815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657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F42F-B57A-5C0A-4F67-4984BF55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2E1FAA-54A9-460A-E5FD-9F770934C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3720" y="1253330"/>
                <a:ext cx="11455400" cy="5350670"/>
              </a:xfrm>
            </p:spPr>
            <p:txBody>
              <a:bodyPr/>
              <a:lstStyle/>
              <a:p>
                <a:r>
                  <a:rPr lang="en-GB" sz="2600" dirty="0"/>
                  <a:t>Consider the MDP with transition probability and reward function as given in the tables below with discount factor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GB" sz="2600" dirty="0"/>
                  <a:t> = 1 (i.e., no discounting).</a:t>
                </a:r>
              </a:p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)=0 </m:t>
                    </m:r>
                  </m:oMath>
                </a14:m>
                <a:r>
                  <a:rPr lang="en-GB" sz="24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= 0, first calculate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GB" sz="2400" dirty="0"/>
              </a:p>
              <a:p>
                <a:r>
                  <a:rPr lang="en-GB" sz="2400" dirty="0"/>
                  <a:t>From those values indicate the best actions (current policy):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nor/>
                      </m:rPr>
                      <a:rPr lang="en-GB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2E1FAA-54A9-460A-E5FD-9F770934C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3720" y="1253330"/>
                <a:ext cx="11455400" cy="5350670"/>
              </a:xfrm>
              <a:blipFill>
                <a:blip r:embed="rId3"/>
                <a:stretch>
                  <a:fillRect l="-775" t="-1659" r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FEC4FA-18C5-69EB-7E49-9D6D374E1C29}"/>
              </a:ext>
            </a:extLst>
          </p:cNvPr>
          <p:cNvGraphicFramePr>
            <a:graphicFrameLocks noGrp="1"/>
          </p:cNvGraphicFramePr>
          <p:nvPr/>
        </p:nvGraphicFramePr>
        <p:xfrm>
          <a:off x="1553687" y="3703723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687880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C46083-DC9F-743E-3508-8F5C4BAEBCF8}"/>
              </a:ext>
            </a:extLst>
          </p:cNvPr>
          <p:cNvGraphicFramePr>
            <a:graphicFrameLocks noGrp="1"/>
          </p:cNvGraphicFramePr>
          <p:nvPr/>
        </p:nvGraphicFramePr>
        <p:xfrm>
          <a:off x="5837994" y="3703722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1539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32147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90030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49870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22007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32B038-8354-8BC3-B155-B47BC0B89DB5}"/>
                  </a:ext>
                </a:extLst>
              </p14:cNvPr>
              <p14:cNvContentPartPr/>
              <p14:nvPr/>
            </p14:nvContentPartPr>
            <p14:xfrm>
              <a:off x="1689120" y="321120"/>
              <a:ext cx="8741520" cy="639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32B038-8354-8BC3-B155-B47BC0B89D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2920" y="304920"/>
                <a:ext cx="8773920" cy="642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970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F40236-FC05-14FD-209F-FB382752DAFD}"/>
              </a:ext>
            </a:extLst>
          </p:cNvPr>
          <p:cNvGraphicFramePr>
            <a:graphicFrameLocks noGrp="1"/>
          </p:cNvGraphicFramePr>
          <p:nvPr/>
        </p:nvGraphicFramePr>
        <p:xfrm>
          <a:off x="3607774" y="218402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687880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5BA194-2AFA-3D7D-83BB-06799B27ABF0}"/>
              </a:ext>
            </a:extLst>
          </p:cNvPr>
          <p:cNvGraphicFramePr>
            <a:graphicFrameLocks noGrp="1"/>
          </p:cNvGraphicFramePr>
          <p:nvPr/>
        </p:nvGraphicFramePr>
        <p:xfrm>
          <a:off x="7892081" y="218401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1539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32147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90030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49870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22007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236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470FE-38D6-9D98-4554-CA148DEE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DE0112-67F0-0278-2254-21E27AB5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249" y="2526271"/>
            <a:ext cx="4740425" cy="155539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74168F-2772-3C4E-27F3-53CCB87A96F7}"/>
              </a:ext>
            </a:extLst>
          </p:cNvPr>
          <p:cNvGraphicFramePr>
            <a:graphicFrameLocks noGrp="1"/>
          </p:cNvGraphicFramePr>
          <p:nvPr/>
        </p:nvGraphicFramePr>
        <p:xfrm>
          <a:off x="3607774" y="218402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7880">
                  <a:extLst>
                    <a:ext uri="{9D8B030D-6E8A-4147-A177-3AD203B41FA5}">
                      <a16:colId xmlns:a16="http://schemas.microsoft.com/office/drawing/2014/main" val="2124935439"/>
                    </a:ext>
                  </a:extLst>
                </a:gridCol>
                <a:gridCol w="687880">
                  <a:extLst>
                    <a:ext uri="{9D8B030D-6E8A-4147-A177-3AD203B41FA5}">
                      <a16:colId xmlns:a16="http://schemas.microsoft.com/office/drawing/2014/main" val="3567746389"/>
                    </a:ext>
                  </a:extLst>
                </a:gridCol>
                <a:gridCol w="530033">
                  <a:extLst>
                    <a:ext uri="{9D8B030D-6E8A-4147-A177-3AD203B41FA5}">
                      <a16:colId xmlns:a16="http://schemas.microsoft.com/office/drawing/2014/main" val="2185035076"/>
                    </a:ext>
                  </a:extLst>
                </a:gridCol>
                <a:gridCol w="1081105">
                  <a:extLst>
                    <a:ext uri="{9D8B030D-6E8A-4147-A177-3AD203B41FA5}">
                      <a16:colId xmlns:a16="http://schemas.microsoft.com/office/drawing/2014/main" val="3448554953"/>
                    </a:ext>
                  </a:extLst>
                </a:gridCol>
                <a:gridCol w="1128695">
                  <a:extLst>
                    <a:ext uri="{9D8B030D-6E8A-4147-A177-3AD203B41FA5}">
                      <a16:colId xmlns:a16="http://schemas.microsoft.com/office/drawing/2014/main" val="752825974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a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s’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P(</a:t>
                      </a:r>
                      <a:r>
                        <a:rPr lang="en-GB" sz="1800" b="1" dirty="0" err="1">
                          <a:effectLst/>
                        </a:rPr>
                        <a:t>s’|s,a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R(</a:t>
                      </a:r>
                      <a:r>
                        <a:rPr lang="en-GB" sz="1800" b="1" dirty="0" err="1">
                          <a:effectLst/>
                        </a:rPr>
                        <a:t>s,a,s</a:t>
                      </a:r>
                      <a:r>
                        <a:rPr lang="en-GB" sz="1800" b="1" dirty="0">
                          <a:effectLst/>
                        </a:rPr>
                        <a:t>’)</a:t>
                      </a:r>
                      <a:endParaRPr lang="en-SG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87738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75811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5803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9094008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311244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725070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884396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60D610-C416-8948-C1D7-DB19302E740E}"/>
              </a:ext>
            </a:extLst>
          </p:cNvPr>
          <p:cNvGraphicFramePr>
            <a:graphicFrameLocks noGrp="1"/>
          </p:cNvGraphicFramePr>
          <p:nvPr/>
        </p:nvGraphicFramePr>
        <p:xfrm>
          <a:off x="7892081" y="218401"/>
          <a:ext cx="4115593" cy="2116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1539">
                  <a:extLst>
                    <a:ext uri="{9D8B030D-6E8A-4147-A177-3AD203B41FA5}">
                      <a16:colId xmlns:a16="http://schemas.microsoft.com/office/drawing/2014/main" val="986595869"/>
                    </a:ext>
                  </a:extLst>
                </a:gridCol>
                <a:gridCol w="532147">
                  <a:extLst>
                    <a:ext uri="{9D8B030D-6E8A-4147-A177-3AD203B41FA5}">
                      <a16:colId xmlns:a16="http://schemas.microsoft.com/office/drawing/2014/main" val="3085858530"/>
                    </a:ext>
                  </a:extLst>
                </a:gridCol>
                <a:gridCol w="690030">
                  <a:extLst>
                    <a:ext uri="{9D8B030D-6E8A-4147-A177-3AD203B41FA5}">
                      <a16:colId xmlns:a16="http://schemas.microsoft.com/office/drawing/2014/main" val="3890647722"/>
                    </a:ext>
                  </a:extLst>
                </a:gridCol>
                <a:gridCol w="1049870">
                  <a:extLst>
                    <a:ext uri="{9D8B030D-6E8A-4147-A177-3AD203B41FA5}">
                      <a16:colId xmlns:a16="http://schemas.microsoft.com/office/drawing/2014/main" val="3711038322"/>
                    </a:ext>
                  </a:extLst>
                </a:gridCol>
                <a:gridCol w="1122007">
                  <a:extLst>
                    <a:ext uri="{9D8B030D-6E8A-4147-A177-3AD203B41FA5}">
                      <a16:colId xmlns:a16="http://schemas.microsoft.com/office/drawing/2014/main" val="1810684555"/>
                    </a:ext>
                  </a:extLst>
                </a:gridCol>
              </a:tblGrid>
              <a:tr h="2996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a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s’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P(</a:t>
                      </a:r>
                      <a:r>
                        <a:rPr lang="en-GB" sz="1800" dirty="0" err="1">
                          <a:effectLst/>
                        </a:rPr>
                        <a:t>s’|s,a</a:t>
                      </a:r>
                      <a:r>
                        <a:rPr lang="en-GB" sz="1800" dirty="0">
                          <a:effectLst/>
                        </a:rPr>
                        <a:t>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R(</a:t>
                      </a:r>
                      <a:r>
                        <a:rPr lang="en-GB" sz="1800" dirty="0" err="1">
                          <a:effectLst/>
                        </a:rPr>
                        <a:t>s,a,s</a:t>
                      </a:r>
                      <a:r>
                        <a:rPr lang="en-GB" sz="1800" dirty="0">
                          <a:effectLst/>
                        </a:rPr>
                        <a:t>’)</a:t>
                      </a:r>
                      <a:endParaRPr lang="en-SG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664680"/>
                  </a:ext>
                </a:extLst>
              </a:tr>
              <a:tr h="309024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B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A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0.5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9050701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0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22907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1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123450"/>
                  </a:ext>
                </a:extLst>
              </a:tr>
              <a:tr h="309024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890882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3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7609193"/>
                  </a:ext>
                </a:extLst>
              </a:tr>
              <a:tr h="299659"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SG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B</a:t>
                      </a:r>
                      <a:endParaRPr lang="en-SG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0.5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4</a:t>
                      </a:r>
                      <a:endParaRPr lang="en-SG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32165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365A18-0545-4117-71F8-7F485A3D2BB4}"/>
                  </a:ext>
                </a:extLst>
              </p14:cNvPr>
              <p14:cNvContentPartPr/>
              <p14:nvPr/>
            </p14:nvContentPartPr>
            <p14:xfrm>
              <a:off x="1177560" y="1014840"/>
              <a:ext cx="7967520" cy="4665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365A18-0545-4117-71F8-7F485A3D2B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1360" y="998640"/>
                <a:ext cx="7999920" cy="46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3767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A568-A592-FD7E-29D3-4FDE0381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D6B7-3FF5-9881-C8D0-7FA58DA50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 homework </a:t>
            </a:r>
            <a:r>
              <a:rPr lang="en-US" dirty="0"/>
              <a:t>this week</a:t>
            </a:r>
          </a:p>
          <a:p>
            <a:r>
              <a:rPr lang="en-US" dirty="0"/>
              <a:t>A </a:t>
            </a:r>
            <a:r>
              <a:rPr lang="en-US" b="1" dirty="0"/>
              <a:t>sample quiz</a:t>
            </a:r>
            <a:r>
              <a:rPr lang="en-US" dirty="0"/>
              <a:t> has been provided for practice</a:t>
            </a:r>
          </a:p>
          <a:p>
            <a:r>
              <a:rPr lang="en-US" b="1" dirty="0">
                <a:solidFill>
                  <a:srgbClr val="FF0000"/>
                </a:solidFill>
              </a:rPr>
              <a:t>In-class Quiz 2: Next week’s session (March 25)</a:t>
            </a:r>
          </a:p>
          <a:p>
            <a:pPr lvl="1"/>
            <a:r>
              <a:rPr lang="en-US" dirty="0"/>
              <a:t>Similar to Quiz 1</a:t>
            </a:r>
          </a:p>
          <a:p>
            <a:pPr lvl="1"/>
            <a:r>
              <a:rPr lang="en-US" dirty="0"/>
              <a:t>Duration: 45 minutes</a:t>
            </a:r>
          </a:p>
          <a:p>
            <a:pPr lvl="1"/>
            <a:r>
              <a:rPr lang="en-US" dirty="0"/>
              <a:t>Closed book</a:t>
            </a:r>
          </a:p>
          <a:p>
            <a:pPr lvl="1"/>
            <a:r>
              <a:rPr lang="en-US" dirty="0"/>
              <a:t>One A4-size cheat sheet allowed</a:t>
            </a:r>
          </a:p>
          <a:p>
            <a:pPr lvl="1"/>
            <a:r>
              <a:rPr lang="en-US" dirty="0"/>
              <a:t>Calculator allowed (no smartphone</a:t>
            </a:r>
            <a:r>
              <a:rPr lang="en-US" altLang="zh-CN" dirty="0"/>
              <a:t>s</a:t>
            </a:r>
            <a:r>
              <a:rPr lang="en-US" dirty="0"/>
              <a:t>, </a:t>
            </a:r>
            <a:r>
              <a:rPr lang="en-US" altLang="zh-CN" dirty="0"/>
              <a:t>tablets,</a:t>
            </a:r>
            <a:r>
              <a:rPr lang="zh-CN" altLang="en-US" dirty="0"/>
              <a:t> </a:t>
            </a:r>
            <a:r>
              <a:rPr lang="en-US" dirty="0"/>
              <a:t>etc.)</a:t>
            </a:r>
          </a:p>
        </p:txBody>
      </p:sp>
    </p:spTree>
    <p:extLst>
      <p:ext uri="{BB962C8B-B14F-4D97-AF65-F5344CB8AC3E}">
        <p14:creationId xmlns:p14="http://schemas.microsoft.com/office/powerpoint/2010/main" val="1161710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21276</TotalTime>
  <Words>5513</Words>
  <Application>Microsoft Macintosh PowerPoint</Application>
  <PresentationFormat>Widescreen</PresentationFormat>
  <Paragraphs>854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Dutch801 Rm BT</vt:lpstr>
      <vt:lpstr>Poppins-Medium</vt:lpstr>
      <vt:lpstr>Arial</vt:lpstr>
      <vt:lpstr>Calibri</vt:lpstr>
      <vt:lpstr>Cambria Math</vt:lpstr>
      <vt:lpstr>Helvetica</vt:lpstr>
      <vt:lpstr>Wingdings</vt:lpstr>
      <vt:lpstr>Office Theme</vt:lpstr>
      <vt:lpstr>Lecture 10: Markov Decision Process (MDP)</vt:lpstr>
      <vt:lpstr>Recap: A* Search</vt:lpstr>
      <vt:lpstr>Recap: A* Search: Node Expansion</vt:lpstr>
      <vt:lpstr>Recap: A* Search</vt:lpstr>
      <vt:lpstr>Homework</vt:lpstr>
      <vt:lpstr>Efficient A* Search</vt:lpstr>
      <vt:lpstr>Exercise: Admissible/Consistent Heuristic</vt:lpstr>
      <vt:lpstr>Markov Decision Process (MDP)</vt:lpstr>
      <vt:lpstr>Example: Bike Sharing</vt:lpstr>
      <vt:lpstr>Example: Bike Sharing</vt:lpstr>
      <vt:lpstr>Decision Theory</vt:lpstr>
      <vt:lpstr>Maximum Expected Utility (MEU)</vt:lpstr>
      <vt:lpstr>Maximum Expected Utility (MEU)</vt:lpstr>
      <vt:lpstr>So far …</vt:lpstr>
      <vt:lpstr>Sequential Decision Making</vt:lpstr>
      <vt:lpstr>Markov Decision Process (MDP)</vt:lpstr>
      <vt:lpstr>Policy</vt:lpstr>
      <vt:lpstr>Exercise: Policy</vt:lpstr>
      <vt:lpstr>Maximum Expected Utility (MEU)</vt:lpstr>
      <vt:lpstr>MEU</vt:lpstr>
      <vt:lpstr>MDP Terminology (MEU Analogy)</vt:lpstr>
      <vt:lpstr>MDP Terminology (Model)</vt:lpstr>
      <vt:lpstr>MDP Terminology (Policy)</vt:lpstr>
      <vt:lpstr>MDP Terminology (Discount Factor)</vt:lpstr>
      <vt:lpstr>Finding Optimal Policy: Value Iteration</vt:lpstr>
      <vt:lpstr>Example</vt:lpstr>
      <vt:lpstr>PowerPoint Presentation</vt:lpstr>
      <vt:lpstr>Exercise</vt:lpstr>
      <vt:lpstr>PowerPoint Presentation</vt:lpstr>
      <vt:lpstr>PowerPoint Presentation</vt:lpstr>
      <vt:lpstr>Reminder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Zhize Li</dc:creator>
  <cp:lastModifiedBy>Zhize Li</cp:lastModifiedBy>
  <cp:revision>2</cp:revision>
  <dcterms:created xsi:type="dcterms:W3CDTF">2026-01-13T08:05:03Z</dcterms:created>
  <dcterms:modified xsi:type="dcterms:W3CDTF">2026-03-21T18:04:51Z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SMU Classification: Restricted</vt:lpwstr>
  </property>
</Properties>
</file>